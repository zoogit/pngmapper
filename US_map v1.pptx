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EC7D201-ABD1-51C7-D0AF-0EC003AADDDA}"/>
              </a:ext>
            </a:extLst>
          </p:cNvPr>
          <p:cNvGrpSpPr/>
          <p:nvPr/>
        </p:nvGrpSpPr>
        <p:grpSpPr>
          <a:xfrm>
            <a:off x="66676" y="1079232"/>
            <a:ext cx="8914466" cy="4699535"/>
            <a:chOff x="690562" y="1899388"/>
            <a:chExt cx="7278433" cy="3837050"/>
          </a:xfrm>
          <a:solidFill>
            <a:schemeClr val="bg1">
              <a:lumMod val="95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8C03FC9-F2A8-768F-AFF5-30B3C17212D4}"/>
                </a:ext>
              </a:extLst>
            </p:cNvPr>
            <p:cNvSpPr/>
            <p:nvPr/>
          </p:nvSpPr>
          <p:spPr>
            <a:xfrm>
              <a:off x="7159561" y="2640528"/>
              <a:ext cx="238791" cy="397573"/>
            </a:xfrm>
            <a:custGeom>
              <a:avLst/>
              <a:gdLst>
                <a:gd name="connsiteX0" fmla="*/ 4286 w 238791"/>
                <a:gd name="connsiteY0" fmla="*/ 1810 h 397573"/>
                <a:gd name="connsiteX1" fmla="*/ 0 w 238791"/>
                <a:gd name="connsiteY1" fmla="*/ 51626 h 397573"/>
                <a:gd name="connsiteX2" fmla="*/ 4286 w 238791"/>
                <a:gd name="connsiteY2" fmla="*/ 98298 h 397573"/>
                <a:gd name="connsiteX3" fmla="*/ 11716 w 238791"/>
                <a:gd name="connsiteY3" fmla="*/ 128969 h 397573"/>
                <a:gd name="connsiteX4" fmla="*/ 5049 w 238791"/>
                <a:gd name="connsiteY4" fmla="*/ 153829 h 397573"/>
                <a:gd name="connsiteX5" fmla="*/ 2477 w 238791"/>
                <a:gd name="connsiteY5" fmla="*/ 172022 h 397573"/>
                <a:gd name="connsiteX6" fmla="*/ 2477 w 238791"/>
                <a:gd name="connsiteY6" fmla="*/ 249460 h 397573"/>
                <a:gd name="connsiteX7" fmla="*/ 11716 w 238791"/>
                <a:gd name="connsiteY7" fmla="*/ 250698 h 397573"/>
                <a:gd name="connsiteX8" fmla="*/ 14764 w 238791"/>
                <a:gd name="connsiteY8" fmla="*/ 260509 h 397573"/>
                <a:gd name="connsiteX9" fmla="*/ 14764 w 238791"/>
                <a:gd name="connsiteY9" fmla="*/ 392621 h 397573"/>
                <a:gd name="connsiteX10" fmla="*/ 11716 w 238791"/>
                <a:gd name="connsiteY10" fmla="*/ 397574 h 397573"/>
                <a:gd name="connsiteX11" fmla="*/ 111824 w 238791"/>
                <a:gd name="connsiteY11" fmla="*/ 397574 h 397573"/>
                <a:gd name="connsiteX12" fmla="*/ 111824 w 238791"/>
                <a:gd name="connsiteY12" fmla="*/ 340995 h 397573"/>
                <a:gd name="connsiteX13" fmla="*/ 129636 w 238791"/>
                <a:gd name="connsiteY13" fmla="*/ 254413 h 397573"/>
                <a:gd name="connsiteX14" fmla="*/ 151162 w 238791"/>
                <a:gd name="connsiteY14" fmla="*/ 207645 h 397573"/>
                <a:gd name="connsiteX15" fmla="*/ 170879 w 238791"/>
                <a:gd name="connsiteY15" fmla="*/ 172688 h 397573"/>
                <a:gd name="connsiteX16" fmla="*/ 169640 w 238791"/>
                <a:gd name="connsiteY16" fmla="*/ 148685 h 397573"/>
                <a:gd name="connsiteX17" fmla="*/ 175736 w 238791"/>
                <a:gd name="connsiteY17" fmla="*/ 121634 h 397573"/>
                <a:gd name="connsiteX18" fmla="*/ 186595 w 238791"/>
                <a:gd name="connsiteY18" fmla="*/ 113348 h 397573"/>
                <a:gd name="connsiteX19" fmla="*/ 200216 w 238791"/>
                <a:gd name="connsiteY19" fmla="*/ 107156 h 397573"/>
                <a:gd name="connsiteX20" fmla="*/ 222504 w 238791"/>
                <a:gd name="connsiteY20" fmla="*/ 98870 h 397573"/>
                <a:gd name="connsiteX21" fmla="*/ 231077 w 238791"/>
                <a:gd name="connsiteY21" fmla="*/ 75533 h 397573"/>
                <a:gd name="connsiteX22" fmla="*/ 223076 w 238791"/>
                <a:gd name="connsiteY22" fmla="*/ 47244 h 397573"/>
                <a:gd name="connsiteX23" fmla="*/ 238792 w 238791"/>
                <a:gd name="connsiteY23" fmla="*/ 0 h 397573"/>
                <a:gd name="connsiteX24" fmla="*/ 4286 w 238791"/>
                <a:gd name="connsiteY24" fmla="*/ 1810 h 39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8791" h="397573">
                  <a:moveTo>
                    <a:pt x="4286" y="1810"/>
                  </a:moveTo>
                  <a:lnTo>
                    <a:pt x="0" y="51626"/>
                  </a:lnTo>
                  <a:lnTo>
                    <a:pt x="4286" y="98298"/>
                  </a:lnTo>
                  <a:lnTo>
                    <a:pt x="11716" y="128969"/>
                  </a:lnTo>
                  <a:lnTo>
                    <a:pt x="5049" y="153829"/>
                  </a:lnTo>
                  <a:lnTo>
                    <a:pt x="2477" y="172022"/>
                  </a:lnTo>
                  <a:lnTo>
                    <a:pt x="2477" y="249460"/>
                  </a:lnTo>
                  <a:lnTo>
                    <a:pt x="11716" y="250698"/>
                  </a:lnTo>
                  <a:lnTo>
                    <a:pt x="14764" y="260509"/>
                  </a:lnTo>
                  <a:lnTo>
                    <a:pt x="14764" y="392621"/>
                  </a:lnTo>
                  <a:lnTo>
                    <a:pt x="11716" y="397574"/>
                  </a:lnTo>
                  <a:lnTo>
                    <a:pt x="111824" y="397574"/>
                  </a:lnTo>
                  <a:lnTo>
                    <a:pt x="111824" y="340995"/>
                  </a:lnTo>
                  <a:lnTo>
                    <a:pt x="129636" y="254413"/>
                  </a:lnTo>
                  <a:lnTo>
                    <a:pt x="151162" y="207645"/>
                  </a:lnTo>
                  <a:lnTo>
                    <a:pt x="170879" y="172688"/>
                  </a:lnTo>
                  <a:lnTo>
                    <a:pt x="169640" y="148685"/>
                  </a:lnTo>
                  <a:lnTo>
                    <a:pt x="175736" y="121634"/>
                  </a:lnTo>
                  <a:lnTo>
                    <a:pt x="186595" y="113348"/>
                  </a:lnTo>
                  <a:lnTo>
                    <a:pt x="200216" y="107156"/>
                  </a:lnTo>
                  <a:lnTo>
                    <a:pt x="222504" y="98870"/>
                  </a:lnTo>
                  <a:lnTo>
                    <a:pt x="231077" y="75533"/>
                  </a:lnTo>
                  <a:lnTo>
                    <a:pt x="223076" y="47244"/>
                  </a:lnTo>
                  <a:lnTo>
                    <a:pt x="238792" y="0"/>
                  </a:lnTo>
                  <a:lnTo>
                    <a:pt x="4286" y="181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9" name="Graphic 8">
              <a:extLst>
                <a:ext uri="{FF2B5EF4-FFF2-40B4-BE49-F238E27FC236}">
                  <a16:creationId xmlns:a16="http://schemas.microsoft.com/office/drawing/2014/main" id="{A6B49DA7-5B09-C677-34B8-E9CCC5F091CC}"/>
                </a:ext>
              </a:extLst>
            </p:cNvPr>
            <p:cNvGrpSpPr/>
            <p:nvPr/>
          </p:nvGrpSpPr>
          <p:grpSpPr>
            <a:xfrm>
              <a:off x="7150322" y="3013337"/>
              <a:ext cx="450151" cy="275939"/>
              <a:chOff x="7150322" y="3013337"/>
              <a:chExt cx="450151" cy="275939"/>
            </a:xfrm>
            <a:grpFill/>
          </p:grpSpPr>
          <p:grpSp>
            <p:nvGrpSpPr>
              <p:cNvPr id="246" name="Graphic 8">
                <a:extLst>
                  <a:ext uri="{FF2B5EF4-FFF2-40B4-BE49-F238E27FC236}">
                    <a16:creationId xmlns:a16="http://schemas.microsoft.com/office/drawing/2014/main" id="{482BB128-99AB-C374-6AA2-2A5217DA14D7}"/>
                  </a:ext>
                </a:extLst>
              </p:cNvPr>
              <p:cNvGrpSpPr/>
              <p:nvPr/>
            </p:nvGrpSpPr>
            <p:grpSpPr>
              <a:xfrm>
                <a:off x="7150322" y="3013337"/>
                <a:ext cx="450151" cy="265747"/>
                <a:chOff x="7150322" y="3013337"/>
                <a:chExt cx="450151" cy="265747"/>
              </a:xfrm>
              <a:grpFill/>
            </p:grpSpPr>
            <p:sp>
              <p:nvSpPr>
                <p:cNvPr id="250" name="Freeform: Shape 249">
                  <a:extLst>
                    <a:ext uri="{FF2B5EF4-FFF2-40B4-BE49-F238E27FC236}">
                      <a16:creationId xmlns:a16="http://schemas.microsoft.com/office/drawing/2014/main" id="{FC12D592-281B-43D1-C5FA-02BA77FDEF62}"/>
                    </a:ext>
                  </a:extLst>
                </p:cNvPr>
                <p:cNvSpPr/>
                <p:nvPr/>
              </p:nvSpPr>
              <p:spPr>
                <a:xfrm>
                  <a:off x="7150322" y="3013337"/>
                  <a:ext cx="450151" cy="233076"/>
                </a:xfrm>
                <a:custGeom>
                  <a:avLst/>
                  <a:gdLst>
                    <a:gd name="connsiteX0" fmla="*/ 263652 w 450151"/>
                    <a:gd name="connsiteY0" fmla="*/ 31242 h 233076"/>
                    <a:gd name="connsiteX1" fmla="*/ 121063 w 450151"/>
                    <a:gd name="connsiteY1" fmla="*/ 24765 h 233076"/>
                    <a:gd name="connsiteX2" fmla="*/ 20860 w 450151"/>
                    <a:gd name="connsiteY2" fmla="*/ 24765 h 233076"/>
                    <a:gd name="connsiteX3" fmla="*/ 20288 w 450151"/>
                    <a:gd name="connsiteY3" fmla="*/ 54864 h 233076"/>
                    <a:gd name="connsiteX4" fmla="*/ 9239 w 450151"/>
                    <a:gd name="connsiteY4" fmla="*/ 83153 h 233076"/>
                    <a:gd name="connsiteX5" fmla="*/ 0 w 450151"/>
                    <a:gd name="connsiteY5" fmla="*/ 142113 h 233076"/>
                    <a:gd name="connsiteX6" fmla="*/ 211741 w 450151"/>
                    <a:gd name="connsiteY6" fmla="*/ 146018 h 233076"/>
                    <a:gd name="connsiteX7" fmla="*/ 265557 w 450151"/>
                    <a:gd name="connsiteY7" fmla="*/ 146971 h 233076"/>
                    <a:gd name="connsiteX8" fmla="*/ 277273 w 450151"/>
                    <a:gd name="connsiteY8" fmla="*/ 191262 h 233076"/>
                    <a:gd name="connsiteX9" fmla="*/ 287274 w 450151"/>
                    <a:gd name="connsiteY9" fmla="*/ 195358 h 233076"/>
                    <a:gd name="connsiteX10" fmla="*/ 289750 w 450151"/>
                    <a:gd name="connsiteY10" fmla="*/ 203835 h 233076"/>
                    <a:gd name="connsiteX11" fmla="*/ 296323 w 450151"/>
                    <a:gd name="connsiteY11" fmla="*/ 206026 h 233076"/>
                    <a:gd name="connsiteX12" fmla="*/ 295560 w 450151"/>
                    <a:gd name="connsiteY12" fmla="*/ 213265 h 233076"/>
                    <a:gd name="connsiteX13" fmla="*/ 296989 w 450151"/>
                    <a:gd name="connsiteY13" fmla="*/ 220313 h 233076"/>
                    <a:gd name="connsiteX14" fmla="*/ 298799 w 450151"/>
                    <a:gd name="connsiteY14" fmla="*/ 233077 h 233076"/>
                    <a:gd name="connsiteX15" fmla="*/ 301085 w 450151"/>
                    <a:gd name="connsiteY15" fmla="*/ 231362 h 233076"/>
                    <a:gd name="connsiteX16" fmla="*/ 298895 w 450151"/>
                    <a:gd name="connsiteY16" fmla="*/ 227838 h 233076"/>
                    <a:gd name="connsiteX17" fmla="*/ 298418 w 450151"/>
                    <a:gd name="connsiteY17" fmla="*/ 225266 h 233076"/>
                    <a:gd name="connsiteX18" fmla="*/ 302419 w 450151"/>
                    <a:gd name="connsiteY18" fmla="*/ 228314 h 233076"/>
                    <a:gd name="connsiteX19" fmla="*/ 304229 w 450151"/>
                    <a:gd name="connsiteY19" fmla="*/ 230886 h 233076"/>
                    <a:gd name="connsiteX20" fmla="*/ 305276 w 450151"/>
                    <a:gd name="connsiteY20" fmla="*/ 233077 h 233076"/>
                    <a:gd name="connsiteX21" fmla="*/ 308039 w 450151"/>
                    <a:gd name="connsiteY21" fmla="*/ 233077 h 233076"/>
                    <a:gd name="connsiteX22" fmla="*/ 311372 w 450151"/>
                    <a:gd name="connsiteY22" fmla="*/ 231077 h 233076"/>
                    <a:gd name="connsiteX23" fmla="*/ 315373 w 450151"/>
                    <a:gd name="connsiteY23" fmla="*/ 231077 h 233076"/>
                    <a:gd name="connsiteX24" fmla="*/ 315087 w 450151"/>
                    <a:gd name="connsiteY24" fmla="*/ 229076 h 233076"/>
                    <a:gd name="connsiteX25" fmla="*/ 315563 w 450151"/>
                    <a:gd name="connsiteY25" fmla="*/ 226600 h 233076"/>
                    <a:gd name="connsiteX26" fmla="*/ 317754 w 450151"/>
                    <a:gd name="connsiteY26" fmla="*/ 229076 h 233076"/>
                    <a:gd name="connsiteX27" fmla="*/ 319754 w 450151"/>
                    <a:gd name="connsiteY27" fmla="*/ 228314 h 233076"/>
                    <a:gd name="connsiteX28" fmla="*/ 320230 w 450151"/>
                    <a:gd name="connsiteY28" fmla="*/ 226600 h 233076"/>
                    <a:gd name="connsiteX29" fmla="*/ 321945 w 450151"/>
                    <a:gd name="connsiteY29" fmla="*/ 226028 h 233076"/>
                    <a:gd name="connsiteX30" fmla="*/ 321183 w 450151"/>
                    <a:gd name="connsiteY30" fmla="*/ 223457 h 233076"/>
                    <a:gd name="connsiteX31" fmla="*/ 320421 w 450151"/>
                    <a:gd name="connsiteY31" fmla="*/ 221266 h 233076"/>
                    <a:gd name="connsiteX32" fmla="*/ 318611 w 450151"/>
                    <a:gd name="connsiteY32" fmla="*/ 219075 h 233076"/>
                    <a:gd name="connsiteX33" fmla="*/ 318421 w 450151"/>
                    <a:gd name="connsiteY33" fmla="*/ 216884 h 233076"/>
                    <a:gd name="connsiteX34" fmla="*/ 320897 w 450151"/>
                    <a:gd name="connsiteY34" fmla="*/ 219456 h 233076"/>
                    <a:gd name="connsiteX35" fmla="*/ 322421 w 450151"/>
                    <a:gd name="connsiteY35" fmla="*/ 218027 h 233076"/>
                    <a:gd name="connsiteX36" fmla="*/ 321659 w 450151"/>
                    <a:gd name="connsiteY36" fmla="*/ 215456 h 233076"/>
                    <a:gd name="connsiteX37" fmla="*/ 322421 w 450151"/>
                    <a:gd name="connsiteY37" fmla="*/ 214408 h 233076"/>
                    <a:gd name="connsiteX38" fmla="*/ 324231 w 450151"/>
                    <a:gd name="connsiteY38" fmla="*/ 217170 h 233076"/>
                    <a:gd name="connsiteX39" fmla="*/ 324993 w 450151"/>
                    <a:gd name="connsiteY39" fmla="*/ 215456 h 233076"/>
                    <a:gd name="connsiteX40" fmla="*/ 324231 w 450151"/>
                    <a:gd name="connsiteY40" fmla="*/ 212408 h 233076"/>
                    <a:gd name="connsiteX41" fmla="*/ 325279 w 450151"/>
                    <a:gd name="connsiteY41" fmla="*/ 212408 h 233076"/>
                    <a:gd name="connsiteX42" fmla="*/ 329089 w 450151"/>
                    <a:gd name="connsiteY42" fmla="*/ 212979 h 233076"/>
                    <a:gd name="connsiteX43" fmla="*/ 330518 w 450151"/>
                    <a:gd name="connsiteY43" fmla="*/ 218980 h 233076"/>
                    <a:gd name="connsiteX44" fmla="*/ 331946 w 450151"/>
                    <a:gd name="connsiteY44" fmla="*/ 217456 h 233076"/>
                    <a:gd name="connsiteX45" fmla="*/ 331470 w 450151"/>
                    <a:gd name="connsiteY45" fmla="*/ 213455 h 233076"/>
                    <a:gd name="connsiteX46" fmla="*/ 333756 w 450151"/>
                    <a:gd name="connsiteY46" fmla="*/ 212979 h 233076"/>
                    <a:gd name="connsiteX47" fmla="*/ 335280 w 450151"/>
                    <a:gd name="connsiteY47" fmla="*/ 211265 h 233076"/>
                    <a:gd name="connsiteX48" fmla="*/ 336804 w 450151"/>
                    <a:gd name="connsiteY48" fmla="*/ 212312 h 233076"/>
                    <a:gd name="connsiteX49" fmla="*/ 338233 w 450151"/>
                    <a:gd name="connsiteY49" fmla="*/ 211550 h 233076"/>
                    <a:gd name="connsiteX50" fmla="*/ 337947 w 450151"/>
                    <a:gd name="connsiteY50" fmla="*/ 209741 h 233076"/>
                    <a:gd name="connsiteX51" fmla="*/ 334709 w 450151"/>
                    <a:gd name="connsiteY51" fmla="*/ 208979 h 233076"/>
                    <a:gd name="connsiteX52" fmla="*/ 335185 w 450151"/>
                    <a:gd name="connsiteY52" fmla="*/ 207264 h 233076"/>
                    <a:gd name="connsiteX53" fmla="*/ 338709 w 450151"/>
                    <a:gd name="connsiteY53" fmla="*/ 207264 h 233076"/>
                    <a:gd name="connsiteX54" fmla="*/ 341662 w 450151"/>
                    <a:gd name="connsiteY54" fmla="*/ 208788 h 233076"/>
                    <a:gd name="connsiteX55" fmla="*/ 343185 w 450151"/>
                    <a:gd name="connsiteY55" fmla="*/ 206502 h 233076"/>
                    <a:gd name="connsiteX56" fmla="*/ 342995 w 450151"/>
                    <a:gd name="connsiteY56" fmla="*/ 203740 h 233076"/>
                    <a:gd name="connsiteX57" fmla="*/ 344234 w 450151"/>
                    <a:gd name="connsiteY57" fmla="*/ 202502 h 233076"/>
                    <a:gd name="connsiteX58" fmla="*/ 342519 w 450151"/>
                    <a:gd name="connsiteY58" fmla="*/ 197167 h 233076"/>
                    <a:gd name="connsiteX59" fmla="*/ 344710 w 450151"/>
                    <a:gd name="connsiteY59" fmla="*/ 199358 h 233076"/>
                    <a:gd name="connsiteX60" fmla="*/ 347186 w 450151"/>
                    <a:gd name="connsiteY60" fmla="*/ 203645 h 233076"/>
                    <a:gd name="connsiteX61" fmla="*/ 348615 w 450151"/>
                    <a:gd name="connsiteY61" fmla="*/ 203359 h 233076"/>
                    <a:gd name="connsiteX62" fmla="*/ 347567 w 450151"/>
                    <a:gd name="connsiteY62" fmla="*/ 199549 h 233076"/>
                    <a:gd name="connsiteX63" fmla="*/ 348615 w 450151"/>
                    <a:gd name="connsiteY63" fmla="*/ 200025 h 233076"/>
                    <a:gd name="connsiteX64" fmla="*/ 349853 w 450151"/>
                    <a:gd name="connsiteY64" fmla="*/ 198501 h 233076"/>
                    <a:gd name="connsiteX65" fmla="*/ 346615 w 450151"/>
                    <a:gd name="connsiteY65" fmla="*/ 196025 h 233076"/>
                    <a:gd name="connsiteX66" fmla="*/ 347186 w 450151"/>
                    <a:gd name="connsiteY66" fmla="*/ 194310 h 233076"/>
                    <a:gd name="connsiteX67" fmla="*/ 348901 w 450151"/>
                    <a:gd name="connsiteY67" fmla="*/ 192310 h 233076"/>
                    <a:gd name="connsiteX68" fmla="*/ 349853 w 450151"/>
                    <a:gd name="connsiteY68" fmla="*/ 195072 h 233076"/>
                    <a:gd name="connsiteX69" fmla="*/ 351663 w 450151"/>
                    <a:gd name="connsiteY69" fmla="*/ 195358 h 233076"/>
                    <a:gd name="connsiteX70" fmla="*/ 353949 w 450151"/>
                    <a:gd name="connsiteY70" fmla="*/ 195358 h 233076"/>
                    <a:gd name="connsiteX71" fmla="*/ 356140 w 450151"/>
                    <a:gd name="connsiteY71" fmla="*/ 197644 h 233076"/>
                    <a:gd name="connsiteX72" fmla="*/ 357092 w 450151"/>
                    <a:gd name="connsiteY72" fmla="*/ 195929 h 233076"/>
                    <a:gd name="connsiteX73" fmla="*/ 355378 w 450151"/>
                    <a:gd name="connsiteY73" fmla="*/ 193358 h 233076"/>
                    <a:gd name="connsiteX74" fmla="*/ 355664 w 450151"/>
                    <a:gd name="connsiteY74" fmla="*/ 192119 h 233076"/>
                    <a:gd name="connsiteX75" fmla="*/ 357664 w 450151"/>
                    <a:gd name="connsiteY75" fmla="*/ 191929 h 233076"/>
                    <a:gd name="connsiteX76" fmla="*/ 359950 w 450151"/>
                    <a:gd name="connsiteY76" fmla="*/ 188976 h 233076"/>
                    <a:gd name="connsiteX77" fmla="*/ 359950 w 450151"/>
                    <a:gd name="connsiteY77" fmla="*/ 198977 h 233076"/>
                    <a:gd name="connsiteX78" fmla="*/ 355378 w 450151"/>
                    <a:gd name="connsiteY78" fmla="*/ 200692 h 233076"/>
                    <a:gd name="connsiteX79" fmla="*/ 355854 w 450151"/>
                    <a:gd name="connsiteY79" fmla="*/ 202883 h 233076"/>
                    <a:gd name="connsiteX80" fmla="*/ 358902 w 450151"/>
                    <a:gd name="connsiteY80" fmla="*/ 201835 h 233076"/>
                    <a:gd name="connsiteX81" fmla="*/ 359950 w 450151"/>
                    <a:gd name="connsiteY81" fmla="*/ 203549 h 233076"/>
                    <a:gd name="connsiteX82" fmla="*/ 358711 w 450151"/>
                    <a:gd name="connsiteY82" fmla="*/ 204597 h 233076"/>
                    <a:gd name="connsiteX83" fmla="*/ 355759 w 450151"/>
                    <a:gd name="connsiteY83" fmla="*/ 205264 h 233076"/>
                    <a:gd name="connsiteX84" fmla="*/ 359950 w 450151"/>
                    <a:gd name="connsiteY84" fmla="*/ 206978 h 233076"/>
                    <a:gd name="connsiteX85" fmla="*/ 356616 w 450151"/>
                    <a:gd name="connsiteY85" fmla="*/ 208502 h 233076"/>
                    <a:gd name="connsiteX86" fmla="*/ 356616 w 450151"/>
                    <a:gd name="connsiteY86" fmla="*/ 212312 h 233076"/>
                    <a:gd name="connsiteX87" fmla="*/ 357378 w 450151"/>
                    <a:gd name="connsiteY87" fmla="*/ 215075 h 233076"/>
                    <a:gd name="connsiteX88" fmla="*/ 356330 w 450151"/>
                    <a:gd name="connsiteY88" fmla="*/ 216503 h 233076"/>
                    <a:gd name="connsiteX89" fmla="*/ 356901 w 450151"/>
                    <a:gd name="connsiteY89" fmla="*/ 220694 h 233076"/>
                    <a:gd name="connsiteX90" fmla="*/ 356330 w 450151"/>
                    <a:gd name="connsiteY90" fmla="*/ 223933 h 233076"/>
                    <a:gd name="connsiteX91" fmla="*/ 353377 w 450151"/>
                    <a:gd name="connsiteY91" fmla="*/ 228505 h 233076"/>
                    <a:gd name="connsiteX92" fmla="*/ 355568 w 450151"/>
                    <a:gd name="connsiteY92" fmla="*/ 230029 h 233076"/>
                    <a:gd name="connsiteX93" fmla="*/ 358045 w 450151"/>
                    <a:gd name="connsiteY93" fmla="*/ 226695 h 233076"/>
                    <a:gd name="connsiteX94" fmla="*/ 361283 w 450151"/>
                    <a:gd name="connsiteY94" fmla="*/ 226695 h 233076"/>
                    <a:gd name="connsiteX95" fmla="*/ 367475 w 450151"/>
                    <a:gd name="connsiteY95" fmla="*/ 224885 h 233076"/>
                    <a:gd name="connsiteX96" fmla="*/ 369189 w 450151"/>
                    <a:gd name="connsiteY96" fmla="*/ 222123 h 233076"/>
                    <a:gd name="connsiteX97" fmla="*/ 371475 w 450151"/>
                    <a:gd name="connsiteY97" fmla="*/ 221075 h 233076"/>
                    <a:gd name="connsiteX98" fmla="*/ 371666 w 450151"/>
                    <a:gd name="connsiteY98" fmla="*/ 224885 h 233076"/>
                    <a:gd name="connsiteX99" fmla="*/ 375951 w 450151"/>
                    <a:gd name="connsiteY99" fmla="*/ 224885 h 233076"/>
                    <a:gd name="connsiteX100" fmla="*/ 380429 w 450151"/>
                    <a:gd name="connsiteY100" fmla="*/ 221171 h 233076"/>
                    <a:gd name="connsiteX101" fmla="*/ 380238 w 450151"/>
                    <a:gd name="connsiteY101" fmla="*/ 217837 h 233076"/>
                    <a:gd name="connsiteX102" fmla="*/ 382429 w 450151"/>
                    <a:gd name="connsiteY102" fmla="*/ 216884 h 233076"/>
                    <a:gd name="connsiteX103" fmla="*/ 384429 w 450151"/>
                    <a:gd name="connsiteY103" fmla="*/ 214408 h 233076"/>
                    <a:gd name="connsiteX104" fmla="*/ 386905 w 450151"/>
                    <a:gd name="connsiteY104" fmla="*/ 212122 h 233076"/>
                    <a:gd name="connsiteX105" fmla="*/ 388715 w 450151"/>
                    <a:gd name="connsiteY105" fmla="*/ 214408 h 233076"/>
                    <a:gd name="connsiteX106" fmla="*/ 392239 w 450151"/>
                    <a:gd name="connsiteY106" fmla="*/ 212408 h 233076"/>
                    <a:gd name="connsiteX107" fmla="*/ 393954 w 450151"/>
                    <a:gd name="connsiteY107" fmla="*/ 210693 h 233076"/>
                    <a:gd name="connsiteX108" fmla="*/ 399002 w 450151"/>
                    <a:gd name="connsiteY108" fmla="*/ 211646 h 233076"/>
                    <a:gd name="connsiteX109" fmla="*/ 402050 w 450151"/>
                    <a:gd name="connsiteY109" fmla="*/ 210217 h 233076"/>
                    <a:gd name="connsiteX110" fmla="*/ 404526 w 450151"/>
                    <a:gd name="connsiteY110" fmla="*/ 208979 h 233076"/>
                    <a:gd name="connsiteX111" fmla="*/ 406051 w 450151"/>
                    <a:gd name="connsiteY111" fmla="*/ 210407 h 233076"/>
                    <a:gd name="connsiteX112" fmla="*/ 403574 w 450151"/>
                    <a:gd name="connsiteY112" fmla="*/ 212693 h 233076"/>
                    <a:gd name="connsiteX113" fmla="*/ 404813 w 450151"/>
                    <a:gd name="connsiteY113" fmla="*/ 214408 h 233076"/>
                    <a:gd name="connsiteX114" fmla="*/ 407575 w 450151"/>
                    <a:gd name="connsiteY114" fmla="*/ 211455 h 233076"/>
                    <a:gd name="connsiteX115" fmla="*/ 411099 w 450151"/>
                    <a:gd name="connsiteY115" fmla="*/ 208979 h 233076"/>
                    <a:gd name="connsiteX116" fmla="*/ 418433 w 450151"/>
                    <a:gd name="connsiteY116" fmla="*/ 207169 h 233076"/>
                    <a:gd name="connsiteX117" fmla="*/ 427768 w 450151"/>
                    <a:gd name="connsiteY117" fmla="*/ 207169 h 233076"/>
                    <a:gd name="connsiteX118" fmla="*/ 435102 w 450151"/>
                    <a:gd name="connsiteY118" fmla="*/ 204692 h 233076"/>
                    <a:gd name="connsiteX119" fmla="*/ 438912 w 450151"/>
                    <a:gd name="connsiteY119" fmla="*/ 207169 h 233076"/>
                    <a:gd name="connsiteX120" fmla="*/ 441198 w 450151"/>
                    <a:gd name="connsiteY120" fmla="*/ 205740 h 233076"/>
                    <a:gd name="connsiteX121" fmla="*/ 450152 w 450151"/>
                    <a:gd name="connsiteY121" fmla="*/ 204597 h 233076"/>
                    <a:gd name="connsiteX122" fmla="*/ 450152 w 450151"/>
                    <a:gd name="connsiteY122" fmla="*/ 201835 h 233076"/>
                    <a:gd name="connsiteX123" fmla="*/ 442913 w 450151"/>
                    <a:gd name="connsiteY123" fmla="*/ 200120 h 233076"/>
                    <a:gd name="connsiteX124" fmla="*/ 440912 w 450151"/>
                    <a:gd name="connsiteY124" fmla="*/ 198882 h 233076"/>
                    <a:gd name="connsiteX125" fmla="*/ 438150 w 450151"/>
                    <a:gd name="connsiteY125" fmla="*/ 196596 h 233076"/>
                    <a:gd name="connsiteX126" fmla="*/ 438912 w 450151"/>
                    <a:gd name="connsiteY126" fmla="*/ 194310 h 233076"/>
                    <a:gd name="connsiteX127" fmla="*/ 441198 w 450151"/>
                    <a:gd name="connsiteY127" fmla="*/ 193358 h 233076"/>
                    <a:gd name="connsiteX128" fmla="*/ 441389 w 450151"/>
                    <a:gd name="connsiteY128" fmla="*/ 190595 h 233076"/>
                    <a:gd name="connsiteX129" fmla="*/ 442436 w 450151"/>
                    <a:gd name="connsiteY129" fmla="*/ 188024 h 233076"/>
                    <a:gd name="connsiteX130" fmla="*/ 444151 w 450151"/>
                    <a:gd name="connsiteY130" fmla="*/ 192310 h 233076"/>
                    <a:gd name="connsiteX131" fmla="*/ 445675 w 450151"/>
                    <a:gd name="connsiteY131" fmla="*/ 192119 h 233076"/>
                    <a:gd name="connsiteX132" fmla="*/ 444722 w 450151"/>
                    <a:gd name="connsiteY132" fmla="*/ 185071 h 233076"/>
                    <a:gd name="connsiteX133" fmla="*/ 443008 w 450151"/>
                    <a:gd name="connsiteY133" fmla="*/ 181546 h 233076"/>
                    <a:gd name="connsiteX134" fmla="*/ 441198 w 450151"/>
                    <a:gd name="connsiteY134" fmla="*/ 177737 h 233076"/>
                    <a:gd name="connsiteX135" fmla="*/ 443008 w 450151"/>
                    <a:gd name="connsiteY135" fmla="*/ 173450 h 233076"/>
                    <a:gd name="connsiteX136" fmla="*/ 441198 w 450151"/>
                    <a:gd name="connsiteY136" fmla="*/ 164497 h 233076"/>
                    <a:gd name="connsiteX137" fmla="*/ 437959 w 450151"/>
                    <a:gd name="connsiteY137" fmla="*/ 156020 h 233076"/>
                    <a:gd name="connsiteX138" fmla="*/ 432721 w 450151"/>
                    <a:gd name="connsiteY138" fmla="*/ 145923 h 233076"/>
                    <a:gd name="connsiteX139" fmla="*/ 426244 w 450151"/>
                    <a:gd name="connsiteY139" fmla="*/ 139827 h 233076"/>
                    <a:gd name="connsiteX140" fmla="*/ 416147 w 450151"/>
                    <a:gd name="connsiteY140" fmla="*/ 136588 h 233076"/>
                    <a:gd name="connsiteX141" fmla="*/ 410433 w 450151"/>
                    <a:gd name="connsiteY141" fmla="*/ 135827 h 233076"/>
                    <a:gd name="connsiteX142" fmla="*/ 406432 w 450151"/>
                    <a:gd name="connsiteY142" fmla="*/ 138875 h 233076"/>
                    <a:gd name="connsiteX143" fmla="*/ 409670 w 450151"/>
                    <a:gd name="connsiteY143" fmla="*/ 143161 h 233076"/>
                    <a:gd name="connsiteX144" fmla="*/ 411956 w 450151"/>
                    <a:gd name="connsiteY144" fmla="*/ 143351 h 233076"/>
                    <a:gd name="connsiteX145" fmla="*/ 415957 w 450151"/>
                    <a:gd name="connsiteY145" fmla="*/ 141351 h 233076"/>
                    <a:gd name="connsiteX146" fmla="*/ 420243 w 450151"/>
                    <a:gd name="connsiteY146" fmla="*/ 141637 h 233076"/>
                    <a:gd name="connsiteX147" fmla="*/ 424243 w 450151"/>
                    <a:gd name="connsiteY147" fmla="*/ 143066 h 233076"/>
                    <a:gd name="connsiteX148" fmla="*/ 425958 w 450151"/>
                    <a:gd name="connsiteY148" fmla="*/ 149352 h 233076"/>
                    <a:gd name="connsiteX149" fmla="*/ 428720 w 450151"/>
                    <a:gd name="connsiteY149" fmla="*/ 163163 h 233076"/>
                    <a:gd name="connsiteX150" fmla="*/ 433292 w 450151"/>
                    <a:gd name="connsiteY150" fmla="*/ 160973 h 233076"/>
                    <a:gd name="connsiteX151" fmla="*/ 434721 w 450151"/>
                    <a:gd name="connsiteY151" fmla="*/ 164973 h 233076"/>
                    <a:gd name="connsiteX152" fmla="*/ 436150 w 450151"/>
                    <a:gd name="connsiteY152" fmla="*/ 168212 h 233076"/>
                    <a:gd name="connsiteX153" fmla="*/ 437102 w 450151"/>
                    <a:gd name="connsiteY153" fmla="*/ 179165 h 233076"/>
                    <a:gd name="connsiteX154" fmla="*/ 435388 w 450151"/>
                    <a:gd name="connsiteY154" fmla="*/ 183737 h 233076"/>
                    <a:gd name="connsiteX155" fmla="*/ 429101 w 450151"/>
                    <a:gd name="connsiteY155" fmla="*/ 186976 h 233076"/>
                    <a:gd name="connsiteX156" fmla="*/ 422339 w 450151"/>
                    <a:gd name="connsiteY156" fmla="*/ 189262 h 233076"/>
                    <a:gd name="connsiteX157" fmla="*/ 412623 w 450151"/>
                    <a:gd name="connsiteY157" fmla="*/ 191071 h 233076"/>
                    <a:gd name="connsiteX158" fmla="*/ 408051 w 450151"/>
                    <a:gd name="connsiteY158" fmla="*/ 193072 h 233076"/>
                    <a:gd name="connsiteX159" fmla="*/ 406813 w 450151"/>
                    <a:gd name="connsiteY159" fmla="*/ 196025 h 233076"/>
                    <a:gd name="connsiteX160" fmla="*/ 403098 w 450151"/>
                    <a:gd name="connsiteY160" fmla="*/ 197453 h 233076"/>
                    <a:gd name="connsiteX161" fmla="*/ 395859 w 450151"/>
                    <a:gd name="connsiteY161" fmla="*/ 197453 h 233076"/>
                    <a:gd name="connsiteX162" fmla="*/ 394907 w 450151"/>
                    <a:gd name="connsiteY162" fmla="*/ 196406 h 233076"/>
                    <a:gd name="connsiteX163" fmla="*/ 401860 w 450151"/>
                    <a:gd name="connsiteY163" fmla="*/ 196406 h 233076"/>
                    <a:gd name="connsiteX164" fmla="*/ 403098 w 450151"/>
                    <a:gd name="connsiteY164" fmla="*/ 195263 h 233076"/>
                    <a:gd name="connsiteX165" fmla="*/ 389763 w 450151"/>
                    <a:gd name="connsiteY165" fmla="*/ 193643 h 233076"/>
                    <a:gd name="connsiteX166" fmla="*/ 379762 w 450151"/>
                    <a:gd name="connsiteY166" fmla="*/ 190119 h 233076"/>
                    <a:gd name="connsiteX167" fmla="*/ 372523 w 450151"/>
                    <a:gd name="connsiteY167" fmla="*/ 185071 h 233076"/>
                    <a:gd name="connsiteX168" fmla="*/ 370046 w 450151"/>
                    <a:gd name="connsiteY168" fmla="*/ 178879 h 233076"/>
                    <a:gd name="connsiteX169" fmla="*/ 371094 w 450151"/>
                    <a:gd name="connsiteY169" fmla="*/ 173831 h 233076"/>
                    <a:gd name="connsiteX170" fmla="*/ 371094 w 450151"/>
                    <a:gd name="connsiteY170" fmla="*/ 169069 h 233076"/>
                    <a:gd name="connsiteX171" fmla="*/ 370046 w 450151"/>
                    <a:gd name="connsiteY171" fmla="*/ 164592 h 233076"/>
                    <a:gd name="connsiteX172" fmla="*/ 370046 w 450151"/>
                    <a:gd name="connsiteY172" fmla="*/ 162306 h 233076"/>
                    <a:gd name="connsiteX173" fmla="*/ 366332 w 450151"/>
                    <a:gd name="connsiteY173" fmla="*/ 160020 h 233076"/>
                    <a:gd name="connsiteX174" fmla="*/ 362521 w 450151"/>
                    <a:gd name="connsiteY174" fmla="*/ 156496 h 233076"/>
                    <a:gd name="connsiteX175" fmla="*/ 359188 w 450151"/>
                    <a:gd name="connsiteY175" fmla="*/ 155924 h 233076"/>
                    <a:gd name="connsiteX176" fmla="*/ 352616 w 450151"/>
                    <a:gd name="connsiteY176" fmla="*/ 154877 h 233076"/>
                    <a:gd name="connsiteX177" fmla="*/ 350044 w 450151"/>
                    <a:gd name="connsiteY177" fmla="*/ 149066 h 233076"/>
                    <a:gd name="connsiteX178" fmla="*/ 353759 w 450151"/>
                    <a:gd name="connsiteY178" fmla="*/ 145066 h 233076"/>
                    <a:gd name="connsiteX179" fmla="*/ 356235 w 450151"/>
                    <a:gd name="connsiteY179" fmla="*/ 140779 h 233076"/>
                    <a:gd name="connsiteX180" fmla="*/ 357283 w 450151"/>
                    <a:gd name="connsiteY180" fmla="*/ 135255 h 233076"/>
                    <a:gd name="connsiteX181" fmla="*/ 348043 w 450151"/>
                    <a:gd name="connsiteY181" fmla="*/ 123444 h 233076"/>
                    <a:gd name="connsiteX182" fmla="*/ 348234 w 450151"/>
                    <a:gd name="connsiteY182" fmla="*/ 115157 h 233076"/>
                    <a:gd name="connsiteX183" fmla="*/ 343758 w 450151"/>
                    <a:gd name="connsiteY183" fmla="*/ 111633 h 233076"/>
                    <a:gd name="connsiteX184" fmla="*/ 342329 w 450151"/>
                    <a:gd name="connsiteY184" fmla="*/ 108299 h 233076"/>
                    <a:gd name="connsiteX185" fmla="*/ 335566 w 450151"/>
                    <a:gd name="connsiteY185" fmla="*/ 106490 h 233076"/>
                    <a:gd name="connsiteX186" fmla="*/ 331851 w 450151"/>
                    <a:gd name="connsiteY186" fmla="*/ 105061 h 233076"/>
                    <a:gd name="connsiteX187" fmla="*/ 328898 w 450151"/>
                    <a:gd name="connsiteY187" fmla="*/ 102775 h 233076"/>
                    <a:gd name="connsiteX188" fmla="*/ 329470 w 450151"/>
                    <a:gd name="connsiteY188" fmla="*/ 105251 h 233076"/>
                    <a:gd name="connsiteX189" fmla="*/ 324993 w 450151"/>
                    <a:gd name="connsiteY189" fmla="*/ 106966 h 233076"/>
                    <a:gd name="connsiteX190" fmla="*/ 319754 w 450151"/>
                    <a:gd name="connsiteY190" fmla="*/ 107442 h 233076"/>
                    <a:gd name="connsiteX191" fmla="*/ 313944 w 450151"/>
                    <a:gd name="connsiteY191" fmla="*/ 104870 h 233076"/>
                    <a:gd name="connsiteX192" fmla="*/ 307753 w 450151"/>
                    <a:gd name="connsiteY192" fmla="*/ 101060 h 233076"/>
                    <a:gd name="connsiteX193" fmla="*/ 306800 w 450151"/>
                    <a:gd name="connsiteY193" fmla="*/ 97536 h 233076"/>
                    <a:gd name="connsiteX194" fmla="*/ 310039 w 450151"/>
                    <a:gd name="connsiteY194" fmla="*/ 94488 h 233076"/>
                    <a:gd name="connsiteX195" fmla="*/ 317087 w 450151"/>
                    <a:gd name="connsiteY195" fmla="*/ 91250 h 233076"/>
                    <a:gd name="connsiteX196" fmla="*/ 317373 w 450151"/>
                    <a:gd name="connsiteY196" fmla="*/ 88964 h 233076"/>
                    <a:gd name="connsiteX197" fmla="*/ 315944 w 450151"/>
                    <a:gd name="connsiteY197" fmla="*/ 85154 h 233076"/>
                    <a:gd name="connsiteX198" fmla="*/ 314516 w 450151"/>
                    <a:gd name="connsiteY198" fmla="*/ 82582 h 233076"/>
                    <a:gd name="connsiteX199" fmla="*/ 314706 w 450151"/>
                    <a:gd name="connsiteY199" fmla="*/ 79248 h 233076"/>
                    <a:gd name="connsiteX200" fmla="*/ 316516 w 450151"/>
                    <a:gd name="connsiteY200" fmla="*/ 76295 h 233076"/>
                    <a:gd name="connsiteX201" fmla="*/ 320230 w 450151"/>
                    <a:gd name="connsiteY201" fmla="*/ 73247 h 233076"/>
                    <a:gd name="connsiteX202" fmla="*/ 324993 w 450151"/>
                    <a:gd name="connsiteY202" fmla="*/ 73438 h 233076"/>
                    <a:gd name="connsiteX203" fmla="*/ 326707 w 450151"/>
                    <a:gd name="connsiteY203" fmla="*/ 71914 h 233076"/>
                    <a:gd name="connsiteX204" fmla="*/ 329660 w 450151"/>
                    <a:gd name="connsiteY204" fmla="*/ 69437 h 233076"/>
                    <a:gd name="connsiteX205" fmla="*/ 331661 w 450151"/>
                    <a:gd name="connsiteY205" fmla="*/ 66199 h 233076"/>
                    <a:gd name="connsiteX206" fmla="*/ 331661 w 450151"/>
                    <a:gd name="connsiteY206" fmla="*/ 63627 h 233076"/>
                    <a:gd name="connsiteX207" fmla="*/ 328613 w 450151"/>
                    <a:gd name="connsiteY207" fmla="*/ 61341 h 233076"/>
                    <a:gd name="connsiteX208" fmla="*/ 327565 w 450151"/>
                    <a:gd name="connsiteY208" fmla="*/ 59817 h 233076"/>
                    <a:gd name="connsiteX209" fmla="*/ 337375 w 450151"/>
                    <a:gd name="connsiteY209" fmla="*/ 56864 h 233076"/>
                    <a:gd name="connsiteX210" fmla="*/ 342900 w 450151"/>
                    <a:gd name="connsiteY210" fmla="*/ 55435 h 233076"/>
                    <a:gd name="connsiteX211" fmla="*/ 346615 w 450151"/>
                    <a:gd name="connsiteY211" fmla="*/ 54674 h 233076"/>
                    <a:gd name="connsiteX212" fmla="*/ 351949 w 450151"/>
                    <a:gd name="connsiteY212" fmla="*/ 53150 h 233076"/>
                    <a:gd name="connsiteX213" fmla="*/ 354902 w 450151"/>
                    <a:gd name="connsiteY213" fmla="*/ 47435 h 233076"/>
                    <a:gd name="connsiteX214" fmla="*/ 358140 w 450151"/>
                    <a:gd name="connsiteY214" fmla="*/ 40958 h 233076"/>
                    <a:gd name="connsiteX215" fmla="*/ 358140 w 450151"/>
                    <a:gd name="connsiteY215" fmla="*/ 33814 h 233076"/>
                    <a:gd name="connsiteX216" fmla="*/ 352139 w 450151"/>
                    <a:gd name="connsiteY216" fmla="*/ 36100 h 233076"/>
                    <a:gd name="connsiteX217" fmla="*/ 347186 w 450151"/>
                    <a:gd name="connsiteY217" fmla="*/ 38672 h 233076"/>
                    <a:gd name="connsiteX218" fmla="*/ 336518 w 450151"/>
                    <a:gd name="connsiteY218" fmla="*/ 34766 h 233076"/>
                    <a:gd name="connsiteX219" fmla="*/ 332327 w 450151"/>
                    <a:gd name="connsiteY219" fmla="*/ 33147 h 233076"/>
                    <a:gd name="connsiteX220" fmla="*/ 335566 w 450151"/>
                    <a:gd name="connsiteY220" fmla="*/ 28956 h 233076"/>
                    <a:gd name="connsiteX221" fmla="*/ 336709 w 450151"/>
                    <a:gd name="connsiteY221" fmla="*/ 25146 h 233076"/>
                    <a:gd name="connsiteX222" fmla="*/ 334423 w 450151"/>
                    <a:gd name="connsiteY222" fmla="*/ 12192 h 233076"/>
                    <a:gd name="connsiteX223" fmla="*/ 329565 w 450151"/>
                    <a:gd name="connsiteY223" fmla="*/ 12192 h 233076"/>
                    <a:gd name="connsiteX224" fmla="*/ 331851 w 450151"/>
                    <a:gd name="connsiteY224" fmla="*/ 8287 h 233076"/>
                    <a:gd name="connsiteX225" fmla="*/ 332804 w 450151"/>
                    <a:gd name="connsiteY225" fmla="*/ 5048 h 233076"/>
                    <a:gd name="connsiteX226" fmla="*/ 331851 w 450151"/>
                    <a:gd name="connsiteY226" fmla="*/ 2477 h 233076"/>
                    <a:gd name="connsiteX227" fmla="*/ 312801 w 450151"/>
                    <a:gd name="connsiteY227" fmla="*/ 0 h 233076"/>
                    <a:gd name="connsiteX228" fmla="*/ 302990 w 450151"/>
                    <a:gd name="connsiteY228" fmla="*/ 6763 h 233076"/>
                    <a:gd name="connsiteX229" fmla="*/ 298704 w 450151"/>
                    <a:gd name="connsiteY229" fmla="*/ 12954 h 233076"/>
                    <a:gd name="connsiteX230" fmla="*/ 290703 w 450151"/>
                    <a:gd name="connsiteY230" fmla="*/ 10478 h 233076"/>
                    <a:gd name="connsiteX231" fmla="*/ 286417 w 450151"/>
                    <a:gd name="connsiteY231" fmla="*/ 16002 h 233076"/>
                    <a:gd name="connsiteX232" fmla="*/ 285845 w 450151"/>
                    <a:gd name="connsiteY232" fmla="*/ 22193 h 233076"/>
                    <a:gd name="connsiteX233" fmla="*/ 274606 w 450151"/>
                    <a:gd name="connsiteY233" fmla="*/ 27718 h 233076"/>
                    <a:gd name="connsiteX234" fmla="*/ 272986 w 450151"/>
                    <a:gd name="connsiteY234" fmla="*/ 33242 h 233076"/>
                    <a:gd name="connsiteX235" fmla="*/ 263747 w 450151"/>
                    <a:gd name="connsiteY235" fmla="*/ 31718 h 233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</a:cxnLst>
                  <a:rect l="l" t="t" r="r" b="b"/>
                  <a:pathLst>
                    <a:path w="450151" h="233076">
                      <a:moveTo>
                        <a:pt x="263652" y="31242"/>
                      </a:moveTo>
                      <a:lnTo>
                        <a:pt x="121063" y="24765"/>
                      </a:lnTo>
                      <a:lnTo>
                        <a:pt x="20860" y="24765"/>
                      </a:lnTo>
                      <a:cubicBezTo>
                        <a:pt x="20860" y="24765"/>
                        <a:pt x="20288" y="54864"/>
                        <a:pt x="20288" y="54864"/>
                      </a:cubicBezTo>
                      <a:lnTo>
                        <a:pt x="9239" y="83153"/>
                      </a:lnTo>
                      <a:lnTo>
                        <a:pt x="0" y="142113"/>
                      </a:lnTo>
                      <a:lnTo>
                        <a:pt x="211741" y="146018"/>
                      </a:lnTo>
                      <a:lnTo>
                        <a:pt x="265557" y="146971"/>
                      </a:lnTo>
                      <a:lnTo>
                        <a:pt x="277273" y="191262"/>
                      </a:lnTo>
                      <a:lnTo>
                        <a:pt x="287274" y="195358"/>
                      </a:lnTo>
                      <a:lnTo>
                        <a:pt x="289750" y="203835"/>
                      </a:lnTo>
                      <a:lnTo>
                        <a:pt x="296323" y="206026"/>
                      </a:lnTo>
                      <a:lnTo>
                        <a:pt x="295560" y="213265"/>
                      </a:lnTo>
                      <a:lnTo>
                        <a:pt x="296989" y="220313"/>
                      </a:lnTo>
                      <a:lnTo>
                        <a:pt x="298799" y="233077"/>
                      </a:lnTo>
                      <a:lnTo>
                        <a:pt x="301085" y="231362"/>
                      </a:lnTo>
                      <a:lnTo>
                        <a:pt x="298895" y="227838"/>
                      </a:lnTo>
                      <a:lnTo>
                        <a:pt x="298418" y="225266"/>
                      </a:lnTo>
                      <a:lnTo>
                        <a:pt x="302419" y="228314"/>
                      </a:lnTo>
                      <a:lnTo>
                        <a:pt x="304229" y="230886"/>
                      </a:lnTo>
                      <a:lnTo>
                        <a:pt x="305276" y="233077"/>
                      </a:lnTo>
                      <a:lnTo>
                        <a:pt x="308039" y="233077"/>
                      </a:lnTo>
                      <a:lnTo>
                        <a:pt x="311372" y="231077"/>
                      </a:lnTo>
                      <a:lnTo>
                        <a:pt x="315373" y="231077"/>
                      </a:lnTo>
                      <a:lnTo>
                        <a:pt x="315087" y="229076"/>
                      </a:lnTo>
                      <a:lnTo>
                        <a:pt x="315563" y="226600"/>
                      </a:lnTo>
                      <a:lnTo>
                        <a:pt x="317754" y="229076"/>
                      </a:lnTo>
                      <a:lnTo>
                        <a:pt x="319754" y="228314"/>
                      </a:lnTo>
                      <a:lnTo>
                        <a:pt x="320230" y="226600"/>
                      </a:lnTo>
                      <a:lnTo>
                        <a:pt x="321945" y="226028"/>
                      </a:lnTo>
                      <a:lnTo>
                        <a:pt x="321183" y="223457"/>
                      </a:lnTo>
                      <a:lnTo>
                        <a:pt x="320421" y="221266"/>
                      </a:lnTo>
                      <a:lnTo>
                        <a:pt x="318611" y="219075"/>
                      </a:lnTo>
                      <a:lnTo>
                        <a:pt x="318421" y="216884"/>
                      </a:lnTo>
                      <a:lnTo>
                        <a:pt x="320897" y="219456"/>
                      </a:lnTo>
                      <a:lnTo>
                        <a:pt x="322421" y="218027"/>
                      </a:lnTo>
                      <a:lnTo>
                        <a:pt x="321659" y="215456"/>
                      </a:lnTo>
                      <a:lnTo>
                        <a:pt x="322421" y="214408"/>
                      </a:lnTo>
                      <a:lnTo>
                        <a:pt x="324231" y="217170"/>
                      </a:lnTo>
                      <a:lnTo>
                        <a:pt x="324993" y="215456"/>
                      </a:lnTo>
                      <a:lnTo>
                        <a:pt x="324231" y="212408"/>
                      </a:lnTo>
                      <a:lnTo>
                        <a:pt x="325279" y="212408"/>
                      </a:lnTo>
                      <a:lnTo>
                        <a:pt x="329089" y="212979"/>
                      </a:lnTo>
                      <a:lnTo>
                        <a:pt x="330518" y="218980"/>
                      </a:lnTo>
                      <a:lnTo>
                        <a:pt x="331946" y="217456"/>
                      </a:lnTo>
                      <a:lnTo>
                        <a:pt x="331470" y="213455"/>
                      </a:lnTo>
                      <a:lnTo>
                        <a:pt x="333756" y="212979"/>
                      </a:lnTo>
                      <a:lnTo>
                        <a:pt x="335280" y="211265"/>
                      </a:lnTo>
                      <a:lnTo>
                        <a:pt x="336804" y="212312"/>
                      </a:lnTo>
                      <a:lnTo>
                        <a:pt x="338233" y="211550"/>
                      </a:lnTo>
                      <a:lnTo>
                        <a:pt x="337947" y="209741"/>
                      </a:lnTo>
                      <a:lnTo>
                        <a:pt x="334709" y="208979"/>
                      </a:lnTo>
                      <a:lnTo>
                        <a:pt x="335185" y="207264"/>
                      </a:lnTo>
                      <a:lnTo>
                        <a:pt x="338709" y="207264"/>
                      </a:lnTo>
                      <a:lnTo>
                        <a:pt x="341662" y="208788"/>
                      </a:lnTo>
                      <a:lnTo>
                        <a:pt x="343185" y="206502"/>
                      </a:lnTo>
                      <a:lnTo>
                        <a:pt x="342995" y="203740"/>
                      </a:lnTo>
                      <a:lnTo>
                        <a:pt x="344234" y="202502"/>
                      </a:lnTo>
                      <a:lnTo>
                        <a:pt x="342519" y="197167"/>
                      </a:lnTo>
                      <a:lnTo>
                        <a:pt x="344710" y="199358"/>
                      </a:lnTo>
                      <a:lnTo>
                        <a:pt x="347186" y="203645"/>
                      </a:lnTo>
                      <a:lnTo>
                        <a:pt x="348615" y="203359"/>
                      </a:lnTo>
                      <a:lnTo>
                        <a:pt x="347567" y="199549"/>
                      </a:lnTo>
                      <a:lnTo>
                        <a:pt x="348615" y="200025"/>
                      </a:lnTo>
                      <a:lnTo>
                        <a:pt x="349853" y="198501"/>
                      </a:lnTo>
                      <a:lnTo>
                        <a:pt x="346615" y="196025"/>
                      </a:lnTo>
                      <a:lnTo>
                        <a:pt x="347186" y="194310"/>
                      </a:lnTo>
                      <a:lnTo>
                        <a:pt x="348901" y="192310"/>
                      </a:lnTo>
                      <a:lnTo>
                        <a:pt x="349853" y="195072"/>
                      </a:lnTo>
                      <a:lnTo>
                        <a:pt x="351663" y="195358"/>
                      </a:lnTo>
                      <a:lnTo>
                        <a:pt x="353949" y="195358"/>
                      </a:lnTo>
                      <a:lnTo>
                        <a:pt x="356140" y="197644"/>
                      </a:lnTo>
                      <a:lnTo>
                        <a:pt x="357092" y="195929"/>
                      </a:lnTo>
                      <a:lnTo>
                        <a:pt x="355378" y="193358"/>
                      </a:lnTo>
                      <a:lnTo>
                        <a:pt x="355664" y="192119"/>
                      </a:lnTo>
                      <a:lnTo>
                        <a:pt x="357664" y="191929"/>
                      </a:lnTo>
                      <a:lnTo>
                        <a:pt x="359950" y="188976"/>
                      </a:lnTo>
                      <a:lnTo>
                        <a:pt x="359950" y="198977"/>
                      </a:lnTo>
                      <a:lnTo>
                        <a:pt x="355378" y="200692"/>
                      </a:lnTo>
                      <a:lnTo>
                        <a:pt x="355854" y="202883"/>
                      </a:lnTo>
                      <a:lnTo>
                        <a:pt x="358902" y="201835"/>
                      </a:lnTo>
                      <a:lnTo>
                        <a:pt x="359950" y="203549"/>
                      </a:lnTo>
                      <a:lnTo>
                        <a:pt x="358711" y="204597"/>
                      </a:lnTo>
                      <a:lnTo>
                        <a:pt x="355759" y="205264"/>
                      </a:lnTo>
                      <a:lnTo>
                        <a:pt x="359950" y="206978"/>
                      </a:lnTo>
                      <a:lnTo>
                        <a:pt x="356616" y="208502"/>
                      </a:lnTo>
                      <a:lnTo>
                        <a:pt x="356616" y="212312"/>
                      </a:lnTo>
                      <a:lnTo>
                        <a:pt x="357378" y="215075"/>
                      </a:lnTo>
                      <a:lnTo>
                        <a:pt x="356330" y="216503"/>
                      </a:lnTo>
                      <a:lnTo>
                        <a:pt x="356901" y="220694"/>
                      </a:lnTo>
                      <a:lnTo>
                        <a:pt x="356330" y="223933"/>
                      </a:lnTo>
                      <a:lnTo>
                        <a:pt x="353377" y="228505"/>
                      </a:lnTo>
                      <a:lnTo>
                        <a:pt x="355568" y="230029"/>
                      </a:lnTo>
                      <a:lnTo>
                        <a:pt x="358045" y="226695"/>
                      </a:lnTo>
                      <a:lnTo>
                        <a:pt x="361283" y="226695"/>
                      </a:lnTo>
                      <a:lnTo>
                        <a:pt x="367475" y="224885"/>
                      </a:lnTo>
                      <a:lnTo>
                        <a:pt x="369189" y="222123"/>
                      </a:lnTo>
                      <a:lnTo>
                        <a:pt x="371475" y="221075"/>
                      </a:lnTo>
                      <a:lnTo>
                        <a:pt x="371666" y="224885"/>
                      </a:lnTo>
                      <a:lnTo>
                        <a:pt x="375951" y="224885"/>
                      </a:lnTo>
                      <a:lnTo>
                        <a:pt x="380429" y="221171"/>
                      </a:lnTo>
                      <a:lnTo>
                        <a:pt x="380238" y="217837"/>
                      </a:lnTo>
                      <a:lnTo>
                        <a:pt x="382429" y="216884"/>
                      </a:lnTo>
                      <a:lnTo>
                        <a:pt x="384429" y="214408"/>
                      </a:lnTo>
                      <a:lnTo>
                        <a:pt x="386905" y="212122"/>
                      </a:lnTo>
                      <a:lnTo>
                        <a:pt x="388715" y="214408"/>
                      </a:lnTo>
                      <a:lnTo>
                        <a:pt x="392239" y="212408"/>
                      </a:lnTo>
                      <a:lnTo>
                        <a:pt x="393954" y="210693"/>
                      </a:lnTo>
                      <a:lnTo>
                        <a:pt x="399002" y="211646"/>
                      </a:lnTo>
                      <a:lnTo>
                        <a:pt x="402050" y="210217"/>
                      </a:lnTo>
                      <a:lnTo>
                        <a:pt x="404526" y="208979"/>
                      </a:lnTo>
                      <a:lnTo>
                        <a:pt x="406051" y="210407"/>
                      </a:lnTo>
                      <a:lnTo>
                        <a:pt x="403574" y="212693"/>
                      </a:lnTo>
                      <a:lnTo>
                        <a:pt x="404813" y="214408"/>
                      </a:lnTo>
                      <a:lnTo>
                        <a:pt x="407575" y="211455"/>
                      </a:lnTo>
                      <a:lnTo>
                        <a:pt x="411099" y="208979"/>
                      </a:lnTo>
                      <a:lnTo>
                        <a:pt x="418433" y="207169"/>
                      </a:lnTo>
                      <a:lnTo>
                        <a:pt x="427768" y="207169"/>
                      </a:lnTo>
                      <a:lnTo>
                        <a:pt x="435102" y="204692"/>
                      </a:lnTo>
                      <a:lnTo>
                        <a:pt x="438912" y="207169"/>
                      </a:lnTo>
                      <a:lnTo>
                        <a:pt x="441198" y="205740"/>
                      </a:lnTo>
                      <a:lnTo>
                        <a:pt x="450152" y="204597"/>
                      </a:lnTo>
                      <a:lnTo>
                        <a:pt x="450152" y="201835"/>
                      </a:lnTo>
                      <a:lnTo>
                        <a:pt x="442913" y="200120"/>
                      </a:lnTo>
                      <a:lnTo>
                        <a:pt x="440912" y="198882"/>
                      </a:lnTo>
                      <a:lnTo>
                        <a:pt x="438150" y="196596"/>
                      </a:lnTo>
                      <a:lnTo>
                        <a:pt x="438912" y="194310"/>
                      </a:lnTo>
                      <a:lnTo>
                        <a:pt x="441198" y="193358"/>
                      </a:lnTo>
                      <a:lnTo>
                        <a:pt x="441389" y="190595"/>
                      </a:lnTo>
                      <a:lnTo>
                        <a:pt x="442436" y="188024"/>
                      </a:lnTo>
                      <a:lnTo>
                        <a:pt x="444151" y="192310"/>
                      </a:lnTo>
                      <a:lnTo>
                        <a:pt x="445675" y="192119"/>
                      </a:lnTo>
                      <a:lnTo>
                        <a:pt x="444722" y="185071"/>
                      </a:lnTo>
                      <a:lnTo>
                        <a:pt x="443008" y="181546"/>
                      </a:lnTo>
                      <a:lnTo>
                        <a:pt x="441198" y="177737"/>
                      </a:lnTo>
                      <a:lnTo>
                        <a:pt x="443008" y="173450"/>
                      </a:lnTo>
                      <a:lnTo>
                        <a:pt x="441198" y="164497"/>
                      </a:lnTo>
                      <a:lnTo>
                        <a:pt x="437959" y="156020"/>
                      </a:lnTo>
                      <a:lnTo>
                        <a:pt x="432721" y="145923"/>
                      </a:lnTo>
                      <a:lnTo>
                        <a:pt x="426244" y="139827"/>
                      </a:lnTo>
                      <a:lnTo>
                        <a:pt x="416147" y="136588"/>
                      </a:lnTo>
                      <a:lnTo>
                        <a:pt x="410433" y="135827"/>
                      </a:lnTo>
                      <a:lnTo>
                        <a:pt x="406432" y="138875"/>
                      </a:lnTo>
                      <a:lnTo>
                        <a:pt x="409670" y="143161"/>
                      </a:lnTo>
                      <a:lnTo>
                        <a:pt x="411956" y="143351"/>
                      </a:lnTo>
                      <a:lnTo>
                        <a:pt x="415957" y="141351"/>
                      </a:lnTo>
                      <a:lnTo>
                        <a:pt x="420243" y="141637"/>
                      </a:lnTo>
                      <a:lnTo>
                        <a:pt x="424243" y="143066"/>
                      </a:lnTo>
                      <a:lnTo>
                        <a:pt x="425958" y="149352"/>
                      </a:lnTo>
                      <a:lnTo>
                        <a:pt x="428720" y="163163"/>
                      </a:lnTo>
                      <a:lnTo>
                        <a:pt x="433292" y="160973"/>
                      </a:lnTo>
                      <a:lnTo>
                        <a:pt x="434721" y="164973"/>
                      </a:lnTo>
                      <a:lnTo>
                        <a:pt x="436150" y="168212"/>
                      </a:lnTo>
                      <a:lnTo>
                        <a:pt x="437102" y="179165"/>
                      </a:lnTo>
                      <a:lnTo>
                        <a:pt x="435388" y="183737"/>
                      </a:lnTo>
                      <a:lnTo>
                        <a:pt x="429101" y="186976"/>
                      </a:lnTo>
                      <a:lnTo>
                        <a:pt x="422339" y="189262"/>
                      </a:lnTo>
                      <a:lnTo>
                        <a:pt x="412623" y="191071"/>
                      </a:lnTo>
                      <a:lnTo>
                        <a:pt x="408051" y="193072"/>
                      </a:lnTo>
                      <a:lnTo>
                        <a:pt x="406813" y="196025"/>
                      </a:lnTo>
                      <a:lnTo>
                        <a:pt x="403098" y="197453"/>
                      </a:lnTo>
                      <a:lnTo>
                        <a:pt x="395859" y="197453"/>
                      </a:lnTo>
                      <a:lnTo>
                        <a:pt x="394907" y="196406"/>
                      </a:lnTo>
                      <a:lnTo>
                        <a:pt x="401860" y="196406"/>
                      </a:lnTo>
                      <a:lnTo>
                        <a:pt x="403098" y="195263"/>
                      </a:lnTo>
                      <a:lnTo>
                        <a:pt x="389763" y="193643"/>
                      </a:lnTo>
                      <a:lnTo>
                        <a:pt x="379762" y="190119"/>
                      </a:lnTo>
                      <a:lnTo>
                        <a:pt x="372523" y="185071"/>
                      </a:lnTo>
                      <a:lnTo>
                        <a:pt x="370046" y="178879"/>
                      </a:lnTo>
                      <a:lnTo>
                        <a:pt x="371094" y="173831"/>
                      </a:lnTo>
                      <a:lnTo>
                        <a:pt x="371094" y="169069"/>
                      </a:lnTo>
                      <a:lnTo>
                        <a:pt x="370046" y="164592"/>
                      </a:lnTo>
                      <a:lnTo>
                        <a:pt x="370046" y="162306"/>
                      </a:lnTo>
                      <a:lnTo>
                        <a:pt x="366332" y="160020"/>
                      </a:lnTo>
                      <a:lnTo>
                        <a:pt x="362521" y="156496"/>
                      </a:lnTo>
                      <a:lnTo>
                        <a:pt x="359188" y="155924"/>
                      </a:lnTo>
                      <a:lnTo>
                        <a:pt x="352616" y="154877"/>
                      </a:lnTo>
                      <a:lnTo>
                        <a:pt x="350044" y="149066"/>
                      </a:lnTo>
                      <a:lnTo>
                        <a:pt x="353759" y="145066"/>
                      </a:lnTo>
                      <a:lnTo>
                        <a:pt x="356235" y="140779"/>
                      </a:lnTo>
                      <a:lnTo>
                        <a:pt x="357283" y="135255"/>
                      </a:lnTo>
                      <a:lnTo>
                        <a:pt x="348043" y="123444"/>
                      </a:lnTo>
                      <a:lnTo>
                        <a:pt x="348234" y="115157"/>
                      </a:lnTo>
                      <a:lnTo>
                        <a:pt x="343758" y="111633"/>
                      </a:lnTo>
                      <a:lnTo>
                        <a:pt x="342329" y="108299"/>
                      </a:lnTo>
                      <a:cubicBezTo>
                        <a:pt x="342329" y="108299"/>
                        <a:pt x="336042" y="106585"/>
                        <a:pt x="335566" y="106490"/>
                      </a:cubicBezTo>
                      <a:cubicBezTo>
                        <a:pt x="335089" y="106394"/>
                        <a:pt x="331851" y="105061"/>
                        <a:pt x="331851" y="105061"/>
                      </a:cubicBezTo>
                      <a:lnTo>
                        <a:pt x="328898" y="102775"/>
                      </a:lnTo>
                      <a:lnTo>
                        <a:pt x="329470" y="105251"/>
                      </a:lnTo>
                      <a:lnTo>
                        <a:pt x="324993" y="106966"/>
                      </a:lnTo>
                      <a:lnTo>
                        <a:pt x="319754" y="107442"/>
                      </a:lnTo>
                      <a:lnTo>
                        <a:pt x="313944" y="104870"/>
                      </a:lnTo>
                      <a:lnTo>
                        <a:pt x="307753" y="101060"/>
                      </a:lnTo>
                      <a:lnTo>
                        <a:pt x="306800" y="97536"/>
                      </a:lnTo>
                      <a:lnTo>
                        <a:pt x="310039" y="94488"/>
                      </a:lnTo>
                      <a:lnTo>
                        <a:pt x="317087" y="91250"/>
                      </a:lnTo>
                      <a:lnTo>
                        <a:pt x="317373" y="88964"/>
                      </a:lnTo>
                      <a:lnTo>
                        <a:pt x="315944" y="85154"/>
                      </a:lnTo>
                      <a:lnTo>
                        <a:pt x="314516" y="82582"/>
                      </a:lnTo>
                      <a:lnTo>
                        <a:pt x="314706" y="79248"/>
                      </a:lnTo>
                      <a:lnTo>
                        <a:pt x="316516" y="76295"/>
                      </a:lnTo>
                      <a:lnTo>
                        <a:pt x="320230" y="73247"/>
                      </a:lnTo>
                      <a:lnTo>
                        <a:pt x="324993" y="73438"/>
                      </a:lnTo>
                      <a:lnTo>
                        <a:pt x="326707" y="71914"/>
                      </a:lnTo>
                      <a:lnTo>
                        <a:pt x="329660" y="69437"/>
                      </a:lnTo>
                      <a:lnTo>
                        <a:pt x="331661" y="66199"/>
                      </a:lnTo>
                      <a:lnTo>
                        <a:pt x="331661" y="63627"/>
                      </a:lnTo>
                      <a:lnTo>
                        <a:pt x="328613" y="61341"/>
                      </a:lnTo>
                      <a:lnTo>
                        <a:pt x="327565" y="59817"/>
                      </a:lnTo>
                      <a:lnTo>
                        <a:pt x="337375" y="56864"/>
                      </a:lnTo>
                      <a:lnTo>
                        <a:pt x="342900" y="55435"/>
                      </a:lnTo>
                      <a:lnTo>
                        <a:pt x="346615" y="54674"/>
                      </a:lnTo>
                      <a:lnTo>
                        <a:pt x="351949" y="53150"/>
                      </a:lnTo>
                      <a:lnTo>
                        <a:pt x="354902" y="47435"/>
                      </a:lnTo>
                      <a:lnTo>
                        <a:pt x="358140" y="40958"/>
                      </a:lnTo>
                      <a:lnTo>
                        <a:pt x="358140" y="33814"/>
                      </a:lnTo>
                      <a:lnTo>
                        <a:pt x="352139" y="36100"/>
                      </a:lnTo>
                      <a:lnTo>
                        <a:pt x="347186" y="38672"/>
                      </a:lnTo>
                      <a:lnTo>
                        <a:pt x="336518" y="34766"/>
                      </a:lnTo>
                      <a:lnTo>
                        <a:pt x="332327" y="33147"/>
                      </a:lnTo>
                      <a:lnTo>
                        <a:pt x="335566" y="28956"/>
                      </a:lnTo>
                      <a:lnTo>
                        <a:pt x="336709" y="25146"/>
                      </a:lnTo>
                      <a:lnTo>
                        <a:pt x="334423" y="12192"/>
                      </a:lnTo>
                      <a:lnTo>
                        <a:pt x="329565" y="12192"/>
                      </a:lnTo>
                      <a:lnTo>
                        <a:pt x="331851" y="8287"/>
                      </a:lnTo>
                      <a:lnTo>
                        <a:pt x="332804" y="5048"/>
                      </a:lnTo>
                      <a:lnTo>
                        <a:pt x="331851" y="2477"/>
                      </a:lnTo>
                      <a:lnTo>
                        <a:pt x="312801" y="0"/>
                      </a:lnTo>
                      <a:lnTo>
                        <a:pt x="302990" y="6763"/>
                      </a:lnTo>
                      <a:lnTo>
                        <a:pt x="298704" y="12954"/>
                      </a:lnTo>
                      <a:lnTo>
                        <a:pt x="290703" y="10478"/>
                      </a:lnTo>
                      <a:lnTo>
                        <a:pt x="286417" y="16002"/>
                      </a:lnTo>
                      <a:lnTo>
                        <a:pt x="285845" y="22193"/>
                      </a:lnTo>
                      <a:lnTo>
                        <a:pt x="274606" y="27718"/>
                      </a:lnTo>
                      <a:lnTo>
                        <a:pt x="272986" y="33242"/>
                      </a:lnTo>
                      <a:lnTo>
                        <a:pt x="263747" y="31718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1" name="Freeform: Shape 250">
                  <a:extLst>
                    <a:ext uri="{FF2B5EF4-FFF2-40B4-BE49-F238E27FC236}">
                      <a16:creationId xmlns:a16="http://schemas.microsoft.com/office/drawing/2014/main" id="{AD89BFDE-3307-B71B-091C-FEE1D21C829B}"/>
                    </a:ext>
                  </a:extLst>
                </p:cNvPr>
                <p:cNvSpPr/>
                <p:nvPr/>
              </p:nvSpPr>
              <p:spPr>
                <a:xfrm>
                  <a:off x="7486936" y="3242984"/>
                  <a:ext cx="12001" cy="11715"/>
                </a:xfrm>
                <a:custGeom>
                  <a:avLst/>
                  <a:gdLst>
                    <a:gd name="connsiteX0" fmla="*/ 12001 w 12001"/>
                    <a:gd name="connsiteY0" fmla="*/ 0 h 11715"/>
                    <a:gd name="connsiteX1" fmla="*/ 9239 w 12001"/>
                    <a:gd name="connsiteY1" fmla="*/ 3429 h 11715"/>
                    <a:gd name="connsiteX2" fmla="*/ 6286 w 12001"/>
                    <a:gd name="connsiteY2" fmla="*/ 3429 h 11715"/>
                    <a:gd name="connsiteX3" fmla="*/ 4763 w 12001"/>
                    <a:gd name="connsiteY3" fmla="*/ 6001 h 11715"/>
                    <a:gd name="connsiteX4" fmla="*/ 2953 w 12001"/>
                    <a:gd name="connsiteY4" fmla="*/ 8382 h 11715"/>
                    <a:gd name="connsiteX5" fmla="*/ 1143 w 12001"/>
                    <a:gd name="connsiteY5" fmla="*/ 9144 h 11715"/>
                    <a:gd name="connsiteX6" fmla="*/ 0 w 12001"/>
                    <a:gd name="connsiteY6" fmla="*/ 11716 h 11715"/>
                    <a:gd name="connsiteX7" fmla="*/ 1714 w 12001"/>
                    <a:gd name="connsiteY7" fmla="*/ 11716 h 11715"/>
                    <a:gd name="connsiteX8" fmla="*/ 5239 w 12001"/>
                    <a:gd name="connsiteY8" fmla="*/ 10382 h 11715"/>
                    <a:gd name="connsiteX9" fmla="*/ 7048 w 12001"/>
                    <a:gd name="connsiteY9" fmla="*/ 6953 h 11715"/>
                    <a:gd name="connsiteX10" fmla="*/ 9430 w 12001"/>
                    <a:gd name="connsiteY10" fmla="*/ 5905 h 11715"/>
                    <a:gd name="connsiteX11" fmla="*/ 12001 w 12001"/>
                    <a:gd name="connsiteY11" fmla="*/ 4000 h 11715"/>
                    <a:gd name="connsiteX12" fmla="*/ 12001 w 12001"/>
                    <a:gd name="connsiteY12" fmla="*/ 0 h 11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001" h="11715">
                      <a:moveTo>
                        <a:pt x="12001" y="0"/>
                      </a:moveTo>
                      <a:lnTo>
                        <a:pt x="9239" y="3429"/>
                      </a:lnTo>
                      <a:lnTo>
                        <a:pt x="6286" y="3429"/>
                      </a:lnTo>
                      <a:lnTo>
                        <a:pt x="4763" y="6001"/>
                      </a:lnTo>
                      <a:lnTo>
                        <a:pt x="2953" y="8382"/>
                      </a:lnTo>
                      <a:lnTo>
                        <a:pt x="1143" y="9144"/>
                      </a:lnTo>
                      <a:lnTo>
                        <a:pt x="0" y="11716"/>
                      </a:lnTo>
                      <a:lnTo>
                        <a:pt x="1714" y="11716"/>
                      </a:lnTo>
                      <a:lnTo>
                        <a:pt x="5239" y="10382"/>
                      </a:lnTo>
                      <a:lnTo>
                        <a:pt x="7048" y="6953"/>
                      </a:lnTo>
                      <a:lnTo>
                        <a:pt x="9430" y="5905"/>
                      </a:lnTo>
                      <a:lnTo>
                        <a:pt x="12001" y="4000"/>
                      </a:lnTo>
                      <a:lnTo>
                        <a:pt x="12001" y="0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9E5AA2D8-2EB5-09D5-A959-0F28FA450688}"/>
                    </a:ext>
                  </a:extLst>
                </p:cNvPr>
                <p:cNvSpPr/>
                <p:nvPr/>
              </p:nvSpPr>
              <p:spPr>
                <a:xfrm>
                  <a:off x="7483316" y="3253367"/>
                  <a:ext cx="2857" cy="2571"/>
                </a:xfrm>
                <a:custGeom>
                  <a:avLst/>
                  <a:gdLst>
                    <a:gd name="connsiteX0" fmla="*/ 0 w 2857"/>
                    <a:gd name="connsiteY0" fmla="*/ 0 h 2571"/>
                    <a:gd name="connsiteX1" fmla="*/ 762 w 2857"/>
                    <a:gd name="connsiteY1" fmla="*/ 2572 h 2571"/>
                    <a:gd name="connsiteX2" fmla="*/ 2857 w 2857"/>
                    <a:gd name="connsiteY2" fmla="*/ 2572 h 2571"/>
                    <a:gd name="connsiteX3" fmla="*/ 2857 w 2857"/>
                    <a:gd name="connsiteY3" fmla="*/ 0 h 2571"/>
                    <a:gd name="connsiteX4" fmla="*/ 0 w 2857"/>
                    <a:gd name="connsiteY4" fmla="*/ 0 h 2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" h="2571">
                      <a:moveTo>
                        <a:pt x="0" y="0"/>
                      </a:moveTo>
                      <a:lnTo>
                        <a:pt x="762" y="2572"/>
                      </a:lnTo>
                      <a:lnTo>
                        <a:pt x="2857" y="2572"/>
                      </a:lnTo>
                      <a:lnTo>
                        <a:pt x="285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3" name="Freeform: Shape 252">
                  <a:extLst>
                    <a:ext uri="{FF2B5EF4-FFF2-40B4-BE49-F238E27FC236}">
                      <a16:creationId xmlns:a16="http://schemas.microsoft.com/office/drawing/2014/main" id="{B491D12C-1B1C-23DB-32AE-4795C4CC17AF}"/>
                    </a:ext>
                  </a:extLst>
                </p:cNvPr>
                <p:cNvSpPr/>
                <p:nvPr/>
              </p:nvSpPr>
              <p:spPr>
                <a:xfrm>
                  <a:off x="7475410" y="3254605"/>
                  <a:ext cx="6667" cy="4571"/>
                </a:xfrm>
                <a:custGeom>
                  <a:avLst/>
                  <a:gdLst>
                    <a:gd name="connsiteX0" fmla="*/ 5429 w 6667"/>
                    <a:gd name="connsiteY0" fmla="*/ 0 h 4571"/>
                    <a:gd name="connsiteX1" fmla="*/ 6668 w 6667"/>
                    <a:gd name="connsiteY1" fmla="*/ 2286 h 4571"/>
                    <a:gd name="connsiteX2" fmla="*/ 5429 w 6667"/>
                    <a:gd name="connsiteY2" fmla="*/ 3620 h 4571"/>
                    <a:gd name="connsiteX3" fmla="*/ 667 w 6667"/>
                    <a:gd name="connsiteY3" fmla="*/ 4572 h 4571"/>
                    <a:gd name="connsiteX4" fmla="*/ 0 w 6667"/>
                    <a:gd name="connsiteY4" fmla="*/ 2286 h 4571"/>
                    <a:gd name="connsiteX5" fmla="*/ 2477 w 6667"/>
                    <a:gd name="connsiteY5" fmla="*/ 2286 h 4571"/>
                    <a:gd name="connsiteX6" fmla="*/ 5429 w 6667"/>
                    <a:gd name="connsiteY6" fmla="*/ 0 h 4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667" h="4571">
                      <a:moveTo>
                        <a:pt x="5429" y="0"/>
                      </a:moveTo>
                      <a:lnTo>
                        <a:pt x="6668" y="2286"/>
                      </a:lnTo>
                      <a:lnTo>
                        <a:pt x="5429" y="3620"/>
                      </a:lnTo>
                      <a:lnTo>
                        <a:pt x="667" y="4572"/>
                      </a:lnTo>
                      <a:lnTo>
                        <a:pt x="0" y="2286"/>
                      </a:lnTo>
                      <a:lnTo>
                        <a:pt x="2477" y="2286"/>
                      </a:lnTo>
                      <a:lnTo>
                        <a:pt x="5429" y="0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4" name="Freeform: Shape 253">
                  <a:extLst>
                    <a:ext uri="{FF2B5EF4-FFF2-40B4-BE49-F238E27FC236}">
                      <a16:creationId xmlns:a16="http://schemas.microsoft.com/office/drawing/2014/main" id="{59E8E903-CE19-91AF-BF17-EE269700A0BB}"/>
                    </a:ext>
                  </a:extLst>
                </p:cNvPr>
                <p:cNvSpPr/>
                <p:nvPr/>
              </p:nvSpPr>
              <p:spPr>
                <a:xfrm>
                  <a:off x="7470171" y="3257653"/>
                  <a:ext cx="2666" cy="3333"/>
                </a:xfrm>
                <a:custGeom>
                  <a:avLst/>
                  <a:gdLst>
                    <a:gd name="connsiteX0" fmla="*/ 2667 w 2666"/>
                    <a:gd name="connsiteY0" fmla="*/ 0 h 3333"/>
                    <a:gd name="connsiteX1" fmla="*/ 2667 w 2666"/>
                    <a:gd name="connsiteY1" fmla="*/ 1524 h 3333"/>
                    <a:gd name="connsiteX2" fmla="*/ 0 w 2666"/>
                    <a:gd name="connsiteY2" fmla="*/ 3334 h 3333"/>
                    <a:gd name="connsiteX3" fmla="*/ 0 w 2666"/>
                    <a:gd name="connsiteY3" fmla="*/ 762 h 3333"/>
                    <a:gd name="connsiteX4" fmla="*/ 2667 w 2666"/>
                    <a:gd name="connsiteY4" fmla="*/ 0 h 3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6" h="3333">
                      <a:moveTo>
                        <a:pt x="2667" y="0"/>
                      </a:moveTo>
                      <a:lnTo>
                        <a:pt x="2667" y="1524"/>
                      </a:lnTo>
                      <a:lnTo>
                        <a:pt x="0" y="3334"/>
                      </a:lnTo>
                      <a:lnTo>
                        <a:pt x="0" y="762"/>
                      </a:lnTo>
                      <a:lnTo>
                        <a:pt x="2667" y="0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5" name="Freeform: Shape 254">
                  <a:extLst>
                    <a:ext uri="{FF2B5EF4-FFF2-40B4-BE49-F238E27FC236}">
                      <a16:creationId xmlns:a16="http://schemas.microsoft.com/office/drawing/2014/main" id="{0A0D9654-BB8A-273E-1BB5-CC427D64355E}"/>
                    </a:ext>
                  </a:extLst>
                </p:cNvPr>
                <p:cNvSpPr/>
                <p:nvPr/>
              </p:nvSpPr>
              <p:spPr>
                <a:xfrm>
                  <a:off x="7483316" y="3248890"/>
                  <a:ext cx="49244" cy="30194"/>
                </a:xfrm>
                <a:custGeom>
                  <a:avLst/>
                  <a:gdLst>
                    <a:gd name="connsiteX0" fmla="*/ 0 w 49244"/>
                    <a:gd name="connsiteY0" fmla="*/ 21908 h 30194"/>
                    <a:gd name="connsiteX1" fmla="*/ 2857 w 49244"/>
                    <a:gd name="connsiteY1" fmla="*/ 21050 h 30194"/>
                    <a:gd name="connsiteX2" fmla="*/ 6382 w 49244"/>
                    <a:gd name="connsiteY2" fmla="*/ 21527 h 30194"/>
                    <a:gd name="connsiteX3" fmla="*/ 9620 w 49244"/>
                    <a:gd name="connsiteY3" fmla="*/ 19907 h 30194"/>
                    <a:gd name="connsiteX4" fmla="*/ 12287 w 49244"/>
                    <a:gd name="connsiteY4" fmla="*/ 16288 h 30194"/>
                    <a:gd name="connsiteX5" fmla="*/ 14573 w 49244"/>
                    <a:gd name="connsiteY5" fmla="*/ 12097 h 30194"/>
                    <a:gd name="connsiteX6" fmla="*/ 16859 w 49244"/>
                    <a:gd name="connsiteY6" fmla="*/ 8001 h 30194"/>
                    <a:gd name="connsiteX7" fmla="*/ 21907 w 49244"/>
                    <a:gd name="connsiteY7" fmla="*/ 5810 h 30194"/>
                    <a:gd name="connsiteX8" fmla="*/ 23146 w 49244"/>
                    <a:gd name="connsiteY8" fmla="*/ 3524 h 30194"/>
                    <a:gd name="connsiteX9" fmla="*/ 27146 w 49244"/>
                    <a:gd name="connsiteY9" fmla="*/ 1524 h 30194"/>
                    <a:gd name="connsiteX10" fmla="*/ 29337 w 49244"/>
                    <a:gd name="connsiteY10" fmla="*/ 0 h 30194"/>
                    <a:gd name="connsiteX11" fmla="*/ 29337 w 49244"/>
                    <a:gd name="connsiteY11" fmla="*/ 3239 h 30194"/>
                    <a:gd name="connsiteX12" fmla="*/ 29337 w 49244"/>
                    <a:gd name="connsiteY12" fmla="*/ 7049 h 30194"/>
                    <a:gd name="connsiteX13" fmla="*/ 31909 w 49244"/>
                    <a:gd name="connsiteY13" fmla="*/ 4477 h 30194"/>
                    <a:gd name="connsiteX14" fmla="*/ 35433 w 49244"/>
                    <a:gd name="connsiteY14" fmla="*/ 3524 h 30194"/>
                    <a:gd name="connsiteX15" fmla="*/ 36385 w 49244"/>
                    <a:gd name="connsiteY15" fmla="*/ 4477 h 30194"/>
                    <a:gd name="connsiteX16" fmla="*/ 35623 w 49244"/>
                    <a:gd name="connsiteY16" fmla="*/ 8001 h 30194"/>
                    <a:gd name="connsiteX17" fmla="*/ 33147 w 49244"/>
                    <a:gd name="connsiteY17" fmla="*/ 9525 h 30194"/>
                    <a:gd name="connsiteX18" fmla="*/ 33909 w 49244"/>
                    <a:gd name="connsiteY18" fmla="*/ 10954 h 30194"/>
                    <a:gd name="connsiteX19" fmla="*/ 34957 w 49244"/>
                    <a:gd name="connsiteY19" fmla="*/ 12097 h 30194"/>
                    <a:gd name="connsiteX20" fmla="*/ 38671 w 49244"/>
                    <a:gd name="connsiteY20" fmla="*/ 12859 h 30194"/>
                    <a:gd name="connsiteX21" fmla="*/ 40957 w 49244"/>
                    <a:gd name="connsiteY21" fmla="*/ 13526 h 30194"/>
                    <a:gd name="connsiteX22" fmla="*/ 44386 w 49244"/>
                    <a:gd name="connsiteY22" fmla="*/ 13526 h 30194"/>
                    <a:gd name="connsiteX23" fmla="*/ 46387 w 49244"/>
                    <a:gd name="connsiteY23" fmla="*/ 13811 h 30194"/>
                    <a:gd name="connsiteX24" fmla="*/ 47625 w 49244"/>
                    <a:gd name="connsiteY24" fmla="*/ 13811 h 30194"/>
                    <a:gd name="connsiteX25" fmla="*/ 46005 w 49244"/>
                    <a:gd name="connsiteY25" fmla="*/ 10382 h 30194"/>
                    <a:gd name="connsiteX26" fmla="*/ 47625 w 49244"/>
                    <a:gd name="connsiteY26" fmla="*/ 10287 h 30194"/>
                    <a:gd name="connsiteX27" fmla="*/ 48482 w 49244"/>
                    <a:gd name="connsiteY27" fmla="*/ 13145 h 30194"/>
                    <a:gd name="connsiteX28" fmla="*/ 49244 w 49244"/>
                    <a:gd name="connsiteY28" fmla="*/ 15621 h 30194"/>
                    <a:gd name="connsiteX29" fmla="*/ 49244 w 49244"/>
                    <a:gd name="connsiteY29" fmla="*/ 17526 h 30194"/>
                    <a:gd name="connsiteX30" fmla="*/ 48387 w 49244"/>
                    <a:gd name="connsiteY30" fmla="*/ 18574 h 30194"/>
                    <a:gd name="connsiteX31" fmla="*/ 48387 w 49244"/>
                    <a:gd name="connsiteY31" fmla="*/ 21336 h 30194"/>
                    <a:gd name="connsiteX32" fmla="*/ 46958 w 49244"/>
                    <a:gd name="connsiteY32" fmla="*/ 21908 h 30194"/>
                    <a:gd name="connsiteX33" fmla="*/ 43910 w 49244"/>
                    <a:gd name="connsiteY33" fmla="*/ 20574 h 30194"/>
                    <a:gd name="connsiteX34" fmla="*/ 41624 w 49244"/>
                    <a:gd name="connsiteY34" fmla="*/ 18288 h 30194"/>
                    <a:gd name="connsiteX35" fmla="*/ 40386 w 49244"/>
                    <a:gd name="connsiteY35" fmla="*/ 20288 h 30194"/>
                    <a:gd name="connsiteX36" fmla="*/ 41243 w 49244"/>
                    <a:gd name="connsiteY36" fmla="*/ 21336 h 30194"/>
                    <a:gd name="connsiteX37" fmla="*/ 39148 w 49244"/>
                    <a:gd name="connsiteY37" fmla="*/ 21908 h 30194"/>
                    <a:gd name="connsiteX38" fmla="*/ 35433 w 49244"/>
                    <a:gd name="connsiteY38" fmla="*/ 21908 h 30194"/>
                    <a:gd name="connsiteX39" fmla="*/ 35433 w 49244"/>
                    <a:gd name="connsiteY39" fmla="*/ 18764 h 30194"/>
                    <a:gd name="connsiteX40" fmla="*/ 33718 w 49244"/>
                    <a:gd name="connsiteY40" fmla="*/ 17812 h 30194"/>
                    <a:gd name="connsiteX41" fmla="*/ 34194 w 49244"/>
                    <a:gd name="connsiteY41" fmla="*/ 20288 h 30194"/>
                    <a:gd name="connsiteX42" fmla="*/ 33623 w 49244"/>
                    <a:gd name="connsiteY42" fmla="*/ 21908 h 30194"/>
                    <a:gd name="connsiteX43" fmla="*/ 30480 w 49244"/>
                    <a:gd name="connsiteY43" fmla="*/ 21908 h 30194"/>
                    <a:gd name="connsiteX44" fmla="*/ 24574 w 49244"/>
                    <a:gd name="connsiteY44" fmla="*/ 23051 h 30194"/>
                    <a:gd name="connsiteX45" fmla="*/ 23146 w 49244"/>
                    <a:gd name="connsiteY45" fmla="*/ 23051 h 30194"/>
                    <a:gd name="connsiteX46" fmla="*/ 23336 w 49244"/>
                    <a:gd name="connsiteY46" fmla="*/ 20288 h 30194"/>
                    <a:gd name="connsiteX47" fmla="*/ 21621 w 49244"/>
                    <a:gd name="connsiteY47" fmla="*/ 19336 h 30194"/>
                    <a:gd name="connsiteX48" fmla="*/ 22384 w 49244"/>
                    <a:gd name="connsiteY48" fmla="*/ 22289 h 30194"/>
                    <a:gd name="connsiteX49" fmla="*/ 18097 w 49244"/>
                    <a:gd name="connsiteY49" fmla="*/ 23051 h 30194"/>
                    <a:gd name="connsiteX50" fmla="*/ 17621 w 49244"/>
                    <a:gd name="connsiteY50" fmla="*/ 22289 h 30194"/>
                    <a:gd name="connsiteX51" fmla="*/ 15621 w 49244"/>
                    <a:gd name="connsiteY51" fmla="*/ 23051 h 30194"/>
                    <a:gd name="connsiteX52" fmla="*/ 12096 w 49244"/>
                    <a:gd name="connsiteY52" fmla="*/ 24860 h 30194"/>
                    <a:gd name="connsiteX53" fmla="*/ 10668 w 49244"/>
                    <a:gd name="connsiteY53" fmla="*/ 26289 h 30194"/>
                    <a:gd name="connsiteX54" fmla="*/ 9620 w 49244"/>
                    <a:gd name="connsiteY54" fmla="*/ 29051 h 30194"/>
                    <a:gd name="connsiteX55" fmla="*/ 8287 w 49244"/>
                    <a:gd name="connsiteY55" fmla="*/ 30194 h 30194"/>
                    <a:gd name="connsiteX56" fmla="*/ 8096 w 49244"/>
                    <a:gd name="connsiteY56" fmla="*/ 26575 h 30194"/>
                    <a:gd name="connsiteX57" fmla="*/ 4572 w 49244"/>
                    <a:gd name="connsiteY57" fmla="*/ 26384 h 30194"/>
                    <a:gd name="connsiteX58" fmla="*/ 2857 w 49244"/>
                    <a:gd name="connsiteY58" fmla="*/ 26575 h 30194"/>
                    <a:gd name="connsiteX59" fmla="*/ 0 w 49244"/>
                    <a:gd name="connsiteY59" fmla="*/ 21908 h 30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</a:cxnLst>
                  <a:rect l="l" t="t" r="r" b="b"/>
                  <a:pathLst>
                    <a:path w="49244" h="30194">
                      <a:moveTo>
                        <a:pt x="0" y="21908"/>
                      </a:moveTo>
                      <a:lnTo>
                        <a:pt x="2857" y="21050"/>
                      </a:lnTo>
                      <a:lnTo>
                        <a:pt x="6382" y="21527"/>
                      </a:lnTo>
                      <a:lnTo>
                        <a:pt x="9620" y="19907"/>
                      </a:lnTo>
                      <a:lnTo>
                        <a:pt x="12287" y="16288"/>
                      </a:lnTo>
                      <a:lnTo>
                        <a:pt x="14573" y="12097"/>
                      </a:lnTo>
                      <a:lnTo>
                        <a:pt x="16859" y="8001"/>
                      </a:lnTo>
                      <a:lnTo>
                        <a:pt x="21907" y="5810"/>
                      </a:lnTo>
                      <a:lnTo>
                        <a:pt x="23146" y="3524"/>
                      </a:lnTo>
                      <a:lnTo>
                        <a:pt x="27146" y="1524"/>
                      </a:lnTo>
                      <a:lnTo>
                        <a:pt x="29337" y="0"/>
                      </a:lnTo>
                      <a:lnTo>
                        <a:pt x="29337" y="3239"/>
                      </a:lnTo>
                      <a:lnTo>
                        <a:pt x="29337" y="7049"/>
                      </a:lnTo>
                      <a:lnTo>
                        <a:pt x="31909" y="4477"/>
                      </a:lnTo>
                      <a:lnTo>
                        <a:pt x="35433" y="3524"/>
                      </a:lnTo>
                      <a:lnTo>
                        <a:pt x="36385" y="4477"/>
                      </a:lnTo>
                      <a:lnTo>
                        <a:pt x="35623" y="8001"/>
                      </a:lnTo>
                      <a:lnTo>
                        <a:pt x="33147" y="9525"/>
                      </a:lnTo>
                      <a:lnTo>
                        <a:pt x="33909" y="10954"/>
                      </a:lnTo>
                      <a:lnTo>
                        <a:pt x="34957" y="12097"/>
                      </a:lnTo>
                      <a:lnTo>
                        <a:pt x="38671" y="12859"/>
                      </a:lnTo>
                      <a:lnTo>
                        <a:pt x="40957" y="13526"/>
                      </a:lnTo>
                      <a:lnTo>
                        <a:pt x="44386" y="13526"/>
                      </a:lnTo>
                      <a:lnTo>
                        <a:pt x="46387" y="13811"/>
                      </a:lnTo>
                      <a:lnTo>
                        <a:pt x="47625" y="13811"/>
                      </a:lnTo>
                      <a:lnTo>
                        <a:pt x="46005" y="10382"/>
                      </a:lnTo>
                      <a:lnTo>
                        <a:pt x="47625" y="10287"/>
                      </a:lnTo>
                      <a:lnTo>
                        <a:pt x="48482" y="13145"/>
                      </a:lnTo>
                      <a:lnTo>
                        <a:pt x="49244" y="15621"/>
                      </a:lnTo>
                      <a:lnTo>
                        <a:pt x="49244" y="17526"/>
                      </a:lnTo>
                      <a:lnTo>
                        <a:pt x="48387" y="18574"/>
                      </a:lnTo>
                      <a:lnTo>
                        <a:pt x="48387" y="21336"/>
                      </a:lnTo>
                      <a:lnTo>
                        <a:pt x="46958" y="21908"/>
                      </a:lnTo>
                      <a:lnTo>
                        <a:pt x="43910" y="20574"/>
                      </a:lnTo>
                      <a:lnTo>
                        <a:pt x="41624" y="18288"/>
                      </a:lnTo>
                      <a:lnTo>
                        <a:pt x="40386" y="20288"/>
                      </a:lnTo>
                      <a:lnTo>
                        <a:pt x="41243" y="21336"/>
                      </a:lnTo>
                      <a:lnTo>
                        <a:pt x="39148" y="21908"/>
                      </a:lnTo>
                      <a:lnTo>
                        <a:pt x="35433" y="21908"/>
                      </a:lnTo>
                      <a:lnTo>
                        <a:pt x="35433" y="18764"/>
                      </a:lnTo>
                      <a:lnTo>
                        <a:pt x="33718" y="17812"/>
                      </a:lnTo>
                      <a:lnTo>
                        <a:pt x="34194" y="20288"/>
                      </a:lnTo>
                      <a:lnTo>
                        <a:pt x="33623" y="21908"/>
                      </a:lnTo>
                      <a:lnTo>
                        <a:pt x="30480" y="21908"/>
                      </a:lnTo>
                      <a:lnTo>
                        <a:pt x="24574" y="23051"/>
                      </a:lnTo>
                      <a:lnTo>
                        <a:pt x="23146" y="23051"/>
                      </a:lnTo>
                      <a:lnTo>
                        <a:pt x="23336" y="20288"/>
                      </a:lnTo>
                      <a:lnTo>
                        <a:pt x="21621" y="19336"/>
                      </a:lnTo>
                      <a:lnTo>
                        <a:pt x="22384" y="22289"/>
                      </a:lnTo>
                      <a:lnTo>
                        <a:pt x="18097" y="23051"/>
                      </a:lnTo>
                      <a:lnTo>
                        <a:pt x="17621" y="22289"/>
                      </a:lnTo>
                      <a:lnTo>
                        <a:pt x="15621" y="23051"/>
                      </a:lnTo>
                      <a:lnTo>
                        <a:pt x="12096" y="24860"/>
                      </a:lnTo>
                      <a:lnTo>
                        <a:pt x="10668" y="26289"/>
                      </a:lnTo>
                      <a:lnTo>
                        <a:pt x="9620" y="29051"/>
                      </a:lnTo>
                      <a:lnTo>
                        <a:pt x="8287" y="30194"/>
                      </a:lnTo>
                      <a:lnTo>
                        <a:pt x="8096" y="26575"/>
                      </a:lnTo>
                      <a:lnTo>
                        <a:pt x="4572" y="26384"/>
                      </a:lnTo>
                      <a:lnTo>
                        <a:pt x="2857" y="26575"/>
                      </a:lnTo>
                      <a:lnTo>
                        <a:pt x="0" y="21908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4AF6FA13-356D-1F21-FE70-FDB8457BC275}"/>
                  </a:ext>
                </a:extLst>
              </p:cNvPr>
              <p:cNvSpPr/>
              <p:nvPr/>
            </p:nvSpPr>
            <p:spPr>
              <a:xfrm>
                <a:off x="7552753" y="3277941"/>
                <a:ext cx="4762" cy="2286"/>
              </a:xfrm>
              <a:custGeom>
                <a:avLst/>
                <a:gdLst>
                  <a:gd name="connsiteX0" fmla="*/ 0 w 4762"/>
                  <a:gd name="connsiteY0" fmla="*/ 0 h 2286"/>
                  <a:gd name="connsiteX1" fmla="*/ 2381 w 4762"/>
                  <a:gd name="connsiteY1" fmla="*/ 2286 h 2286"/>
                  <a:gd name="connsiteX2" fmla="*/ 4763 w 4762"/>
                  <a:gd name="connsiteY2" fmla="*/ 1143 h 2286"/>
                  <a:gd name="connsiteX3" fmla="*/ 2381 w 4762"/>
                  <a:gd name="connsiteY3" fmla="*/ 0 h 2286"/>
                  <a:gd name="connsiteX4" fmla="*/ 0 w 4762"/>
                  <a:gd name="connsiteY4" fmla="*/ 0 h 2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" h="2286">
                    <a:moveTo>
                      <a:pt x="0" y="0"/>
                    </a:moveTo>
                    <a:lnTo>
                      <a:pt x="2381" y="2286"/>
                    </a:lnTo>
                    <a:lnTo>
                      <a:pt x="4763" y="1143"/>
                    </a:lnTo>
                    <a:lnTo>
                      <a:pt x="2381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A23F9A69-4A9D-C6BD-3F12-0AAB7D891E25}"/>
                  </a:ext>
                </a:extLst>
              </p:cNvPr>
              <p:cNvSpPr/>
              <p:nvPr/>
            </p:nvSpPr>
            <p:spPr>
              <a:xfrm>
                <a:off x="7561040" y="3267654"/>
                <a:ext cx="30480" cy="21621"/>
              </a:xfrm>
              <a:custGeom>
                <a:avLst/>
                <a:gdLst>
                  <a:gd name="connsiteX0" fmla="*/ 0 w 30480"/>
                  <a:gd name="connsiteY0" fmla="*/ 15812 h 21621"/>
                  <a:gd name="connsiteX1" fmla="*/ 2000 w 30480"/>
                  <a:gd name="connsiteY1" fmla="*/ 15812 h 21621"/>
                  <a:gd name="connsiteX2" fmla="*/ 2000 w 30480"/>
                  <a:gd name="connsiteY2" fmla="*/ 12573 h 21621"/>
                  <a:gd name="connsiteX3" fmla="*/ 16097 w 30480"/>
                  <a:gd name="connsiteY3" fmla="*/ 12573 h 21621"/>
                  <a:gd name="connsiteX4" fmla="*/ 19621 w 30480"/>
                  <a:gd name="connsiteY4" fmla="*/ 11525 h 21621"/>
                  <a:gd name="connsiteX5" fmla="*/ 21336 w 30480"/>
                  <a:gd name="connsiteY5" fmla="*/ 11525 h 21621"/>
                  <a:gd name="connsiteX6" fmla="*/ 23050 w 30480"/>
                  <a:gd name="connsiteY6" fmla="*/ 10287 h 21621"/>
                  <a:gd name="connsiteX7" fmla="*/ 23050 w 30480"/>
                  <a:gd name="connsiteY7" fmla="*/ 8096 h 21621"/>
                  <a:gd name="connsiteX8" fmla="*/ 25527 w 30480"/>
                  <a:gd name="connsiteY8" fmla="*/ 7049 h 21621"/>
                  <a:gd name="connsiteX9" fmla="*/ 24099 w 30480"/>
                  <a:gd name="connsiteY9" fmla="*/ 4001 h 21621"/>
                  <a:gd name="connsiteX10" fmla="*/ 21622 w 30480"/>
                  <a:gd name="connsiteY10" fmla="*/ 6001 h 21621"/>
                  <a:gd name="connsiteX11" fmla="*/ 18288 w 30480"/>
                  <a:gd name="connsiteY11" fmla="*/ 10287 h 21621"/>
                  <a:gd name="connsiteX12" fmla="*/ 19336 w 30480"/>
                  <a:gd name="connsiteY12" fmla="*/ 6477 h 21621"/>
                  <a:gd name="connsiteX13" fmla="*/ 22289 w 30480"/>
                  <a:gd name="connsiteY13" fmla="*/ 3239 h 21621"/>
                  <a:gd name="connsiteX14" fmla="*/ 22574 w 30480"/>
                  <a:gd name="connsiteY14" fmla="*/ 0 h 21621"/>
                  <a:gd name="connsiteX15" fmla="*/ 26384 w 30480"/>
                  <a:gd name="connsiteY15" fmla="*/ 4953 h 21621"/>
                  <a:gd name="connsiteX16" fmla="*/ 28670 w 30480"/>
                  <a:gd name="connsiteY16" fmla="*/ 10287 h 21621"/>
                  <a:gd name="connsiteX17" fmla="*/ 30480 w 30480"/>
                  <a:gd name="connsiteY17" fmla="*/ 14478 h 21621"/>
                  <a:gd name="connsiteX18" fmla="*/ 30480 w 30480"/>
                  <a:gd name="connsiteY18" fmla="*/ 20003 h 21621"/>
                  <a:gd name="connsiteX19" fmla="*/ 27241 w 30480"/>
                  <a:gd name="connsiteY19" fmla="*/ 21527 h 21621"/>
                  <a:gd name="connsiteX20" fmla="*/ 24670 w 30480"/>
                  <a:gd name="connsiteY20" fmla="*/ 21527 h 21621"/>
                  <a:gd name="connsiteX21" fmla="*/ 20955 w 30480"/>
                  <a:gd name="connsiteY21" fmla="*/ 20955 h 21621"/>
                  <a:gd name="connsiteX22" fmla="*/ 17621 w 30480"/>
                  <a:gd name="connsiteY22" fmla="*/ 20479 h 21621"/>
                  <a:gd name="connsiteX23" fmla="*/ 15240 w 30480"/>
                  <a:gd name="connsiteY23" fmla="*/ 20479 h 21621"/>
                  <a:gd name="connsiteX24" fmla="*/ 13811 w 30480"/>
                  <a:gd name="connsiteY24" fmla="*/ 21622 h 21621"/>
                  <a:gd name="connsiteX25" fmla="*/ 5715 w 30480"/>
                  <a:gd name="connsiteY25" fmla="*/ 18764 h 21621"/>
                  <a:gd name="connsiteX26" fmla="*/ 0 w 30480"/>
                  <a:gd name="connsiteY26" fmla="*/ 15812 h 2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0480" h="21621">
                    <a:moveTo>
                      <a:pt x="0" y="15812"/>
                    </a:moveTo>
                    <a:lnTo>
                      <a:pt x="2000" y="15812"/>
                    </a:lnTo>
                    <a:lnTo>
                      <a:pt x="2000" y="12573"/>
                    </a:lnTo>
                    <a:lnTo>
                      <a:pt x="16097" y="12573"/>
                    </a:lnTo>
                    <a:lnTo>
                      <a:pt x="19621" y="11525"/>
                    </a:lnTo>
                    <a:lnTo>
                      <a:pt x="21336" y="11525"/>
                    </a:lnTo>
                    <a:cubicBezTo>
                      <a:pt x="21336" y="11525"/>
                      <a:pt x="23050" y="10287"/>
                      <a:pt x="23050" y="10287"/>
                    </a:cubicBezTo>
                    <a:lnTo>
                      <a:pt x="23050" y="8096"/>
                    </a:lnTo>
                    <a:lnTo>
                      <a:pt x="25527" y="7049"/>
                    </a:lnTo>
                    <a:lnTo>
                      <a:pt x="24099" y="4001"/>
                    </a:lnTo>
                    <a:lnTo>
                      <a:pt x="21622" y="6001"/>
                    </a:lnTo>
                    <a:lnTo>
                      <a:pt x="18288" y="10287"/>
                    </a:lnTo>
                    <a:lnTo>
                      <a:pt x="19336" y="6477"/>
                    </a:lnTo>
                    <a:lnTo>
                      <a:pt x="22289" y="3239"/>
                    </a:lnTo>
                    <a:lnTo>
                      <a:pt x="22574" y="0"/>
                    </a:lnTo>
                    <a:lnTo>
                      <a:pt x="26384" y="4953"/>
                    </a:lnTo>
                    <a:lnTo>
                      <a:pt x="28670" y="10287"/>
                    </a:lnTo>
                    <a:lnTo>
                      <a:pt x="30480" y="14478"/>
                    </a:lnTo>
                    <a:lnTo>
                      <a:pt x="30480" y="20003"/>
                    </a:lnTo>
                    <a:cubicBezTo>
                      <a:pt x="30480" y="20003"/>
                      <a:pt x="27717" y="21431"/>
                      <a:pt x="27241" y="21527"/>
                    </a:cubicBezTo>
                    <a:cubicBezTo>
                      <a:pt x="26765" y="21622"/>
                      <a:pt x="24670" y="21527"/>
                      <a:pt x="24670" y="21527"/>
                    </a:cubicBezTo>
                    <a:lnTo>
                      <a:pt x="20955" y="20955"/>
                    </a:lnTo>
                    <a:cubicBezTo>
                      <a:pt x="20955" y="20955"/>
                      <a:pt x="18383" y="20479"/>
                      <a:pt x="17621" y="20479"/>
                    </a:cubicBezTo>
                    <a:lnTo>
                      <a:pt x="15240" y="20479"/>
                    </a:lnTo>
                    <a:lnTo>
                      <a:pt x="13811" y="21622"/>
                    </a:lnTo>
                    <a:lnTo>
                      <a:pt x="5715" y="18764"/>
                    </a:lnTo>
                    <a:lnTo>
                      <a:pt x="0" y="15812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EF2E8A1-BA59-BD87-B075-A3F266F9AB02}"/>
                  </a:ext>
                </a:extLst>
              </p:cNvPr>
              <p:cNvSpPr/>
              <p:nvPr/>
            </p:nvSpPr>
            <p:spPr>
              <a:xfrm>
                <a:off x="7585233" y="3224030"/>
                <a:ext cx="6286" cy="15620"/>
              </a:xfrm>
              <a:custGeom>
                <a:avLst/>
                <a:gdLst>
                  <a:gd name="connsiteX0" fmla="*/ 4191 w 6286"/>
                  <a:gd name="connsiteY0" fmla="*/ 762 h 15620"/>
                  <a:gd name="connsiteX1" fmla="*/ 2763 w 6286"/>
                  <a:gd name="connsiteY1" fmla="*/ 3810 h 15620"/>
                  <a:gd name="connsiteX2" fmla="*/ 2763 w 6286"/>
                  <a:gd name="connsiteY2" fmla="*/ 6572 h 15620"/>
                  <a:gd name="connsiteX3" fmla="*/ 2763 w 6286"/>
                  <a:gd name="connsiteY3" fmla="*/ 9620 h 15620"/>
                  <a:gd name="connsiteX4" fmla="*/ 953 w 6286"/>
                  <a:gd name="connsiteY4" fmla="*/ 13335 h 15620"/>
                  <a:gd name="connsiteX5" fmla="*/ 0 w 6286"/>
                  <a:gd name="connsiteY5" fmla="*/ 15621 h 15620"/>
                  <a:gd name="connsiteX6" fmla="*/ 3048 w 6286"/>
                  <a:gd name="connsiteY6" fmla="*/ 15621 h 15620"/>
                  <a:gd name="connsiteX7" fmla="*/ 3334 w 6286"/>
                  <a:gd name="connsiteY7" fmla="*/ 13430 h 15620"/>
                  <a:gd name="connsiteX8" fmla="*/ 3334 w 6286"/>
                  <a:gd name="connsiteY8" fmla="*/ 11620 h 15620"/>
                  <a:gd name="connsiteX9" fmla="*/ 4096 w 6286"/>
                  <a:gd name="connsiteY9" fmla="*/ 8191 h 15620"/>
                  <a:gd name="connsiteX10" fmla="*/ 4096 w 6286"/>
                  <a:gd name="connsiteY10" fmla="*/ 5334 h 15620"/>
                  <a:gd name="connsiteX11" fmla="*/ 5334 w 6286"/>
                  <a:gd name="connsiteY11" fmla="*/ 3048 h 15620"/>
                  <a:gd name="connsiteX12" fmla="*/ 6287 w 6286"/>
                  <a:gd name="connsiteY12" fmla="*/ 0 h 15620"/>
                  <a:gd name="connsiteX13" fmla="*/ 3810 w 6286"/>
                  <a:gd name="connsiteY13" fmla="*/ 3524 h 15620"/>
                  <a:gd name="connsiteX14" fmla="*/ 4096 w 6286"/>
                  <a:gd name="connsiteY14" fmla="*/ 762 h 15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286" h="15620">
                    <a:moveTo>
                      <a:pt x="4191" y="762"/>
                    </a:moveTo>
                    <a:lnTo>
                      <a:pt x="2763" y="3810"/>
                    </a:lnTo>
                    <a:lnTo>
                      <a:pt x="2763" y="6572"/>
                    </a:lnTo>
                    <a:cubicBezTo>
                      <a:pt x="2763" y="7144"/>
                      <a:pt x="3048" y="9144"/>
                      <a:pt x="2763" y="9620"/>
                    </a:cubicBezTo>
                    <a:cubicBezTo>
                      <a:pt x="2477" y="10096"/>
                      <a:pt x="953" y="13335"/>
                      <a:pt x="953" y="13335"/>
                    </a:cubicBezTo>
                    <a:lnTo>
                      <a:pt x="0" y="15621"/>
                    </a:lnTo>
                    <a:lnTo>
                      <a:pt x="3048" y="15621"/>
                    </a:lnTo>
                    <a:lnTo>
                      <a:pt x="3334" y="13430"/>
                    </a:lnTo>
                    <a:lnTo>
                      <a:pt x="3334" y="11620"/>
                    </a:lnTo>
                    <a:lnTo>
                      <a:pt x="4096" y="8191"/>
                    </a:lnTo>
                    <a:lnTo>
                      <a:pt x="4096" y="5334"/>
                    </a:lnTo>
                    <a:lnTo>
                      <a:pt x="5334" y="3048"/>
                    </a:lnTo>
                    <a:lnTo>
                      <a:pt x="6287" y="0"/>
                    </a:lnTo>
                    <a:lnTo>
                      <a:pt x="3810" y="3524"/>
                    </a:lnTo>
                    <a:lnTo>
                      <a:pt x="4096" y="762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70" name="Graphic 8">
              <a:extLst>
                <a:ext uri="{FF2B5EF4-FFF2-40B4-BE49-F238E27FC236}">
                  <a16:creationId xmlns:a16="http://schemas.microsoft.com/office/drawing/2014/main" id="{EF03115A-8D6C-E479-9134-3C2C25BAB2CF}"/>
                </a:ext>
              </a:extLst>
            </p:cNvPr>
            <p:cNvGrpSpPr/>
            <p:nvPr/>
          </p:nvGrpSpPr>
          <p:grpSpPr>
            <a:xfrm>
              <a:off x="7359491" y="3159355"/>
              <a:ext cx="89820" cy="143922"/>
              <a:chOff x="7359491" y="3159355"/>
              <a:chExt cx="89820" cy="143922"/>
            </a:xfrm>
            <a:grpFill/>
          </p:grpSpPr>
          <p:grpSp>
            <p:nvGrpSpPr>
              <p:cNvPr id="241" name="Graphic 8">
                <a:extLst>
                  <a:ext uri="{FF2B5EF4-FFF2-40B4-BE49-F238E27FC236}">
                    <a16:creationId xmlns:a16="http://schemas.microsoft.com/office/drawing/2014/main" id="{B3E46997-5857-EC9F-9210-AFD2ED470470}"/>
                  </a:ext>
                </a:extLst>
              </p:cNvPr>
              <p:cNvGrpSpPr/>
              <p:nvPr/>
            </p:nvGrpSpPr>
            <p:grpSpPr>
              <a:xfrm>
                <a:off x="7359491" y="3159355"/>
                <a:ext cx="89820" cy="117157"/>
                <a:chOff x="7359491" y="3159355"/>
                <a:chExt cx="89820" cy="117157"/>
              </a:xfrm>
              <a:grpFill/>
            </p:grpSpPr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B57911A3-FE2C-7C91-57A6-2B9F3A8760A5}"/>
                    </a:ext>
                  </a:extLst>
                </p:cNvPr>
                <p:cNvSpPr/>
                <p:nvPr/>
              </p:nvSpPr>
              <p:spPr>
                <a:xfrm>
                  <a:off x="7359491" y="3159355"/>
                  <a:ext cx="89820" cy="117157"/>
                </a:xfrm>
                <a:custGeom>
                  <a:avLst/>
                  <a:gdLst>
                    <a:gd name="connsiteX0" fmla="*/ 2381 w 89820"/>
                    <a:gd name="connsiteY0" fmla="*/ 117158 h 117157"/>
                    <a:gd name="connsiteX1" fmla="*/ 4667 w 89820"/>
                    <a:gd name="connsiteY1" fmla="*/ 114871 h 117157"/>
                    <a:gd name="connsiteX2" fmla="*/ 8858 w 89820"/>
                    <a:gd name="connsiteY2" fmla="*/ 113633 h 117157"/>
                    <a:gd name="connsiteX3" fmla="*/ 11049 w 89820"/>
                    <a:gd name="connsiteY3" fmla="*/ 115443 h 117157"/>
                    <a:gd name="connsiteX4" fmla="*/ 12478 w 89820"/>
                    <a:gd name="connsiteY4" fmla="*/ 113633 h 117157"/>
                    <a:gd name="connsiteX5" fmla="*/ 15049 w 89820"/>
                    <a:gd name="connsiteY5" fmla="*/ 112395 h 117157"/>
                    <a:gd name="connsiteX6" fmla="*/ 17335 w 89820"/>
                    <a:gd name="connsiteY6" fmla="*/ 112395 h 117157"/>
                    <a:gd name="connsiteX7" fmla="*/ 19335 w 89820"/>
                    <a:gd name="connsiteY7" fmla="*/ 110395 h 117157"/>
                    <a:gd name="connsiteX8" fmla="*/ 21050 w 89820"/>
                    <a:gd name="connsiteY8" fmla="*/ 110395 h 117157"/>
                    <a:gd name="connsiteX9" fmla="*/ 23813 w 89820"/>
                    <a:gd name="connsiteY9" fmla="*/ 108871 h 117157"/>
                    <a:gd name="connsiteX10" fmla="*/ 23813 w 89820"/>
                    <a:gd name="connsiteY10" fmla="*/ 107061 h 117157"/>
                    <a:gd name="connsiteX11" fmla="*/ 26765 w 89820"/>
                    <a:gd name="connsiteY11" fmla="*/ 109061 h 117157"/>
                    <a:gd name="connsiteX12" fmla="*/ 30575 w 89820"/>
                    <a:gd name="connsiteY12" fmla="*/ 108871 h 117157"/>
                    <a:gd name="connsiteX13" fmla="*/ 35814 w 89820"/>
                    <a:gd name="connsiteY13" fmla="*/ 107823 h 117157"/>
                    <a:gd name="connsiteX14" fmla="*/ 38862 w 89820"/>
                    <a:gd name="connsiteY14" fmla="*/ 108013 h 117157"/>
                    <a:gd name="connsiteX15" fmla="*/ 40291 w 89820"/>
                    <a:gd name="connsiteY15" fmla="*/ 103822 h 117157"/>
                    <a:gd name="connsiteX16" fmla="*/ 42100 w 89820"/>
                    <a:gd name="connsiteY16" fmla="*/ 98870 h 117157"/>
                    <a:gd name="connsiteX17" fmla="*/ 43053 w 89820"/>
                    <a:gd name="connsiteY17" fmla="*/ 101917 h 117157"/>
                    <a:gd name="connsiteX18" fmla="*/ 43053 w 89820"/>
                    <a:gd name="connsiteY18" fmla="*/ 104394 h 117157"/>
                    <a:gd name="connsiteX19" fmla="*/ 39814 w 89820"/>
                    <a:gd name="connsiteY19" fmla="*/ 108013 h 117157"/>
                    <a:gd name="connsiteX20" fmla="*/ 44101 w 89820"/>
                    <a:gd name="connsiteY20" fmla="*/ 109442 h 117157"/>
                    <a:gd name="connsiteX21" fmla="*/ 46101 w 89820"/>
                    <a:gd name="connsiteY21" fmla="*/ 104870 h 117157"/>
                    <a:gd name="connsiteX22" fmla="*/ 48101 w 89820"/>
                    <a:gd name="connsiteY22" fmla="*/ 100870 h 117157"/>
                    <a:gd name="connsiteX23" fmla="*/ 48101 w 89820"/>
                    <a:gd name="connsiteY23" fmla="*/ 96869 h 117157"/>
                    <a:gd name="connsiteX24" fmla="*/ 51149 w 89820"/>
                    <a:gd name="connsiteY24" fmla="*/ 93345 h 117157"/>
                    <a:gd name="connsiteX25" fmla="*/ 51149 w 89820"/>
                    <a:gd name="connsiteY25" fmla="*/ 90773 h 117157"/>
                    <a:gd name="connsiteX26" fmla="*/ 52197 w 89820"/>
                    <a:gd name="connsiteY26" fmla="*/ 87821 h 117157"/>
                    <a:gd name="connsiteX27" fmla="*/ 52197 w 89820"/>
                    <a:gd name="connsiteY27" fmla="*/ 81629 h 117157"/>
                    <a:gd name="connsiteX28" fmla="*/ 51435 w 89820"/>
                    <a:gd name="connsiteY28" fmla="*/ 75914 h 117157"/>
                    <a:gd name="connsiteX29" fmla="*/ 52197 w 89820"/>
                    <a:gd name="connsiteY29" fmla="*/ 71628 h 117157"/>
                    <a:gd name="connsiteX30" fmla="*/ 54007 w 89820"/>
                    <a:gd name="connsiteY30" fmla="*/ 70580 h 117157"/>
                    <a:gd name="connsiteX31" fmla="*/ 53244 w 89820"/>
                    <a:gd name="connsiteY31" fmla="*/ 67818 h 117157"/>
                    <a:gd name="connsiteX32" fmla="*/ 54007 w 89820"/>
                    <a:gd name="connsiteY32" fmla="*/ 63341 h 117157"/>
                    <a:gd name="connsiteX33" fmla="*/ 54007 w 89820"/>
                    <a:gd name="connsiteY33" fmla="*/ 61055 h 117157"/>
                    <a:gd name="connsiteX34" fmla="*/ 51816 w 89820"/>
                    <a:gd name="connsiteY34" fmla="*/ 59055 h 117157"/>
                    <a:gd name="connsiteX35" fmla="*/ 49244 w 89820"/>
                    <a:gd name="connsiteY35" fmla="*/ 59055 h 117157"/>
                    <a:gd name="connsiteX36" fmla="*/ 48482 w 89820"/>
                    <a:gd name="connsiteY36" fmla="*/ 55531 h 117157"/>
                    <a:gd name="connsiteX37" fmla="*/ 55721 w 89820"/>
                    <a:gd name="connsiteY37" fmla="*/ 56293 h 117157"/>
                    <a:gd name="connsiteX38" fmla="*/ 55721 w 89820"/>
                    <a:gd name="connsiteY38" fmla="*/ 59246 h 117157"/>
                    <a:gd name="connsiteX39" fmla="*/ 57245 w 89820"/>
                    <a:gd name="connsiteY39" fmla="*/ 58960 h 117157"/>
                    <a:gd name="connsiteX40" fmla="*/ 58483 w 89820"/>
                    <a:gd name="connsiteY40" fmla="*/ 56959 h 117157"/>
                    <a:gd name="connsiteX41" fmla="*/ 59245 w 89820"/>
                    <a:gd name="connsiteY41" fmla="*/ 55531 h 117157"/>
                    <a:gd name="connsiteX42" fmla="*/ 60770 w 89820"/>
                    <a:gd name="connsiteY42" fmla="*/ 55531 h 117157"/>
                    <a:gd name="connsiteX43" fmla="*/ 60770 w 89820"/>
                    <a:gd name="connsiteY43" fmla="*/ 52578 h 117157"/>
                    <a:gd name="connsiteX44" fmla="*/ 58960 w 89820"/>
                    <a:gd name="connsiteY44" fmla="*/ 51530 h 117157"/>
                    <a:gd name="connsiteX45" fmla="*/ 56388 w 89820"/>
                    <a:gd name="connsiteY45" fmla="*/ 48578 h 117157"/>
                    <a:gd name="connsiteX46" fmla="*/ 55912 w 89820"/>
                    <a:gd name="connsiteY46" fmla="*/ 45244 h 117157"/>
                    <a:gd name="connsiteX47" fmla="*/ 55435 w 89820"/>
                    <a:gd name="connsiteY47" fmla="*/ 42291 h 117157"/>
                    <a:gd name="connsiteX48" fmla="*/ 57245 w 89820"/>
                    <a:gd name="connsiteY48" fmla="*/ 40481 h 117157"/>
                    <a:gd name="connsiteX49" fmla="*/ 54673 w 89820"/>
                    <a:gd name="connsiteY49" fmla="*/ 35242 h 117157"/>
                    <a:gd name="connsiteX50" fmla="*/ 58483 w 89820"/>
                    <a:gd name="connsiteY50" fmla="*/ 39719 h 117157"/>
                    <a:gd name="connsiteX51" fmla="*/ 58769 w 89820"/>
                    <a:gd name="connsiteY51" fmla="*/ 43434 h 117157"/>
                    <a:gd name="connsiteX52" fmla="*/ 60770 w 89820"/>
                    <a:gd name="connsiteY52" fmla="*/ 46672 h 117157"/>
                    <a:gd name="connsiteX53" fmla="*/ 62293 w 89820"/>
                    <a:gd name="connsiteY53" fmla="*/ 49625 h 117157"/>
                    <a:gd name="connsiteX54" fmla="*/ 66294 w 89820"/>
                    <a:gd name="connsiteY54" fmla="*/ 51054 h 117157"/>
                    <a:gd name="connsiteX55" fmla="*/ 67246 w 89820"/>
                    <a:gd name="connsiteY55" fmla="*/ 54769 h 117157"/>
                    <a:gd name="connsiteX56" fmla="*/ 65532 w 89820"/>
                    <a:gd name="connsiteY56" fmla="*/ 61055 h 117157"/>
                    <a:gd name="connsiteX57" fmla="*/ 67246 w 89820"/>
                    <a:gd name="connsiteY57" fmla="*/ 61627 h 117157"/>
                    <a:gd name="connsiteX58" fmla="*/ 68485 w 89820"/>
                    <a:gd name="connsiteY58" fmla="*/ 57436 h 117157"/>
                    <a:gd name="connsiteX59" fmla="*/ 70295 w 89820"/>
                    <a:gd name="connsiteY59" fmla="*/ 60484 h 117157"/>
                    <a:gd name="connsiteX60" fmla="*/ 71723 w 89820"/>
                    <a:gd name="connsiteY60" fmla="*/ 63722 h 117157"/>
                    <a:gd name="connsiteX61" fmla="*/ 70771 w 89820"/>
                    <a:gd name="connsiteY61" fmla="*/ 67532 h 117157"/>
                    <a:gd name="connsiteX62" fmla="*/ 70199 w 89820"/>
                    <a:gd name="connsiteY62" fmla="*/ 70104 h 117157"/>
                    <a:gd name="connsiteX63" fmla="*/ 68961 w 89820"/>
                    <a:gd name="connsiteY63" fmla="*/ 71819 h 117157"/>
                    <a:gd name="connsiteX64" fmla="*/ 68199 w 89820"/>
                    <a:gd name="connsiteY64" fmla="*/ 74771 h 117157"/>
                    <a:gd name="connsiteX65" fmla="*/ 66675 w 89820"/>
                    <a:gd name="connsiteY65" fmla="*/ 76200 h 117157"/>
                    <a:gd name="connsiteX66" fmla="*/ 65151 w 89820"/>
                    <a:gd name="connsiteY66" fmla="*/ 80772 h 117157"/>
                    <a:gd name="connsiteX67" fmla="*/ 65151 w 89820"/>
                    <a:gd name="connsiteY67" fmla="*/ 82772 h 117157"/>
                    <a:gd name="connsiteX68" fmla="*/ 64198 w 89820"/>
                    <a:gd name="connsiteY68" fmla="*/ 84582 h 117157"/>
                    <a:gd name="connsiteX69" fmla="*/ 63246 w 89820"/>
                    <a:gd name="connsiteY69" fmla="*/ 84582 h 117157"/>
                    <a:gd name="connsiteX70" fmla="*/ 63436 w 89820"/>
                    <a:gd name="connsiteY70" fmla="*/ 87058 h 117157"/>
                    <a:gd name="connsiteX71" fmla="*/ 64865 w 89820"/>
                    <a:gd name="connsiteY71" fmla="*/ 88773 h 117157"/>
                    <a:gd name="connsiteX72" fmla="*/ 64675 w 89820"/>
                    <a:gd name="connsiteY72" fmla="*/ 90297 h 117157"/>
                    <a:gd name="connsiteX73" fmla="*/ 63627 w 89820"/>
                    <a:gd name="connsiteY73" fmla="*/ 91345 h 117157"/>
                    <a:gd name="connsiteX74" fmla="*/ 61341 w 89820"/>
                    <a:gd name="connsiteY74" fmla="*/ 90773 h 117157"/>
                    <a:gd name="connsiteX75" fmla="*/ 59817 w 89820"/>
                    <a:gd name="connsiteY75" fmla="*/ 92012 h 117157"/>
                    <a:gd name="connsiteX76" fmla="*/ 57816 w 89820"/>
                    <a:gd name="connsiteY76" fmla="*/ 93440 h 117157"/>
                    <a:gd name="connsiteX77" fmla="*/ 58769 w 89820"/>
                    <a:gd name="connsiteY77" fmla="*/ 95631 h 117157"/>
                    <a:gd name="connsiteX78" fmla="*/ 62579 w 89820"/>
                    <a:gd name="connsiteY78" fmla="*/ 95345 h 117157"/>
                    <a:gd name="connsiteX79" fmla="*/ 63151 w 89820"/>
                    <a:gd name="connsiteY79" fmla="*/ 93821 h 117157"/>
                    <a:gd name="connsiteX80" fmla="*/ 65341 w 89820"/>
                    <a:gd name="connsiteY80" fmla="*/ 94393 h 117157"/>
                    <a:gd name="connsiteX81" fmla="*/ 67056 w 89820"/>
                    <a:gd name="connsiteY81" fmla="*/ 94202 h 117157"/>
                    <a:gd name="connsiteX82" fmla="*/ 68008 w 89820"/>
                    <a:gd name="connsiteY82" fmla="*/ 90392 h 117157"/>
                    <a:gd name="connsiteX83" fmla="*/ 71818 w 89820"/>
                    <a:gd name="connsiteY83" fmla="*/ 89916 h 117157"/>
                    <a:gd name="connsiteX84" fmla="*/ 73819 w 89820"/>
                    <a:gd name="connsiteY84" fmla="*/ 90107 h 117157"/>
                    <a:gd name="connsiteX85" fmla="*/ 73819 w 89820"/>
                    <a:gd name="connsiteY85" fmla="*/ 87154 h 117157"/>
                    <a:gd name="connsiteX86" fmla="*/ 76200 w 89820"/>
                    <a:gd name="connsiteY86" fmla="*/ 82963 h 117157"/>
                    <a:gd name="connsiteX87" fmla="*/ 75152 w 89820"/>
                    <a:gd name="connsiteY87" fmla="*/ 79629 h 117157"/>
                    <a:gd name="connsiteX88" fmla="*/ 75342 w 89820"/>
                    <a:gd name="connsiteY88" fmla="*/ 74104 h 117157"/>
                    <a:gd name="connsiteX89" fmla="*/ 73914 w 89820"/>
                    <a:gd name="connsiteY89" fmla="*/ 69151 h 117157"/>
                    <a:gd name="connsiteX90" fmla="*/ 76295 w 89820"/>
                    <a:gd name="connsiteY90" fmla="*/ 66580 h 117157"/>
                    <a:gd name="connsiteX91" fmla="*/ 77057 w 89820"/>
                    <a:gd name="connsiteY91" fmla="*/ 65056 h 117157"/>
                    <a:gd name="connsiteX92" fmla="*/ 78105 w 89820"/>
                    <a:gd name="connsiteY92" fmla="*/ 67342 h 117157"/>
                    <a:gd name="connsiteX93" fmla="*/ 78105 w 89820"/>
                    <a:gd name="connsiteY93" fmla="*/ 81153 h 117157"/>
                    <a:gd name="connsiteX94" fmla="*/ 79057 w 89820"/>
                    <a:gd name="connsiteY94" fmla="*/ 82105 h 117157"/>
                    <a:gd name="connsiteX95" fmla="*/ 79057 w 89820"/>
                    <a:gd name="connsiteY95" fmla="*/ 87154 h 117157"/>
                    <a:gd name="connsiteX96" fmla="*/ 80581 w 89820"/>
                    <a:gd name="connsiteY96" fmla="*/ 88106 h 117157"/>
                    <a:gd name="connsiteX97" fmla="*/ 80581 w 89820"/>
                    <a:gd name="connsiteY97" fmla="*/ 94107 h 117157"/>
                    <a:gd name="connsiteX98" fmla="*/ 83153 w 89820"/>
                    <a:gd name="connsiteY98" fmla="*/ 93821 h 117157"/>
                    <a:gd name="connsiteX99" fmla="*/ 83153 w 89820"/>
                    <a:gd name="connsiteY99" fmla="*/ 89821 h 117157"/>
                    <a:gd name="connsiteX100" fmla="*/ 84391 w 89820"/>
                    <a:gd name="connsiteY100" fmla="*/ 90107 h 117157"/>
                    <a:gd name="connsiteX101" fmla="*/ 86582 w 89820"/>
                    <a:gd name="connsiteY101" fmla="*/ 90107 h 117157"/>
                    <a:gd name="connsiteX102" fmla="*/ 88011 w 89820"/>
                    <a:gd name="connsiteY102" fmla="*/ 87154 h 117157"/>
                    <a:gd name="connsiteX103" fmla="*/ 89821 w 89820"/>
                    <a:gd name="connsiteY103" fmla="*/ 87154 h 117157"/>
                    <a:gd name="connsiteX104" fmla="*/ 86582 w 89820"/>
                    <a:gd name="connsiteY104" fmla="*/ 67342 h 117157"/>
                    <a:gd name="connsiteX105" fmla="*/ 87344 w 89820"/>
                    <a:gd name="connsiteY105" fmla="*/ 60103 h 117157"/>
                    <a:gd name="connsiteX106" fmla="*/ 80772 w 89820"/>
                    <a:gd name="connsiteY106" fmla="*/ 57912 h 117157"/>
                    <a:gd name="connsiteX107" fmla="*/ 78295 w 89820"/>
                    <a:gd name="connsiteY107" fmla="*/ 49435 h 117157"/>
                    <a:gd name="connsiteX108" fmla="*/ 68961 w 89820"/>
                    <a:gd name="connsiteY108" fmla="*/ 45625 h 117157"/>
                    <a:gd name="connsiteX109" fmla="*/ 68294 w 89820"/>
                    <a:gd name="connsiteY109" fmla="*/ 45339 h 117157"/>
                    <a:gd name="connsiteX110" fmla="*/ 56579 w 89820"/>
                    <a:gd name="connsiteY110" fmla="*/ 1048 h 117157"/>
                    <a:gd name="connsiteX111" fmla="*/ 1905 w 89820"/>
                    <a:gd name="connsiteY111" fmla="*/ 0 h 117157"/>
                    <a:gd name="connsiteX112" fmla="*/ 4953 w 89820"/>
                    <a:gd name="connsiteY112" fmla="*/ 89535 h 117157"/>
                    <a:gd name="connsiteX113" fmla="*/ 0 w 89820"/>
                    <a:gd name="connsiteY113" fmla="*/ 117158 h 117157"/>
                    <a:gd name="connsiteX114" fmla="*/ 2571 w 89820"/>
                    <a:gd name="connsiteY114" fmla="*/ 117158 h 117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</a:cxnLst>
                  <a:rect l="l" t="t" r="r" b="b"/>
                  <a:pathLst>
                    <a:path w="89820" h="117157">
                      <a:moveTo>
                        <a:pt x="2381" y="117158"/>
                      </a:moveTo>
                      <a:lnTo>
                        <a:pt x="4667" y="114871"/>
                      </a:lnTo>
                      <a:lnTo>
                        <a:pt x="8858" y="113633"/>
                      </a:lnTo>
                      <a:lnTo>
                        <a:pt x="11049" y="115443"/>
                      </a:lnTo>
                      <a:lnTo>
                        <a:pt x="12478" y="113633"/>
                      </a:lnTo>
                      <a:lnTo>
                        <a:pt x="15049" y="112395"/>
                      </a:lnTo>
                      <a:lnTo>
                        <a:pt x="17335" y="112395"/>
                      </a:lnTo>
                      <a:lnTo>
                        <a:pt x="19335" y="110395"/>
                      </a:lnTo>
                      <a:lnTo>
                        <a:pt x="21050" y="110395"/>
                      </a:lnTo>
                      <a:lnTo>
                        <a:pt x="23813" y="108871"/>
                      </a:lnTo>
                      <a:lnTo>
                        <a:pt x="23813" y="107061"/>
                      </a:lnTo>
                      <a:lnTo>
                        <a:pt x="26765" y="109061"/>
                      </a:lnTo>
                      <a:lnTo>
                        <a:pt x="30575" y="108871"/>
                      </a:lnTo>
                      <a:lnTo>
                        <a:pt x="35814" y="107823"/>
                      </a:lnTo>
                      <a:lnTo>
                        <a:pt x="38862" y="108013"/>
                      </a:lnTo>
                      <a:lnTo>
                        <a:pt x="40291" y="103822"/>
                      </a:lnTo>
                      <a:lnTo>
                        <a:pt x="42100" y="98870"/>
                      </a:lnTo>
                      <a:lnTo>
                        <a:pt x="43053" y="101917"/>
                      </a:lnTo>
                      <a:lnTo>
                        <a:pt x="43053" y="104394"/>
                      </a:lnTo>
                      <a:lnTo>
                        <a:pt x="39814" y="108013"/>
                      </a:lnTo>
                      <a:lnTo>
                        <a:pt x="44101" y="109442"/>
                      </a:lnTo>
                      <a:lnTo>
                        <a:pt x="46101" y="104870"/>
                      </a:lnTo>
                      <a:lnTo>
                        <a:pt x="48101" y="100870"/>
                      </a:lnTo>
                      <a:lnTo>
                        <a:pt x="48101" y="96869"/>
                      </a:lnTo>
                      <a:lnTo>
                        <a:pt x="51149" y="93345"/>
                      </a:lnTo>
                      <a:lnTo>
                        <a:pt x="51149" y="90773"/>
                      </a:lnTo>
                      <a:lnTo>
                        <a:pt x="52197" y="87821"/>
                      </a:lnTo>
                      <a:lnTo>
                        <a:pt x="52197" y="81629"/>
                      </a:lnTo>
                      <a:lnTo>
                        <a:pt x="51435" y="75914"/>
                      </a:lnTo>
                      <a:lnTo>
                        <a:pt x="52197" y="71628"/>
                      </a:lnTo>
                      <a:lnTo>
                        <a:pt x="54007" y="70580"/>
                      </a:lnTo>
                      <a:lnTo>
                        <a:pt x="53244" y="67818"/>
                      </a:lnTo>
                      <a:lnTo>
                        <a:pt x="54007" y="63341"/>
                      </a:lnTo>
                      <a:lnTo>
                        <a:pt x="54007" y="61055"/>
                      </a:lnTo>
                      <a:cubicBezTo>
                        <a:pt x="54007" y="61055"/>
                        <a:pt x="52292" y="59055"/>
                        <a:pt x="51816" y="59055"/>
                      </a:cubicBezTo>
                      <a:lnTo>
                        <a:pt x="49244" y="59055"/>
                      </a:lnTo>
                      <a:lnTo>
                        <a:pt x="48482" y="55531"/>
                      </a:lnTo>
                      <a:lnTo>
                        <a:pt x="55721" y="56293"/>
                      </a:lnTo>
                      <a:lnTo>
                        <a:pt x="55721" y="59246"/>
                      </a:lnTo>
                      <a:lnTo>
                        <a:pt x="57245" y="58960"/>
                      </a:lnTo>
                      <a:lnTo>
                        <a:pt x="58483" y="56959"/>
                      </a:lnTo>
                      <a:lnTo>
                        <a:pt x="59245" y="55531"/>
                      </a:lnTo>
                      <a:lnTo>
                        <a:pt x="60770" y="55531"/>
                      </a:lnTo>
                      <a:lnTo>
                        <a:pt x="60770" y="52578"/>
                      </a:lnTo>
                      <a:lnTo>
                        <a:pt x="58960" y="51530"/>
                      </a:lnTo>
                      <a:lnTo>
                        <a:pt x="56388" y="48578"/>
                      </a:lnTo>
                      <a:lnTo>
                        <a:pt x="55912" y="45244"/>
                      </a:lnTo>
                      <a:lnTo>
                        <a:pt x="55435" y="42291"/>
                      </a:lnTo>
                      <a:lnTo>
                        <a:pt x="57245" y="40481"/>
                      </a:lnTo>
                      <a:lnTo>
                        <a:pt x="54673" y="35242"/>
                      </a:lnTo>
                      <a:lnTo>
                        <a:pt x="58483" y="39719"/>
                      </a:lnTo>
                      <a:lnTo>
                        <a:pt x="58769" y="43434"/>
                      </a:lnTo>
                      <a:lnTo>
                        <a:pt x="60770" y="46672"/>
                      </a:lnTo>
                      <a:lnTo>
                        <a:pt x="62293" y="49625"/>
                      </a:lnTo>
                      <a:lnTo>
                        <a:pt x="66294" y="51054"/>
                      </a:lnTo>
                      <a:lnTo>
                        <a:pt x="67246" y="54769"/>
                      </a:lnTo>
                      <a:lnTo>
                        <a:pt x="65532" y="61055"/>
                      </a:lnTo>
                      <a:lnTo>
                        <a:pt x="67246" y="61627"/>
                      </a:lnTo>
                      <a:lnTo>
                        <a:pt x="68485" y="57436"/>
                      </a:lnTo>
                      <a:lnTo>
                        <a:pt x="70295" y="60484"/>
                      </a:lnTo>
                      <a:lnTo>
                        <a:pt x="71723" y="63722"/>
                      </a:lnTo>
                      <a:lnTo>
                        <a:pt x="70771" y="67532"/>
                      </a:lnTo>
                      <a:lnTo>
                        <a:pt x="70199" y="70104"/>
                      </a:lnTo>
                      <a:lnTo>
                        <a:pt x="68961" y="71819"/>
                      </a:lnTo>
                      <a:lnTo>
                        <a:pt x="68199" y="74771"/>
                      </a:lnTo>
                      <a:lnTo>
                        <a:pt x="66675" y="76200"/>
                      </a:lnTo>
                      <a:lnTo>
                        <a:pt x="65151" y="80772"/>
                      </a:lnTo>
                      <a:lnTo>
                        <a:pt x="65151" y="82772"/>
                      </a:lnTo>
                      <a:lnTo>
                        <a:pt x="64198" y="84582"/>
                      </a:lnTo>
                      <a:lnTo>
                        <a:pt x="63246" y="84582"/>
                      </a:lnTo>
                      <a:lnTo>
                        <a:pt x="63436" y="87058"/>
                      </a:lnTo>
                      <a:lnTo>
                        <a:pt x="64865" y="88773"/>
                      </a:lnTo>
                      <a:lnTo>
                        <a:pt x="64675" y="90297"/>
                      </a:lnTo>
                      <a:lnTo>
                        <a:pt x="63627" y="91345"/>
                      </a:lnTo>
                      <a:lnTo>
                        <a:pt x="61341" y="90773"/>
                      </a:lnTo>
                      <a:lnTo>
                        <a:pt x="59817" y="92012"/>
                      </a:lnTo>
                      <a:lnTo>
                        <a:pt x="57816" y="93440"/>
                      </a:lnTo>
                      <a:lnTo>
                        <a:pt x="58769" y="95631"/>
                      </a:lnTo>
                      <a:lnTo>
                        <a:pt x="62579" y="95345"/>
                      </a:lnTo>
                      <a:lnTo>
                        <a:pt x="63151" y="93821"/>
                      </a:lnTo>
                      <a:lnTo>
                        <a:pt x="65341" y="94393"/>
                      </a:lnTo>
                      <a:lnTo>
                        <a:pt x="67056" y="94202"/>
                      </a:lnTo>
                      <a:lnTo>
                        <a:pt x="68008" y="90392"/>
                      </a:lnTo>
                      <a:lnTo>
                        <a:pt x="71818" y="89916"/>
                      </a:lnTo>
                      <a:lnTo>
                        <a:pt x="73819" y="90107"/>
                      </a:lnTo>
                      <a:lnTo>
                        <a:pt x="73819" y="87154"/>
                      </a:lnTo>
                      <a:lnTo>
                        <a:pt x="76200" y="82963"/>
                      </a:lnTo>
                      <a:lnTo>
                        <a:pt x="75152" y="79629"/>
                      </a:lnTo>
                      <a:lnTo>
                        <a:pt x="75342" y="74104"/>
                      </a:lnTo>
                      <a:lnTo>
                        <a:pt x="73914" y="69151"/>
                      </a:lnTo>
                      <a:lnTo>
                        <a:pt x="76295" y="66580"/>
                      </a:lnTo>
                      <a:lnTo>
                        <a:pt x="77057" y="65056"/>
                      </a:lnTo>
                      <a:lnTo>
                        <a:pt x="78105" y="67342"/>
                      </a:lnTo>
                      <a:lnTo>
                        <a:pt x="78105" y="81153"/>
                      </a:lnTo>
                      <a:lnTo>
                        <a:pt x="79057" y="82105"/>
                      </a:lnTo>
                      <a:lnTo>
                        <a:pt x="79057" y="87154"/>
                      </a:lnTo>
                      <a:lnTo>
                        <a:pt x="80581" y="88106"/>
                      </a:lnTo>
                      <a:lnTo>
                        <a:pt x="80581" y="94107"/>
                      </a:lnTo>
                      <a:lnTo>
                        <a:pt x="83153" y="93821"/>
                      </a:lnTo>
                      <a:lnTo>
                        <a:pt x="83153" y="89821"/>
                      </a:lnTo>
                      <a:lnTo>
                        <a:pt x="84391" y="90107"/>
                      </a:lnTo>
                      <a:lnTo>
                        <a:pt x="86582" y="90107"/>
                      </a:lnTo>
                      <a:lnTo>
                        <a:pt x="88011" y="87154"/>
                      </a:lnTo>
                      <a:lnTo>
                        <a:pt x="89821" y="87154"/>
                      </a:lnTo>
                      <a:lnTo>
                        <a:pt x="86582" y="67342"/>
                      </a:lnTo>
                      <a:lnTo>
                        <a:pt x="87344" y="60103"/>
                      </a:lnTo>
                      <a:lnTo>
                        <a:pt x="80772" y="57912"/>
                      </a:lnTo>
                      <a:lnTo>
                        <a:pt x="78295" y="49435"/>
                      </a:lnTo>
                      <a:lnTo>
                        <a:pt x="68961" y="45625"/>
                      </a:lnTo>
                      <a:lnTo>
                        <a:pt x="68294" y="45339"/>
                      </a:lnTo>
                      <a:lnTo>
                        <a:pt x="56579" y="1048"/>
                      </a:lnTo>
                      <a:lnTo>
                        <a:pt x="1905" y="0"/>
                      </a:lnTo>
                      <a:lnTo>
                        <a:pt x="4953" y="89535"/>
                      </a:lnTo>
                      <a:lnTo>
                        <a:pt x="0" y="117158"/>
                      </a:lnTo>
                      <a:lnTo>
                        <a:pt x="2571" y="117158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D1A2D167-74DF-7B3B-B5B0-19DF6DFB9CE1}"/>
                    </a:ext>
                  </a:extLst>
                </p:cNvPr>
                <p:cNvSpPr/>
                <p:nvPr/>
              </p:nvSpPr>
              <p:spPr>
                <a:xfrm>
                  <a:off x="7420546" y="3218791"/>
                  <a:ext cx="5238" cy="15144"/>
                </a:xfrm>
                <a:custGeom>
                  <a:avLst/>
                  <a:gdLst>
                    <a:gd name="connsiteX0" fmla="*/ 0 w 5238"/>
                    <a:gd name="connsiteY0" fmla="*/ 0 h 15144"/>
                    <a:gd name="connsiteX1" fmla="*/ 0 w 5238"/>
                    <a:gd name="connsiteY1" fmla="*/ 2572 h 15144"/>
                    <a:gd name="connsiteX2" fmla="*/ 0 w 5238"/>
                    <a:gd name="connsiteY2" fmla="*/ 4286 h 15144"/>
                    <a:gd name="connsiteX3" fmla="*/ 0 w 5238"/>
                    <a:gd name="connsiteY3" fmla="*/ 5525 h 15144"/>
                    <a:gd name="connsiteX4" fmla="*/ 2191 w 5238"/>
                    <a:gd name="connsiteY4" fmla="*/ 6858 h 15144"/>
                    <a:gd name="connsiteX5" fmla="*/ 2191 w 5238"/>
                    <a:gd name="connsiteY5" fmla="*/ 9906 h 15144"/>
                    <a:gd name="connsiteX6" fmla="*/ 1143 w 5238"/>
                    <a:gd name="connsiteY6" fmla="*/ 13525 h 15144"/>
                    <a:gd name="connsiteX7" fmla="*/ 2191 w 5238"/>
                    <a:gd name="connsiteY7" fmla="*/ 15145 h 15144"/>
                    <a:gd name="connsiteX8" fmla="*/ 5239 w 5238"/>
                    <a:gd name="connsiteY8" fmla="*/ 13525 h 15144"/>
                    <a:gd name="connsiteX9" fmla="*/ 5239 w 5238"/>
                    <a:gd name="connsiteY9" fmla="*/ 10382 h 15144"/>
                    <a:gd name="connsiteX10" fmla="*/ 5239 w 5238"/>
                    <a:gd name="connsiteY10" fmla="*/ 6286 h 15144"/>
                    <a:gd name="connsiteX11" fmla="*/ 3715 w 5238"/>
                    <a:gd name="connsiteY11" fmla="*/ 5048 h 15144"/>
                    <a:gd name="connsiteX12" fmla="*/ 952 w 5238"/>
                    <a:gd name="connsiteY12" fmla="*/ 2381 h 15144"/>
                    <a:gd name="connsiteX13" fmla="*/ 0 w 5238"/>
                    <a:gd name="connsiteY13" fmla="*/ 0 h 15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238" h="15144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0" y="4286"/>
                      </a:lnTo>
                      <a:lnTo>
                        <a:pt x="0" y="5525"/>
                      </a:lnTo>
                      <a:lnTo>
                        <a:pt x="2191" y="6858"/>
                      </a:lnTo>
                      <a:lnTo>
                        <a:pt x="2191" y="9906"/>
                      </a:lnTo>
                      <a:lnTo>
                        <a:pt x="1143" y="13525"/>
                      </a:lnTo>
                      <a:lnTo>
                        <a:pt x="2191" y="15145"/>
                      </a:lnTo>
                      <a:lnTo>
                        <a:pt x="5239" y="13525"/>
                      </a:lnTo>
                      <a:lnTo>
                        <a:pt x="5239" y="10382"/>
                      </a:lnTo>
                      <a:lnTo>
                        <a:pt x="5239" y="6286"/>
                      </a:lnTo>
                      <a:lnTo>
                        <a:pt x="3715" y="5048"/>
                      </a:lnTo>
                      <a:lnTo>
                        <a:pt x="952" y="23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5" name="Freeform: Shape 244">
                  <a:extLst>
                    <a:ext uri="{FF2B5EF4-FFF2-40B4-BE49-F238E27FC236}">
                      <a16:creationId xmlns:a16="http://schemas.microsoft.com/office/drawing/2014/main" id="{88F8962E-568A-9458-7403-CCDF17C06E59}"/>
                    </a:ext>
                  </a:extLst>
                </p:cNvPr>
                <p:cNvSpPr/>
                <p:nvPr/>
              </p:nvSpPr>
              <p:spPr>
                <a:xfrm>
                  <a:off x="7413974" y="3233936"/>
                  <a:ext cx="7715" cy="17430"/>
                </a:xfrm>
                <a:custGeom>
                  <a:avLst/>
                  <a:gdLst>
                    <a:gd name="connsiteX0" fmla="*/ 3810 w 7715"/>
                    <a:gd name="connsiteY0" fmla="*/ 0 h 17430"/>
                    <a:gd name="connsiteX1" fmla="*/ 2667 w 7715"/>
                    <a:gd name="connsiteY1" fmla="*/ 1524 h 17430"/>
                    <a:gd name="connsiteX2" fmla="*/ 1524 w 7715"/>
                    <a:gd name="connsiteY2" fmla="*/ 3715 h 17430"/>
                    <a:gd name="connsiteX3" fmla="*/ 952 w 7715"/>
                    <a:gd name="connsiteY3" fmla="*/ 7239 h 17430"/>
                    <a:gd name="connsiteX4" fmla="*/ 1714 w 7715"/>
                    <a:gd name="connsiteY4" fmla="*/ 10287 h 17430"/>
                    <a:gd name="connsiteX5" fmla="*/ 2381 w 7715"/>
                    <a:gd name="connsiteY5" fmla="*/ 11525 h 17430"/>
                    <a:gd name="connsiteX6" fmla="*/ 1714 w 7715"/>
                    <a:gd name="connsiteY6" fmla="*/ 13049 h 17430"/>
                    <a:gd name="connsiteX7" fmla="*/ 952 w 7715"/>
                    <a:gd name="connsiteY7" fmla="*/ 14764 h 17430"/>
                    <a:gd name="connsiteX8" fmla="*/ 0 w 7715"/>
                    <a:gd name="connsiteY8" fmla="*/ 17431 h 17430"/>
                    <a:gd name="connsiteX9" fmla="*/ 3048 w 7715"/>
                    <a:gd name="connsiteY9" fmla="*/ 16574 h 17430"/>
                    <a:gd name="connsiteX10" fmla="*/ 5429 w 7715"/>
                    <a:gd name="connsiteY10" fmla="*/ 14668 h 17430"/>
                    <a:gd name="connsiteX11" fmla="*/ 7715 w 7715"/>
                    <a:gd name="connsiteY11" fmla="*/ 14002 h 17430"/>
                    <a:gd name="connsiteX12" fmla="*/ 7715 w 7715"/>
                    <a:gd name="connsiteY12" fmla="*/ 11239 h 17430"/>
                    <a:gd name="connsiteX13" fmla="*/ 5525 w 7715"/>
                    <a:gd name="connsiteY13" fmla="*/ 10001 h 17430"/>
                    <a:gd name="connsiteX14" fmla="*/ 3810 w 7715"/>
                    <a:gd name="connsiteY14" fmla="*/ 5905 h 17430"/>
                    <a:gd name="connsiteX15" fmla="*/ 3810 w 7715"/>
                    <a:gd name="connsiteY15" fmla="*/ 2762 h 17430"/>
                    <a:gd name="connsiteX16" fmla="*/ 3810 w 7715"/>
                    <a:gd name="connsiteY16" fmla="*/ 0 h 17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715" h="17430">
                      <a:moveTo>
                        <a:pt x="3810" y="0"/>
                      </a:moveTo>
                      <a:lnTo>
                        <a:pt x="2667" y="1524"/>
                      </a:lnTo>
                      <a:lnTo>
                        <a:pt x="1524" y="3715"/>
                      </a:lnTo>
                      <a:lnTo>
                        <a:pt x="952" y="7239"/>
                      </a:lnTo>
                      <a:lnTo>
                        <a:pt x="1714" y="10287"/>
                      </a:lnTo>
                      <a:lnTo>
                        <a:pt x="2381" y="11525"/>
                      </a:lnTo>
                      <a:lnTo>
                        <a:pt x="1714" y="13049"/>
                      </a:lnTo>
                      <a:lnTo>
                        <a:pt x="952" y="14764"/>
                      </a:lnTo>
                      <a:lnTo>
                        <a:pt x="0" y="17431"/>
                      </a:lnTo>
                      <a:lnTo>
                        <a:pt x="3048" y="16574"/>
                      </a:lnTo>
                      <a:lnTo>
                        <a:pt x="5429" y="14668"/>
                      </a:lnTo>
                      <a:lnTo>
                        <a:pt x="7715" y="14002"/>
                      </a:lnTo>
                      <a:lnTo>
                        <a:pt x="7715" y="11239"/>
                      </a:lnTo>
                      <a:lnTo>
                        <a:pt x="5525" y="10001"/>
                      </a:lnTo>
                      <a:lnTo>
                        <a:pt x="3810" y="5905"/>
                      </a:lnTo>
                      <a:lnTo>
                        <a:pt x="3810" y="2762"/>
                      </a:lnTo>
                      <a:lnTo>
                        <a:pt x="3810" y="0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F2523E9B-AA2F-CDF1-7D6C-77B29A166E21}"/>
                  </a:ext>
                </a:extLst>
              </p:cNvPr>
              <p:cNvSpPr/>
              <p:nvPr/>
            </p:nvSpPr>
            <p:spPr>
              <a:xfrm>
                <a:off x="7386923" y="3290800"/>
                <a:ext cx="8286" cy="12477"/>
              </a:xfrm>
              <a:custGeom>
                <a:avLst/>
                <a:gdLst>
                  <a:gd name="connsiteX0" fmla="*/ 5048 w 8286"/>
                  <a:gd name="connsiteY0" fmla="*/ 0 h 12477"/>
                  <a:gd name="connsiteX1" fmla="*/ 4000 w 8286"/>
                  <a:gd name="connsiteY1" fmla="*/ 4572 h 12477"/>
                  <a:gd name="connsiteX2" fmla="*/ 5048 w 8286"/>
                  <a:gd name="connsiteY2" fmla="*/ 4572 h 12477"/>
                  <a:gd name="connsiteX3" fmla="*/ 4572 w 8286"/>
                  <a:gd name="connsiteY3" fmla="*/ 6191 h 12477"/>
                  <a:gd name="connsiteX4" fmla="*/ 3238 w 8286"/>
                  <a:gd name="connsiteY4" fmla="*/ 6191 h 12477"/>
                  <a:gd name="connsiteX5" fmla="*/ 1524 w 8286"/>
                  <a:gd name="connsiteY5" fmla="*/ 8001 h 12477"/>
                  <a:gd name="connsiteX6" fmla="*/ 0 w 8286"/>
                  <a:gd name="connsiteY6" fmla="*/ 11335 h 12477"/>
                  <a:gd name="connsiteX7" fmla="*/ 2571 w 8286"/>
                  <a:gd name="connsiteY7" fmla="*/ 12478 h 12477"/>
                  <a:gd name="connsiteX8" fmla="*/ 6953 w 8286"/>
                  <a:gd name="connsiteY8" fmla="*/ 12478 h 12477"/>
                  <a:gd name="connsiteX9" fmla="*/ 8287 w 8286"/>
                  <a:gd name="connsiteY9" fmla="*/ 9525 h 12477"/>
                  <a:gd name="connsiteX10" fmla="*/ 7048 w 8286"/>
                  <a:gd name="connsiteY10" fmla="*/ 7525 h 12477"/>
                  <a:gd name="connsiteX11" fmla="*/ 6762 w 8286"/>
                  <a:gd name="connsiteY11" fmla="*/ 5429 h 12477"/>
                  <a:gd name="connsiteX12" fmla="*/ 8287 w 8286"/>
                  <a:gd name="connsiteY12" fmla="*/ 3238 h 12477"/>
                  <a:gd name="connsiteX13" fmla="*/ 7525 w 8286"/>
                  <a:gd name="connsiteY13" fmla="*/ 1238 h 12477"/>
                  <a:gd name="connsiteX14" fmla="*/ 5048 w 8286"/>
                  <a:gd name="connsiteY14" fmla="*/ 0 h 12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286" h="12477">
                    <a:moveTo>
                      <a:pt x="5048" y="0"/>
                    </a:moveTo>
                    <a:lnTo>
                      <a:pt x="4000" y="4572"/>
                    </a:lnTo>
                    <a:lnTo>
                      <a:pt x="5048" y="4572"/>
                    </a:lnTo>
                    <a:lnTo>
                      <a:pt x="4572" y="6191"/>
                    </a:lnTo>
                    <a:lnTo>
                      <a:pt x="3238" y="6191"/>
                    </a:lnTo>
                    <a:lnTo>
                      <a:pt x="1524" y="8001"/>
                    </a:lnTo>
                    <a:lnTo>
                      <a:pt x="0" y="11335"/>
                    </a:lnTo>
                    <a:lnTo>
                      <a:pt x="2571" y="12478"/>
                    </a:lnTo>
                    <a:lnTo>
                      <a:pt x="6953" y="12478"/>
                    </a:lnTo>
                    <a:lnTo>
                      <a:pt x="8287" y="9525"/>
                    </a:lnTo>
                    <a:lnTo>
                      <a:pt x="7048" y="7525"/>
                    </a:lnTo>
                    <a:lnTo>
                      <a:pt x="6762" y="5429"/>
                    </a:lnTo>
                    <a:lnTo>
                      <a:pt x="8287" y="3238"/>
                    </a:lnTo>
                    <a:lnTo>
                      <a:pt x="7525" y="1238"/>
                    </a:lnTo>
                    <a:lnTo>
                      <a:pt x="5048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489FB43-B112-B267-9AF6-E0BC6BC24442}"/>
                </a:ext>
              </a:extLst>
            </p:cNvPr>
            <p:cNvSpPr/>
            <p:nvPr/>
          </p:nvSpPr>
          <p:spPr>
            <a:xfrm>
              <a:off x="7123652" y="3155450"/>
              <a:ext cx="240601" cy="173926"/>
            </a:xfrm>
            <a:custGeom>
              <a:avLst/>
              <a:gdLst>
                <a:gd name="connsiteX0" fmla="*/ 203359 w 240601"/>
                <a:gd name="connsiteY0" fmla="*/ 119539 h 173926"/>
                <a:gd name="connsiteX1" fmla="*/ 211074 w 240601"/>
                <a:gd name="connsiteY1" fmla="*/ 119539 h 173926"/>
                <a:gd name="connsiteX2" fmla="*/ 216598 w 240601"/>
                <a:gd name="connsiteY2" fmla="*/ 117348 h 173926"/>
                <a:gd name="connsiteX3" fmla="*/ 224885 w 240601"/>
                <a:gd name="connsiteY3" fmla="*/ 118491 h 173926"/>
                <a:gd name="connsiteX4" fmla="*/ 235648 w 240601"/>
                <a:gd name="connsiteY4" fmla="*/ 119539 h 173926"/>
                <a:gd name="connsiteX5" fmla="*/ 240602 w 240601"/>
                <a:gd name="connsiteY5" fmla="*/ 93440 h 173926"/>
                <a:gd name="connsiteX6" fmla="*/ 238410 w 240601"/>
                <a:gd name="connsiteY6" fmla="*/ 3905 h 173926"/>
                <a:gd name="connsiteX7" fmla="*/ 26670 w 240601"/>
                <a:gd name="connsiteY7" fmla="*/ 0 h 173926"/>
                <a:gd name="connsiteX8" fmla="*/ 23050 w 240601"/>
                <a:gd name="connsiteY8" fmla="*/ 39624 h 173926"/>
                <a:gd name="connsiteX9" fmla="*/ 21145 w 240601"/>
                <a:gd name="connsiteY9" fmla="*/ 125349 h 173926"/>
                <a:gd name="connsiteX10" fmla="*/ 29432 w 240601"/>
                <a:gd name="connsiteY10" fmla="*/ 135350 h 173926"/>
                <a:gd name="connsiteX11" fmla="*/ 0 w 240601"/>
                <a:gd name="connsiteY11" fmla="*/ 154210 h 173926"/>
                <a:gd name="connsiteX12" fmla="*/ 8001 w 240601"/>
                <a:gd name="connsiteY12" fmla="*/ 173927 h 173926"/>
                <a:gd name="connsiteX13" fmla="*/ 15621 w 240601"/>
                <a:gd name="connsiteY13" fmla="*/ 167164 h 173926"/>
                <a:gd name="connsiteX14" fmla="*/ 18097 w 240601"/>
                <a:gd name="connsiteY14" fmla="*/ 169926 h 173926"/>
                <a:gd name="connsiteX15" fmla="*/ 23908 w 240601"/>
                <a:gd name="connsiteY15" fmla="*/ 165925 h 173926"/>
                <a:gd name="connsiteX16" fmla="*/ 29813 w 240601"/>
                <a:gd name="connsiteY16" fmla="*/ 163735 h 173926"/>
                <a:gd name="connsiteX17" fmla="*/ 36195 w 240601"/>
                <a:gd name="connsiteY17" fmla="*/ 159829 h 173926"/>
                <a:gd name="connsiteX18" fmla="*/ 38671 w 240601"/>
                <a:gd name="connsiteY18" fmla="*/ 155829 h 173926"/>
                <a:gd name="connsiteX19" fmla="*/ 43910 w 240601"/>
                <a:gd name="connsiteY19" fmla="*/ 155162 h 173926"/>
                <a:gd name="connsiteX20" fmla="*/ 50673 w 240601"/>
                <a:gd name="connsiteY20" fmla="*/ 151448 h 173926"/>
                <a:gd name="connsiteX21" fmla="*/ 58388 w 240601"/>
                <a:gd name="connsiteY21" fmla="*/ 151162 h 173926"/>
                <a:gd name="connsiteX22" fmla="*/ 65437 w 240601"/>
                <a:gd name="connsiteY22" fmla="*/ 149924 h 173926"/>
                <a:gd name="connsiteX23" fmla="*/ 65722 w 240601"/>
                <a:gd name="connsiteY23" fmla="*/ 145066 h 173926"/>
                <a:gd name="connsiteX24" fmla="*/ 68199 w 240601"/>
                <a:gd name="connsiteY24" fmla="*/ 145066 h 173926"/>
                <a:gd name="connsiteX25" fmla="*/ 72199 w 240601"/>
                <a:gd name="connsiteY25" fmla="*/ 147828 h 173926"/>
                <a:gd name="connsiteX26" fmla="*/ 75819 w 240601"/>
                <a:gd name="connsiteY26" fmla="*/ 147828 h 173926"/>
                <a:gd name="connsiteX27" fmla="*/ 76200 w 240601"/>
                <a:gd name="connsiteY27" fmla="*/ 141542 h 173926"/>
                <a:gd name="connsiteX28" fmla="*/ 81439 w 240601"/>
                <a:gd name="connsiteY28" fmla="*/ 137922 h 173926"/>
                <a:gd name="connsiteX29" fmla="*/ 82582 w 240601"/>
                <a:gd name="connsiteY29" fmla="*/ 135350 h 173926"/>
                <a:gd name="connsiteX30" fmla="*/ 86296 w 240601"/>
                <a:gd name="connsiteY30" fmla="*/ 138589 h 173926"/>
                <a:gd name="connsiteX31" fmla="*/ 91535 w 240601"/>
                <a:gd name="connsiteY31" fmla="*/ 135350 h 173926"/>
                <a:gd name="connsiteX32" fmla="*/ 99536 w 240601"/>
                <a:gd name="connsiteY32" fmla="*/ 124111 h 173926"/>
                <a:gd name="connsiteX33" fmla="*/ 102870 w 240601"/>
                <a:gd name="connsiteY33" fmla="*/ 131826 h 173926"/>
                <a:gd name="connsiteX34" fmla="*/ 108395 w 240601"/>
                <a:gd name="connsiteY34" fmla="*/ 130016 h 173926"/>
                <a:gd name="connsiteX35" fmla="*/ 113062 w 240601"/>
                <a:gd name="connsiteY35" fmla="*/ 128778 h 173926"/>
                <a:gd name="connsiteX36" fmla="*/ 123444 w 240601"/>
                <a:gd name="connsiteY36" fmla="*/ 129064 h 173926"/>
                <a:gd name="connsiteX37" fmla="*/ 124396 w 240601"/>
                <a:gd name="connsiteY37" fmla="*/ 131254 h 173926"/>
                <a:gd name="connsiteX38" fmla="*/ 129349 w 240601"/>
                <a:gd name="connsiteY38" fmla="*/ 129064 h 173926"/>
                <a:gd name="connsiteX39" fmla="*/ 135445 w 240601"/>
                <a:gd name="connsiteY39" fmla="*/ 128111 h 173926"/>
                <a:gd name="connsiteX40" fmla="*/ 141637 w 240601"/>
                <a:gd name="connsiteY40" fmla="*/ 128111 h 173926"/>
                <a:gd name="connsiteX41" fmla="*/ 147161 w 240601"/>
                <a:gd name="connsiteY41" fmla="*/ 129350 h 173926"/>
                <a:gd name="connsiteX42" fmla="*/ 152400 w 240601"/>
                <a:gd name="connsiteY42" fmla="*/ 127540 h 173926"/>
                <a:gd name="connsiteX43" fmla="*/ 162210 w 240601"/>
                <a:gd name="connsiteY43" fmla="*/ 127254 h 173926"/>
                <a:gd name="connsiteX44" fmla="*/ 169926 w 240601"/>
                <a:gd name="connsiteY44" fmla="*/ 126302 h 173926"/>
                <a:gd name="connsiteX45" fmla="*/ 169926 w 240601"/>
                <a:gd name="connsiteY45" fmla="*/ 121063 h 173926"/>
                <a:gd name="connsiteX46" fmla="*/ 169259 w 240601"/>
                <a:gd name="connsiteY46" fmla="*/ 119348 h 173926"/>
                <a:gd name="connsiteX47" fmla="*/ 168021 w 240601"/>
                <a:gd name="connsiteY47" fmla="*/ 115824 h 173926"/>
                <a:gd name="connsiteX48" fmla="*/ 171735 w 240601"/>
                <a:gd name="connsiteY48" fmla="*/ 124778 h 173926"/>
                <a:gd name="connsiteX49" fmla="*/ 177260 w 240601"/>
                <a:gd name="connsiteY49" fmla="*/ 125063 h 173926"/>
                <a:gd name="connsiteX50" fmla="*/ 184309 w 240601"/>
                <a:gd name="connsiteY50" fmla="*/ 123539 h 173926"/>
                <a:gd name="connsiteX51" fmla="*/ 187737 w 240601"/>
                <a:gd name="connsiteY51" fmla="*/ 121063 h 173926"/>
                <a:gd name="connsiteX52" fmla="*/ 191071 w 240601"/>
                <a:gd name="connsiteY52" fmla="*/ 115538 h 173926"/>
                <a:gd name="connsiteX53" fmla="*/ 193548 w 240601"/>
                <a:gd name="connsiteY53" fmla="*/ 121063 h 173926"/>
                <a:gd name="connsiteX54" fmla="*/ 196596 w 240601"/>
                <a:gd name="connsiteY54" fmla="*/ 121063 h 173926"/>
                <a:gd name="connsiteX55" fmla="*/ 203359 w 240601"/>
                <a:gd name="connsiteY55" fmla="*/ 119539 h 17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40601" h="173926">
                  <a:moveTo>
                    <a:pt x="203359" y="119539"/>
                  </a:moveTo>
                  <a:lnTo>
                    <a:pt x="211074" y="119539"/>
                  </a:lnTo>
                  <a:lnTo>
                    <a:pt x="216598" y="117348"/>
                  </a:lnTo>
                  <a:lnTo>
                    <a:pt x="224885" y="118491"/>
                  </a:lnTo>
                  <a:lnTo>
                    <a:pt x="235648" y="119539"/>
                  </a:lnTo>
                  <a:lnTo>
                    <a:pt x="240602" y="93440"/>
                  </a:lnTo>
                  <a:lnTo>
                    <a:pt x="238410" y="3905"/>
                  </a:lnTo>
                  <a:lnTo>
                    <a:pt x="26670" y="0"/>
                  </a:lnTo>
                  <a:lnTo>
                    <a:pt x="23050" y="39624"/>
                  </a:lnTo>
                  <a:lnTo>
                    <a:pt x="21145" y="125349"/>
                  </a:lnTo>
                  <a:lnTo>
                    <a:pt x="29432" y="135350"/>
                  </a:lnTo>
                  <a:lnTo>
                    <a:pt x="0" y="154210"/>
                  </a:lnTo>
                  <a:lnTo>
                    <a:pt x="8001" y="173927"/>
                  </a:lnTo>
                  <a:lnTo>
                    <a:pt x="15621" y="167164"/>
                  </a:lnTo>
                  <a:lnTo>
                    <a:pt x="18097" y="169926"/>
                  </a:lnTo>
                  <a:lnTo>
                    <a:pt x="23908" y="165925"/>
                  </a:lnTo>
                  <a:lnTo>
                    <a:pt x="29813" y="163735"/>
                  </a:lnTo>
                  <a:lnTo>
                    <a:pt x="36195" y="159829"/>
                  </a:lnTo>
                  <a:lnTo>
                    <a:pt x="38671" y="155829"/>
                  </a:lnTo>
                  <a:lnTo>
                    <a:pt x="43910" y="155162"/>
                  </a:lnTo>
                  <a:lnTo>
                    <a:pt x="50673" y="151448"/>
                  </a:lnTo>
                  <a:lnTo>
                    <a:pt x="58388" y="151162"/>
                  </a:lnTo>
                  <a:lnTo>
                    <a:pt x="65437" y="149924"/>
                  </a:lnTo>
                  <a:lnTo>
                    <a:pt x="65722" y="145066"/>
                  </a:lnTo>
                  <a:lnTo>
                    <a:pt x="68199" y="145066"/>
                  </a:lnTo>
                  <a:lnTo>
                    <a:pt x="72199" y="147828"/>
                  </a:lnTo>
                  <a:lnTo>
                    <a:pt x="75819" y="147828"/>
                  </a:lnTo>
                  <a:lnTo>
                    <a:pt x="76200" y="141542"/>
                  </a:lnTo>
                  <a:lnTo>
                    <a:pt x="81439" y="137922"/>
                  </a:lnTo>
                  <a:lnTo>
                    <a:pt x="82582" y="135350"/>
                  </a:lnTo>
                  <a:lnTo>
                    <a:pt x="86296" y="138589"/>
                  </a:lnTo>
                  <a:lnTo>
                    <a:pt x="91535" y="135350"/>
                  </a:lnTo>
                  <a:lnTo>
                    <a:pt x="99536" y="124111"/>
                  </a:lnTo>
                  <a:lnTo>
                    <a:pt x="102870" y="131826"/>
                  </a:lnTo>
                  <a:lnTo>
                    <a:pt x="108395" y="130016"/>
                  </a:lnTo>
                  <a:lnTo>
                    <a:pt x="113062" y="128778"/>
                  </a:lnTo>
                  <a:lnTo>
                    <a:pt x="123444" y="129064"/>
                  </a:lnTo>
                  <a:lnTo>
                    <a:pt x="124396" y="131254"/>
                  </a:lnTo>
                  <a:lnTo>
                    <a:pt x="129349" y="129064"/>
                  </a:lnTo>
                  <a:lnTo>
                    <a:pt x="135445" y="128111"/>
                  </a:lnTo>
                  <a:lnTo>
                    <a:pt x="141637" y="128111"/>
                  </a:lnTo>
                  <a:lnTo>
                    <a:pt x="147161" y="129350"/>
                  </a:lnTo>
                  <a:lnTo>
                    <a:pt x="152400" y="127540"/>
                  </a:lnTo>
                  <a:lnTo>
                    <a:pt x="162210" y="127254"/>
                  </a:lnTo>
                  <a:lnTo>
                    <a:pt x="169926" y="126302"/>
                  </a:lnTo>
                  <a:lnTo>
                    <a:pt x="169926" y="121063"/>
                  </a:lnTo>
                  <a:lnTo>
                    <a:pt x="169259" y="119348"/>
                  </a:lnTo>
                  <a:lnTo>
                    <a:pt x="168021" y="115824"/>
                  </a:lnTo>
                  <a:lnTo>
                    <a:pt x="171735" y="124778"/>
                  </a:lnTo>
                  <a:lnTo>
                    <a:pt x="177260" y="125063"/>
                  </a:lnTo>
                  <a:lnTo>
                    <a:pt x="184309" y="123539"/>
                  </a:lnTo>
                  <a:lnTo>
                    <a:pt x="187737" y="121063"/>
                  </a:lnTo>
                  <a:lnTo>
                    <a:pt x="191071" y="115538"/>
                  </a:lnTo>
                  <a:lnTo>
                    <a:pt x="193548" y="121063"/>
                  </a:lnTo>
                  <a:lnTo>
                    <a:pt x="196596" y="121063"/>
                  </a:lnTo>
                  <a:lnTo>
                    <a:pt x="203359" y="119539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2" name="Graphic 8">
              <a:extLst>
                <a:ext uri="{FF2B5EF4-FFF2-40B4-BE49-F238E27FC236}">
                  <a16:creationId xmlns:a16="http://schemas.microsoft.com/office/drawing/2014/main" id="{F3B0C100-CCD0-ABBF-FF2C-105F7ED5580B}"/>
                </a:ext>
              </a:extLst>
            </p:cNvPr>
            <p:cNvGrpSpPr/>
            <p:nvPr/>
          </p:nvGrpSpPr>
          <p:grpSpPr>
            <a:xfrm>
              <a:off x="6357461" y="2642338"/>
              <a:ext cx="996600" cy="759523"/>
              <a:chOff x="6357461" y="2642338"/>
              <a:chExt cx="996600" cy="759523"/>
            </a:xfrm>
            <a:grpFill/>
          </p:grpSpPr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7FCC9935-192B-AD4D-C6D7-CD367CB4AA21}"/>
                  </a:ext>
                </a:extLst>
              </p:cNvPr>
              <p:cNvSpPr/>
              <p:nvPr/>
            </p:nvSpPr>
            <p:spPr>
              <a:xfrm>
                <a:off x="7290720" y="3308231"/>
                <a:ext cx="11430" cy="11906"/>
              </a:xfrm>
              <a:custGeom>
                <a:avLst/>
                <a:gdLst>
                  <a:gd name="connsiteX0" fmla="*/ 95 w 11430"/>
                  <a:gd name="connsiteY0" fmla="*/ 7620 h 11906"/>
                  <a:gd name="connsiteX1" fmla="*/ 5049 w 11430"/>
                  <a:gd name="connsiteY1" fmla="*/ 4572 h 11906"/>
                  <a:gd name="connsiteX2" fmla="*/ 8382 w 11430"/>
                  <a:gd name="connsiteY2" fmla="*/ 0 h 11906"/>
                  <a:gd name="connsiteX3" fmla="*/ 9906 w 11430"/>
                  <a:gd name="connsiteY3" fmla="*/ 3810 h 11906"/>
                  <a:gd name="connsiteX4" fmla="*/ 9906 w 11430"/>
                  <a:gd name="connsiteY4" fmla="*/ 9811 h 11906"/>
                  <a:gd name="connsiteX5" fmla="*/ 11430 w 11430"/>
                  <a:gd name="connsiteY5" fmla="*/ 11621 h 11906"/>
                  <a:gd name="connsiteX6" fmla="*/ 4953 w 11430"/>
                  <a:gd name="connsiteY6" fmla="*/ 11906 h 11906"/>
                  <a:gd name="connsiteX7" fmla="*/ 0 w 11430"/>
                  <a:gd name="connsiteY7" fmla="*/ 9715 h 11906"/>
                  <a:gd name="connsiteX8" fmla="*/ 0 w 11430"/>
                  <a:gd name="connsiteY8" fmla="*/ 7525 h 11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" h="11906">
                    <a:moveTo>
                      <a:pt x="95" y="7620"/>
                    </a:moveTo>
                    <a:cubicBezTo>
                      <a:pt x="95" y="7620"/>
                      <a:pt x="4096" y="4858"/>
                      <a:pt x="5049" y="4572"/>
                    </a:cubicBezTo>
                    <a:cubicBezTo>
                      <a:pt x="6001" y="4286"/>
                      <a:pt x="8382" y="0"/>
                      <a:pt x="8382" y="0"/>
                    </a:cubicBezTo>
                    <a:lnTo>
                      <a:pt x="9906" y="3810"/>
                    </a:lnTo>
                    <a:lnTo>
                      <a:pt x="9906" y="9811"/>
                    </a:lnTo>
                    <a:lnTo>
                      <a:pt x="11430" y="11621"/>
                    </a:lnTo>
                    <a:lnTo>
                      <a:pt x="4953" y="11906"/>
                    </a:lnTo>
                    <a:lnTo>
                      <a:pt x="0" y="9715"/>
                    </a:lnTo>
                    <a:lnTo>
                      <a:pt x="0" y="7525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8" name="Graphic 8">
                <a:extLst>
                  <a:ext uri="{FF2B5EF4-FFF2-40B4-BE49-F238E27FC236}">
                    <a16:creationId xmlns:a16="http://schemas.microsoft.com/office/drawing/2014/main" id="{34A3A110-4868-3A9B-D482-F892E6A0055D}"/>
                  </a:ext>
                </a:extLst>
              </p:cNvPr>
              <p:cNvGrpSpPr/>
              <p:nvPr/>
            </p:nvGrpSpPr>
            <p:grpSpPr>
              <a:xfrm>
                <a:off x="6357461" y="2642338"/>
                <a:ext cx="996600" cy="759523"/>
                <a:chOff x="6357461" y="2642338"/>
                <a:chExt cx="996600" cy="759523"/>
              </a:xfrm>
              <a:grpFill/>
            </p:grpSpPr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E73C7E92-A794-61A3-BB41-7E8A880585AC}"/>
                    </a:ext>
                  </a:extLst>
                </p:cNvPr>
                <p:cNvSpPr/>
                <p:nvPr/>
              </p:nvSpPr>
              <p:spPr>
                <a:xfrm>
                  <a:off x="7084504" y="3301754"/>
                  <a:ext cx="269557" cy="100107"/>
                </a:xfrm>
                <a:custGeom>
                  <a:avLst/>
                  <a:gdLst>
                    <a:gd name="connsiteX0" fmla="*/ 242506 w 269557"/>
                    <a:gd name="connsiteY0" fmla="*/ 23336 h 100107"/>
                    <a:gd name="connsiteX1" fmla="*/ 252031 w 269557"/>
                    <a:gd name="connsiteY1" fmla="*/ 19336 h 100107"/>
                    <a:gd name="connsiteX2" fmla="*/ 258223 w 269557"/>
                    <a:gd name="connsiteY2" fmla="*/ 15335 h 100107"/>
                    <a:gd name="connsiteX3" fmla="*/ 261271 w 269557"/>
                    <a:gd name="connsiteY3" fmla="*/ 11335 h 100107"/>
                    <a:gd name="connsiteX4" fmla="*/ 267748 w 269557"/>
                    <a:gd name="connsiteY4" fmla="*/ 13145 h 100107"/>
                    <a:gd name="connsiteX5" fmla="*/ 269557 w 269557"/>
                    <a:gd name="connsiteY5" fmla="*/ 17336 h 100107"/>
                    <a:gd name="connsiteX6" fmla="*/ 261556 w 269557"/>
                    <a:gd name="connsiteY6" fmla="*/ 20860 h 100107"/>
                    <a:gd name="connsiteX7" fmla="*/ 251746 w 269557"/>
                    <a:gd name="connsiteY7" fmla="*/ 23336 h 100107"/>
                    <a:gd name="connsiteX8" fmla="*/ 217931 w 269557"/>
                    <a:gd name="connsiteY8" fmla="*/ 39910 h 100107"/>
                    <a:gd name="connsiteX9" fmla="*/ 208406 w 269557"/>
                    <a:gd name="connsiteY9" fmla="*/ 44863 h 100107"/>
                    <a:gd name="connsiteX10" fmla="*/ 198881 w 269557"/>
                    <a:gd name="connsiteY10" fmla="*/ 49149 h 100107"/>
                    <a:gd name="connsiteX11" fmla="*/ 195834 w 269557"/>
                    <a:gd name="connsiteY11" fmla="*/ 47911 h 100107"/>
                    <a:gd name="connsiteX12" fmla="*/ 191833 w 269557"/>
                    <a:gd name="connsiteY12" fmla="*/ 47625 h 100107"/>
                    <a:gd name="connsiteX13" fmla="*/ 181737 w 269557"/>
                    <a:gd name="connsiteY13" fmla="*/ 50673 h 100107"/>
                    <a:gd name="connsiteX14" fmla="*/ 181737 w 269557"/>
                    <a:gd name="connsiteY14" fmla="*/ 54959 h 100107"/>
                    <a:gd name="connsiteX15" fmla="*/ 171640 w 269557"/>
                    <a:gd name="connsiteY15" fmla="*/ 60198 h 100107"/>
                    <a:gd name="connsiteX16" fmla="*/ 167354 w 269557"/>
                    <a:gd name="connsiteY16" fmla="*/ 57150 h 100107"/>
                    <a:gd name="connsiteX17" fmla="*/ 161163 w 269557"/>
                    <a:gd name="connsiteY17" fmla="*/ 58103 h 100107"/>
                    <a:gd name="connsiteX18" fmla="*/ 154971 w 269557"/>
                    <a:gd name="connsiteY18" fmla="*/ 58674 h 100107"/>
                    <a:gd name="connsiteX19" fmla="*/ 150971 w 269557"/>
                    <a:gd name="connsiteY19" fmla="*/ 60198 h 100107"/>
                    <a:gd name="connsiteX20" fmla="*/ 150971 w 269557"/>
                    <a:gd name="connsiteY20" fmla="*/ 63246 h 100107"/>
                    <a:gd name="connsiteX21" fmla="*/ 142398 w 269557"/>
                    <a:gd name="connsiteY21" fmla="*/ 66961 h 100107"/>
                    <a:gd name="connsiteX22" fmla="*/ 140589 w 269557"/>
                    <a:gd name="connsiteY22" fmla="*/ 63246 h 100107"/>
                    <a:gd name="connsiteX23" fmla="*/ 133826 w 269557"/>
                    <a:gd name="connsiteY23" fmla="*/ 66961 h 100107"/>
                    <a:gd name="connsiteX24" fmla="*/ 124587 w 269557"/>
                    <a:gd name="connsiteY24" fmla="*/ 66961 h 100107"/>
                    <a:gd name="connsiteX25" fmla="*/ 121825 w 269557"/>
                    <a:gd name="connsiteY25" fmla="*/ 69437 h 100107"/>
                    <a:gd name="connsiteX26" fmla="*/ 111061 w 269557"/>
                    <a:gd name="connsiteY26" fmla="*/ 71247 h 100107"/>
                    <a:gd name="connsiteX27" fmla="*/ 108871 w 269557"/>
                    <a:gd name="connsiteY27" fmla="*/ 73724 h 100107"/>
                    <a:gd name="connsiteX28" fmla="*/ 103060 w 269557"/>
                    <a:gd name="connsiteY28" fmla="*/ 73724 h 100107"/>
                    <a:gd name="connsiteX29" fmla="*/ 98488 w 269557"/>
                    <a:gd name="connsiteY29" fmla="*/ 71914 h 100107"/>
                    <a:gd name="connsiteX30" fmla="*/ 94583 w 269557"/>
                    <a:gd name="connsiteY30" fmla="*/ 76200 h 100107"/>
                    <a:gd name="connsiteX31" fmla="*/ 94583 w 269557"/>
                    <a:gd name="connsiteY31" fmla="*/ 79248 h 100107"/>
                    <a:gd name="connsiteX32" fmla="*/ 82867 w 269557"/>
                    <a:gd name="connsiteY32" fmla="*/ 79248 h 100107"/>
                    <a:gd name="connsiteX33" fmla="*/ 74580 w 269557"/>
                    <a:gd name="connsiteY33" fmla="*/ 82296 h 100107"/>
                    <a:gd name="connsiteX34" fmla="*/ 67818 w 269557"/>
                    <a:gd name="connsiteY34" fmla="*/ 82296 h 100107"/>
                    <a:gd name="connsiteX35" fmla="*/ 63817 w 269557"/>
                    <a:gd name="connsiteY35" fmla="*/ 84773 h 100107"/>
                    <a:gd name="connsiteX36" fmla="*/ 56769 w 269557"/>
                    <a:gd name="connsiteY36" fmla="*/ 86582 h 100107"/>
                    <a:gd name="connsiteX37" fmla="*/ 53721 w 269557"/>
                    <a:gd name="connsiteY37" fmla="*/ 86582 h 100107"/>
                    <a:gd name="connsiteX38" fmla="*/ 50672 w 269557"/>
                    <a:gd name="connsiteY38" fmla="*/ 88392 h 100107"/>
                    <a:gd name="connsiteX39" fmla="*/ 50672 w 269557"/>
                    <a:gd name="connsiteY39" fmla="*/ 90583 h 100107"/>
                    <a:gd name="connsiteX40" fmla="*/ 46958 w 269557"/>
                    <a:gd name="connsiteY40" fmla="*/ 87535 h 100107"/>
                    <a:gd name="connsiteX41" fmla="*/ 44767 w 269557"/>
                    <a:gd name="connsiteY41" fmla="*/ 86582 h 100107"/>
                    <a:gd name="connsiteX42" fmla="*/ 39243 w 269557"/>
                    <a:gd name="connsiteY42" fmla="*/ 89345 h 100107"/>
                    <a:gd name="connsiteX43" fmla="*/ 43815 w 269557"/>
                    <a:gd name="connsiteY43" fmla="*/ 90583 h 100107"/>
                    <a:gd name="connsiteX44" fmla="*/ 43243 w 269557"/>
                    <a:gd name="connsiteY44" fmla="*/ 93059 h 100107"/>
                    <a:gd name="connsiteX45" fmla="*/ 32480 w 269557"/>
                    <a:gd name="connsiteY45" fmla="*/ 93059 h 100107"/>
                    <a:gd name="connsiteX46" fmla="*/ 12192 w 269557"/>
                    <a:gd name="connsiteY46" fmla="*/ 100108 h 100107"/>
                    <a:gd name="connsiteX47" fmla="*/ 12192 w 269557"/>
                    <a:gd name="connsiteY47" fmla="*/ 97631 h 100107"/>
                    <a:gd name="connsiteX48" fmla="*/ 31528 w 269557"/>
                    <a:gd name="connsiteY48" fmla="*/ 90583 h 100107"/>
                    <a:gd name="connsiteX49" fmla="*/ 35242 w 269557"/>
                    <a:gd name="connsiteY49" fmla="*/ 87249 h 100107"/>
                    <a:gd name="connsiteX50" fmla="*/ 32480 w 269557"/>
                    <a:gd name="connsiteY50" fmla="*/ 85725 h 100107"/>
                    <a:gd name="connsiteX51" fmla="*/ 29146 w 269557"/>
                    <a:gd name="connsiteY51" fmla="*/ 82963 h 100107"/>
                    <a:gd name="connsiteX52" fmla="*/ 26670 w 269557"/>
                    <a:gd name="connsiteY52" fmla="*/ 80772 h 100107"/>
                    <a:gd name="connsiteX53" fmla="*/ 23336 w 269557"/>
                    <a:gd name="connsiteY53" fmla="*/ 84487 h 100107"/>
                    <a:gd name="connsiteX54" fmla="*/ 18764 w 269557"/>
                    <a:gd name="connsiteY54" fmla="*/ 86011 h 100107"/>
                    <a:gd name="connsiteX55" fmla="*/ 19050 w 269557"/>
                    <a:gd name="connsiteY55" fmla="*/ 91250 h 100107"/>
                    <a:gd name="connsiteX56" fmla="*/ 16859 w 269557"/>
                    <a:gd name="connsiteY56" fmla="*/ 92774 h 100107"/>
                    <a:gd name="connsiteX57" fmla="*/ 12287 w 269557"/>
                    <a:gd name="connsiteY57" fmla="*/ 94012 h 100107"/>
                    <a:gd name="connsiteX58" fmla="*/ 7048 w 269557"/>
                    <a:gd name="connsiteY58" fmla="*/ 95250 h 100107"/>
                    <a:gd name="connsiteX59" fmla="*/ 3334 w 269557"/>
                    <a:gd name="connsiteY59" fmla="*/ 95250 h 100107"/>
                    <a:gd name="connsiteX60" fmla="*/ 3334 w 269557"/>
                    <a:gd name="connsiteY60" fmla="*/ 89725 h 100107"/>
                    <a:gd name="connsiteX61" fmla="*/ 0 w 269557"/>
                    <a:gd name="connsiteY61" fmla="*/ 86392 h 100107"/>
                    <a:gd name="connsiteX62" fmla="*/ 3334 w 269557"/>
                    <a:gd name="connsiteY62" fmla="*/ 78391 h 100107"/>
                    <a:gd name="connsiteX63" fmla="*/ 7048 w 269557"/>
                    <a:gd name="connsiteY63" fmla="*/ 72866 h 100107"/>
                    <a:gd name="connsiteX64" fmla="*/ 11620 w 269557"/>
                    <a:gd name="connsiteY64" fmla="*/ 67342 h 100107"/>
                    <a:gd name="connsiteX65" fmla="*/ 12859 w 269557"/>
                    <a:gd name="connsiteY65" fmla="*/ 62389 h 100107"/>
                    <a:gd name="connsiteX66" fmla="*/ 16573 w 269557"/>
                    <a:gd name="connsiteY66" fmla="*/ 59055 h 100107"/>
                    <a:gd name="connsiteX67" fmla="*/ 22097 w 269557"/>
                    <a:gd name="connsiteY67" fmla="*/ 61817 h 100107"/>
                    <a:gd name="connsiteX68" fmla="*/ 22669 w 269557"/>
                    <a:gd name="connsiteY68" fmla="*/ 64008 h 100107"/>
                    <a:gd name="connsiteX69" fmla="*/ 23622 w 269557"/>
                    <a:gd name="connsiteY69" fmla="*/ 59436 h 100107"/>
                    <a:gd name="connsiteX70" fmla="*/ 28575 w 269557"/>
                    <a:gd name="connsiteY70" fmla="*/ 57626 h 100107"/>
                    <a:gd name="connsiteX71" fmla="*/ 34385 w 269557"/>
                    <a:gd name="connsiteY71" fmla="*/ 60960 h 100107"/>
                    <a:gd name="connsiteX72" fmla="*/ 34957 w 269557"/>
                    <a:gd name="connsiteY72" fmla="*/ 55912 h 100107"/>
                    <a:gd name="connsiteX73" fmla="*/ 35528 w 269557"/>
                    <a:gd name="connsiteY73" fmla="*/ 51149 h 100107"/>
                    <a:gd name="connsiteX74" fmla="*/ 40481 w 269557"/>
                    <a:gd name="connsiteY74" fmla="*/ 55912 h 100107"/>
                    <a:gd name="connsiteX75" fmla="*/ 39243 w 269557"/>
                    <a:gd name="connsiteY75" fmla="*/ 51435 h 100107"/>
                    <a:gd name="connsiteX76" fmla="*/ 37719 w 269557"/>
                    <a:gd name="connsiteY76" fmla="*/ 48673 h 100107"/>
                    <a:gd name="connsiteX77" fmla="*/ 39243 w 269557"/>
                    <a:gd name="connsiteY77" fmla="*/ 47149 h 100107"/>
                    <a:gd name="connsiteX78" fmla="*/ 44767 w 269557"/>
                    <a:gd name="connsiteY78" fmla="*/ 47149 h 100107"/>
                    <a:gd name="connsiteX79" fmla="*/ 46958 w 269557"/>
                    <a:gd name="connsiteY79" fmla="*/ 51435 h 100107"/>
                    <a:gd name="connsiteX80" fmla="*/ 48482 w 269557"/>
                    <a:gd name="connsiteY80" fmla="*/ 55912 h 100107"/>
                    <a:gd name="connsiteX81" fmla="*/ 48196 w 269557"/>
                    <a:gd name="connsiteY81" fmla="*/ 48101 h 100107"/>
                    <a:gd name="connsiteX82" fmla="*/ 49149 w 269557"/>
                    <a:gd name="connsiteY82" fmla="*/ 41910 h 100107"/>
                    <a:gd name="connsiteX83" fmla="*/ 57721 w 269557"/>
                    <a:gd name="connsiteY83" fmla="*/ 40100 h 100107"/>
                    <a:gd name="connsiteX84" fmla="*/ 64198 w 269557"/>
                    <a:gd name="connsiteY84" fmla="*/ 39815 h 100107"/>
                    <a:gd name="connsiteX85" fmla="*/ 61150 w 269557"/>
                    <a:gd name="connsiteY85" fmla="*/ 42577 h 100107"/>
                    <a:gd name="connsiteX86" fmla="*/ 62674 w 269557"/>
                    <a:gd name="connsiteY86" fmla="*/ 46577 h 100107"/>
                    <a:gd name="connsiteX87" fmla="*/ 66008 w 269557"/>
                    <a:gd name="connsiteY87" fmla="*/ 44767 h 100107"/>
                    <a:gd name="connsiteX88" fmla="*/ 66008 w 269557"/>
                    <a:gd name="connsiteY88" fmla="*/ 42958 h 100107"/>
                    <a:gd name="connsiteX89" fmla="*/ 69056 w 269557"/>
                    <a:gd name="connsiteY89" fmla="*/ 44767 h 100107"/>
                    <a:gd name="connsiteX90" fmla="*/ 67532 w 269557"/>
                    <a:gd name="connsiteY90" fmla="*/ 38195 h 100107"/>
                    <a:gd name="connsiteX91" fmla="*/ 67532 w 269557"/>
                    <a:gd name="connsiteY91" fmla="*/ 34957 h 100107"/>
                    <a:gd name="connsiteX92" fmla="*/ 73342 w 269557"/>
                    <a:gd name="connsiteY92" fmla="*/ 36195 h 100107"/>
                    <a:gd name="connsiteX93" fmla="*/ 76676 w 269557"/>
                    <a:gd name="connsiteY93" fmla="*/ 38195 h 100107"/>
                    <a:gd name="connsiteX94" fmla="*/ 74485 w 269557"/>
                    <a:gd name="connsiteY94" fmla="*/ 40196 h 100107"/>
                    <a:gd name="connsiteX95" fmla="*/ 76962 w 269557"/>
                    <a:gd name="connsiteY95" fmla="*/ 43910 h 100107"/>
                    <a:gd name="connsiteX96" fmla="*/ 78486 w 269557"/>
                    <a:gd name="connsiteY96" fmla="*/ 41148 h 100107"/>
                    <a:gd name="connsiteX97" fmla="*/ 80676 w 269557"/>
                    <a:gd name="connsiteY97" fmla="*/ 40577 h 100107"/>
                    <a:gd name="connsiteX98" fmla="*/ 83725 w 269557"/>
                    <a:gd name="connsiteY98" fmla="*/ 41529 h 100107"/>
                    <a:gd name="connsiteX99" fmla="*/ 84963 w 269557"/>
                    <a:gd name="connsiteY99" fmla="*/ 38386 h 100107"/>
                    <a:gd name="connsiteX100" fmla="*/ 94583 w 269557"/>
                    <a:gd name="connsiteY100" fmla="*/ 38386 h 100107"/>
                    <a:gd name="connsiteX101" fmla="*/ 100679 w 269557"/>
                    <a:gd name="connsiteY101" fmla="*/ 41243 h 100107"/>
                    <a:gd name="connsiteX102" fmla="*/ 104965 w 269557"/>
                    <a:gd name="connsiteY102" fmla="*/ 40291 h 100107"/>
                    <a:gd name="connsiteX103" fmla="*/ 108013 w 269557"/>
                    <a:gd name="connsiteY103" fmla="*/ 38291 h 100107"/>
                    <a:gd name="connsiteX104" fmla="*/ 109823 w 269557"/>
                    <a:gd name="connsiteY104" fmla="*/ 35909 h 100107"/>
                    <a:gd name="connsiteX105" fmla="*/ 110394 w 269557"/>
                    <a:gd name="connsiteY105" fmla="*/ 30385 h 100107"/>
                    <a:gd name="connsiteX106" fmla="*/ 116586 w 269557"/>
                    <a:gd name="connsiteY106" fmla="*/ 30385 h 100107"/>
                    <a:gd name="connsiteX107" fmla="*/ 115348 w 269557"/>
                    <a:gd name="connsiteY107" fmla="*/ 32861 h 100107"/>
                    <a:gd name="connsiteX108" fmla="*/ 117824 w 269557"/>
                    <a:gd name="connsiteY108" fmla="*/ 34100 h 100107"/>
                    <a:gd name="connsiteX109" fmla="*/ 118776 w 269557"/>
                    <a:gd name="connsiteY109" fmla="*/ 30099 h 100107"/>
                    <a:gd name="connsiteX110" fmla="*/ 121253 w 269557"/>
                    <a:gd name="connsiteY110" fmla="*/ 30671 h 100107"/>
                    <a:gd name="connsiteX111" fmla="*/ 124015 w 269557"/>
                    <a:gd name="connsiteY111" fmla="*/ 33147 h 100107"/>
                    <a:gd name="connsiteX112" fmla="*/ 125825 w 269557"/>
                    <a:gd name="connsiteY112" fmla="*/ 32195 h 100107"/>
                    <a:gd name="connsiteX113" fmla="*/ 139350 w 269557"/>
                    <a:gd name="connsiteY113" fmla="*/ 31623 h 100107"/>
                    <a:gd name="connsiteX114" fmla="*/ 147351 w 269557"/>
                    <a:gd name="connsiteY114" fmla="*/ 31337 h 100107"/>
                    <a:gd name="connsiteX115" fmla="*/ 150114 w 269557"/>
                    <a:gd name="connsiteY115" fmla="*/ 30099 h 100107"/>
                    <a:gd name="connsiteX116" fmla="*/ 156590 w 269557"/>
                    <a:gd name="connsiteY116" fmla="*/ 31052 h 100107"/>
                    <a:gd name="connsiteX117" fmla="*/ 166401 w 269557"/>
                    <a:gd name="connsiteY117" fmla="*/ 28004 h 100107"/>
                    <a:gd name="connsiteX118" fmla="*/ 174688 w 269557"/>
                    <a:gd name="connsiteY118" fmla="*/ 28004 h 100107"/>
                    <a:gd name="connsiteX119" fmla="*/ 181451 w 269557"/>
                    <a:gd name="connsiteY119" fmla="*/ 25241 h 100107"/>
                    <a:gd name="connsiteX120" fmla="*/ 188500 w 269557"/>
                    <a:gd name="connsiteY120" fmla="*/ 18479 h 100107"/>
                    <a:gd name="connsiteX121" fmla="*/ 193453 w 269557"/>
                    <a:gd name="connsiteY121" fmla="*/ 16288 h 100107"/>
                    <a:gd name="connsiteX122" fmla="*/ 198405 w 269557"/>
                    <a:gd name="connsiteY122" fmla="*/ 11716 h 100107"/>
                    <a:gd name="connsiteX123" fmla="*/ 201739 w 269557"/>
                    <a:gd name="connsiteY123" fmla="*/ 9239 h 100107"/>
                    <a:gd name="connsiteX124" fmla="*/ 207550 w 269557"/>
                    <a:gd name="connsiteY124" fmla="*/ 4000 h 100107"/>
                    <a:gd name="connsiteX125" fmla="*/ 209740 w 269557"/>
                    <a:gd name="connsiteY125" fmla="*/ 1810 h 100107"/>
                    <a:gd name="connsiteX126" fmla="*/ 214026 w 269557"/>
                    <a:gd name="connsiteY126" fmla="*/ 0 h 100107"/>
                    <a:gd name="connsiteX127" fmla="*/ 219837 w 269557"/>
                    <a:gd name="connsiteY127" fmla="*/ 0 h 100107"/>
                    <a:gd name="connsiteX128" fmla="*/ 221646 w 269557"/>
                    <a:gd name="connsiteY128" fmla="*/ 1810 h 100107"/>
                    <a:gd name="connsiteX129" fmla="*/ 218598 w 269557"/>
                    <a:gd name="connsiteY129" fmla="*/ 5525 h 100107"/>
                    <a:gd name="connsiteX130" fmla="*/ 211264 w 269557"/>
                    <a:gd name="connsiteY130" fmla="*/ 3334 h 100107"/>
                    <a:gd name="connsiteX131" fmla="*/ 210026 w 269557"/>
                    <a:gd name="connsiteY131" fmla="*/ 6382 h 100107"/>
                    <a:gd name="connsiteX132" fmla="*/ 210598 w 269557"/>
                    <a:gd name="connsiteY132" fmla="*/ 9144 h 100107"/>
                    <a:gd name="connsiteX133" fmla="*/ 207550 w 269557"/>
                    <a:gd name="connsiteY133" fmla="*/ 12192 h 100107"/>
                    <a:gd name="connsiteX134" fmla="*/ 203263 w 269557"/>
                    <a:gd name="connsiteY134" fmla="*/ 13430 h 100107"/>
                    <a:gd name="connsiteX135" fmla="*/ 202025 w 269557"/>
                    <a:gd name="connsiteY135" fmla="*/ 15907 h 100107"/>
                    <a:gd name="connsiteX136" fmla="*/ 204788 w 269557"/>
                    <a:gd name="connsiteY136" fmla="*/ 19241 h 100107"/>
                    <a:gd name="connsiteX137" fmla="*/ 203263 w 269557"/>
                    <a:gd name="connsiteY137" fmla="*/ 21431 h 100107"/>
                    <a:gd name="connsiteX138" fmla="*/ 197453 w 269557"/>
                    <a:gd name="connsiteY138" fmla="*/ 21146 h 100107"/>
                    <a:gd name="connsiteX139" fmla="*/ 197739 w 269557"/>
                    <a:gd name="connsiteY139" fmla="*/ 24479 h 100107"/>
                    <a:gd name="connsiteX140" fmla="*/ 198977 w 269557"/>
                    <a:gd name="connsiteY140" fmla="*/ 27813 h 100107"/>
                    <a:gd name="connsiteX141" fmla="*/ 194405 w 269557"/>
                    <a:gd name="connsiteY141" fmla="*/ 25622 h 100107"/>
                    <a:gd name="connsiteX142" fmla="*/ 194405 w 269557"/>
                    <a:gd name="connsiteY142" fmla="*/ 27813 h 100107"/>
                    <a:gd name="connsiteX143" fmla="*/ 188880 w 269557"/>
                    <a:gd name="connsiteY143" fmla="*/ 27813 h 100107"/>
                    <a:gd name="connsiteX144" fmla="*/ 185832 w 269557"/>
                    <a:gd name="connsiteY144" fmla="*/ 30290 h 100107"/>
                    <a:gd name="connsiteX145" fmla="*/ 181546 w 269557"/>
                    <a:gd name="connsiteY145" fmla="*/ 35242 h 100107"/>
                    <a:gd name="connsiteX146" fmla="*/ 176593 w 269557"/>
                    <a:gd name="connsiteY146" fmla="*/ 36481 h 100107"/>
                    <a:gd name="connsiteX147" fmla="*/ 177832 w 269557"/>
                    <a:gd name="connsiteY147" fmla="*/ 40767 h 100107"/>
                    <a:gd name="connsiteX148" fmla="*/ 181165 w 269557"/>
                    <a:gd name="connsiteY148" fmla="*/ 40481 h 100107"/>
                    <a:gd name="connsiteX149" fmla="*/ 184499 w 269557"/>
                    <a:gd name="connsiteY149" fmla="*/ 39910 h 100107"/>
                    <a:gd name="connsiteX150" fmla="*/ 189452 w 269557"/>
                    <a:gd name="connsiteY150" fmla="*/ 40862 h 100107"/>
                    <a:gd name="connsiteX151" fmla="*/ 192214 w 269557"/>
                    <a:gd name="connsiteY151" fmla="*/ 42100 h 100107"/>
                    <a:gd name="connsiteX152" fmla="*/ 195548 w 269557"/>
                    <a:gd name="connsiteY152" fmla="*/ 39910 h 100107"/>
                    <a:gd name="connsiteX153" fmla="*/ 198025 w 269557"/>
                    <a:gd name="connsiteY153" fmla="*/ 35338 h 100107"/>
                    <a:gd name="connsiteX154" fmla="*/ 201073 w 269557"/>
                    <a:gd name="connsiteY154" fmla="*/ 33147 h 100107"/>
                    <a:gd name="connsiteX155" fmla="*/ 203549 w 269557"/>
                    <a:gd name="connsiteY155" fmla="*/ 31623 h 100107"/>
                    <a:gd name="connsiteX156" fmla="*/ 206025 w 269557"/>
                    <a:gd name="connsiteY156" fmla="*/ 25813 h 100107"/>
                    <a:gd name="connsiteX157" fmla="*/ 205740 w 269557"/>
                    <a:gd name="connsiteY157" fmla="*/ 22765 h 100107"/>
                    <a:gd name="connsiteX158" fmla="*/ 210312 w 269557"/>
                    <a:gd name="connsiteY158" fmla="*/ 22479 h 100107"/>
                    <a:gd name="connsiteX159" fmla="*/ 211264 w 269557"/>
                    <a:gd name="connsiteY159" fmla="*/ 18764 h 100107"/>
                    <a:gd name="connsiteX160" fmla="*/ 213740 w 269557"/>
                    <a:gd name="connsiteY160" fmla="*/ 20288 h 100107"/>
                    <a:gd name="connsiteX161" fmla="*/ 216789 w 269557"/>
                    <a:gd name="connsiteY161" fmla="*/ 25241 h 100107"/>
                    <a:gd name="connsiteX162" fmla="*/ 221742 w 269557"/>
                    <a:gd name="connsiteY162" fmla="*/ 23050 h 100107"/>
                    <a:gd name="connsiteX163" fmla="*/ 222980 w 269557"/>
                    <a:gd name="connsiteY163" fmla="*/ 18098 h 100107"/>
                    <a:gd name="connsiteX164" fmla="*/ 226314 w 269557"/>
                    <a:gd name="connsiteY164" fmla="*/ 19050 h 100107"/>
                    <a:gd name="connsiteX165" fmla="*/ 227552 w 269557"/>
                    <a:gd name="connsiteY165" fmla="*/ 24575 h 100107"/>
                    <a:gd name="connsiteX166" fmla="*/ 229362 w 269557"/>
                    <a:gd name="connsiteY166" fmla="*/ 24575 h 100107"/>
                    <a:gd name="connsiteX167" fmla="*/ 230314 w 269557"/>
                    <a:gd name="connsiteY167" fmla="*/ 18383 h 100107"/>
                    <a:gd name="connsiteX168" fmla="*/ 234029 w 269557"/>
                    <a:gd name="connsiteY168" fmla="*/ 18098 h 100107"/>
                    <a:gd name="connsiteX169" fmla="*/ 234982 w 269557"/>
                    <a:gd name="connsiteY169" fmla="*/ 21812 h 100107"/>
                    <a:gd name="connsiteX170" fmla="*/ 237744 w 269557"/>
                    <a:gd name="connsiteY170" fmla="*/ 25527 h 100107"/>
                    <a:gd name="connsiteX171" fmla="*/ 242697 w 269557"/>
                    <a:gd name="connsiteY171" fmla="*/ 23717 h 100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</a:cxnLst>
                  <a:rect l="l" t="t" r="r" b="b"/>
                  <a:pathLst>
                    <a:path w="269557" h="100107">
                      <a:moveTo>
                        <a:pt x="242506" y="23336"/>
                      </a:moveTo>
                      <a:lnTo>
                        <a:pt x="252031" y="19336"/>
                      </a:lnTo>
                      <a:lnTo>
                        <a:pt x="258223" y="15335"/>
                      </a:lnTo>
                      <a:lnTo>
                        <a:pt x="261271" y="11335"/>
                      </a:lnTo>
                      <a:lnTo>
                        <a:pt x="267748" y="13145"/>
                      </a:lnTo>
                      <a:lnTo>
                        <a:pt x="269557" y="17336"/>
                      </a:lnTo>
                      <a:lnTo>
                        <a:pt x="261556" y="20860"/>
                      </a:lnTo>
                      <a:lnTo>
                        <a:pt x="251746" y="23336"/>
                      </a:lnTo>
                      <a:lnTo>
                        <a:pt x="217931" y="39910"/>
                      </a:lnTo>
                      <a:lnTo>
                        <a:pt x="208406" y="44863"/>
                      </a:lnTo>
                      <a:lnTo>
                        <a:pt x="198881" y="49149"/>
                      </a:lnTo>
                      <a:lnTo>
                        <a:pt x="195834" y="47911"/>
                      </a:lnTo>
                      <a:lnTo>
                        <a:pt x="191833" y="47625"/>
                      </a:lnTo>
                      <a:lnTo>
                        <a:pt x="181737" y="50673"/>
                      </a:lnTo>
                      <a:lnTo>
                        <a:pt x="181737" y="54959"/>
                      </a:lnTo>
                      <a:lnTo>
                        <a:pt x="171640" y="60198"/>
                      </a:lnTo>
                      <a:lnTo>
                        <a:pt x="167354" y="57150"/>
                      </a:lnTo>
                      <a:lnTo>
                        <a:pt x="161163" y="58103"/>
                      </a:lnTo>
                      <a:lnTo>
                        <a:pt x="154971" y="58674"/>
                      </a:lnTo>
                      <a:lnTo>
                        <a:pt x="150971" y="60198"/>
                      </a:lnTo>
                      <a:lnTo>
                        <a:pt x="150971" y="63246"/>
                      </a:lnTo>
                      <a:lnTo>
                        <a:pt x="142398" y="66961"/>
                      </a:lnTo>
                      <a:lnTo>
                        <a:pt x="140589" y="63246"/>
                      </a:lnTo>
                      <a:lnTo>
                        <a:pt x="133826" y="66961"/>
                      </a:lnTo>
                      <a:lnTo>
                        <a:pt x="124587" y="66961"/>
                      </a:lnTo>
                      <a:lnTo>
                        <a:pt x="121825" y="69437"/>
                      </a:lnTo>
                      <a:lnTo>
                        <a:pt x="111061" y="71247"/>
                      </a:lnTo>
                      <a:lnTo>
                        <a:pt x="108871" y="73724"/>
                      </a:lnTo>
                      <a:lnTo>
                        <a:pt x="103060" y="73724"/>
                      </a:lnTo>
                      <a:lnTo>
                        <a:pt x="98488" y="71914"/>
                      </a:lnTo>
                      <a:lnTo>
                        <a:pt x="94583" y="76200"/>
                      </a:lnTo>
                      <a:lnTo>
                        <a:pt x="94583" y="79248"/>
                      </a:lnTo>
                      <a:lnTo>
                        <a:pt x="82867" y="79248"/>
                      </a:lnTo>
                      <a:lnTo>
                        <a:pt x="74580" y="82296"/>
                      </a:lnTo>
                      <a:lnTo>
                        <a:pt x="67818" y="82296"/>
                      </a:lnTo>
                      <a:lnTo>
                        <a:pt x="63817" y="84773"/>
                      </a:lnTo>
                      <a:lnTo>
                        <a:pt x="56769" y="86582"/>
                      </a:lnTo>
                      <a:lnTo>
                        <a:pt x="53721" y="86582"/>
                      </a:lnTo>
                      <a:lnTo>
                        <a:pt x="50672" y="88392"/>
                      </a:lnTo>
                      <a:lnTo>
                        <a:pt x="50672" y="90583"/>
                      </a:lnTo>
                      <a:lnTo>
                        <a:pt x="46958" y="87535"/>
                      </a:lnTo>
                      <a:lnTo>
                        <a:pt x="44767" y="86582"/>
                      </a:lnTo>
                      <a:lnTo>
                        <a:pt x="39243" y="89345"/>
                      </a:lnTo>
                      <a:lnTo>
                        <a:pt x="43815" y="90583"/>
                      </a:lnTo>
                      <a:lnTo>
                        <a:pt x="43243" y="93059"/>
                      </a:lnTo>
                      <a:lnTo>
                        <a:pt x="32480" y="93059"/>
                      </a:lnTo>
                      <a:lnTo>
                        <a:pt x="12192" y="100108"/>
                      </a:lnTo>
                      <a:lnTo>
                        <a:pt x="12192" y="97631"/>
                      </a:lnTo>
                      <a:lnTo>
                        <a:pt x="31528" y="90583"/>
                      </a:lnTo>
                      <a:lnTo>
                        <a:pt x="35242" y="87249"/>
                      </a:lnTo>
                      <a:lnTo>
                        <a:pt x="32480" y="85725"/>
                      </a:lnTo>
                      <a:lnTo>
                        <a:pt x="29146" y="82963"/>
                      </a:lnTo>
                      <a:lnTo>
                        <a:pt x="26670" y="80772"/>
                      </a:lnTo>
                      <a:lnTo>
                        <a:pt x="23336" y="84487"/>
                      </a:lnTo>
                      <a:lnTo>
                        <a:pt x="18764" y="86011"/>
                      </a:lnTo>
                      <a:lnTo>
                        <a:pt x="19050" y="91250"/>
                      </a:lnTo>
                      <a:lnTo>
                        <a:pt x="16859" y="92774"/>
                      </a:lnTo>
                      <a:lnTo>
                        <a:pt x="12287" y="94012"/>
                      </a:lnTo>
                      <a:lnTo>
                        <a:pt x="7048" y="95250"/>
                      </a:lnTo>
                      <a:lnTo>
                        <a:pt x="3334" y="95250"/>
                      </a:lnTo>
                      <a:lnTo>
                        <a:pt x="3334" y="89725"/>
                      </a:lnTo>
                      <a:lnTo>
                        <a:pt x="0" y="86392"/>
                      </a:lnTo>
                      <a:lnTo>
                        <a:pt x="3334" y="78391"/>
                      </a:lnTo>
                      <a:lnTo>
                        <a:pt x="7048" y="72866"/>
                      </a:lnTo>
                      <a:lnTo>
                        <a:pt x="11620" y="67342"/>
                      </a:lnTo>
                      <a:lnTo>
                        <a:pt x="12859" y="62389"/>
                      </a:lnTo>
                      <a:lnTo>
                        <a:pt x="16573" y="59055"/>
                      </a:lnTo>
                      <a:lnTo>
                        <a:pt x="22097" y="61817"/>
                      </a:lnTo>
                      <a:lnTo>
                        <a:pt x="22669" y="64008"/>
                      </a:lnTo>
                      <a:lnTo>
                        <a:pt x="23622" y="59436"/>
                      </a:lnTo>
                      <a:lnTo>
                        <a:pt x="28575" y="57626"/>
                      </a:lnTo>
                      <a:lnTo>
                        <a:pt x="34385" y="60960"/>
                      </a:lnTo>
                      <a:lnTo>
                        <a:pt x="34957" y="55912"/>
                      </a:lnTo>
                      <a:lnTo>
                        <a:pt x="35528" y="51149"/>
                      </a:lnTo>
                      <a:lnTo>
                        <a:pt x="40481" y="55912"/>
                      </a:lnTo>
                      <a:lnTo>
                        <a:pt x="39243" y="51435"/>
                      </a:lnTo>
                      <a:lnTo>
                        <a:pt x="37719" y="48673"/>
                      </a:lnTo>
                      <a:lnTo>
                        <a:pt x="39243" y="47149"/>
                      </a:lnTo>
                      <a:lnTo>
                        <a:pt x="44767" y="47149"/>
                      </a:lnTo>
                      <a:lnTo>
                        <a:pt x="46958" y="51435"/>
                      </a:lnTo>
                      <a:lnTo>
                        <a:pt x="48482" y="55912"/>
                      </a:lnTo>
                      <a:lnTo>
                        <a:pt x="48196" y="48101"/>
                      </a:lnTo>
                      <a:lnTo>
                        <a:pt x="49149" y="41910"/>
                      </a:lnTo>
                      <a:lnTo>
                        <a:pt x="57721" y="40100"/>
                      </a:lnTo>
                      <a:lnTo>
                        <a:pt x="64198" y="39815"/>
                      </a:lnTo>
                      <a:lnTo>
                        <a:pt x="61150" y="42577"/>
                      </a:lnTo>
                      <a:lnTo>
                        <a:pt x="62674" y="46577"/>
                      </a:lnTo>
                      <a:lnTo>
                        <a:pt x="66008" y="44767"/>
                      </a:lnTo>
                      <a:lnTo>
                        <a:pt x="66008" y="42958"/>
                      </a:lnTo>
                      <a:lnTo>
                        <a:pt x="69056" y="44767"/>
                      </a:lnTo>
                      <a:lnTo>
                        <a:pt x="67532" y="38195"/>
                      </a:lnTo>
                      <a:lnTo>
                        <a:pt x="67532" y="34957"/>
                      </a:lnTo>
                      <a:lnTo>
                        <a:pt x="73342" y="36195"/>
                      </a:lnTo>
                      <a:lnTo>
                        <a:pt x="76676" y="38195"/>
                      </a:lnTo>
                      <a:lnTo>
                        <a:pt x="74485" y="40196"/>
                      </a:lnTo>
                      <a:lnTo>
                        <a:pt x="76962" y="43910"/>
                      </a:lnTo>
                      <a:cubicBezTo>
                        <a:pt x="77533" y="44863"/>
                        <a:pt x="78486" y="41148"/>
                        <a:pt x="78486" y="41148"/>
                      </a:cubicBezTo>
                      <a:lnTo>
                        <a:pt x="80676" y="40577"/>
                      </a:lnTo>
                      <a:lnTo>
                        <a:pt x="83725" y="41529"/>
                      </a:lnTo>
                      <a:lnTo>
                        <a:pt x="84963" y="38386"/>
                      </a:lnTo>
                      <a:lnTo>
                        <a:pt x="94583" y="38386"/>
                      </a:lnTo>
                      <a:lnTo>
                        <a:pt x="100679" y="41243"/>
                      </a:lnTo>
                      <a:lnTo>
                        <a:pt x="104965" y="40291"/>
                      </a:lnTo>
                      <a:lnTo>
                        <a:pt x="108013" y="38291"/>
                      </a:lnTo>
                      <a:lnTo>
                        <a:pt x="109823" y="35909"/>
                      </a:lnTo>
                      <a:lnTo>
                        <a:pt x="110394" y="30385"/>
                      </a:lnTo>
                      <a:lnTo>
                        <a:pt x="116586" y="30385"/>
                      </a:lnTo>
                      <a:lnTo>
                        <a:pt x="115348" y="32861"/>
                      </a:lnTo>
                      <a:lnTo>
                        <a:pt x="117824" y="34100"/>
                      </a:lnTo>
                      <a:lnTo>
                        <a:pt x="118776" y="30099"/>
                      </a:lnTo>
                      <a:lnTo>
                        <a:pt x="121253" y="30671"/>
                      </a:lnTo>
                      <a:lnTo>
                        <a:pt x="124015" y="33147"/>
                      </a:lnTo>
                      <a:lnTo>
                        <a:pt x="125825" y="32195"/>
                      </a:lnTo>
                      <a:lnTo>
                        <a:pt x="139350" y="31623"/>
                      </a:lnTo>
                      <a:lnTo>
                        <a:pt x="147351" y="31337"/>
                      </a:lnTo>
                      <a:lnTo>
                        <a:pt x="150114" y="30099"/>
                      </a:lnTo>
                      <a:lnTo>
                        <a:pt x="156590" y="31052"/>
                      </a:lnTo>
                      <a:lnTo>
                        <a:pt x="166401" y="28004"/>
                      </a:lnTo>
                      <a:lnTo>
                        <a:pt x="174688" y="28004"/>
                      </a:lnTo>
                      <a:lnTo>
                        <a:pt x="181451" y="25241"/>
                      </a:lnTo>
                      <a:lnTo>
                        <a:pt x="188500" y="18479"/>
                      </a:lnTo>
                      <a:lnTo>
                        <a:pt x="193453" y="16288"/>
                      </a:lnTo>
                      <a:lnTo>
                        <a:pt x="198405" y="11716"/>
                      </a:lnTo>
                      <a:lnTo>
                        <a:pt x="201739" y="9239"/>
                      </a:lnTo>
                      <a:lnTo>
                        <a:pt x="207550" y="4000"/>
                      </a:lnTo>
                      <a:lnTo>
                        <a:pt x="209740" y="1810"/>
                      </a:lnTo>
                      <a:lnTo>
                        <a:pt x="214026" y="0"/>
                      </a:lnTo>
                      <a:lnTo>
                        <a:pt x="219837" y="0"/>
                      </a:lnTo>
                      <a:lnTo>
                        <a:pt x="221646" y="1810"/>
                      </a:lnTo>
                      <a:lnTo>
                        <a:pt x="218598" y="5525"/>
                      </a:lnTo>
                      <a:lnTo>
                        <a:pt x="211264" y="3334"/>
                      </a:lnTo>
                      <a:lnTo>
                        <a:pt x="210026" y="6382"/>
                      </a:lnTo>
                      <a:lnTo>
                        <a:pt x="210598" y="9144"/>
                      </a:lnTo>
                      <a:lnTo>
                        <a:pt x="207550" y="12192"/>
                      </a:lnTo>
                      <a:lnTo>
                        <a:pt x="203263" y="13430"/>
                      </a:lnTo>
                      <a:lnTo>
                        <a:pt x="202025" y="15907"/>
                      </a:lnTo>
                      <a:lnTo>
                        <a:pt x="204788" y="19241"/>
                      </a:lnTo>
                      <a:lnTo>
                        <a:pt x="203263" y="21431"/>
                      </a:lnTo>
                      <a:lnTo>
                        <a:pt x="197453" y="21146"/>
                      </a:lnTo>
                      <a:lnTo>
                        <a:pt x="197739" y="24479"/>
                      </a:lnTo>
                      <a:lnTo>
                        <a:pt x="198977" y="27813"/>
                      </a:lnTo>
                      <a:lnTo>
                        <a:pt x="194405" y="25622"/>
                      </a:lnTo>
                      <a:lnTo>
                        <a:pt x="194405" y="27813"/>
                      </a:lnTo>
                      <a:lnTo>
                        <a:pt x="188880" y="27813"/>
                      </a:lnTo>
                      <a:lnTo>
                        <a:pt x="185832" y="30290"/>
                      </a:lnTo>
                      <a:lnTo>
                        <a:pt x="181546" y="35242"/>
                      </a:lnTo>
                      <a:lnTo>
                        <a:pt x="176593" y="36481"/>
                      </a:lnTo>
                      <a:lnTo>
                        <a:pt x="177832" y="40767"/>
                      </a:lnTo>
                      <a:lnTo>
                        <a:pt x="181165" y="40481"/>
                      </a:lnTo>
                      <a:lnTo>
                        <a:pt x="184499" y="39910"/>
                      </a:lnTo>
                      <a:lnTo>
                        <a:pt x="189452" y="40862"/>
                      </a:lnTo>
                      <a:lnTo>
                        <a:pt x="192214" y="42100"/>
                      </a:lnTo>
                      <a:lnTo>
                        <a:pt x="195548" y="39910"/>
                      </a:lnTo>
                      <a:lnTo>
                        <a:pt x="198025" y="35338"/>
                      </a:lnTo>
                      <a:lnTo>
                        <a:pt x="201073" y="33147"/>
                      </a:lnTo>
                      <a:lnTo>
                        <a:pt x="203549" y="31623"/>
                      </a:lnTo>
                      <a:lnTo>
                        <a:pt x="206025" y="25813"/>
                      </a:lnTo>
                      <a:lnTo>
                        <a:pt x="205740" y="22765"/>
                      </a:lnTo>
                      <a:lnTo>
                        <a:pt x="210312" y="22479"/>
                      </a:lnTo>
                      <a:lnTo>
                        <a:pt x="211264" y="18764"/>
                      </a:lnTo>
                      <a:lnTo>
                        <a:pt x="213740" y="20288"/>
                      </a:lnTo>
                      <a:lnTo>
                        <a:pt x="216789" y="25241"/>
                      </a:lnTo>
                      <a:lnTo>
                        <a:pt x="221742" y="23050"/>
                      </a:lnTo>
                      <a:lnTo>
                        <a:pt x="222980" y="18098"/>
                      </a:lnTo>
                      <a:lnTo>
                        <a:pt x="226314" y="19050"/>
                      </a:lnTo>
                      <a:lnTo>
                        <a:pt x="227552" y="24575"/>
                      </a:lnTo>
                      <a:lnTo>
                        <a:pt x="229362" y="24575"/>
                      </a:lnTo>
                      <a:lnTo>
                        <a:pt x="230314" y="18383"/>
                      </a:lnTo>
                      <a:lnTo>
                        <a:pt x="234029" y="18098"/>
                      </a:lnTo>
                      <a:lnTo>
                        <a:pt x="234982" y="21812"/>
                      </a:lnTo>
                      <a:lnTo>
                        <a:pt x="237744" y="25527"/>
                      </a:lnTo>
                      <a:lnTo>
                        <a:pt x="242697" y="23717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4C0D7703-7DF8-DA96-F7C6-F5B262FB0403}"/>
                    </a:ext>
                  </a:extLst>
                </p:cNvPr>
                <p:cNvSpPr/>
                <p:nvPr/>
              </p:nvSpPr>
              <p:spPr>
                <a:xfrm>
                  <a:off x="6357461" y="2642338"/>
                  <a:ext cx="816864" cy="733234"/>
                </a:xfrm>
                <a:custGeom>
                  <a:avLst/>
                  <a:gdLst>
                    <a:gd name="connsiteX0" fmla="*/ 619030 w 816864"/>
                    <a:gd name="connsiteY0" fmla="*/ 610838 h 733234"/>
                    <a:gd name="connsiteX1" fmla="*/ 629412 w 816864"/>
                    <a:gd name="connsiteY1" fmla="*/ 612076 h 733234"/>
                    <a:gd name="connsiteX2" fmla="*/ 631984 w 816864"/>
                    <a:gd name="connsiteY2" fmla="*/ 612076 h 733234"/>
                    <a:gd name="connsiteX3" fmla="*/ 635032 w 816864"/>
                    <a:gd name="connsiteY3" fmla="*/ 614267 h 733234"/>
                    <a:gd name="connsiteX4" fmla="*/ 639318 w 816864"/>
                    <a:gd name="connsiteY4" fmla="*/ 614267 h 733234"/>
                    <a:gd name="connsiteX5" fmla="*/ 639318 w 816864"/>
                    <a:gd name="connsiteY5" fmla="*/ 617601 h 733234"/>
                    <a:gd name="connsiteX6" fmla="*/ 641795 w 816864"/>
                    <a:gd name="connsiteY6" fmla="*/ 619792 h 733234"/>
                    <a:gd name="connsiteX7" fmla="*/ 644557 w 816864"/>
                    <a:gd name="connsiteY7" fmla="*/ 625983 h 733234"/>
                    <a:gd name="connsiteX8" fmla="*/ 728472 w 816864"/>
                    <a:gd name="connsiteY8" fmla="*/ 677894 h 733234"/>
                    <a:gd name="connsiteX9" fmla="*/ 746570 w 816864"/>
                    <a:gd name="connsiteY9" fmla="*/ 684086 h 733234"/>
                    <a:gd name="connsiteX10" fmla="*/ 743522 w 816864"/>
                    <a:gd name="connsiteY10" fmla="*/ 697516 h 733234"/>
                    <a:gd name="connsiteX11" fmla="*/ 737711 w 816864"/>
                    <a:gd name="connsiteY11" fmla="*/ 711803 h 733234"/>
                    <a:gd name="connsiteX12" fmla="*/ 730948 w 816864"/>
                    <a:gd name="connsiteY12" fmla="*/ 725900 h 733234"/>
                    <a:gd name="connsiteX13" fmla="*/ 730948 w 816864"/>
                    <a:gd name="connsiteY13" fmla="*/ 733234 h 733234"/>
                    <a:gd name="connsiteX14" fmla="*/ 735520 w 816864"/>
                    <a:gd name="connsiteY14" fmla="*/ 727710 h 733234"/>
                    <a:gd name="connsiteX15" fmla="*/ 740093 w 816864"/>
                    <a:gd name="connsiteY15" fmla="*/ 718757 h 733234"/>
                    <a:gd name="connsiteX16" fmla="*/ 745903 w 816864"/>
                    <a:gd name="connsiteY16" fmla="*/ 717518 h 733234"/>
                    <a:gd name="connsiteX17" fmla="*/ 749236 w 816864"/>
                    <a:gd name="connsiteY17" fmla="*/ 715328 h 733234"/>
                    <a:gd name="connsiteX18" fmla="*/ 751999 w 816864"/>
                    <a:gd name="connsiteY18" fmla="*/ 715328 h 733234"/>
                    <a:gd name="connsiteX19" fmla="*/ 755713 w 816864"/>
                    <a:gd name="connsiteY19" fmla="*/ 713804 h 733234"/>
                    <a:gd name="connsiteX20" fmla="*/ 755713 w 816864"/>
                    <a:gd name="connsiteY20" fmla="*/ 705803 h 733234"/>
                    <a:gd name="connsiteX21" fmla="*/ 758476 w 816864"/>
                    <a:gd name="connsiteY21" fmla="*/ 703993 h 733234"/>
                    <a:gd name="connsiteX22" fmla="*/ 761524 w 816864"/>
                    <a:gd name="connsiteY22" fmla="*/ 698754 h 733234"/>
                    <a:gd name="connsiteX23" fmla="*/ 763714 w 816864"/>
                    <a:gd name="connsiteY23" fmla="*/ 695039 h 733234"/>
                    <a:gd name="connsiteX24" fmla="*/ 771430 w 816864"/>
                    <a:gd name="connsiteY24" fmla="*/ 692563 h 733234"/>
                    <a:gd name="connsiteX25" fmla="*/ 774192 w 816864"/>
                    <a:gd name="connsiteY25" fmla="*/ 687038 h 733234"/>
                    <a:gd name="connsiteX26" fmla="*/ 766191 w 816864"/>
                    <a:gd name="connsiteY26" fmla="*/ 667417 h 733234"/>
                    <a:gd name="connsiteX27" fmla="*/ 795718 w 816864"/>
                    <a:gd name="connsiteY27" fmla="*/ 648557 h 733234"/>
                    <a:gd name="connsiteX28" fmla="*/ 787432 w 816864"/>
                    <a:gd name="connsiteY28" fmla="*/ 638556 h 733234"/>
                    <a:gd name="connsiteX29" fmla="*/ 788289 w 816864"/>
                    <a:gd name="connsiteY29" fmla="*/ 600742 h 733234"/>
                    <a:gd name="connsiteX30" fmla="*/ 789241 w 816864"/>
                    <a:gd name="connsiteY30" fmla="*/ 557403 h 733234"/>
                    <a:gd name="connsiteX31" fmla="*/ 793052 w 816864"/>
                    <a:gd name="connsiteY31" fmla="*/ 513112 h 733234"/>
                    <a:gd name="connsiteX32" fmla="*/ 796290 w 816864"/>
                    <a:gd name="connsiteY32" fmla="*/ 492157 h 733234"/>
                    <a:gd name="connsiteX33" fmla="*/ 802195 w 816864"/>
                    <a:gd name="connsiteY33" fmla="*/ 454152 h 733234"/>
                    <a:gd name="connsiteX34" fmla="*/ 812102 w 816864"/>
                    <a:gd name="connsiteY34" fmla="*/ 428720 h 733234"/>
                    <a:gd name="connsiteX35" fmla="*/ 813816 w 816864"/>
                    <a:gd name="connsiteY35" fmla="*/ 395764 h 733234"/>
                    <a:gd name="connsiteX36" fmla="*/ 816864 w 816864"/>
                    <a:gd name="connsiteY36" fmla="*/ 390811 h 733234"/>
                    <a:gd name="connsiteX37" fmla="*/ 816864 w 816864"/>
                    <a:gd name="connsiteY37" fmla="*/ 258699 h 733234"/>
                    <a:gd name="connsiteX38" fmla="*/ 813816 w 816864"/>
                    <a:gd name="connsiteY38" fmla="*/ 248888 h 733234"/>
                    <a:gd name="connsiteX39" fmla="*/ 804577 w 816864"/>
                    <a:gd name="connsiteY39" fmla="*/ 247650 h 733234"/>
                    <a:gd name="connsiteX40" fmla="*/ 804005 w 816864"/>
                    <a:gd name="connsiteY40" fmla="*/ 234791 h 733234"/>
                    <a:gd name="connsiteX41" fmla="*/ 804005 w 816864"/>
                    <a:gd name="connsiteY41" fmla="*/ 175165 h 733234"/>
                    <a:gd name="connsiteX42" fmla="*/ 806482 w 816864"/>
                    <a:gd name="connsiteY42" fmla="*/ 154877 h 733234"/>
                    <a:gd name="connsiteX43" fmla="*/ 813816 w 816864"/>
                    <a:gd name="connsiteY43" fmla="*/ 127254 h 733234"/>
                    <a:gd name="connsiteX44" fmla="*/ 806482 w 816864"/>
                    <a:gd name="connsiteY44" fmla="*/ 96488 h 733234"/>
                    <a:gd name="connsiteX45" fmla="*/ 802195 w 816864"/>
                    <a:gd name="connsiteY45" fmla="*/ 49816 h 733234"/>
                    <a:gd name="connsiteX46" fmla="*/ 806482 w 816864"/>
                    <a:gd name="connsiteY46" fmla="*/ 0 h 733234"/>
                    <a:gd name="connsiteX47" fmla="*/ 601885 w 816864"/>
                    <a:gd name="connsiteY47" fmla="*/ 0 h 733234"/>
                    <a:gd name="connsiteX48" fmla="*/ 431673 w 816864"/>
                    <a:gd name="connsiteY48" fmla="*/ 154877 h 733234"/>
                    <a:gd name="connsiteX49" fmla="*/ 439007 w 816864"/>
                    <a:gd name="connsiteY49" fmla="*/ 179451 h 733234"/>
                    <a:gd name="connsiteX50" fmla="*/ 459295 w 816864"/>
                    <a:gd name="connsiteY50" fmla="*/ 179451 h 733234"/>
                    <a:gd name="connsiteX51" fmla="*/ 461105 w 816864"/>
                    <a:gd name="connsiteY51" fmla="*/ 183737 h 733234"/>
                    <a:gd name="connsiteX52" fmla="*/ 458628 w 816864"/>
                    <a:gd name="connsiteY52" fmla="*/ 191071 h 733234"/>
                    <a:gd name="connsiteX53" fmla="*/ 446341 w 816864"/>
                    <a:gd name="connsiteY53" fmla="*/ 199073 h 733234"/>
                    <a:gd name="connsiteX54" fmla="*/ 446341 w 816864"/>
                    <a:gd name="connsiteY54" fmla="*/ 209550 h 733234"/>
                    <a:gd name="connsiteX55" fmla="*/ 450628 w 816864"/>
                    <a:gd name="connsiteY55" fmla="*/ 228600 h 733234"/>
                    <a:gd name="connsiteX56" fmla="*/ 445103 w 816864"/>
                    <a:gd name="connsiteY56" fmla="*/ 253841 h 733234"/>
                    <a:gd name="connsiteX57" fmla="*/ 433388 w 816864"/>
                    <a:gd name="connsiteY57" fmla="*/ 260033 h 733234"/>
                    <a:gd name="connsiteX58" fmla="*/ 409384 w 816864"/>
                    <a:gd name="connsiteY58" fmla="*/ 271748 h 733234"/>
                    <a:gd name="connsiteX59" fmla="*/ 373094 w 816864"/>
                    <a:gd name="connsiteY59" fmla="*/ 302514 h 733234"/>
                    <a:gd name="connsiteX60" fmla="*/ 275368 w 816864"/>
                    <a:gd name="connsiteY60" fmla="*/ 309848 h 733234"/>
                    <a:gd name="connsiteX61" fmla="*/ 246507 w 816864"/>
                    <a:gd name="connsiteY61" fmla="*/ 288988 h 733234"/>
                    <a:gd name="connsiteX62" fmla="*/ 111347 w 816864"/>
                    <a:gd name="connsiteY62" fmla="*/ 296990 h 733234"/>
                    <a:gd name="connsiteX63" fmla="*/ 77534 w 816864"/>
                    <a:gd name="connsiteY63" fmla="*/ 311753 h 733234"/>
                    <a:gd name="connsiteX64" fmla="*/ 103917 w 816864"/>
                    <a:gd name="connsiteY64" fmla="*/ 355378 h 733234"/>
                    <a:gd name="connsiteX65" fmla="*/ 113729 w 816864"/>
                    <a:gd name="connsiteY65" fmla="*/ 373190 h 733234"/>
                    <a:gd name="connsiteX66" fmla="*/ 115538 w 816864"/>
                    <a:gd name="connsiteY66" fmla="*/ 392240 h 733234"/>
                    <a:gd name="connsiteX67" fmla="*/ 95250 w 816864"/>
                    <a:gd name="connsiteY67" fmla="*/ 417481 h 733234"/>
                    <a:gd name="connsiteX68" fmla="*/ 0 w 816864"/>
                    <a:gd name="connsiteY68" fmla="*/ 469678 h 733234"/>
                    <a:gd name="connsiteX69" fmla="*/ 0 w 816864"/>
                    <a:gd name="connsiteY69" fmla="*/ 517208 h 733234"/>
                    <a:gd name="connsiteX70" fmla="*/ 541401 w 816864"/>
                    <a:gd name="connsiteY70" fmla="*/ 517208 h 733234"/>
                    <a:gd name="connsiteX71" fmla="*/ 582549 w 816864"/>
                    <a:gd name="connsiteY71" fmla="*/ 550831 h 733234"/>
                    <a:gd name="connsiteX72" fmla="*/ 590550 w 816864"/>
                    <a:gd name="connsiteY72" fmla="*/ 584263 h 733234"/>
                    <a:gd name="connsiteX73" fmla="*/ 594741 w 816864"/>
                    <a:gd name="connsiteY73" fmla="*/ 592836 h 733234"/>
                    <a:gd name="connsiteX74" fmla="*/ 602552 w 816864"/>
                    <a:gd name="connsiteY74" fmla="*/ 597980 h 733234"/>
                    <a:gd name="connsiteX75" fmla="*/ 609029 w 816864"/>
                    <a:gd name="connsiteY75" fmla="*/ 604266 h 733234"/>
                    <a:gd name="connsiteX76" fmla="*/ 612362 w 816864"/>
                    <a:gd name="connsiteY76" fmla="*/ 604266 h 733234"/>
                    <a:gd name="connsiteX77" fmla="*/ 616648 w 816864"/>
                    <a:gd name="connsiteY77" fmla="*/ 610743 h 733234"/>
                    <a:gd name="connsiteX78" fmla="*/ 618839 w 816864"/>
                    <a:gd name="connsiteY78" fmla="*/ 611029 h 733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816864" h="733234">
                      <a:moveTo>
                        <a:pt x="619030" y="610838"/>
                      </a:moveTo>
                      <a:lnTo>
                        <a:pt x="629412" y="612076"/>
                      </a:lnTo>
                      <a:lnTo>
                        <a:pt x="631984" y="612076"/>
                      </a:lnTo>
                      <a:lnTo>
                        <a:pt x="635032" y="614267"/>
                      </a:lnTo>
                      <a:lnTo>
                        <a:pt x="639318" y="614267"/>
                      </a:lnTo>
                      <a:lnTo>
                        <a:pt x="639318" y="617601"/>
                      </a:lnTo>
                      <a:lnTo>
                        <a:pt x="641795" y="619792"/>
                      </a:lnTo>
                      <a:lnTo>
                        <a:pt x="644557" y="625983"/>
                      </a:lnTo>
                      <a:lnTo>
                        <a:pt x="728472" y="677894"/>
                      </a:lnTo>
                      <a:lnTo>
                        <a:pt x="746570" y="684086"/>
                      </a:lnTo>
                      <a:lnTo>
                        <a:pt x="743522" y="697516"/>
                      </a:lnTo>
                      <a:lnTo>
                        <a:pt x="737711" y="711803"/>
                      </a:lnTo>
                      <a:lnTo>
                        <a:pt x="730948" y="725900"/>
                      </a:lnTo>
                      <a:lnTo>
                        <a:pt x="730948" y="733234"/>
                      </a:lnTo>
                      <a:lnTo>
                        <a:pt x="735520" y="727710"/>
                      </a:lnTo>
                      <a:lnTo>
                        <a:pt x="740093" y="718757"/>
                      </a:lnTo>
                      <a:lnTo>
                        <a:pt x="745903" y="717518"/>
                      </a:lnTo>
                      <a:lnTo>
                        <a:pt x="749236" y="715328"/>
                      </a:lnTo>
                      <a:lnTo>
                        <a:pt x="751999" y="715328"/>
                      </a:lnTo>
                      <a:lnTo>
                        <a:pt x="755713" y="713804"/>
                      </a:lnTo>
                      <a:lnTo>
                        <a:pt x="755713" y="705803"/>
                      </a:lnTo>
                      <a:lnTo>
                        <a:pt x="758476" y="703993"/>
                      </a:lnTo>
                      <a:cubicBezTo>
                        <a:pt x="758476" y="703993"/>
                        <a:pt x="761524" y="699707"/>
                        <a:pt x="761524" y="698754"/>
                      </a:cubicBezTo>
                      <a:cubicBezTo>
                        <a:pt x="761524" y="697801"/>
                        <a:pt x="763714" y="695039"/>
                        <a:pt x="763714" y="695039"/>
                      </a:cubicBezTo>
                      <a:lnTo>
                        <a:pt x="771430" y="692563"/>
                      </a:lnTo>
                      <a:lnTo>
                        <a:pt x="774192" y="687038"/>
                      </a:lnTo>
                      <a:lnTo>
                        <a:pt x="766191" y="667417"/>
                      </a:lnTo>
                      <a:lnTo>
                        <a:pt x="795718" y="648557"/>
                      </a:lnTo>
                      <a:lnTo>
                        <a:pt x="787432" y="638556"/>
                      </a:lnTo>
                      <a:lnTo>
                        <a:pt x="788289" y="600742"/>
                      </a:lnTo>
                      <a:lnTo>
                        <a:pt x="789241" y="557403"/>
                      </a:lnTo>
                      <a:lnTo>
                        <a:pt x="793052" y="513112"/>
                      </a:lnTo>
                      <a:lnTo>
                        <a:pt x="796290" y="492157"/>
                      </a:lnTo>
                      <a:lnTo>
                        <a:pt x="802195" y="454152"/>
                      </a:lnTo>
                      <a:lnTo>
                        <a:pt x="812102" y="428720"/>
                      </a:lnTo>
                      <a:lnTo>
                        <a:pt x="813816" y="395764"/>
                      </a:lnTo>
                      <a:lnTo>
                        <a:pt x="816864" y="390811"/>
                      </a:lnTo>
                      <a:lnTo>
                        <a:pt x="816864" y="258699"/>
                      </a:lnTo>
                      <a:lnTo>
                        <a:pt x="813816" y="248888"/>
                      </a:lnTo>
                      <a:lnTo>
                        <a:pt x="804577" y="247650"/>
                      </a:lnTo>
                      <a:lnTo>
                        <a:pt x="804005" y="234791"/>
                      </a:lnTo>
                      <a:lnTo>
                        <a:pt x="804005" y="175165"/>
                      </a:lnTo>
                      <a:lnTo>
                        <a:pt x="806482" y="154877"/>
                      </a:lnTo>
                      <a:lnTo>
                        <a:pt x="813816" y="127254"/>
                      </a:lnTo>
                      <a:lnTo>
                        <a:pt x="806482" y="96488"/>
                      </a:lnTo>
                      <a:lnTo>
                        <a:pt x="802195" y="49816"/>
                      </a:lnTo>
                      <a:lnTo>
                        <a:pt x="806482" y="0"/>
                      </a:lnTo>
                      <a:lnTo>
                        <a:pt x="601885" y="0"/>
                      </a:lnTo>
                      <a:lnTo>
                        <a:pt x="431673" y="154877"/>
                      </a:lnTo>
                      <a:lnTo>
                        <a:pt x="439007" y="179451"/>
                      </a:lnTo>
                      <a:lnTo>
                        <a:pt x="459295" y="179451"/>
                      </a:lnTo>
                      <a:cubicBezTo>
                        <a:pt x="461772" y="179451"/>
                        <a:pt x="461105" y="183737"/>
                        <a:pt x="461105" y="183737"/>
                      </a:cubicBezTo>
                      <a:lnTo>
                        <a:pt x="458628" y="191071"/>
                      </a:lnTo>
                      <a:lnTo>
                        <a:pt x="446341" y="199073"/>
                      </a:lnTo>
                      <a:lnTo>
                        <a:pt x="446341" y="209550"/>
                      </a:lnTo>
                      <a:lnTo>
                        <a:pt x="450628" y="228600"/>
                      </a:lnTo>
                      <a:lnTo>
                        <a:pt x="445103" y="253841"/>
                      </a:lnTo>
                      <a:lnTo>
                        <a:pt x="433388" y="260033"/>
                      </a:lnTo>
                      <a:lnTo>
                        <a:pt x="409384" y="271748"/>
                      </a:lnTo>
                      <a:lnTo>
                        <a:pt x="373094" y="302514"/>
                      </a:lnTo>
                      <a:lnTo>
                        <a:pt x="275368" y="309848"/>
                      </a:lnTo>
                      <a:lnTo>
                        <a:pt x="246507" y="288988"/>
                      </a:lnTo>
                      <a:lnTo>
                        <a:pt x="111347" y="296990"/>
                      </a:lnTo>
                      <a:lnTo>
                        <a:pt x="77534" y="311753"/>
                      </a:lnTo>
                      <a:lnTo>
                        <a:pt x="103917" y="355378"/>
                      </a:lnTo>
                      <a:lnTo>
                        <a:pt x="113729" y="373190"/>
                      </a:lnTo>
                      <a:lnTo>
                        <a:pt x="115538" y="392240"/>
                      </a:lnTo>
                      <a:lnTo>
                        <a:pt x="95250" y="417481"/>
                      </a:lnTo>
                      <a:lnTo>
                        <a:pt x="0" y="469678"/>
                      </a:lnTo>
                      <a:lnTo>
                        <a:pt x="0" y="517208"/>
                      </a:lnTo>
                      <a:lnTo>
                        <a:pt x="541401" y="517208"/>
                      </a:lnTo>
                      <a:lnTo>
                        <a:pt x="582549" y="550831"/>
                      </a:lnTo>
                      <a:lnTo>
                        <a:pt x="590550" y="584263"/>
                      </a:lnTo>
                      <a:lnTo>
                        <a:pt x="594741" y="592836"/>
                      </a:lnTo>
                      <a:lnTo>
                        <a:pt x="602552" y="597980"/>
                      </a:lnTo>
                      <a:lnTo>
                        <a:pt x="609029" y="604266"/>
                      </a:lnTo>
                      <a:lnTo>
                        <a:pt x="612362" y="604266"/>
                      </a:lnTo>
                      <a:lnTo>
                        <a:pt x="616648" y="610743"/>
                      </a:lnTo>
                      <a:lnTo>
                        <a:pt x="618839" y="611029"/>
                      </a:lnTo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384FA29-3C92-5461-B355-48E653CFBDD6}"/>
                </a:ext>
              </a:extLst>
            </p:cNvPr>
            <p:cNvSpPr/>
            <p:nvPr/>
          </p:nvSpPr>
          <p:spPr>
            <a:xfrm>
              <a:off x="7271385" y="2584617"/>
              <a:ext cx="226218" cy="461486"/>
            </a:xfrm>
            <a:custGeom>
              <a:avLst/>
              <a:gdLst>
                <a:gd name="connsiteX0" fmla="*/ 164687 w 226218"/>
                <a:gd name="connsiteY0" fmla="*/ 450437 h 461486"/>
                <a:gd name="connsiteX1" fmla="*/ 165354 w 226218"/>
                <a:gd name="connsiteY1" fmla="*/ 444246 h 461486"/>
                <a:gd name="connsiteX2" fmla="*/ 169640 w 226218"/>
                <a:gd name="connsiteY2" fmla="*/ 438721 h 461486"/>
                <a:gd name="connsiteX3" fmla="*/ 177641 w 226218"/>
                <a:gd name="connsiteY3" fmla="*/ 441198 h 461486"/>
                <a:gd name="connsiteX4" fmla="*/ 181927 w 226218"/>
                <a:gd name="connsiteY4" fmla="*/ 435007 h 461486"/>
                <a:gd name="connsiteX5" fmla="*/ 191738 w 226218"/>
                <a:gd name="connsiteY5" fmla="*/ 428244 h 461486"/>
                <a:gd name="connsiteX6" fmla="*/ 202787 w 226218"/>
                <a:gd name="connsiteY6" fmla="*/ 429482 h 461486"/>
                <a:gd name="connsiteX7" fmla="*/ 210788 w 226218"/>
                <a:gd name="connsiteY7" fmla="*/ 430721 h 461486"/>
                <a:gd name="connsiteX8" fmla="*/ 226219 w 226218"/>
                <a:gd name="connsiteY8" fmla="*/ 398812 h 461486"/>
                <a:gd name="connsiteX9" fmla="*/ 210788 w 226218"/>
                <a:gd name="connsiteY9" fmla="*/ 387763 h 461486"/>
                <a:gd name="connsiteX10" fmla="*/ 210788 w 226218"/>
                <a:gd name="connsiteY10" fmla="*/ 371761 h 461486"/>
                <a:gd name="connsiteX11" fmla="*/ 210788 w 226218"/>
                <a:gd name="connsiteY11" fmla="*/ 368046 h 461486"/>
                <a:gd name="connsiteX12" fmla="*/ 197929 w 226218"/>
                <a:gd name="connsiteY12" fmla="*/ 349663 h 461486"/>
                <a:gd name="connsiteX13" fmla="*/ 188690 w 226218"/>
                <a:gd name="connsiteY13" fmla="*/ 344043 h 461486"/>
                <a:gd name="connsiteX14" fmla="*/ 188690 w 226218"/>
                <a:gd name="connsiteY14" fmla="*/ 334232 h 461486"/>
                <a:gd name="connsiteX15" fmla="*/ 196024 w 226218"/>
                <a:gd name="connsiteY15" fmla="*/ 320135 h 461486"/>
                <a:gd name="connsiteX16" fmla="*/ 195453 w 226218"/>
                <a:gd name="connsiteY16" fmla="*/ 310324 h 461486"/>
                <a:gd name="connsiteX17" fmla="*/ 191738 w 226218"/>
                <a:gd name="connsiteY17" fmla="*/ 304800 h 461486"/>
                <a:gd name="connsiteX18" fmla="*/ 176974 w 226218"/>
                <a:gd name="connsiteY18" fmla="*/ 0 h 461486"/>
                <a:gd name="connsiteX19" fmla="*/ 172116 w 226218"/>
                <a:gd name="connsiteY19" fmla="*/ 8572 h 461486"/>
                <a:gd name="connsiteX20" fmla="*/ 164116 w 226218"/>
                <a:gd name="connsiteY20" fmla="*/ 9144 h 461486"/>
                <a:gd name="connsiteX21" fmla="*/ 156686 w 226218"/>
                <a:gd name="connsiteY21" fmla="*/ 7334 h 461486"/>
                <a:gd name="connsiteX22" fmla="*/ 153066 w 226218"/>
                <a:gd name="connsiteY22" fmla="*/ 0 h 461486"/>
                <a:gd name="connsiteX23" fmla="*/ 148780 w 226218"/>
                <a:gd name="connsiteY23" fmla="*/ 0 h 461486"/>
                <a:gd name="connsiteX24" fmla="*/ 143827 w 226218"/>
                <a:gd name="connsiteY24" fmla="*/ 8572 h 461486"/>
                <a:gd name="connsiteX25" fmla="*/ 139541 w 226218"/>
                <a:gd name="connsiteY25" fmla="*/ 12859 h 461486"/>
                <a:gd name="connsiteX26" fmla="*/ 132112 w 226218"/>
                <a:gd name="connsiteY26" fmla="*/ 11049 h 461486"/>
                <a:gd name="connsiteX27" fmla="*/ 137064 w 226218"/>
                <a:gd name="connsiteY27" fmla="*/ 17812 h 461486"/>
                <a:gd name="connsiteX28" fmla="*/ 132112 w 226218"/>
                <a:gd name="connsiteY28" fmla="*/ 23908 h 461486"/>
                <a:gd name="connsiteX29" fmla="*/ 132112 w 226218"/>
                <a:gd name="connsiteY29" fmla="*/ 31337 h 461486"/>
                <a:gd name="connsiteX30" fmla="*/ 132112 w 226218"/>
                <a:gd name="connsiteY30" fmla="*/ 37433 h 461486"/>
                <a:gd name="connsiteX31" fmla="*/ 126968 w 226218"/>
                <a:gd name="connsiteY31" fmla="*/ 42386 h 461486"/>
                <a:gd name="connsiteX32" fmla="*/ 126968 w 226218"/>
                <a:gd name="connsiteY32" fmla="*/ 52769 h 461486"/>
                <a:gd name="connsiteX33" fmla="*/ 122967 w 226218"/>
                <a:gd name="connsiteY33" fmla="*/ 55912 h 461486"/>
                <a:gd name="connsiteX34" fmla="*/ 126968 w 226218"/>
                <a:gd name="connsiteY34" fmla="*/ 55912 h 461486"/>
                <a:gd name="connsiteX35" fmla="*/ 111252 w 226218"/>
                <a:gd name="connsiteY35" fmla="*/ 103156 h 461486"/>
                <a:gd name="connsiteX36" fmla="*/ 119253 w 226218"/>
                <a:gd name="connsiteY36" fmla="*/ 131445 h 461486"/>
                <a:gd name="connsiteX37" fmla="*/ 110680 w 226218"/>
                <a:gd name="connsiteY37" fmla="*/ 154781 h 461486"/>
                <a:gd name="connsiteX38" fmla="*/ 88392 w 226218"/>
                <a:gd name="connsiteY38" fmla="*/ 163068 h 461486"/>
                <a:gd name="connsiteX39" fmla="*/ 74771 w 226218"/>
                <a:gd name="connsiteY39" fmla="*/ 169259 h 461486"/>
                <a:gd name="connsiteX40" fmla="*/ 63912 w 226218"/>
                <a:gd name="connsiteY40" fmla="*/ 177546 h 461486"/>
                <a:gd name="connsiteX41" fmla="*/ 57816 w 226218"/>
                <a:gd name="connsiteY41" fmla="*/ 204597 h 461486"/>
                <a:gd name="connsiteX42" fmla="*/ 59055 w 226218"/>
                <a:gd name="connsiteY42" fmla="*/ 228600 h 461486"/>
                <a:gd name="connsiteX43" fmla="*/ 39338 w 226218"/>
                <a:gd name="connsiteY43" fmla="*/ 263557 h 461486"/>
                <a:gd name="connsiteX44" fmla="*/ 17812 w 226218"/>
                <a:gd name="connsiteY44" fmla="*/ 310324 h 461486"/>
                <a:gd name="connsiteX45" fmla="*/ 0 w 226218"/>
                <a:gd name="connsiteY45" fmla="*/ 396907 h 461486"/>
                <a:gd name="connsiteX46" fmla="*/ 0 w 226218"/>
                <a:gd name="connsiteY46" fmla="*/ 453485 h 461486"/>
                <a:gd name="connsiteX47" fmla="*/ 138874 w 226218"/>
                <a:gd name="connsiteY47" fmla="*/ 459772 h 461486"/>
                <a:gd name="connsiteX48" fmla="*/ 145637 w 226218"/>
                <a:gd name="connsiteY48" fmla="*/ 460438 h 461486"/>
                <a:gd name="connsiteX49" fmla="*/ 151923 w 226218"/>
                <a:gd name="connsiteY49" fmla="*/ 461486 h 461486"/>
                <a:gd name="connsiteX50" fmla="*/ 153543 w 226218"/>
                <a:gd name="connsiteY50" fmla="*/ 455962 h 461486"/>
                <a:gd name="connsiteX51" fmla="*/ 164687 w 226218"/>
                <a:gd name="connsiteY51" fmla="*/ 450437 h 46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26218" h="461486">
                  <a:moveTo>
                    <a:pt x="164687" y="450437"/>
                  </a:moveTo>
                  <a:lnTo>
                    <a:pt x="165354" y="444246"/>
                  </a:lnTo>
                  <a:lnTo>
                    <a:pt x="169640" y="438721"/>
                  </a:lnTo>
                  <a:lnTo>
                    <a:pt x="177641" y="441198"/>
                  </a:lnTo>
                  <a:lnTo>
                    <a:pt x="181927" y="435007"/>
                  </a:lnTo>
                  <a:lnTo>
                    <a:pt x="191738" y="428244"/>
                  </a:lnTo>
                  <a:lnTo>
                    <a:pt x="202787" y="429482"/>
                  </a:lnTo>
                  <a:lnTo>
                    <a:pt x="210788" y="430721"/>
                  </a:lnTo>
                  <a:lnTo>
                    <a:pt x="226219" y="398812"/>
                  </a:lnTo>
                  <a:lnTo>
                    <a:pt x="210788" y="387763"/>
                  </a:lnTo>
                  <a:lnTo>
                    <a:pt x="210788" y="371761"/>
                  </a:lnTo>
                  <a:lnTo>
                    <a:pt x="210788" y="368046"/>
                  </a:lnTo>
                  <a:lnTo>
                    <a:pt x="197929" y="349663"/>
                  </a:lnTo>
                  <a:lnTo>
                    <a:pt x="188690" y="344043"/>
                  </a:lnTo>
                  <a:lnTo>
                    <a:pt x="188690" y="334232"/>
                  </a:lnTo>
                  <a:lnTo>
                    <a:pt x="196024" y="320135"/>
                  </a:lnTo>
                  <a:lnTo>
                    <a:pt x="195453" y="310324"/>
                  </a:lnTo>
                  <a:lnTo>
                    <a:pt x="191738" y="304800"/>
                  </a:lnTo>
                  <a:lnTo>
                    <a:pt x="176974" y="0"/>
                  </a:lnTo>
                  <a:lnTo>
                    <a:pt x="172116" y="8572"/>
                  </a:lnTo>
                  <a:lnTo>
                    <a:pt x="164116" y="9144"/>
                  </a:lnTo>
                  <a:lnTo>
                    <a:pt x="156686" y="7334"/>
                  </a:lnTo>
                  <a:lnTo>
                    <a:pt x="153066" y="0"/>
                  </a:lnTo>
                  <a:lnTo>
                    <a:pt x="148780" y="0"/>
                  </a:lnTo>
                  <a:lnTo>
                    <a:pt x="143827" y="8572"/>
                  </a:lnTo>
                  <a:lnTo>
                    <a:pt x="139541" y="12859"/>
                  </a:lnTo>
                  <a:lnTo>
                    <a:pt x="132112" y="11049"/>
                  </a:lnTo>
                  <a:lnTo>
                    <a:pt x="137064" y="17812"/>
                  </a:lnTo>
                  <a:lnTo>
                    <a:pt x="132112" y="23908"/>
                  </a:lnTo>
                  <a:lnTo>
                    <a:pt x="132112" y="31337"/>
                  </a:lnTo>
                  <a:lnTo>
                    <a:pt x="132112" y="37433"/>
                  </a:lnTo>
                  <a:lnTo>
                    <a:pt x="126968" y="42386"/>
                  </a:lnTo>
                  <a:lnTo>
                    <a:pt x="126968" y="52769"/>
                  </a:lnTo>
                  <a:lnTo>
                    <a:pt x="122967" y="55912"/>
                  </a:lnTo>
                  <a:lnTo>
                    <a:pt x="126968" y="55912"/>
                  </a:lnTo>
                  <a:lnTo>
                    <a:pt x="111252" y="103156"/>
                  </a:lnTo>
                  <a:lnTo>
                    <a:pt x="119253" y="131445"/>
                  </a:lnTo>
                  <a:lnTo>
                    <a:pt x="110680" y="154781"/>
                  </a:lnTo>
                  <a:lnTo>
                    <a:pt x="88392" y="163068"/>
                  </a:lnTo>
                  <a:lnTo>
                    <a:pt x="74771" y="169259"/>
                  </a:lnTo>
                  <a:lnTo>
                    <a:pt x="63912" y="177546"/>
                  </a:lnTo>
                  <a:lnTo>
                    <a:pt x="57816" y="204597"/>
                  </a:lnTo>
                  <a:lnTo>
                    <a:pt x="59055" y="228600"/>
                  </a:lnTo>
                  <a:lnTo>
                    <a:pt x="39338" y="263557"/>
                  </a:lnTo>
                  <a:lnTo>
                    <a:pt x="17812" y="310324"/>
                  </a:lnTo>
                  <a:lnTo>
                    <a:pt x="0" y="396907"/>
                  </a:lnTo>
                  <a:lnTo>
                    <a:pt x="0" y="453485"/>
                  </a:lnTo>
                  <a:lnTo>
                    <a:pt x="138874" y="459772"/>
                  </a:lnTo>
                  <a:lnTo>
                    <a:pt x="145637" y="460438"/>
                  </a:lnTo>
                  <a:lnTo>
                    <a:pt x="151923" y="461486"/>
                  </a:lnTo>
                  <a:lnTo>
                    <a:pt x="153543" y="455962"/>
                  </a:lnTo>
                  <a:lnTo>
                    <a:pt x="164687" y="450437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4" name="Graphic 8">
              <a:extLst>
                <a:ext uri="{FF2B5EF4-FFF2-40B4-BE49-F238E27FC236}">
                  <a16:creationId xmlns:a16="http://schemas.microsoft.com/office/drawing/2014/main" id="{A8A38322-254A-022D-625E-80536AD35EE2}"/>
                </a:ext>
              </a:extLst>
            </p:cNvPr>
            <p:cNvGrpSpPr/>
            <p:nvPr/>
          </p:nvGrpSpPr>
          <p:grpSpPr>
            <a:xfrm>
              <a:off x="7447978" y="2187138"/>
              <a:ext cx="521017" cy="796289"/>
              <a:chOff x="7447978" y="2187138"/>
              <a:chExt cx="521017" cy="796289"/>
            </a:xfrm>
            <a:grpFill/>
          </p:grpSpPr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5F96ACF-1067-4690-AEAC-D08959F0ADD9}"/>
                  </a:ext>
                </a:extLst>
              </p:cNvPr>
              <p:cNvSpPr/>
              <p:nvPr/>
            </p:nvSpPr>
            <p:spPr>
              <a:xfrm>
                <a:off x="7447978" y="2187138"/>
                <a:ext cx="521017" cy="796289"/>
              </a:xfrm>
              <a:custGeom>
                <a:avLst/>
                <a:gdLst>
                  <a:gd name="connsiteX0" fmla="*/ 49625 w 521017"/>
                  <a:gd name="connsiteY0" fmla="*/ 796290 h 796289"/>
                  <a:gd name="connsiteX1" fmla="*/ 59436 w 521017"/>
                  <a:gd name="connsiteY1" fmla="*/ 781050 h 796289"/>
                  <a:gd name="connsiteX2" fmla="*/ 62198 w 521017"/>
                  <a:gd name="connsiteY2" fmla="*/ 772954 h 796289"/>
                  <a:gd name="connsiteX3" fmla="*/ 65151 w 521017"/>
                  <a:gd name="connsiteY3" fmla="*/ 757523 h 796289"/>
                  <a:gd name="connsiteX4" fmla="*/ 66960 w 521017"/>
                  <a:gd name="connsiteY4" fmla="*/ 748951 h 796289"/>
                  <a:gd name="connsiteX5" fmla="*/ 72961 w 521017"/>
                  <a:gd name="connsiteY5" fmla="*/ 743903 h 796289"/>
                  <a:gd name="connsiteX6" fmla="*/ 78962 w 521017"/>
                  <a:gd name="connsiteY6" fmla="*/ 745522 h 796289"/>
                  <a:gd name="connsiteX7" fmla="*/ 82868 w 521017"/>
                  <a:gd name="connsiteY7" fmla="*/ 742569 h 796289"/>
                  <a:gd name="connsiteX8" fmla="*/ 93250 w 521017"/>
                  <a:gd name="connsiteY8" fmla="*/ 729710 h 796289"/>
                  <a:gd name="connsiteX9" fmla="*/ 90678 w 521017"/>
                  <a:gd name="connsiteY9" fmla="*/ 715613 h 796289"/>
                  <a:gd name="connsiteX10" fmla="*/ 93250 w 521017"/>
                  <a:gd name="connsiteY10" fmla="*/ 706374 h 796289"/>
                  <a:gd name="connsiteX11" fmla="*/ 98298 w 521017"/>
                  <a:gd name="connsiteY11" fmla="*/ 713518 h 796289"/>
                  <a:gd name="connsiteX12" fmla="*/ 103632 w 521017"/>
                  <a:gd name="connsiteY12" fmla="*/ 706374 h 796289"/>
                  <a:gd name="connsiteX13" fmla="*/ 108014 w 521017"/>
                  <a:gd name="connsiteY13" fmla="*/ 706374 h 796289"/>
                  <a:gd name="connsiteX14" fmla="*/ 115158 w 521017"/>
                  <a:gd name="connsiteY14" fmla="*/ 704564 h 796289"/>
                  <a:gd name="connsiteX15" fmla="*/ 111728 w 521017"/>
                  <a:gd name="connsiteY15" fmla="*/ 693515 h 796289"/>
                  <a:gd name="connsiteX16" fmla="*/ 112871 w 521017"/>
                  <a:gd name="connsiteY16" fmla="*/ 678561 h 796289"/>
                  <a:gd name="connsiteX17" fmla="*/ 119063 w 521017"/>
                  <a:gd name="connsiteY17" fmla="*/ 669322 h 796289"/>
                  <a:gd name="connsiteX18" fmla="*/ 133350 w 521017"/>
                  <a:gd name="connsiteY18" fmla="*/ 656844 h 796289"/>
                  <a:gd name="connsiteX19" fmla="*/ 140684 w 521017"/>
                  <a:gd name="connsiteY19" fmla="*/ 653891 h 796289"/>
                  <a:gd name="connsiteX20" fmla="*/ 142494 w 521017"/>
                  <a:gd name="connsiteY20" fmla="*/ 653891 h 796289"/>
                  <a:gd name="connsiteX21" fmla="*/ 134398 w 521017"/>
                  <a:gd name="connsiteY21" fmla="*/ 673703 h 796289"/>
                  <a:gd name="connsiteX22" fmla="*/ 137826 w 521017"/>
                  <a:gd name="connsiteY22" fmla="*/ 673894 h 796289"/>
                  <a:gd name="connsiteX23" fmla="*/ 145923 w 521017"/>
                  <a:gd name="connsiteY23" fmla="*/ 658463 h 796289"/>
                  <a:gd name="connsiteX24" fmla="*/ 149161 w 521017"/>
                  <a:gd name="connsiteY24" fmla="*/ 663797 h 796289"/>
                  <a:gd name="connsiteX25" fmla="*/ 151448 w 521017"/>
                  <a:gd name="connsiteY25" fmla="*/ 665893 h 796289"/>
                  <a:gd name="connsiteX26" fmla="*/ 152591 w 521017"/>
                  <a:gd name="connsiteY26" fmla="*/ 661035 h 796289"/>
                  <a:gd name="connsiteX27" fmla="*/ 151162 w 521017"/>
                  <a:gd name="connsiteY27" fmla="*/ 653891 h 796289"/>
                  <a:gd name="connsiteX28" fmla="*/ 153734 w 521017"/>
                  <a:gd name="connsiteY28" fmla="*/ 653891 h 796289"/>
                  <a:gd name="connsiteX29" fmla="*/ 156686 w 521017"/>
                  <a:gd name="connsiteY29" fmla="*/ 678085 h 796289"/>
                  <a:gd name="connsiteX30" fmla="*/ 161068 w 521017"/>
                  <a:gd name="connsiteY30" fmla="*/ 678085 h 796289"/>
                  <a:gd name="connsiteX31" fmla="*/ 165259 w 521017"/>
                  <a:gd name="connsiteY31" fmla="*/ 674846 h 796289"/>
                  <a:gd name="connsiteX32" fmla="*/ 167068 w 521017"/>
                  <a:gd name="connsiteY32" fmla="*/ 673037 h 796289"/>
                  <a:gd name="connsiteX33" fmla="*/ 173545 w 521017"/>
                  <a:gd name="connsiteY33" fmla="*/ 669131 h 796289"/>
                  <a:gd name="connsiteX34" fmla="*/ 175832 w 521017"/>
                  <a:gd name="connsiteY34" fmla="*/ 660559 h 796289"/>
                  <a:gd name="connsiteX35" fmla="*/ 174022 w 521017"/>
                  <a:gd name="connsiteY35" fmla="*/ 653891 h 796289"/>
                  <a:gd name="connsiteX36" fmla="*/ 168973 w 521017"/>
                  <a:gd name="connsiteY36" fmla="*/ 646748 h 796289"/>
                  <a:gd name="connsiteX37" fmla="*/ 175926 w 521017"/>
                  <a:gd name="connsiteY37" fmla="*/ 649319 h 796289"/>
                  <a:gd name="connsiteX38" fmla="*/ 181260 w 521017"/>
                  <a:gd name="connsiteY38" fmla="*/ 641509 h 796289"/>
                  <a:gd name="connsiteX39" fmla="*/ 181260 w 521017"/>
                  <a:gd name="connsiteY39" fmla="*/ 652082 h 796289"/>
                  <a:gd name="connsiteX40" fmla="*/ 178022 w 521017"/>
                  <a:gd name="connsiteY40" fmla="*/ 659892 h 796289"/>
                  <a:gd name="connsiteX41" fmla="*/ 182880 w 521017"/>
                  <a:gd name="connsiteY41" fmla="*/ 667226 h 796289"/>
                  <a:gd name="connsiteX42" fmla="*/ 185451 w 521017"/>
                  <a:gd name="connsiteY42" fmla="*/ 656844 h 796289"/>
                  <a:gd name="connsiteX43" fmla="*/ 190500 w 521017"/>
                  <a:gd name="connsiteY43" fmla="*/ 654272 h 796289"/>
                  <a:gd name="connsiteX44" fmla="*/ 191643 w 521017"/>
                  <a:gd name="connsiteY44" fmla="*/ 645509 h 796289"/>
                  <a:gd name="connsiteX45" fmla="*/ 193739 w 521017"/>
                  <a:gd name="connsiteY45" fmla="*/ 643890 h 796289"/>
                  <a:gd name="connsiteX46" fmla="*/ 196501 w 521017"/>
                  <a:gd name="connsiteY46" fmla="*/ 645319 h 796289"/>
                  <a:gd name="connsiteX47" fmla="*/ 200406 w 521017"/>
                  <a:gd name="connsiteY47" fmla="*/ 659606 h 796289"/>
                  <a:gd name="connsiteX48" fmla="*/ 205264 w 521017"/>
                  <a:gd name="connsiteY48" fmla="*/ 652463 h 796289"/>
                  <a:gd name="connsiteX49" fmla="*/ 209455 w 521017"/>
                  <a:gd name="connsiteY49" fmla="*/ 643509 h 796289"/>
                  <a:gd name="connsiteX50" fmla="*/ 209455 w 521017"/>
                  <a:gd name="connsiteY50" fmla="*/ 634270 h 796289"/>
                  <a:gd name="connsiteX51" fmla="*/ 216122 w 521017"/>
                  <a:gd name="connsiteY51" fmla="*/ 628174 h 796289"/>
                  <a:gd name="connsiteX52" fmla="*/ 213836 w 521017"/>
                  <a:gd name="connsiteY52" fmla="*/ 624078 h 796289"/>
                  <a:gd name="connsiteX53" fmla="*/ 217551 w 521017"/>
                  <a:gd name="connsiteY53" fmla="*/ 616934 h 796289"/>
                  <a:gd name="connsiteX54" fmla="*/ 222123 w 521017"/>
                  <a:gd name="connsiteY54" fmla="*/ 620840 h 796289"/>
                  <a:gd name="connsiteX55" fmla="*/ 219837 w 521017"/>
                  <a:gd name="connsiteY55" fmla="*/ 631412 h 796289"/>
                  <a:gd name="connsiteX56" fmla="*/ 219646 w 521017"/>
                  <a:gd name="connsiteY56" fmla="*/ 636746 h 796289"/>
                  <a:gd name="connsiteX57" fmla="*/ 226981 w 521017"/>
                  <a:gd name="connsiteY57" fmla="*/ 636746 h 796289"/>
                  <a:gd name="connsiteX58" fmla="*/ 230886 w 521017"/>
                  <a:gd name="connsiteY58" fmla="*/ 636080 h 796289"/>
                  <a:gd name="connsiteX59" fmla="*/ 230886 w 521017"/>
                  <a:gd name="connsiteY59" fmla="*/ 643033 h 796289"/>
                  <a:gd name="connsiteX60" fmla="*/ 235077 w 521017"/>
                  <a:gd name="connsiteY60" fmla="*/ 644176 h 796289"/>
                  <a:gd name="connsiteX61" fmla="*/ 241745 w 521017"/>
                  <a:gd name="connsiteY61" fmla="*/ 633603 h 796289"/>
                  <a:gd name="connsiteX62" fmla="*/ 247079 w 521017"/>
                  <a:gd name="connsiteY62" fmla="*/ 630650 h 796289"/>
                  <a:gd name="connsiteX63" fmla="*/ 259270 w 521017"/>
                  <a:gd name="connsiteY63" fmla="*/ 615887 h 796289"/>
                  <a:gd name="connsiteX64" fmla="*/ 253936 w 521017"/>
                  <a:gd name="connsiteY64" fmla="*/ 613315 h 796289"/>
                  <a:gd name="connsiteX65" fmla="*/ 259270 w 521017"/>
                  <a:gd name="connsiteY65" fmla="*/ 591407 h 796289"/>
                  <a:gd name="connsiteX66" fmla="*/ 270605 w 521017"/>
                  <a:gd name="connsiteY66" fmla="*/ 580358 h 796289"/>
                  <a:gd name="connsiteX67" fmla="*/ 272415 w 521017"/>
                  <a:gd name="connsiteY67" fmla="*/ 571595 h 796289"/>
                  <a:gd name="connsiteX68" fmla="*/ 269653 w 521017"/>
                  <a:gd name="connsiteY68" fmla="*/ 562166 h 796289"/>
                  <a:gd name="connsiteX69" fmla="*/ 268224 w 521017"/>
                  <a:gd name="connsiteY69" fmla="*/ 553879 h 796289"/>
                  <a:gd name="connsiteX70" fmla="*/ 278797 w 521017"/>
                  <a:gd name="connsiteY70" fmla="*/ 549497 h 796289"/>
                  <a:gd name="connsiteX71" fmla="*/ 288703 w 521017"/>
                  <a:gd name="connsiteY71" fmla="*/ 545306 h 796289"/>
                  <a:gd name="connsiteX72" fmla="*/ 290989 w 521017"/>
                  <a:gd name="connsiteY72" fmla="*/ 537496 h 796289"/>
                  <a:gd name="connsiteX73" fmla="*/ 292418 w 521017"/>
                  <a:gd name="connsiteY73" fmla="*/ 542068 h 796289"/>
                  <a:gd name="connsiteX74" fmla="*/ 292418 w 521017"/>
                  <a:gd name="connsiteY74" fmla="*/ 550831 h 796289"/>
                  <a:gd name="connsiteX75" fmla="*/ 288036 w 521017"/>
                  <a:gd name="connsiteY75" fmla="*/ 557022 h 796289"/>
                  <a:gd name="connsiteX76" fmla="*/ 289846 w 521017"/>
                  <a:gd name="connsiteY76" fmla="*/ 562356 h 796289"/>
                  <a:gd name="connsiteX77" fmla="*/ 294037 w 521017"/>
                  <a:gd name="connsiteY77" fmla="*/ 558165 h 796289"/>
                  <a:gd name="connsiteX78" fmla="*/ 292418 w 521017"/>
                  <a:gd name="connsiteY78" fmla="*/ 564642 h 796289"/>
                  <a:gd name="connsiteX79" fmla="*/ 287845 w 521017"/>
                  <a:gd name="connsiteY79" fmla="*/ 568357 h 796289"/>
                  <a:gd name="connsiteX80" fmla="*/ 287845 w 521017"/>
                  <a:gd name="connsiteY80" fmla="*/ 575501 h 796289"/>
                  <a:gd name="connsiteX81" fmla="*/ 296799 w 521017"/>
                  <a:gd name="connsiteY81" fmla="*/ 574834 h 796289"/>
                  <a:gd name="connsiteX82" fmla="*/ 302133 w 521017"/>
                  <a:gd name="connsiteY82" fmla="*/ 574834 h 796289"/>
                  <a:gd name="connsiteX83" fmla="*/ 313182 w 521017"/>
                  <a:gd name="connsiteY83" fmla="*/ 581501 h 796289"/>
                  <a:gd name="connsiteX84" fmla="*/ 324898 w 521017"/>
                  <a:gd name="connsiteY84" fmla="*/ 589598 h 796289"/>
                  <a:gd name="connsiteX85" fmla="*/ 322802 w 521017"/>
                  <a:gd name="connsiteY85" fmla="*/ 570929 h 796289"/>
                  <a:gd name="connsiteX86" fmla="*/ 323469 w 521017"/>
                  <a:gd name="connsiteY86" fmla="*/ 560832 h 796289"/>
                  <a:gd name="connsiteX87" fmla="*/ 330136 w 521017"/>
                  <a:gd name="connsiteY87" fmla="*/ 553212 h 796289"/>
                  <a:gd name="connsiteX88" fmla="*/ 333375 w 521017"/>
                  <a:gd name="connsiteY88" fmla="*/ 557403 h 796289"/>
                  <a:gd name="connsiteX89" fmla="*/ 337566 w 521017"/>
                  <a:gd name="connsiteY89" fmla="*/ 557879 h 796289"/>
                  <a:gd name="connsiteX90" fmla="*/ 333660 w 521017"/>
                  <a:gd name="connsiteY90" fmla="*/ 547307 h 796289"/>
                  <a:gd name="connsiteX91" fmla="*/ 335470 w 521017"/>
                  <a:gd name="connsiteY91" fmla="*/ 541306 h 796289"/>
                  <a:gd name="connsiteX92" fmla="*/ 337566 w 521017"/>
                  <a:gd name="connsiteY92" fmla="*/ 544544 h 796289"/>
                  <a:gd name="connsiteX93" fmla="*/ 339661 w 521017"/>
                  <a:gd name="connsiteY93" fmla="*/ 560451 h 796289"/>
                  <a:gd name="connsiteX94" fmla="*/ 350520 w 521017"/>
                  <a:gd name="connsiteY94" fmla="*/ 551212 h 796289"/>
                  <a:gd name="connsiteX95" fmla="*/ 355378 w 521017"/>
                  <a:gd name="connsiteY95" fmla="*/ 549402 h 796289"/>
                  <a:gd name="connsiteX96" fmla="*/ 357473 w 521017"/>
                  <a:gd name="connsiteY96" fmla="*/ 547592 h 796289"/>
                  <a:gd name="connsiteX97" fmla="*/ 362331 w 521017"/>
                  <a:gd name="connsiteY97" fmla="*/ 542068 h 796289"/>
                  <a:gd name="connsiteX98" fmla="*/ 366236 w 521017"/>
                  <a:gd name="connsiteY98" fmla="*/ 544354 h 796289"/>
                  <a:gd name="connsiteX99" fmla="*/ 373380 w 521017"/>
                  <a:gd name="connsiteY99" fmla="*/ 543687 h 796289"/>
                  <a:gd name="connsiteX100" fmla="*/ 377095 w 521017"/>
                  <a:gd name="connsiteY100" fmla="*/ 544163 h 796289"/>
                  <a:gd name="connsiteX101" fmla="*/ 379190 w 521017"/>
                  <a:gd name="connsiteY101" fmla="*/ 554546 h 796289"/>
                  <a:gd name="connsiteX102" fmla="*/ 382905 w 521017"/>
                  <a:gd name="connsiteY102" fmla="*/ 566261 h 796289"/>
                  <a:gd name="connsiteX103" fmla="*/ 395097 w 521017"/>
                  <a:gd name="connsiteY103" fmla="*/ 557689 h 796289"/>
                  <a:gd name="connsiteX104" fmla="*/ 400621 w 521017"/>
                  <a:gd name="connsiteY104" fmla="*/ 559499 h 796289"/>
                  <a:gd name="connsiteX105" fmla="*/ 406336 w 521017"/>
                  <a:gd name="connsiteY105" fmla="*/ 553784 h 796289"/>
                  <a:gd name="connsiteX106" fmla="*/ 408146 w 521017"/>
                  <a:gd name="connsiteY106" fmla="*/ 544830 h 796289"/>
                  <a:gd name="connsiteX107" fmla="*/ 412052 w 521017"/>
                  <a:gd name="connsiteY107" fmla="*/ 538163 h 796289"/>
                  <a:gd name="connsiteX108" fmla="*/ 414338 w 521017"/>
                  <a:gd name="connsiteY108" fmla="*/ 529590 h 796289"/>
                  <a:gd name="connsiteX109" fmla="*/ 418909 w 521017"/>
                  <a:gd name="connsiteY109" fmla="*/ 525875 h 796289"/>
                  <a:gd name="connsiteX110" fmla="*/ 421672 w 521017"/>
                  <a:gd name="connsiteY110" fmla="*/ 532067 h 796289"/>
                  <a:gd name="connsiteX111" fmla="*/ 423958 w 521017"/>
                  <a:gd name="connsiteY111" fmla="*/ 538544 h 796289"/>
                  <a:gd name="connsiteX112" fmla="*/ 429673 w 521017"/>
                  <a:gd name="connsiteY112" fmla="*/ 541973 h 796289"/>
                  <a:gd name="connsiteX113" fmla="*/ 431292 w 521017"/>
                  <a:gd name="connsiteY113" fmla="*/ 537115 h 796289"/>
                  <a:gd name="connsiteX114" fmla="*/ 436626 w 521017"/>
                  <a:gd name="connsiteY114" fmla="*/ 537115 h 796289"/>
                  <a:gd name="connsiteX115" fmla="*/ 447675 w 521017"/>
                  <a:gd name="connsiteY115" fmla="*/ 536162 h 796289"/>
                  <a:gd name="connsiteX116" fmla="*/ 447675 w 521017"/>
                  <a:gd name="connsiteY116" fmla="*/ 521398 h 796289"/>
                  <a:gd name="connsiteX117" fmla="*/ 452533 w 521017"/>
                  <a:gd name="connsiteY117" fmla="*/ 518636 h 796289"/>
                  <a:gd name="connsiteX118" fmla="*/ 459486 w 521017"/>
                  <a:gd name="connsiteY118" fmla="*/ 521589 h 796289"/>
                  <a:gd name="connsiteX119" fmla="*/ 465011 w 521017"/>
                  <a:gd name="connsiteY119" fmla="*/ 518636 h 796289"/>
                  <a:gd name="connsiteX120" fmla="*/ 468439 w 521017"/>
                  <a:gd name="connsiteY120" fmla="*/ 521398 h 796289"/>
                  <a:gd name="connsiteX121" fmla="*/ 472630 w 521017"/>
                  <a:gd name="connsiteY121" fmla="*/ 514921 h 796289"/>
                  <a:gd name="connsiteX122" fmla="*/ 470821 w 521017"/>
                  <a:gd name="connsiteY122" fmla="*/ 507778 h 796289"/>
                  <a:gd name="connsiteX123" fmla="*/ 478631 w 521017"/>
                  <a:gd name="connsiteY123" fmla="*/ 507778 h 796289"/>
                  <a:gd name="connsiteX124" fmla="*/ 483013 w 521017"/>
                  <a:gd name="connsiteY124" fmla="*/ 517208 h 796289"/>
                  <a:gd name="connsiteX125" fmla="*/ 485108 w 521017"/>
                  <a:gd name="connsiteY125" fmla="*/ 518160 h 796289"/>
                  <a:gd name="connsiteX126" fmla="*/ 490633 w 521017"/>
                  <a:gd name="connsiteY126" fmla="*/ 515207 h 796289"/>
                  <a:gd name="connsiteX127" fmla="*/ 498920 w 521017"/>
                  <a:gd name="connsiteY127" fmla="*/ 511016 h 796289"/>
                  <a:gd name="connsiteX128" fmla="*/ 508825 w 521017"/>
                  <a:gd name="connsiteY128" fmla="*/ 499682 h 796289"/>
                  <a:gd name="connsiteX129" fmla="*/ 521018 w 521017"/>
                  <a:gd name="connsiteY129" fmla="*/ 488347 h 796289"/>
                  <a:gd name="connsiteX130" fmla="*/ 519208 w 521017"/>
                  <a:gd name="connsiteY130" fmla="*/ 475869 h 796289"/>
                  <a:gd name="connsiteX131" fmla="*/ 517398 w 521017"/>
                  <a:gd name="connsiteY131" fmla="*/ 471011 h 796289"/>
                  <a:gd name="connsiteX132" fmla="*/ 513493 w 521017"/>
                  <a:gd name="connsiteY132" fmla="*/ 471011 h 796289"/>
                  <a:gd name="connsiteX133" fmla="*/ 510921 w 521017"/>
                  <a:gd name="connsiteY133" fmla="*/ 474250 h 796289"/>
                  <a:gd name="connsiteX134" fmla="*/ 502825 w 521017"/>
                  <a:gd name="connsiteY134" fmla="*/ 476060 h 796289"/>
                  <a:gd name="connsiteX135" fmla="*/ 496824 w 521017"/>
                  <a:gd name="connsiteY135" fmla="*/ 472154 h 796289"/>
                  <a:gd name="connsiteX136" fmla="*/ 500253 w 521017"/>
                  <a:gd name="connsiteY136" fmla="*/ 469392 h 796289"/>
                  <a:gd name="connsiteX137" fmla="*/ 504444 w 521017"/>
                  <a:gd name="connsiteY137" fmla="*/ 471011 h 796289"/>
                  <a:gd name="connsiteX138" fmla="*/ 504920 w 521017"/>
                  <a:gd name="connsiteY138" fmla="*/ 462439 h 796289"/>
                  <a:gd name="connsiteX139" fmla="*/ 507682 w 521017"/>
                  <a:gd name="connsiteY139" fmla="*/ 462439 h 796289"/>
                  <a:gd name="connsiteX140" fmla="*/ 510635 w 521017"/>
                  <a:gd name="connsiteY140" fmla="*/ 465677 h 796289"/>
                  <a:gd name="connsiteX141" fmla="*/ 515208 w 521017"/>
                  <a:gd name="connsiteY141" fmla="*/ 457581 h 796289"/>
                  <a:gd name="connsiteX142" fmla="*/ 505110 w 521017"/>
                  <a:gd name="connsiteY142" fmla="*/ 440341 h 796289"/>
                  <a:gd name="connsiteX143" fmla="*/ 503968 w 521017"/>
                  <a:gd name="connsiteY143" fmla="*/ 427863 h 796289"/>
                  <a:gd name="connsiteX144" fmla="*/ 497491 w 521017"/>
                  <a:gd name="connsiteY144" fmla="*/ 420719 h 796289"/>
                  <a:gd name="connsiteX145" fmla="*/ 490347 w 521017"/>
                  <a:gd name="connsiteY145" fmla="*/ 422815 h 796289"/>
                  <a:gd name="connsiteX146" fmla="*/ 486156 w 521017"/>
                  <a:gd name="connsiteY146" fmla="*/ 419386 h 796289"/>
                  <a:gd name="connsiteX147" fmla="*/ 482918 w 521017"/>
                  <a:gd name="connsiteY147" fmla="*/ 419386 h 796289"/>
                  <a:gd name="connsiteX148" fmla="*/ 479965 w 521017"/>
                  <a:gd name="connsiteY148" fmla="*/ 424910 h 796289"/>
                  <a:gd name="connsiteX149" fmla="*/ 477869 w 521017"/>
                  <a:gd name="connsiteY149" fmla="*/ 427863 h 796289"/>
                  <a:gd name="connsiteX150" fmla="*/ 471868 w 521017"/>
                  <a:gd name="connsiteY150" fmla="*/ 427673 h 796289"/>
                  <a:gd name="connsiteX151" fmla="*/ 466820 w 521017"/>
                  <a:gd name="connsiteY151" fmla="*/ 418243 h 796289"/>
                  <a:gd name="connsiteX152" fmla="*/ 456914 w 521017"/>
                  <a:gd name="connsiteY152" fmla="*/ 402146 h 796289"/>
                  <a:gd name="connsiteX153" fmla="*/ 458724 w 521017"/>
                  <a:gd name="connsiteY153" fmla="*/ 396431 h 796289"/>
                  <a:gd name="connsiteX154" fmla="*/ 466344 w 521017"/>
                  <a:gd name="connsiteY154" fmla="*/ 384429 h 796289"/>
                  <a:gd name="connsiteX155" fmla="*/ 456629 w 521017"/>
                  <a:gd name="connsiteY155" fmla="*/ 371761 h 796289"/>
                  <a:gd name="connsiteX156" fmla="*/ 456152 w 521017"/>
                  <a:gd name="connsiteY156" fmla="*/ 364808 h 796289"/>
                  <a:gd name="connsiteX157" fmla="*/ 461676 w 521017"/>
                  <a:gd name="connsiteY157" fmla="*/ 360902 h 796289"/>
                  <a:gd name="connsiteX158" fmla="*/ 465582 w 521017"/>
                  <a:gd name="connsiteY158" fmla="*/ 360902 h 796289"/>
                  <a:gd name="connsiteX159" fmla="*/ 464153 w 521017"/>
                  <a:gd name="connsiteY159" fmla="*/ 348425 h 796289"/>
                  <a:gd name="connsiteX160" fmla="*/ 461867 w 521017"/>
                  <a:gd name="connsiteY160" fmla="*/ 344043 h 796289"/>
                  <a:gd name="connsiteX161" fmla="*/ 456533 w 521017"/>
                  <a:gd name="connsiteY161" fmla="*/ 344043 h 796289"/>
                  <a:gd name="connsiteX162" fmla="*/ 454247 w 521017"/>
                  <a:gd name="connsiteY162" fmla="*/ 346139 h 796289"/>
                  <a:gd name="connsiteX163" fmla="*/ 447770 w 521017"/>
                  <a:gd name="connsiteY163" fmla="*/ 344043 h 796289"/>
                  <a:gd name="connsiteX164" fmla="*/ 439484 w 521017"/>
                  <a:gd name="connsiteY164" fmla="*/ 341948 h 796289"/>
                  <a:gd name="connsiteX165" fmla="*/ 432340 w 521017"/>
                  <a:gd name="connsiteY165" fmla="*/ 338042 h 796289"/>
                  <a:gd name="connsiteX166" fmla="*/ 428434 w 521017"/>
                  <a:gd name="connsiteY166" fmla="*/ 332994 h 796289"/>
                  <a:gd name="connsiteX167" fmla="*/ 419005 w 521017"/>
                  <a:gd name="connsiteY167" fmla="*/ 330898 h 796289"/>
                  <a:gd name="connsiteX168" fmla="*/ 411385 w 521017"/>
                  <a:gd name="connsiteY168" fmla="*/ 324898 h 796289"/>
                  <a:gd name="connsiteX169" fmla="*/ 414623 w 521017"/>
                  <a:gd name="connsiteY169" fmla="*/ 320993 h 796289"/>
                  <a:gd name="connsiteX170" fmla="*/ 415290 w 521017"/>
                  <a:gd name="connsiteY170" fmla="*/ 313658 h 796289"/>
                  <a:gd name="connsiteX171" fmla="*/ 415766 w 521017"/>
                  <a:gd name="connsiteY171" fmla="*/ 305848 h 796289"/>
                  <a:gd name="connsiteX172" fmla="*/ 423386 w 521017"/>
                  <a:gd name="connsiteY172" fmla="*/ 302419 h 796289"/>
                  <a:gd name="connsiteX173" fmla="*/ 417862 w 521017"/>
                  <a:gd name="connsiteY173" fmla="*/ 293465 h 796289"/>
                  <a:gd name="connsiteX174" fmla="*/ 424053 w 521017"/>
                  <a:gd name="connsiteY174" fmla="*/ 284893 h 796289"/>
                  <a:gd name="connsiteX175" fmla="*/ 420624 w 521017"/>
                  <a:gd name="connsiteY175" fmla="*/ 281940 h 796289"/>
                  <a:gd name="connsiteX176" fmla="*/ 418052 w 521017"/>
                  <a:gd name="connsiteY176" fmla="*/ 73152 h 796289"/>
                  <a:gd name="connsiteX177" fmla="*/ 410909 w 521017"/>
                  <a:gd name="connsiteY177" fmla="*/ 68961 h 796289"/>
                  <a:gd name="connsiteX178" fmla="*/ 406051 w 521017"/>
                  <a:gd name="connsiteY178" fmla="*/ 65246 h 796289"/>
                  <a:gd name="connsiteX179" fmla="*/ 399098 w 521017"/>
                  <a:gd name="connsiteY179" fmla="*/ 52578 h 796289"/>
                  <a:gd name="connsiteX180" fmla="*/ 389668 w 521017"/>
                  <a:gd name="connsiteY180" fmla="*/ 42863 h 796289"/>
                  <a:gd name="connsiteX181" fmla="*/ 376523 w 521017"/>
                  <a:gd name="connsiteY181" fmla="*/ 32004 h 796289"/>
                  <a:gd name="connsiteX182" fmla="*/ 371189 w 521017"/>
                  <a:gd name="connsiteY182" fmla="*/ 21907 h 796289"/>
                  <a:gd name="connsiteX183" fmla="*/ 366998 w 521017"/>
                  <a:gd name="connsiteY183" fmla="*/ 19336 h 796289"/>
                  <a:gd name="connsiteX184" fmla="*/ 354330 w 521017"/>
                  <a:gd name="connsiteY184" fmla="*/ 19336 h 796289"/>
                  <a:gd name="connsiteX185" fmla="*/ 346043 w 521017"/>
                  <a:gd name="connsiteY185" fmla="*/ 21146 h 796289"/>
                  <a:gd name="connsiteX186" fmla="*/ 342329 w 521017"/>
                  <a:gd name="connsiteY186" fmla="*/ 23431 h 796289"/>
                  <a:gd name="connsiteX187" fmla="*/ 343758 w 521017"/>
                  <a:gd name="connsiteY187" fmla="*/ 33147 h 796289"/>
                  <a:gd name="connsiteX188" fmla="*/ 337566 w 521017"/>
                  <a:gd name="connsiteY188" fmla="*/ 34576 h 796289"/>
                  <a:gd name="connsiteX189" fmla="*/ 331565 w 521017"/>
                  <a:gd name="connsiteY189" fmla="*/ 31814 h 796289"/>
                  <a:gd name="connsiteX190" fmla="*/ 326041 w 521017"/>
                  <a:gd name="connsiteY190" fmla="*/ 31337 h 796289"/>
                  <a:gd name="connsiteX191" fmla="*/ 320707 w 521017"/>
                  <a:gd name="connsiteY191" fmla="*/ 31337 h 796289"/>
                  <a:gd name="connsiteX192" fmla="*/ 316516 w 521017"/>
                  <a:gd name="connsiteY192" fmla="*/ 33909 h 796289"/>
                  <a:gd name="connsiteX193" fmla="*/ 315087 w 521017"/>
                  <a:gd name="connsiteY193" fmla="*/ 40862 h 796289"/>
                  <a:gd name="connsiteX194" fmla="*/ 309753 w 521017"/>
                  <a:gd name="connsiteY194" fmla="*/ 41529 h 796289"/>
                  <a:gd name="connsiteX195" fmla="*/ 298228 w 521017"/>
                  <a:gd name="connsiteY195" fmla="*/ 42005 h 796289"/>
                  <a:gd name="connsiteX196" fmla="*/ 277939 w 521017"/>
                  <a:gd name="connsiteY196" fmla="*/ 52578 h 796289"/>
                  <a:gd name="connsiteX197" fmla="*/ 272225 w 521017"/>
                  <a:gd name="connsiteY197" fmla="*/ 47720 h 796289"/>
                  <a:gd name="connsiteX198" fmla="*/ 264890 w 521017"/>
                  <a:gd name="connsiteY198" fmla="*/ 46292 h 796289"/>
                  <a:gd name="connsiteX199" fmla="*/ 260032 w 521017"/>
                  <a:gd name="connsiteY199" fmla="*/ 40100 h 796289"/>
                  <a:gd name="connsiteX200" fmla="*/ 257937 w 521017"/>
                  <a:gd name="connsiteY200" fmla="*/ 15716 h 796289"/>
                  <a:gd name="connsiteX201" fmla="*/ 260699 w 521017"/>
                  <a:gd name="connsiteY201" fmla="*/ 10001 h 796289"/>
                  <a:gd name="connsiteX202" fmla="*/ 260032 w 521017"/>
                  <a:gd name="connsiteY202" fmla="*/ 5810 h 796289"/>
                  <a:gd name="connsiteX203" fmla="*/ 252889 w 521017"/>
                  <a:gd name="connsiteY203" fmla="*/ 7239 h 796289"/>
                  <a:gd name="connsiteX204" fmla="*/ 248508 w 521017"/>
                  <a:gd name="connsiteY204" fmla="*/ 3048 h 796289"/>
                  <a:gd name="connsiteX205" fmla="*/ 243173 w 521017"/>
                  <a:gd name="connsiteY205" fmla="*/ 1619 h 796289"/>
                  <a:gd name="connsiteX206" fmla="*/ 237173 w 521017"/>
                  <a:gd name="connsiteY206" fmla="*/ 0 h 796289"/>
                  <a:gd name="connsiteX207" fmla="*/ 138589 w 521017"/>
                  <a:gd name="connsiteY207" fmla="*/ 141923 h 796289"/>
                  <a:gd name="connsiteX208" fmla="*/ 131254 w 521017"/>
                  <a:gd name="connsiteY208" fmla="*/ 194881 h 796289"/>
                  <a:gd name="connsiteX209" fmla="*/ 124587 w 521017"/>
                  <a:gd name="connsiteY209" fmla="*/ 195072 h 796289"/>
                  <a:gd name="connsiteX210" fmla="*/ 123158 w 521017"/>
                  <a:gd name="connsiteY210" fmla="*/ 199263 h 796289"/>
                  <a:gd name="connsiteX211" fmla="*/ 120872 w 521017"/>
                  <a:gd name="connsiteY211" fmla="*/ 205454 h 796289"/>
                  <a:gd name="connsiteX212" fmla="*/ 116491 w 521017"/>
                  <a:gd name="connsiteY212" fmla="*/ 206883 h 796289"/>
                  <a:gd name="connsiteX213" fmla="*/ 113062 w 521017"/>
                  <a:gd name="connsiteY213" fmla="*/ 208312 h 796289"/>
                  <a:gd name="connsiteX214" fmla="*/ 111919 w 521017"/>
                  <a:gd name="connsiteY214" fmla="*/ 214027 h 796289"/>
                  <a:gd name="connsiteX215" fmla="*/ 111252 w 521017"/>
                  <a:gd name="connsiteY215" fmla="*/ 216980 h 796289"/>
                  <a:gd name="connsiteX216" fmla="*/ 108014 w 521017"/>
                  <a:gd name="connsiteY216" fmla="*/ 219266 h 796289"/>
                  <a:gd name="connsiteX217" fmla="*/ 105251 w 521017"/>
                  <a:gd name="connsiteY217" fmla="*/ 225266 h 796289"/>
                  <a:gd name="connsiteX218" fmla="*/ 101536 w 521017"/>
                  <a:gd name="connsiteY218" fmla="*/ 236601 h 796289"/>
                  <a:gd name="connsiteX219" fmla="*/ 106394 w 521017"/>
                  <a:gd name="connsiteY219" fmla="*/ 243269 h 796289"/>
                  <a:gd name="connsiteX220" fmla="*/ 104775 w 521017"/>
                  <a:gd name="connsiteY220" fmla="*/ 247841 h 796289"/>
                  <a:gd name="connsiteX221" fmla="*/ 101060 w 521017"/>
                  <a:gd name="connsiteY221" fmla="*/ 252413 h 796289"/>
                  <a:gd name="connsiteX222" fmla="*/ 100108 w 521017"/>
                  <a:gd name="connsiteY222" fmla="*/ 258128 h 796289"/>
                  <a:gd name="connsiteX223" fmla="*/ 101251 w 521017"/>
                  <a:gd name="connsiteY223" fmla="*/ 260223 h 796289"/>
                  <a:gd name="connsiteX224" fmla="*/ 100775 w 521017"/>
                  <a:gd name="connsiteY224" fmla="*/ 264128 h 796289"/>
                  <a:gd name="connsiteX225" fmla="*/ 98679 w 521017"/>
                  <a:gd name="connsiteY225" fmla="*/ 267843 h 796289"/>
                  <a:gd name="connsiteX226" fmla="*/ 100775 w 521017"/>
                  <a:gd name="connsiteY226" fmla="*/ 272225 h 796289"/>
                  <a:gd name="connsiteX227" fmla="*/ 99155 w 521017"/>
                  <a:gd name="connsiteY227" fmla="*/ 277082 h 796289"/>
                  <a:gd name="connsiteX228" fmla="*/ 107252 w 521017"/>
                  <a:gd name="connsiteY228" fmla="*/ 278225 h 796289"/>
                  <a:gd name="connsiteX229" fmla="*/ 106585 w 521017"/>
                  <a:gd name="connsiteY229" fmla="*/ 282797 h 796289"/>
                  <a:gd name="connsiteX230" fmla="*/ 104489 w 521017"/>
                  <a:gd name="connsiteY230" fmla="*/ 292703 h 796289"/>
                  <a:gd name="connsiteX231" fmla="*/ 92488 w 521017"/>
                  <a:gd name="connsiteY231" fmla="*/ 300038 h 796289"/>
                  <a:gd name="connsiteX232" fmla="*/ 88297 w 521017"/>
                  <a:gd name="connsiteY232" fmla="*/ 304419 h 796289"/>
                  <a:gd name="connsiteX233" fmla="*/ 86201 w 521017"/>
                  <a:gd name="connsiteY233" fmla="*/ 312039 h 796289"/>
                  <a:gd name="connsiteX234" fmla="*/ 88964 w 521017"/>
                  <a:gd name="connsiteY234" fmla="*/ 319659 h 796289"/>
                  <a:gd name="connsiteX235" fmla="*/ 85725 w 521017"/>
                  <a:gd name="connsiteY235" fmla="*/ 323088 h 796289"/>
                  <a:gd name="connsiteX236" fmla="*/ 76962 w 521017"/>
                  <a:gd name="connsiteY236" fmla="*/ 325660 h 796289"/>
                  <a:gd name="connsiteX237" fmla="*/ 74009 w 521017"/>
                  <a:gd name="connsiteY237" fmla="*/ 330518 h 796289"/>
                  <a:gd name="connsiteX238" fmla="*/ 69818 w 521017"/>
                  <a:gd name="connsiteY238" fmla="*/ 332327 h 796289"/>
                  <a:gd name="connsiteX239" fmla="*/ 66389 w 521017"/>
                  <a:gd name="connsiteY239" fmla="*/ 332137 h 796289"/>
                  <a:gd name="connsiteX240" fmla="*/ 50959 w 521017"/>
                  <a:gd name="connsiteY240" fmla="*/ 348234 h 796289"/>
                  <a:gd name="connsiteX241" fmla="*/ 52101 w 521017"/>
                  <a:gd name="connsiteY241" fmla="*/ 353568 h 796289"/>
                  <a:gd name="connsiteX242" fmla="*/ 47910 w 521017"/>
                  <a:gd name="connsiteY242" fmla="*/ 356807 h 796289"/>
                  <a:gd name="connsiteX243" fmla="*/ 47910 w 521017"/>
                  <a:gd name="connsiteY243" fmla="*/ 364427 h 796289"/>
                  <a:gd name="connsiteX244" fmla="*/ 53911 w 521017"/>
                  <a:gd name="connsiteY244" fmla="*/ 370904 h 796289"/>
                  <a:gd name="connsiteX245" fmla="*/ 58102 w 521017"/>
                  <a:gd name="connsiteY245" fmla="*/ 375761 h 796289"/>
                  <a:gd name="connsiteX246" fmla="*/ 57912 w 521017"/>
                  <a:gd name="connsiteY246" fmla="*/ 384334 h 796289"/>
                  <a:gd name="connsiteX247" fmla="*/ 54007 w 521017"/>
                  <a:gd name="connsiteY247" fmla="*/ 384334 h 796289"/>
                  <a:gd name="connsiteX248" fmla="*/ 52388 w 521017"/>
                  <a:gd name="connsiteY248" fmla="*/ 379476 h 796289"/>
                  <a:gd name="connsiteX249" fmla="*/ 48006 w 521017"/>
                  <a:gd name="connsiteY249" fmla="*/ 380429 h 796289"/>
                  <a:gd name="connsiteX250" fmla="*/ 43815 w 521017"/>
                  <a:gd name="connsiteY250" fmla="*/ 375571 h 796289"/>
                  <a:gd name="connsiteX251" fmla="*/ 40577 w 521017"/>
                  <a:gd name="connsiteY251" fmla="*/ 374142 h 796289"/>
                  <a:gd name="connsiteX252" fmla="*/ 36671 w 521017"/>
                  <a:gd name="connsiteY252" fmla="*/ 376428 h 796289"/>
                  <a:gd name="connsiteX253" fmla="*/ 35243 w 521017"/>
                  <a:gd name="connsiteY253" fmla="*/ 380810 h 796289"/>
                  <a:gd name="connsiteX254" fmla="*/ 36386 w 521017"/>
                  <a:gd name="connsiteY254" fmla="*/ 384239 h 796289"/>
                  <a:gd name="connsiteX255" fmla="*/ 36386 w 521017"/>
                  <a:gd name="connsiteY255" fmla="*/ 389287 h 796289"/>
                  <a:gd name="connsiteX256" fmla="*/ 35243 w 521017"/>
                  <a:gd name="connsiteY256" fmla="*/ 395764 h 796289"/>
                  <a:gd name="connsiteX257" fmla="*/ 32480 w 521017"/>
                  <a:gd name="connsiteY257" fmla="*/ 401098 h 796289"/>
                  <a:gd name="connsiteX258" fmla="*/ 30670 w 521017"/>
                  <a:gd name="connsiteY258" fmla="*/ 405289 h 796289"/>
                  <a:gd name="connsiteX259" fmla="*/ 30670 w 521017"/>
                  <a:gd name="connsiteY259" fmla="*/ 410146 h 796289"/>
                  <a:gd name="connsiteX260" fmla="*/ 25813 w 521017"/>
                  <a:gd name="connsiteY260" fmla="*/ 409194 h 796289"/>
                  <a:gd name="connsiteX261" fmla="*/ 23241 w 521017"/>
                  <a:gd name="connsiteY261" fmla="*/ 403003 h 796289"/>
                  <a:gd name="connsiteX262" fmla="*/ 21622 w 521017"/>
                  <a:gd name="connsiteY262" fmla="*/ 395383 h 796289"/>
                  <a:gd name="connsiteX263" fmla="*/ 18192 w 521017"/>
                  <a:gd name="connsiteY263" fmla="*/ 391668 h 796289"/>
                  <a:gd name="connsiteX264" fmla="*/ 14954 w 521017"/>
                  <a:gd name="connsiteY264" fmla="*/ 391192 h 796289"/>
                  <a:gd name="connsiteX265" fmla="*/ 11049 w 521017"/>
                  <a:gd name="connsiteY265" fmla="*/ 389573 h 796289"/>
                  <a:gd name="connsiteX266" fmla="*/ 8954 w 521017"/>
                  <a:gd name="connsiteY266" fmla="*/ 394430 h 796289"/>
                  <a:gd name="connsiteX267" fmla="*/ 0 w 521017"/>
                  <a:gd name="connsiteY267" fmla="*/ 397288 h 796289"/>
                  <a:gd name="connsiteX268" fmla="*/ 14764 w 521017"/>
                  <a:gd name="connsiteY268" fmla="*/ 702088 h 796289"/>
                  <a:gd name="connsiteX269" fmla="*/ 18479 w 521017"/>
                  <a:gd name="connsiteY269" fmla="*/ 707612 h 796289"/>
                  <a:gd name="connsiteX270" fmla="*/ 19050 w 521017"/>
                  <a:gd name="connsiteY270" fmla="*/ 717423 h 796289"/>
                  <a:gd name="connsiteX271" fmla="*/ 11716 w 521017"/>
                  <a:gd name="connsiteY271" fmla="*/ 731520 h 796289"/>
                  <a:gd name="connsiteX272" fmla="*/ 11716 w 521017"/>
                  <a:gd name="connsiteY272" fmla="*/ 741331 h 796289"/>
                  <a:gd name="connsiteX273" fmla="*/ 20955 w 521017"/>
                  <a:gd name="connsiteY273" fmla="*/ 746855 h 796289"/>
                  <a:gd name="connsiteX274" fmla="*/ 33814 w 521017"/>
                  <a:gd name="connsiteY274" fmla="*/ 765334 h 796289"/>
                  <a:gd name="connsiteX275" fmla="*/ 33814 w 521017"/>
                  <a:gd name="connsiteY275" fmla="*/ 784955 h 796289"/>
                  <a:gd name="connsiteX276" fmla="*/ 49149 w 521017"/>
                  <a:gd name="connsiteY276" fmla="*/ 796004 h 796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</a:cxnLst>
                <a:rect l="l" t="t" r="r" b="b"/>
                <a:pathLst>
                  <a:path w="521017" h="796289">
                    <a:moveTo>
                      <a:pt x="49625" y="796290"/>
                    </a:moveTo>
                    <a:lnTo>
                      <a:pt x="59436" y="781050"/>
                    </a:lnTo>
                    <a:lnTo>
                      <a:pt x="62198" y="772954"/>
                    </a:lnTo>
                    <a:lnTo>
                      <a:pt x="65151" y="757523"/>
                    </a:lnTo>
                    <a:lnTo>
                      <a:pt x="66960" y="748951"/>
                    </a:lnTo>
                    <a:lnTo>
                      <a:pt x="72961" y="743903"/>
                    </a:lnTo>
                    <a:lnTo>
                      <a:pt x="78962" y="745522"/>
                    </a:lnTo>
                    <a:lnTo>
                      <a:pt x="82868" y="742569"/>
                    </a:lnTo>
                    <a:lnTo>
                      <a:pt x="93250" y="729710"/>
                    </a:lnTo>
                    <a:lnTo>
                      <a:pt x="90678" y="715613"/>
                    </a:lnTo>
                    <a:lnTo>
                      <a:pt x="93250" y="706374"/>
                    </a:lnTo>
                    <a:lnTo>
                      <a:pt x="98298" y="713518"/>
                    </a:lnTo>
                    <a:lnTo>
                      <a:pt x="103632" y="706374"/>
                    </a:lnTo>
                    <a:lnTo>
                      <a:pt x="108014" y="706374"/>
                    </a:lnTo>
                    <a:lnTo>
                      <a:pt x="115158" y="704564"/>
                    </a:lnTo>
                    <a:lnTo>
                      <a:pt x="111728" y="693515"/>
                    </a:lnTo>
                    <a:lnTo>
                      <a:pt x="112871" y="678561"/>
                    </a:lnTo>
                    <a:lnTo>
                      <a:pt x="119063" y="669322"/>
                    </a:lnTo>
                    <a:lnTo>
                      <a:pt x="133350" y="656844"/>
                    </a:lnTo>
                    <a:lnTo>
                      <a:pt x="140684" y="653891"/>
                    </a:lnTo>
                    <a:lnTo>
                      <a:pt x="142494" y="653891"/>
                    </a:lnTo>
                    <a:lnTo>
                      <a:pt x="134398" y="673703"/>
                    </a:lnTo>
                    <a:lnTo>
                      <a:pt x="137826" y="673894"/>
                    </a:lnTo>
                    <a:lnTo>
                      <a:pt x="145923" y="658463"/>
                    </a:lnTo>
                    <a:lnTo>
                      <a:pt x="149161" y="663797"/>
                    </a:lnTo>
                    <a:lnTo>
                      <a:pt x="151448" y="665893"/>
                    </a:lnTo>
                    <a:lnTo>
                      <a:pt x="152591" y="661035"/>
                    </a:lnTo>
                    <a:lnTo>
                      <a:pt x="151162" y="653891"/>
                    </a:lnTo>
                    <a:lnTo>
                      <a:pt x="153734" y="653891"/>
                    </a:lnTo>
                    <a:lnTo>
                      <a:pt x="156686" y="678085"/>
                    </a:lnTo>
                    <a:lnTo>
                      <a:pt x="161068" y="678085"/>
                    </a:lnTo>
                    <a:lnTo>
                      <a:pt x="165259" y="674846"/>
                    </a:lnTo>
                    <a:lnTo>
                      <a:pt x="167068" y="673037"/>
                    </a:lnTo>
                    <a:lnTo>
                      <a:pt x="173545" y="669131"/>
                    </a:lnTo>
                    <a:lnTo>
                      <a:pt x="175832" y="660559"/>
                    </a:lnTo>
                    <a:lnTo>
                      <a:pt x="174022" y="653891"/>
                    </a:lnTo>
                    <a:lnTo>
                      <a:pt x="168973" y="646748"/>
                    </a:lnTo>
                    <a:lnTo>
                      <a:pt x="175926" y="649319"/>
                    </a:lnTo>
                    <a:lnTo>
                      <a:pt x="181260" y="641509"/>
                    </a:lnTo>
                    <a:lnTo>
                      <a:pt x="181260" y="652082"/>
                    </a:lnTo>
                    <a:lnTo>
                      <a:pt x="178022" y="659892"/>
                    </a:lnTo>
                    <a:lnTo>
                      <a:pt x="182880" y="667226"/>
                    </a:lnTo>
                    <a:lnTo>
                      <a:pt x="185451" y="656844"/>
                    </a:lnTo>
                    <a:lnTo>
                      <a:pt x="190500" y="654272"/>
                    </a:lnTo>
                    <a:lnTo>
                      <a:pt x="191643" y="645509"/>
                    </a:lnTo>
                    <a:lnTo>
                      <a:pt x="193739" y="643890"/>
                    </a:lnTo>
                    <a:lnTo>
                      <a:pt x="196501" y="645319"/>
                    </a:lnTo>
                    <a:lnTo>
                      <a:pt x="200406" y="659606"/>
                    </a:lnTo>
                    <a:lnTo>
                      <a:pt x="205264" y="652463"/>
                    </a:lnTo>
                    <a:lnTo>
                      <a:pt x="209455" y="643509"/>
                    </a:lnTo>
                    <a:lnTo>
                      <a:pt x="209455" y="634270"/>
                    </a:lnTo>
                    <a:lnTo>
                      <a:pt x="216122" y="628174"/>
                    </a:lnTo>
                    <a:lnTo>
                      <a:pt x="213836" y="624078"/>
                    </a:lnTo>
                    <a:lnTo>
                      <a:pt x="217551" y="616934"/>
                    </a:lnTo>
                    <a:lnTo>
                      <a:pt x="222123" y="620840"/>
                    </a:lnTo>
                    <a:lnTo>
                      <a:pt x="219837" y="631412"/>
                    </a:lnTo>
                    <a:lnTo>
                      <a:pt x="219646" y="636746"/>
                    </a:lnTo>
                    <a:lnTo>
                      <a:pt x="226981" y="636746"/>
                    </a:lnTo>
                    <a:lnTo>
                      <a:pt x="230886" y="636080"/>
                    </a:lnTo>
                    <a:lnTo>
                      <a:pt x="230886" y="643033"/>
                    </a:lnTo>
                    <a:lnTo>
                      <a:pt x="235077" y="644176"/>
                    </a:lnTo>
                    <a:lnTo>
                      <a:pt x="241745" y="633603"/>
                    </a:lnTo>
                    <a:lnTo>
                      <a:pt x="247079" y="630650"/>
                    </a:lnTo>
                    <a:lnTo>
                      <a:pt x="259270" y="615887"/>
                    </a:lnTo>
                    <a:lnTo>
                      <a:pt x="253936" y="613315"/>
                    </a:lnTo>
                    <a:lnTo>
                      <a:pt x="259270" y="591407"/>
                    </a:lnTo>
                    <a:lnTo>
                      <a:pt x="270605" y="580358"/>
                    </a:lnTo>
                    <a:lnTo>
                      <a:pt x="272415" y="571595"/>
                    </a:lnTo>
                    <a:lnTo>
                      <a:pt x="269653" y="562166"/>
                    </a:lnTo>
                    <a:cubicBezTo>
                      <a:pt x="269653" y="562166"/>
                      <a:pt x="266891" y="554355"/>
                      <a:pt x="268224" y="553879"/>
                    </a:cubicBezTo>
                    <a:cubicBezTo>
                      <a:pt x="269557" y="553403"/>
                      <a:pt x="278797" y="549497"/>
                      <a:pt x="278797" y="549497"/>
                    </a:cubicBezTo>
                    <a:lnTo>
                      <a:pt x="288703" y="545306"/>
                    </a:lnTo>
                    <a:lnTo>
                      <a:pt x="290989" y="537496"/>
                    </a:lnTo>
                    <a:lnTo>
                      <a:pt x="292418" y="542068"/>
                    </a:lnTo>
                    <a:lnTo>
                      <a:pt x="292418" y="550831"/>
                    </a:lnTo>
                    <a:lnTo>
                      <a:pt x="288036" y="557022"/>
                    </a:lnTo>
                    <a:lnTo>
                      <a:pt x="289846" y="562356"/>
                    </a:lnTo>
                    <a:lnTo>
                      <a:pt x="294037" y="558165"/>
                    </a:lnTo>
                    <a:lnTo>
                      <a:pt x="292418" y="564642"/>
                    </a:lnTo>
                    <a:lnTo>
                      <a:pt x="287845" y="568357"/>
                    </a:lnTo>
                    <a:lnTo>
                      <a:pt x="287845" y="575501"/>
                    </a:lnTo>
                    <a:lnTo>
                      <a:pt x="296799" y="574834"/>
                    </a:lnTo>
                    <a:lnTo>
                      <a:pt x="302133" y="574834"/>
                    </a:lnTo>
                    <a:lnTo>
                      <a:pt x="313182" y="581501"/>
                    </a:lnTo>
                    <a:lnTo>
                      <a:pt x="324898" y="589598"/>
                    </a:lnTo>
                    <a:lnTo>
                      <a:pt x="322802" y="570929"/>
                    </a:lnTo>
                    <a:lnTo>
                      <a:pt x="323469" y="560832"/>
                    </a:lnTo>
                    <a:lnTo>
                      <a:pt x="330136" y="553212"/>
                    </a:lnTo>
                    <a:lnTo>
                      <a:pt x="333375" y="557403"/>
                    </a:lnTo>
                    <a:lnTo>
                      <a:pt x="337566" y="557879"/>
                    </a:lnTo>
                    <a:lnTo>
                      <a:pt x="333660" y="547307"/>
                    </a:lnTo>
                    <a:lnTo>
                      <a:pt x="335470" y="541306"/>
                    </a:lnTo>
                    <a:lnTo>
                      <a:pt x="337566" y="544544"/>
                    </a:lnTo>
                    <a:lnTo>
                      <a:pt x="339661" y="560451"/>
                    </a:lnTo>
                    <a:lnTo>
                      <a:pt x="350520" y="551212"/>
                    </a:lnTo>
                    <a:lnTo>
                      <a:pt x="355378" y="549402"/>
                    </a:lnTo>
                    <a:lnTo>
                      <a:pt x="357473" y="547592"/>
                    </a:lnTo>
                    <a:lnTo>
                      <a:pt x="362331" y="542068"/>
                    </a:lnTo>
                    <a:lnTo>
                      <a:pt x="366236" y="544354"/>
                    </a:lnTo>
                    <a:lnTo>
                      <a:pt x="373380" y="543687"/>
                    </a:lnTo>
                    <a:cubicBezTo>
                      <a:pt x="373380" y="543687"/>
                      <a:pt x="377095" y="542735"/>
                      <a:pt x="377095" y="544163"/>
                    </a:cubicBezTo>
                    <a:cubicBezTo>
                      <a:pt x="377095" y="545592"/>
                      <a:pt x="379190" y="554546"/>
                      <a:pt x="379190" y="554546"/>
                    </a:cubicBezTo>
                    <a:lnTo>
                      <a:pt x="382905" y="566261"/>
                    </a:lnTo>
                    <a:lnTo>
                      <a:pt x="395097" y="557689"/>
                    </a:lnTo>
                    <a:lnTo>
                      <a:pt x="400621" y="559499"/>
                    </a:lnTo>
                    <a:cubicBezTo>
                      <a:pt x="400621" y="559499"/>
                      <a:pt x="406336" y="554450"/>
                      <a:pt x="406336" y="553784"/>
                    </a:cubicBezTo>
                    <a:cubicBezTo>
                      <a:pt x="406336" y="553117"/>
                      <a:pt x="408146" y="544830"/>
                      <a:pt x="408146" y="544830"/>
                    </a:cubicBezTo>
                    <a:lnTo>
                      <a:pt x="412052" y="538163"/>
                    </a:lnTo>
                    <a:lnTo>
                      <a:pt x="414338" y="529590"/>
                    </a:lnTo>
                    <a:lnTo>
                      <a:pt x="418909" y="525875"/>
                    </a:lnTo>
                    <a:lnTo>
                      <a:pt x="421672" y="532067"/>
                    </a:lnTo>
                    <a:lnTo>
                      <a:pt x="423958" y="538544"/>
                    </a:lnTo>
                    <a:lnTo>
                      <a:pt x="429673" y="541973"/>
                    </a:lnTo>
                    <a:lnTo>
                      <a:pt x="431292" y="537115"/>
                    </a:lnTo>
                    <a:lnTo>
                      <a:pt x="436626" y="537115"/>
                    </a:lnTo>
                    <a:lnTo>
                      <a:pt x="447675" y="536162"/>
                    </a:lnTo>
                    <a:lnTo>
                      <a:pt x="447675" y="521398"/>
                    </a:lnTo>
                    <a:lnTo>
                      <a:pt x="452533" y="518636"/>
                    </a:lnTo>
                    <a:lnTo>
                      <a:pt x="459486" y="521589"/>
                    </a:lnTo>
                    <a:lnTo>
                      <a:pt x="465011" y="518636"/>
                    </a:lnTo>
                    <a:lnTo>
                      <a:pt x="468439" y="521398"/>
                    </a:lnTo>
                    <a:lnTo>
                      <a:pt x="472630" y="514921"/>
                    </a:lnTo>
                    <a:lnTo>
                      <a:pt x="470821" y="507778"/>
                    </a:lnTo>
                    <a:lnTo>
                      <a:pt x="478631" y="507778"/>
                    </a:lnTo>
                    <a:lnTo>
                      <a:pt x="483013" y="517208"/>
                    </a:lnTo>
                    <a:lnTo>
                      <a:pt x="485108" y="518160"/>
                    </a:lnTo>
                    <a:lnTo>
                      <a:pt x="490633" y="515207"/>
                    </a:lnTo>
                    <a:lnTo>
                      <a:pt x="498920" y="511016"/>
                    </a:lnTo>
                    <a:lnTo>
                      <a:pt x="508825" y="499682"/>
                    </a:lnTo>
                    <a:lnTo>
                      <a:pt x="521018" y="488347"/>
                    </a:lnTo>
                    <a:lnTo>
                      <a:pt x="519208" y="475869"/>
                    </a:lnTo>
                    <a:lnTo>
                      <a:pt x="517398" y="471011"/>
                    </a:lnTo>
                    <a:lnTo>
                      <a:pt x="513493" y="471011"/>
                    </a:lnTo>
                    <a:cubicBezTo>
                      <a:pt x="513493" y="471011"/>
                      <a:pt x="511207" y="473297"/>
                      <a:pt x="510921" y="474250"/>
                    </a:cubicBezTo>
                    <a:cubicBezTo>
                      <a:pt x="510635" y="475202"/>
                      <a:pt x="502825" y="476060"/>
                      <a:pt x="502825" y="476060"/>
                    </a:cubicBezTo>
                    <a:cubicBezTo>
                      <a:pt x="502825" y="476060"/>
                      <a:pt x="496824" y="473488"/>
                      <a:pt x="496824" y="472154"/>
                    </a:cubicBezTo>
                    <a:cubicBezTo>
                      <a:pt x="496824" y="470821"/>
                      <a:pt x="500253" y="469392"/>
                      <a:pt x="500253" y="469392"/>
                    </a:cubicBezTo>
                    <a:lnTo>
                      <a:pt x="504444" y="471011"/>
                    </a:lnTo>
                    <a:lnTo>
                      <a:pt x="504920" y="462439"/>
                    </a:lnTo>
                    <a:lnTo>
                      <a:pt x="507682" y="462439"/>
                    </a:lnTo>
                    <a:lnTo>
                      <a:pt x="510635" y="465677"/>
                    </a:lnTo>
                    <a:lnTo>
                      <a:pt x="515208" y="457581"/>
                    </a:lnTo>
                    <a:lnTo>
                      <a:pt x="505110" y="440341"/>
                    </a:lnTo>
                    <a:lnTo>
                      <a:pt x="503968" y="427863"/>
                    </a:lnTo>
                    <a:lnTo>
                      <a:pt x="497491" y="420719"/>
                    </a:lnTo>
                    <a:lnTo>
                      <a:pt x="490347" y="422815"/>
                    </a:lnTo>
                    <a:lnTo>
                      <a:pt x="486156" y="419386"/>
                    </a:lnTo>
                    <a:cubicBezTo>
                      <a:pt x="486156" y="419386"/>
                      <a:pt x="483584" y="420053"/>
                      <a:pt x="482918" y="419386"/>
                    </a:cubicBezTo>
                    <a:cubicBezTo>
                      <a:pt x="482251" y="418719"/>
                      <a:pt x="479965" y="424910"/>
                      <a:pt x="479965" y="424910"/>
                    </a:cubicBezTo>
                    <a:lnTo>
                      <a:pt x="477869" y="427863"/>
                    </a:lnTo>
                    <a:lnTo>
                      <a:pt x="471868" y="427673"/>
                    </a:lnTo>
                    <a:lnTo>
                      <a:pt x="466820" y="418243"/>
                    </a:lnTo>
                    <a:lnTo>
                      <a:pt x="456914" y="402146"/>
                    </a:lnTo>
                    <a:lnTo>
                      <a:pt x="458724" y="396431"/>
                    </a:lnTo>
                    <a:lnTo>
                      <a:pt x="466344" y="384429"/>
                    </a:lnTo>
                    <a:lnTo>
                      <a:pt x="456629" y="371761"/>
                    </a:lnTo>
                    <a:lnTo>
                      <a:pt x="456152" y="364808"/>
                    </a:lnTo>
                    <a:lnTo>
                      <a:pt x="461676" y="360902"/>
                    </a:lnTo>
                    <a:lnTo>
                      <a:pt x="465582" y="360902"/>
                    </a:lnTo>
                    <a:lnTo>
                      <a:pt x="464153" y="348425"/>
                    </a:lnTo>
                    <a:lnTo>
                      <a:pt x="461867" y="344043"/>
                    </a:lnTo>
                    <a:lnTo>
                      <a:pt x="456533" y="344043"/>
                    </a:lnTo>
                    <a:lnTo>
                      <a:pt x="454247" y="346139"/>
                    </a:lnTo>
                    <a:lnTo>
                      <a:pt x="447770" y="344043"/>
                    </a:lnTo>
                    <a:lnTo>
                      <a:pt x="439484" y="341948"/>
                    </a:lnTo>
                    <a:lnTo>
                      <a:pt x="432340" y="338042"/>
                    </a:lnTo>
                    <a:lnTo>
                      <a:pt x="428434" y="332994"/>
                    </a:lnTo>
                    <a:lnTo>
                      <a:pt x="419005" y="330898"/>
                    </a:lnTo>
                    <a:lnTo>
                      <a:pt x="411385" y="324898"/>
                    </a:lnTo>
                    <a:lnTo>
                      <a:pt x="414623" y="320993"/>
                    </a:lnTo>
                    <a:cubicBezTo>
                      <a:pt x="414623" y="320993"/>
                      <a:pt x="415290" y="314325"/>
                      <a:pt x="415290" y="313658"/>
                    </a:cubicBezTo>
                    <a:cubicBezTo>
                      <a:pt x="415290" y="312992"/>
                      <a:pt x="415766" y="305848"/>
                      <a:pt x="415766" y="305848"/>
                    </a:cubicBezTo>
                    <a:lnTo>
                      <a:pt x="423386" y="302419"/>
                    </a:lnTo>
                    <a:lnTo>
                      <a:pt x="417862" y="293465"/>
                    </a:lnTo>
                    <a:lnTo>
                      <a:pt x="424053" y="284893"/>
                    </a:lnTo>
                    <a:lnTo>
                      <a:pt x="420624" y="281940"/>
                    </a:lnTo>
                    <a:lnTo>
                      <a:pt x="418052" y="73152"/>
                    </a:lnTo>
                    <a:lnTo>
                      <a:pt x="410909" y="68961"/>
                    </a:lnTo>
                    <a:lnTo>
                      <a:pt x="406051" y="65246"/>
                    </a:lnTo>
                    <a:lnTo>
                      <a:pt x="399098" y="52578"/>
                    </a:lnTo>
                    <a:lnTo>
                      <a:pt x="389668" y="42863"/>
                    </a:lnTo>
                    <a:lnTo>
                      <a:pt x="376523" y="32004"/>
                    </a:lnTo>
                    <a:lnTo>
                      <a:pt x="371189" y="21907"/>
                    </a:lnTo>
                    <a:cubicBezTo>
                      <a:pt x="371189" y="21907"/>
                      <a:pt x="368903" y="19336"/>
                      <a:pt x="366998" y="19336"/>
                    </a:cubicBezTo>
                    <a:lnTo>
                      <a:pt x="354330" y="19336"/>
                    </a:lnTo>
                    <a:lnTo>
                      <a:pt x="346043" y="21146"/>
                    </a:lnTo>
                    <a:lnTo>
                      <a:pt x="342329" y="23431"/>
                    </a:lnTo>
                    <a:lnTo>
                      <a:pt x="343758" y="33147"/>
                    </a:lnTo>
                    <a:lnTo>
                      <a:pt x="337566" y="34576"/>
                    </a:lnTo>
                    <a:lnTo>
                      <a:pt x="331565" y="31814"/>
                    </a:lnTo>
                    <a:lnTo>
                      <a:pt x="326041" y="31337"/>
                    </a:lnTo>
                    <a:lnTo>
                      <a:pt x="320707" y="31337"/>
                    </a:lnTo>
                    <a:lnTo>
                      <a:pt x="316516" y="33909"/>
                    </a:lnTo>
                    <a:lnTo>
                      <a:pt x="315087" y="40862"/>
                    </a:lnTo>
                    <a:cubicBezTo>
                      <a:pt x="315087" y="40862"/>
                      <a:pt x="310515" y="41529"/>
                      <a:pt x="309753" y="41529"/>
                    </a:cubicBezTo>
                    <a:cubicBezTo>
                      <a:pt x="308991" y="41529"/>
                      <a:pt x="298228" y="42005"/>
                      <a:pt x="298228" y="42005"/>
                    </a:cubicBezTo>
                    <a:lnTo>
                      <a:pt x="277939" y="52578"/>
                    </a:lnTo>
                    <a:lnTo>
                      <a:pt x="272225" y="47720"/>
                    </a:lnTo>
                    <a:lnTo>
                      <a:pt x="264890" y="46292"/>
                    </a:lnTo>
                    <a:lnTo>
                      <a:pt x="260032" y="40100"/>
                    </a:lnTo>
                    <a:lnTo>
                      <a:pt x="257937" y="15716"/>
                    </a:lnTo>
                    <a:lnTo>
                      <a:pt x="260699" y="10001"/>
                    </a:lnTo>
                    <a:lnTo>
                      <a:pt x="260032" y="5810"/>
                    </a:lnTo>
                    <a:lnTo>
                      <a:pt x="252889" y="7239"/>
                    </a:lnTo>
                    <a:lnTo>
                      <a:pt x="248508" y="3048"/>
                    </a:lnTo>
                    <a:lnTo>
                      <a:pt x="243173" y="1619"/>
                    </a:lnTo>
                    <a:lnTo>
                      <a:pt x="237173" y="0"/>
                    </a:lnTo>
                    <a:lnTo>
                      <a:pt x="138589" y="141923"/>
                    </a:lnTo>
                    <a:lnTo>
                      <a:pt x="131254" y="194881"/>
                    </a:lnTo>
                    <a:lnTo>
                      <a:pt x="124587" y="195072"/>
                    </a:lnTo>
                    <a:lnTo>
                      <a:pt x="123158" y="199263"/>
                    </a:lnTo>
                    <a:lnTo>
                      <a:pt x="120872" y="205454"/>
                    </a:lnTo>
                    <a:cubicBezTo>
                      <a:pt x="120872" y="205454"/>
                      <a:pt x="118110" y="205931"/>
                      <a:pt x="116491" y="206883"/>
                    </a:cubicBezTo>
                    <a:cubicBezTo>
                      <a:pt x="114871" y="207836"/>
                      <a:pt x="113062" y="208312"/>
                      <a:pt x="113062" y="208312"/>
                    </a:cubicBezTo>
                    <a:cubicBezTo>
                      <a:pt x="113062" y="208312"/>
                      <a:pt x="111919" y="213360"/>
                      <a:pt x="111919" y="214027"/>
                    </a:cubicBezTo>
                    <a:cubicBezTo>
                      <a:pt x="111919" y="214694"/>
                      <a:pt x="111252" y="216980"/>
                      <a:pt x="111252" y="216980"/>
                    </a:cubicBezTo>
                    <a:lnTo>
                      <a:pt x="108014" y="219266"/>
                    </a:lnTo>
                    <a:cubicBezTo>
                      <a:pt x="108014" y="219266"/>
                      <a:pt x="105442" y="224600"/>
                      <a:pt x="105251" y="225266"/>
                    </a:cubicBezTo>
                    <a:cubicBezTo>
                      <a:pt x="105060" y="225933"/>
                      <a:pt x="101536" y="236601"/>
                      <a:pt x="101536" y="236601"/>
                    </a:cubicBezTo>
                    <a:lnTo>
                      <a:pt x="106394" y="243269"/>
                    </a:lnTo>
                    <a:lnTo>
                      <a:pt x="104775" y="247841"/>
                    </a:lnTo>
                    <a:lnTo>
                      <a:pt x="101060" y="252413"/>
                    </a:lnTo>
                    <a:lnTo>
                      <a:pt x="100108" y="258128"/>
                    </a:lnTo>
                    <a:cubicBezTo>
                      <a:pt x="100108" y="258128"/>
                      <a:pt x="100108" y="259556"/>
                      <a:pt x="101251" y="260223"/>
                    </a:cubicBezTo>
                    <a:cubicBezTo>
                      <a:pt x="102394" y="260890"/>
                      <a:pt x="100775" y="264128"/>
                      <a:pt x="100775" y="264128"/>
                    </a:cubicBezTo>
                    <a:lnTo>
                      <a:pt x="98679" y="267843"/>
                    </a:lnTo>
                    <a:lnTo>
                      <a:pt x="100775" y="272225"/>
                    </a:lnTo>
                    <a:lnTo>
                      <a:pt x="99155" y="277082"/>
                    </a:lnTo>
                    <a:lnTo>
                      <a:pt x="107252" y="278225"/>
                    </a:lnTo>
                    <a:lnTo>
                      <a:pt x="106585" y="282797"/>
                    </a:lnTo>
                    <a:lnTo>
                      <a:pt x="104489" y="292703"/>
                    </a:lnTo>
                    <a:lnTo>
                      <a:pt x="92488" y="300038"/>
                    </a:lnTo>
                    <a:lnTo>
                      <a:pt x="88297" y="304419"/>
                    </a:lnTo>
                    <a:lnTo>
                      <a:pt x="86201" y="312039"/>
                    </a:lnTo>
                    <a:lnTo>
                      <a:pt x="88964" y="319659"/>
                    </a:lnTo>
                    <a:lnTo>
                      <a:pt x="85725" y="323088"/>
                    </a:lnTo>
                    <a:lnTo>
                      <a:pt x="76962" y="325660"/>
                    </a:lnTo>
                    <a:lnTo>
                      <a:pt x="74009" y="330518"/>
                    </a:lnTo>
                    <a:lnTo>
                      <a:pt x="69818" y="332327"/>
                    </a:lnTo>
                    <a:lnTo>
                      <a:pt x="66389" y="332137"/>
                    </a:lnTo>
                    <a:lnTo>
                      <a:pt x="50959" y="348234"/>
                    </a:lnTo>
                    <a:lnTo>
                      <a:pt x="52101" y="353568"/>
                    </a:lnTo>
                    <a:lnTo>
                      <a:pt x="47910" y="356807"/>
                    </a:lnTo>
                    <a:lnTo>
                      <a:pt x="47910" y="364427"/>
                    </a:lnTo>
                    <a:lnTo>
                      <a:pt x="53911" y="370904"/>
                    </a:lnTo>
                    <a:lnTo>
                      <a:pt x="58102" y="375761"/>
                    </a:lnTo>
                    <a:lnTo>
                      <a:pt x="57912" y="384334"/>
                    </a:lnTo>
                    <a:lnTo>
                      <a:pt x="54007" y="384334"/>
                    </a:lnTo>
                    <a:lnTo>
                      <a:pt x="52388" y="379476"/>
                    </a:lnTo>
                    <a:lnTo>
                      <a:pt x="48006" y="380429"/>
                    </a:lnTo>
                    <a:lnTo>
                      <a:pt x="43815" y="375571"/>
                    </a:lnTo>
                    <a:lnTo>
                      <a:pt x="40577" y="374142"/>
                    </a:lnTo>
                    <a:lnTo>
                      <a:pt x="36671" y="376428"/>
                    </a:lnTo>
                    <a:lnTo>
                      <a:pt x="35243" y="380810"/>
                    </a:lnTo>
                    <a:lnTo>
                      <a:pt x="36386" y="384239"/>
                    </a:lnTo>
                    <a:lnTo>
                      <a:pt x="36386" y="389287"/>
                    </a:lnTo>
                    <a:lnTo>
                      <a:pt x="35243" y="395764"/>
                    </a:lnTo>
                    <a:cubicBezTo>
                      <a:pt x="35243" y="395764"/>
                      <a:pt x="32957" y="400336"/>
                      <a:pt x="32480" y="401098"/>
                    </a:cubicBezTo>
                    <a:cubicBezTo>
                      <a:pt x="32004" y="401860"/>
                      <a:pt x="30670" y="405289"/>
                      <a:pt x="30670" y="405289"/>
                    </a:cubicBezTo>
                    <a:lnTo>
                      <a:pt x="30670" y="410146"/>
                    </a:lnTo>
                    <a:lnTo>
                      <a:pt x="25813" y="409194"/>
                    </a:lnTo>
                    <a:lnTo>
                      <a:pt x="23241" y="403003"/>
                    </a:lnTo>
                    <a:lnTo>
                      <a:pt x="21622" y="395383"/>
                    </a:lnTo>
                    <a:lnTo>
                      <a:pt x="18192" y="391668"/>
                    </a:lnTo>
                    <a:lnTo>
                      <a:pt x="14954" y="391192"/>
                    </a:lnTo>
                    <a:lnTo>
                      <a:pt x="11049" y="389573"/>
                    </a:lnTo>
                    <a:lnTo>
                      <a:pt x="8954" y="394430"/>
                    </a:lnTo>
                    <a:lnTo>
                      <a:pt x="0" y="397288"/>
                    </a:lnTo>
                    <a:lnTo>
                      <a:pt x="14764" y="702088"/>
                    </a:lnTo>
                    <a:lnTo>
                      <a:pt x="18479" y="707612"/>
                    </a:lnTo>
                    <a:lnTo>
                      <a:pt x="19050" y="717423"/>
                    </a:lnTo>
                    <a:lnTo>
                      <a:pt x="11716" y="731520"/>
                    </a:lnTo>
                    <a:lnTo>
                      <a:pt x="11716" y="741331"/>
                    </a:lnTo>
                    <a:lnTo>
                      <a:pt x="20955" y="746855"/>
                    </a:lnTo>
                    <a:lnTo>
                      <a:pt x="33814" y="765334"/>
                    </a:lnTo>
                    <a:lnTo>
                      <a:pt x="33814" y="784955"/>
                    </a:lnTo>
                    <a:lnTo>
                      <a:pt x="49149" y="796004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C6B7097E-18C6-9C3B-2B61-5F7A9575A1F4}"/>
                  </a:ext>
                </a:extLst>
              </p:cNvPr>
              <p:cNvSpPr/>
              <p:nvPr/>
            </p:nvSpPr>
            <p:spPr>
              <a:xfrm>
                <a:off x="7722584" y="2749971"/>
                <a:ext cx="7905" cy="22574"/>
              </a:xfrm>
              <a:custGeom>
                <a:avLst/>
                <a:gdLst>
                  <a:gd name="connsiteX0" fmla="*/ 3238 w 7905"/>
                  <a:gd name="connsiteY0" fmla="*/ 0 h 22574"/>
                  <a:gd name="connsiteX1" fmla="*/ 7905 w 7905"/>
                  <a:gd name="connsiteY1" fmla="*/ 0 h 22574"/>
                  <a:gd name="connsiteX2" fmla="*/ 4381 w 7905"/>
                  <a:gd name="connsiteY2" fmla="*/ 9239 h 22574"/>
                  <a:gd name="connsiteX3" fmla="*/ 5524 w 7905"/>
                  <a:gd name="connsiteY3" fmla="*/ 15240 h 22574"/>
                  <a:gd name="connsiteX4" fmla="*/ 1428 w 7905"/>
                  <a:gd name="connsiteY4" fmla="*/ 22574 h 22574"/>
                  <a:gd name="connsiteX5" fmla="*/ 0 w 7905"/>
                  <a:gd name="connsiteY5" fmla="*/ 11240 h 22574"/>
                  <a:gd name="connsiteX6" fmla="*/ 3238 w 7905"/>
                  <a:gd name="connsiteY6" fmla="*/ 0 h 22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5" h="22574">
                    <a:moveTo>
                      <a:pt x="3238" y="0"/>
                    </a:moveTo>
                    <a:lnTo>
                      <a:pt x="7905" y="0"/>
                    </a:lnTo>
                    <a:lnTo>
                      <a:pt x="4381" y="9239"/>
                    </a:lnTo>
                    <a:lnTo>
                      <a:pt x="5524" y="15240"/>
                    </a:lnTo>
                    <a:lnTo>
                      <a:pt x="1428" y="22574"/>
                    </a:lnTo>
                    <a:lnTo>
                      <a:pt x="0" y="11240"/>
                    </a:lnTo>
                    <a:lnTo>
                      <a:pt x="3238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8E176D72-D2E2-B034-AABA-8535EC6E7159}"/>
                  </a:ext>
                </a:extLst>
              </p:cNvPr>
              <p:cNvSpPr/>
              <p:nvPr/>
            </p:nvSpPr>
            <p:spPr>
              <a:xfrm>
                <a:off x="7748682" y="2768640"/>
                <a:ext cx="13144" cy="21145"/>
              </a:xfrm>
              <a:custGeom>
                <a:avLst/>
                <a:gdLst>
                  <a:gd name="connsiteX0" fmla="*/ 5048 w 13144"/>
                  <a:gd name="connsiteY0" fmla="*/ 0 h 21145"/>
                  <a:gd name="connsiteX1" fmla="*/ 13145 w 13144"/>
                  <a:gd name="connsiteY1" fmla="*/ 3905 h 21145"/>
                  <a:gd name="connsiteX2" fmla="*/ 11239 w 13144"/>
                  <a:gd name="connsiteY2" fmla="*/ 13621 h 21145"/>
                  <a:gd name="connsiteX3" fmla="*/ 11239 w 13144"/>
                  <a:gd name="connsiteY3" fmla="*/ 21146 h 21145"/>
                  <a:gd name="connsiteX4" fmla="*/ 4096 w 13144"/>
                  <a:gd name="connsiteY4" fmla="*/ 21146 h 21145"/>
                  <a:gd name="connsiteX5" fmla="*/ 0 w 13144"/>
                  <a:gd name="connsiteY5" fmla="*/ 10573 h 21145"/>
                  <a:gd name="connsiteX6" fmla="*/ 3905 w 13144"/>
                  <a:gd name="connsiteY6" fmla="*/ 5524 h 21145"/>
                  <a:gd name="connsiteX7" fmla="*/ 5048 w 13144"/>
                  <a:gd name="connsiteY7" fmla="*/ 0 h 21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44" h="21145">
                    <a:moveTo>
                      <a:pt x="5048" y="0"/>
                    </a:moveTo>
                    <a:lnTo>
                      <a:pt x="13145" y="3905"/>
                    </a:lnTo>
                    <a:lnTo>
                      <a:pt x="11239" y="13621"/>
                    </a:lnTo>
                    <a:lnTo>
                      <a:pt x="11239" y="21146"/>
                    </a:lnTo>
                    <a:lnTo>
                      <a:pt x="4096" y="21146"/>
                    </a:lnTo>
                    <a:lnTo>
                      <a:pt x="0" y="10573"/>
                    </a:lnTo>
                    <a:lnTo>
                      <a:pt x="3905" y="5524"/>
                    </a:lnTo>
                    <a:lnTo>
                      <a:pt x="5048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14DA2F4-0BBE-9E80-B56C-1098EA195DA3}"/>
                  </a:ext>
                </a:extLst>
              </p:cNvPr>
              <p:cNvSpPr/>
              <p:nvPr/>
            </p:nvSpPr>
            <p:spPr>
              <a:xfrm>
                <a:off x="7724012" y="2783689"/>
                <a:ext cx="13144" cy="10668"/>
              </a:xfrm>
              <a:custGeom>
                <a:avLst/>
                <a:gdLst>
                  <a:gd name="connsiteX0" fmla="*/ 11716 w 13144"/>
                  <a:gd name="connsiteY0" fmla="*/ 95 h 10668"/>
                  <a:gd name="connsiteX1" fmla="*/ 13145 w 13144"/>
                  <a:gd name="connsiteY1" fmla="*/ 6096 h 10668"/>
                  <a:gd name="connsiteX2" fmla="*/ 0 w 13144"/>
                  <a:gd name="connsiteY2" fmla="*/ 10668 h 10668"/>
                  <a:gd name="connsiteX3" fmla="*/ 5049 w 13144"/>
                  <a:gd name="connsiteY3" fmla="*/ 5334 h 10668"/>
                  <a:gd name="connsiteX4" fmla="*/ 11716 w 13144"/>
                  <a:gd name="connsiteY4" fmla="*/ 0 h 10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44" h="10668">
                    <a:moveTo>
                      <a:pt x="11716" y="95"/>
                    </a:moveTo>
                    <a:cubicBezTo>
                      <a:pt x="11906" y="1048"/>
                      <a:pt x="13145" y="6096"/>
                      <a:pt x="13145" y="6096"/>
                    </a:cubicBezTo>
                    <a:lnTo>
                      <a:pt x="0" y="10668"/>
                    </a:lnTo>
                    <a:lnTo>
                      <a:pt x="5049" y="5334"/>
                    </a:lnTo>
                    <a:lnTo>
                      <a:pt x="11716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A34CE837-9FF2-FF8E-4E52-89B9E71303C9}"/>
                  </a:ext>
                </a:extLst>
              </p:cNvPr>
              <p:cNvSpPr/>
              <p:nvPr/>
            </p:nvSpPr>
            <p:spPr>
              <a:xfrm>
                <a:off x="7726584" y="2796262"/>
                <a:ext cx="15621" cy="13811"/>
              </a:xfrm>
              <a:custGeom>
                <a:avLst/>
                <a:gdLst>
                  <a:gd name="connsiteX0" fmla="*/ 0 w 15621"/>
                  <a:gd name="connsiteY0" fmla="*/ 1619 h 13811"/>
                  <a:gd name="connsiteX1" fmla="*/ 11906 w 15621"/>
                  <a:gd name="connsiteY1" fmla="*/ 0 h 13811"/>
                  <a:gd name="connsiteX2" fmla="*/ 15621 w 15621"/>
                  <a:gd name="connsiteY2" fmla="*/ 8287 h 13811"/>
                  <a:gd name="connsiteX3" fmla="*/ 13335 w 15621"/>
                  <a:gd name="connsiteY3" fmla="*/ 13811 h 13811"/>
                  <a:gd name="connsiteX4" fmla="*/ 7811 w 15621"/>
                  <a:gd name="connsiteY4" fmla="*/ 13811 h 13811"/>
                  <a:gd name="connsiteX5" fmla="*/ 1524 w 15621"/>
                  <a:gd name="connsiteY5" fmla="*/ 6953 h 13811"/>
                  <a:gd name="connsiteX6" fmla="*/ 0 w 15621"/>
                  <a:gd name="connsiteY6" fmla="*/ 1619 h 13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621" h="13811">
                    <a:moveTo>
                      <a:pt x="0" y="1619"/>
                    </a:moveTo>
                    <a:lnTo>
                      <a:pt x="11906" y="0"/>
                    </a:lnTo>
                    <a:lnTo>
                      <a:pt x="15621" y="8287"/>
                    </a:lnTo>
                    <a:lnTo>
                      <a:pt x="13335" y="13811"/>
                    </a:lnTo>
                    <a:lnTo>
                      <a:pt x="7811" y="13811"/>
                    </a:lnTo>
                    <a:lnTo>
                      <a:pt x="1524" y="6953"/>
                    </a:lnTo>
                    <a:lnTo>
                      <a:pt x="0" y="1619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82A62669-16F2-6B06-DCF5-078C01D7B09F}"/>
                  </a:ext>
                </a:extLst>
              </p:cNvPr>
              <p:cNvSpPr/>
              <p:nvPr/>
            </p:nvSpPr>
            <p:spPr>
              <a:xfrm>
                <a:off x="7757636" y="2801596"/>
                <a:ext cx="5524" cy="14287"/>
              </a:xfrm>
              <a:custGeom>
                <a:avLst/>
                <a:gdLst>
                  <a:gd name="connsiteX0" fmla="*/ 0 w 5524"/>
                  <a:gd name="connsiteY0" fmla="*/ 2953 h 14287"/>
                  <a:gd name="connsiteX1" fmla="*/ 5525 w 5524"/>
                  <a:gd name="connsiteY1" fmla="*/ 0 h 14287"/>
                  <a:gd name="connsiteX2" fmla="*/ 5525 w 5524"/>
                  <a:gd name="connsiteY2" fmla="*/ 9430 h 14287"/>
                  <a:gd name="connsiteX3" fmla="*/ 0 w 5524"/>
                  <a:gd name="connsiteY3" fmla="*/ 14288 h 14287"/>
                  <a:gd name="connsiteX4" fmla="*/ 667 w 5524"/>
                  <a:gd name="connsiteY4" fmla="*/ 8477 h 14287"/>
                  <a:gd name="connsiteX5" fmla="*/ 0 w 5524"/>
                  <a:gd name="connsiteY5" fmla="*/ 2953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24" h="14287">
                    <a:moveTo>
                      <a:pt x="0" y="2953"/>
                    </a:moveTo>
                    <a:lnTo>
                      <a:pt x="5525" y="0"/>
                    </a:lnTo>
                    <a:lnTo>
                      <a:pt x="5525" y="9430"/>
                    </a:lnTo>
                    <a:lnTo>
                      <a:pt x="0" y="14288"/>
                    </a:lnTo>
                    <a:lnTo>
                      <a:pt x="667" y="8477"/>
                    </a:lnTo>
                    <a:lnTo>
                      <a:pt x="0" y="2953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D710FE9D-0F59-CF17-E619-7C51AC5689BF}"/>
                  </a:ext>
                </a:extLst>
              </p:cNvPr>
              <p:cNvSpPr/>
              <p:nvPr/>
            </p:nvSpPr>
            <p:spPr>
              <a:xfrm>
                <a:off x="7783258" y="2789118"/>
                <a:ext cx="6381" cy="5333"/>
              </a:xfrm>
              <a:custGeom>
                <a:avLst/>
                <a:gdLst>
                  <a:gd name="connsiteX0" fmla="*/ 0 w 6381"/>
                  <a:gd name="connsiteY0" fmla="*/ 0 h 5333"/>
                  <a:gd name="connsiteX1" fmla="*/ 6382 w 6381"/>
                  <a:gd name="connsiteY1" fmla="*/ 0 h 5333"/>
                  <a:gd name="connsiteX2" fmla="*/ 3238 w 6381"/>
                  <a:gd name="connsiteY2" fmla="*/ 5334 h 5333"/>
                  <a:gd name="connsiteX3" fmla="*/ 0 w 6381"/>
                  <a:gd name="connsiteY3" fmla="*/ 2667 h 5333"/>
                  <a:gd name="connsiteX4" fmla="*/ 0 w 6381"/>
                  <a:gd name="connsiteY4" fmla="*/ 0 h 5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1" h="5333">
                    <a:moveTo>
                      <a:pt x="0" y="0"/>
                    </a:moveTo>
                    <a:lnTo>
                      <a:pt x="6382" y="0"/>
                    </a:lnTo>
                    <a:lnTo>
                      <a:pt x="3238" y="5334"/>
                    </a:lnTo>
                    <a:lnTo>
                      <a:pt x="0" y="266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C240F7A-C416-2014-3F55-BC10BAC69036}"/>
                  </a:ext>
                </a:extLst>
              </p:cNvPr>
              <p:cNvSpPr/>
              <p:nvPr/>
            </p:nvSpPr>
            <p:spPr>
              <a:xfrm>
                <a:off x="7773542" y="2749971"/>
                <a:ext cx="5333" cy="8286"/>
              </a:xfrm>
              <a:custGeom>
                <a:avLst/>
                <a:gdLst>
                  <a:gd name="connsiteX0" fmla="*/ 0 w 5333"/>
                  <a:gd name="connsiteY0" fmla="*/ 8287 h 8286"/>
                  <a:gd name="connsiteX1" fmla="*/ 1619 w 5333"/>
                  <a:gd name="connsiteY1" fmla="*/ 0 h 8286"/>
                  <a:gd name="connsiteX2" fmla="*/ 3429 w 5333"/>
                  <a:gd name="connsiteY2" fmla="*/ 0 h 8286"/>
                  <a:gd name="connsiteX3" fmla="*/ 5334 w 5333"/>
                  <a:gd name="connsiteY3" fmla="*/ 8287 h 8286"/>
                  <a:gd name="connsiteX4" fmla="*/ 0 w 5333"/>
                  <a:gd name="connsiteY4" fmla="*/ 8287 h 8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33" h="8286">
                    <a:moveTo>
                      <a:pt x="0" y="8287"/>
                    </a:moveTo>
                    <a:lnTo>
                      <a:pt x="1619" y="0"/>
                    </a:lnTo>
                    <a:lnTo>
                      <a:pt x="3429" y="0"/>
                    </a:lnTo>
                    <a:lnTo>
                      <a:pt x="5334" y="8287"/>
                    </a:lnTo>
                    <a:lnTo>
                      <a:pt x="0" y="8287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9D8D491A-D105-D247-3C87-B074C81D9EE6}"/>
                  </a:ext>
                </a:extLst>
              </p:cNvPr>
              <p:cNvSpPr/>
              <p:nvPr/>
            </p:nvSpPr>
            <p:spPr>
              <a:xfrm>
                <a:off x="7786401" y="2740065"/>
                <a:ext cx="30670" cy="39242"/>
              </a:xfrm>
              <a:custGeom>
                <a:avLst/>
                <a:gdLst>
                  <a:gd name="connsiteX0" fmla="*/ 95 w 30670"/>
                  <a:gd name="connsiteY0" fmla="*/ 21146 h 39242"/>
                  <a:gd name="connsiteX1" fmla="*/ 6287 w 30670"/>
                  <a:gd name="connsiteY1" fmla="*/ 8477 h 39242"/>
                  <a:gd name="connsiteX2" fmla="*/ 8382 w 30670"/>
                  <a:gd name="connsiteY2" fmla="*/ 3905 h 39242"/>
                  <a:gd name="connsiteX3" fmla="*/ 14574 w 30670"/>
                  <a:gd name="connsiteY3" fmla="*/ 0 h 39242"/>
                  <a:gd name="connsiteX4" fmla="*/ 22193 w 30670"/>
                  <a:gd name="connsiteY4" fmla="*/ 0 h 39242"/>
                  <a:gd name="connsiteX5" fmla="*/ 28861 w 30670"/>
                  <a:gd name="connsiteY5" fmla="*/ 8573 h 39242"/>
                  <a:gd name="connsiteX6" fmla="*/ 30671 w 30670"/>
                  <a:gd name="connsiteY6" fmla="*/ 18288 h 39242"/>
                  <a:gd name="connsiteX7" fmla="*/ 29242 w 30670"/>
                  <a:gd name="connsiteY7" fmla="*/ 23813 h 39242"/>
                  <a:gd name="connsiteX8" fmla="*/ 18384 w 30670"/>
                  <a:gd name="connsiteY8" fmla="*/ 26098 h 39242"/>
                  <a:gd name="connsiteX9" fmla="*/ 15240 w 30670"/>
                  <a:gd name="connsiteY9" fmla="*/ 22193 h 39242"/>
                  <a:gd name="connsiteX10" fmla="*/ 14478 w 30670"/>
                  <a:gd name="connsiteY10" fmla="*/ 28670 h 39242"/>
                  <a:gd name="connsiteX11" fmla="*/ 16574 w 30670"/>
                  <a:gd name="connsiteY11" fmla="*/ 32575 h 39242"/>
                  <a:gd name="connsiteX12" fmla="*/ 15336 w 30670"/>
                  <a:gd name="connsiteY12" fmla="*/ 35528 h 39242"/>
                  <a:gd name="connsiteX13" fmla="*/ 8097 w 30670"/>
                  <a:gd name="connsiteY13" fmla="*/ 39243 h 39242"/>
                  <a:gd name="connsiteX14" fmla="*/ 3239 w 30670"/>
                  <a:gd name="connsiteY14" fmla="*/ 30671 h 39242"/>
                  <a:gd name="connsiteX15" fmla="*/ 0 w 30670"/>
                  <a:gd name="connsiteY15" fmla="*/ 21241 h 39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670" h="39242">
                    <a:moveTo>
                      <a:pt x="95" y="21146"/>
                    </a:moveTo>
                    <a:lnTo>
                      <a:pt x="6287" y="8477"/>
                    </a:lnTo>
                    <a:lnTo>
                      <a:pt x="8382" y="3905"/>
                    </a:lnTo>
                    <a:lnTo>
                      <a:pt x="14574" y="0"/>
                    </a:lnTo>
                    <a:lnTo>
                      <a:pt x="22193" y="0"/>
                    </a:lnTo>
                    <a:lnTo>
                      <a:pt x="28861" y="8573"/>
                    </a:lnTo>
                    <a:lnTo>
                      <a:pt x="30671" y="18288"/>
                    </a:lnTo>
                    <a:lnTo>
                      <a:pt x="29242" y="23813"/>
                    </a:lnTo>
                    <a:lnTo>
                      <a:pt x="18384" y="26098"/>
                    </a:lnTo>
                    <a:lnTo>
                      <a:pt x="15240" y="22193"/>
                    </a:lnTo>
                    <a:lnTo>
                      <a:pt x="14478" y="28670"/>
                    </a:lnTo>
                    <a:lnTo>
                      <a:pt x="16574" y="32575"/>
                    </a:lnTo>
                    <a:cubicBezTo>
                      <a:pt x="16574" y="32575"/>
                      <a:pt x="16097" y="34861"/>
                      <a:pt x="15336" y="35528"/>
                    </a:cubicBezTo>
                    <a:cubicBezTo>
                      <a:pt x="14574" y="36195"/>
                      <a:pt x="8097" y="39243"/>
                      <a:pt x="8097" y="39243"/>
                    </a:cubicBezTo>
                    <a:lnTo>
                      <a:pt x="3239" y="30671"/>
                    </a:lnTo>
                    <a:lnTo>
                      <a:pt x="0" y="21241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E2E48C8-FCD7-98BA-04AC-B5755ACC7597}"/>
                </a:ext>
              </a:extLst>
            </p:cNvPr>
            <p:cNvSpPr/>
            <p:nvPr/>
          </p:nvSpPr>
          <p:spPr>
            <a:xfrm>
              <a:off x="6885241" y="3268130"/>
              <a:ext cx="216693" cy="406908"/>
            </a:xfrm>
            <a:custGeom>
              <a:avLst/>
              <a:gdLst>
                <a:gd name="connsiteX0" fmla="*/ 204502 w 216693"/>
                <a:gd name="connsiteY0" fmla="*/ 168592 h 406908"/>
                <a:gd name="connsiteX1" fmla="*/ 205454 w 216693"/>
                <a:gd name="connsiteY1" fmla="*/ 164306 h 406908"/>
                <a:gd name="connsiteX2" fmla="*/ 201930 w 216693"/>
                <a:gd name="connsiteY2" fmla="*/ 164306 h 406908"/>
                <a:gd name="connsiteX3" fmla="*/ 203740 w 216693"/>
                <a:gd name="connsiteY3" fmla="*/ 160020 h 406908"/>
                <a:gd name="connsiteX4" fmla="*/ 188023 w 216693"/>
                <a:gd name="connsiteY4" fmla="*/ 151543 h 406908"/>
                <a:gd name="connsiteX5" fmla="*/ 180690 w 216693"/>
                <a:gd name="connsiteY5" fmla="*/ 151543 h 406908"/>
                <a:gd name="connsiteX6" fmla="*/ 177165 w 216693"/>
                <a:gd name="connsiteY6" fmla="*/ 153638 h 406908"/>
                <a:gd name="connsiteX7" fmla="*/ 170783 w 216693"/>
                <a:gd name="connsiteY7" fmla="*/ 148685 h 406908"/>
                <a:gd name="connsiteX8" fmla="*/ 168688 w 216693"/>
                <a:gd name="connsiteY8" fmla="*/ 143256 h 406908"/>
                <a:gd name="connsiteX9" fmla="*/ 171545 w 216693"/>
                <a:gd name="connsiteY9" fmla="*/ 139446 h 406908"/>
                <a:gd name="connsiteX10" fmla="*/ 172688 w 216693"/>
                <a:gd name="connsiteY10" fmla="*/ 142970 h 406908"/>
                <a:gd name="connsiteX11" fmla="*/ 178404 w 216693"/>
                <a:gd name="connsiteY11" fmla="*/ 140589 h 406908"/>
                <a:gd name="connsiteX12" fmla="*/ 187166 w 216693"/>
                <a:gd name="connsiteY12" fmla="*/ 136588 h 406908"/>
                <a:gd name="connsiteX13" fmla="*/ 197358 w 216693"/>
                <a:gd name="connsiteY13" fmla="*/ 126683 h 406908"/>
                <a:gd name="connsiteX14" fmla="*/ 194786 w 216693"/>
                <a:gd name="connsiteY14" fmla="*/ 120587 h 406908"/>
                <a:gd name="connsiteX15" fmla="*/ 193643 w 216693"/>
                <a:gd name="connsiteY15" fmla="*/ 118967 h 406908"/>
                <a:gd name="connsiteX16" fmla="*/ 187262 w 216693"/>
                <a:gd name="connsiteY16" fmla="*/ 119920 h 406908"/>
                <a:gd name="connsiteX17" fmla="*/ 182309 w 216693"/>
                <a:gd name="connsiteY17" fmla="*/ 118967 h 406908"/>
                <a:gd name="connsiteX18" fmla="*/ 188976 w 216693"/>
                <a:gd name="connsiteY18" fmla="*/ 111157 h 406908"/>
                <a:gd name="connsiteX19" fmla="*/ 189643 w 216693"/>
                <a:gd name="connsiteY19" fmla="*/ 113252 h 406908"/>
                <a:gd name="connsiteX20" fmla="*/ 187262 w 216693"/>
                <a:gd name="connsiteY20" fmla="*/ 118205 h 406908"/>
                <a:gd name="connsiteX21" fmla="*/ 193643 w 216693"/>
                <a:gd name="connsiteY21" fmla="*/ 117538 h 406908"/>
                <a:gd name="connsiteX22" fmla="*/ 193167 w 216693"/>
                <a:gd name="connsiteY22" fmla="*/ 114205 h 406908"/>
                <a:gd name="connsiteX23" fmla="*/ 197454 w 216693"/>
                <a:gd name="connsiteY23" fmla="*/ 111157 h 406908"/>
                <a:gd name="connsiteX24" fmla="*/ 201454 w 216693"/>
                <a:gd name="connsiteY24" fmla="*/ 109633 h 406908"/>
                <a:gd name="connsiteX25" fmla="*/ 200787 w 216693"/>
                <a:gd name="connsiteY25" fmla="*/ 102965 h 406908"/>
                <a:gd name="connsiteX26" fmla="*/ 206979 w 216693"/>
                <a:gd name="connsiteY26" fmla="*/ 89725 h 406908"/>
                <a:gd name="connsiteX27" fmla="*/ 213836 w 216693"/>
                <a:gd name="connsiteY27" fmla="*/ 73057 h 406908"/>
                <a:gd name="connsiteX28" fmla="*/ 216694 w 216693"/>
                <a:gd name="connsiteY28" fmla="*/ 57245 h 406908"/>
                <a:gd name="connsiteX29" fmla="*/ 200216 w 216693"/>
                <a:gd name="connsiteY29" fmla="*/ 51435 h 406908"/>
                <a:gd name="connsiteX30" fmla="*/ 117157 w 216693"/>
                <a:gd name="connsiteY30" fmla="*/ 0 h 406908"/>
                <a:gd name="connsiteX31" fmla="*/ 107347 w 216693"/>
                <a:gd name="connsiteY31" fmla="*/ 2381 h 406908"/>
                <a:gd name="connsiteX32" fmla="*/ 100489 w 216693"/>
                <a:gd name="connsiteY32" fmla="*/ 6191 h 406908"/>
                <a:gd name="connsiteX33" fmla="*/ 92679 w 216693"/>
                <a:gd name="connsiteY33" fmla="*/ 17240 h 406908"/>
                <a:gd name="connsiteX34" fmla="*/ 89726 w 216693"/>
                <a:gd name="connsiteY34" fmla="*/ 22479 h 406908"/>
                <a:gd name="connsiteX35" fmla="*/ 83915 w 216693"/>
                <a:gd name="connsiteY35" fmla="*/ 34004 h 406908"/>
                <a:gd name="connsiteX36" fmla="*/ 73533 w 216693"/>
                <a:gd name="connsiteY36" fmla="*/ 40958 h 406908"/>
                <a:gd name="connsiteX37" fmla="*/ 68295 w 216693"/>
                <a:gd name="connsiteY37" fmla="*/ 53245 h 406908"/>
                <a:gd name="connsiteX38" fmla="*/ 56960 w 216693"/>
                <a:gd name="connsiteY38" fmla="*/ 62675 h 406908"/>
                <a:gd name="connsiteX39" fmla="*/ 65056 w 216693"/>
                <a:gd name="connsiteY39" fmla="*/ 84392 h 406908"/>
                <a:gd name="connsiteX40" fmla="*/ 60293 w 216693"/>
                <a:gd name="connsiteY40" fmla="*/ 87821 h 406908"/>
                <a:gd name="connsiteX41" fmla="*/ 60770 w 216693"/>
                <a:gd name="connsiteY41" fmla="*/ 92964 h 406908"/>
                <a:gd name="connsiteX42" fmla="*/ 54579 w 216693"/>
                <a:gd name="connsiteY42" fmla="*/ 98108 h 406908"/>
                <a:gd name="connsiteX43" fmla="*/ 49339 w 216693"/>
                <a:gd name="connsiteY43" fmla="*/ 98108 h 406908"/>
                <a:gd name="connsiteX44" fmla="*/ 46958 w 216693"/>
                <a:gd name="connsiteY44" fmla="*/ 109728 h 406908"/>
                <a:gd name="connsiteX45" fmla="*/ 49339 w 216693"/>
                <a:gd name="connsiteY45" fmla="*/ 115538 h 406908"/>
                <a:gd name="connsiteX46" fmla="*/ 49339 w 216693"/>
                <a:gd name="connsiteY46" fmla="*/ 122587 h 406908"/>
                <a:gd name="connsiteX47" fmla="*/ 52197 w 216693"/>
                <a:gd name="connsiteY47" fmla="*/ 130112 h 406908"/>
                <a:gd name="connsiteX48" fmla="*/ 59817 w 216693"/>
                <a:gd name="connsiteY48" fmla="*/ 132493 h 406908"/>
                <a:gd name="connsiteX49" fmla="*/ 64104 w 216693"/>
                <a:gd name="connsiteY49" fmla="*/ 136779 h 406908"/>
                <a:gd name="connsiteX50" fmla="*/ 64580 w 216693"/>
                <a:gd name="connsiteY50" fmla="*/ 147161 h 406908"/>
                <a:gd name="connsiteX51" fmla="*/ 67437 w 216693"/>
                <a:gd name="connsiteY51" fmla="*/ 158496 h 406908"/>
                <a:gd name="connsiteX52" fmla="*/ 74581 w 216693"/>
                <a:gd name="connsiteY52" fmla="*/ 160401 h 406908"/>
                <a:gd name="connsiteX53" fmla="*/ 80772 w 216693"/>
                <a:gd name="connsiteY53" fmla="*/ 168688 h 406908"/>
                <a:gd name="connsiteX54" fmla="*/ 94012 w 216693"/>
                <a:gd name="connsiteY54" fmla="*/ 183071 h 406908"/>
                <a:gd name="connsiteX55" fmla="*/ 103441 w 216693"/>
                <a:gd name="connsiteY55" fmla="*/ 192977 h 406908"/>
                <a:gd name="connsiteX56" fmla="*/ 106775 w 216693"/>
                <a:gd name="connsiteY56" fmla="*/ 201930 h 406908"/>
                <a:gd name="connsiteX57" fmla="*/ 104394 w 216693"/>
                <a:gd name="connsiteY57" fmla="*/ 206597 h 406908"/>
                <a:gd name="connsiteX58" fmla="*/ 87345 w 216693"/>
                <a:gd name="connsiteY58" fmla="*/ 214122 h 406908"/>
                <a:gd name="connsiteX59" fmla="*/ 70771 w 216693"/>
                <a:gd name="connsiteY59" fmla="*/ 223552 h 406908"/>
                <a:gd name="connsiteX60" fmla="*/ 64580 w 216693"/>
                <a:gd name="connsiteY60" fmla="*/ 230124 h 406908"/>
                <a:gd name="connsiteX61" fmla="*/ 57436 w 216693"/>
                <a:gd name="connsiteY61" fmla="*/ 244697 h 406908"/>
                <a:gd name="connsiteX62" fmla="*/ 51245 w 216693"/>
                <a:gd name="connsiteY62" fmla="*/ 247555 h 406908"/>
                <a:gd name="connsiteX63" fmla="*/ 37052 w 216693"/>
                <a:gd name="connsiteY63" fmla="*/ 254127 h 406908"/>
                <a:gd name="connsiteX64" fmla="*/ 28956 w 216693"/>
                <a:gd name="connsiteY64" fmla="*/ 254127 h 406908"/>
                <a:gd name="connsiteX65" fmla="*/ 19526 w 216693"/>
                <a:gd name="connsiteY65" fmla="*/ 261652 h 406908"/>
                <a:gd name="connsiteX66" fmla="*/ 10954 w 216693"/>
                <a:gd name="connsiteY66" fmla="*/ 271558 h 406908"/>
                <a:gd name="connsiteX67" fmla="*/ 5715 w 216693"/>
                <a:gd name="connsiteY67" fmla="*/ 282416 h 406908"/>
                <a:gd name="connsiteX68" fmla="*/ 0 w 216693"/>
                <a:gd name="connsiteY68" fmla="*/ 289465 h 406908"/>
                <a:gd name="connsiteX69" fmla="*/ 8954 w 216693"/>
                <a:gd name="connsiteY69" fmla="*/ 298418 h 406908"/>
                <a:gd name="connsiteX70" fmla="*/ 12288 w 216693"/>
                <a:gd name="connsiteY70" fmla="*/ 290894 h 406908"/>
                <a:gd name="connsiteX71" fmla="*/ 11335 w 216693"/>
                <a:gd name="connsiteY71" fmla="*/ 284321 h 406908"/>
                <a:gd name="connsiteX72" fmla="*/ 15145 w 216693"/>
                <a:gd name="connsiteY72" fmla="*/ 290894 h 406908"/>
                <a:gd name="connsiteX73" fmla="*/ 12288 w 216693"/>
                <a:gd name="connsiteY73" fmla="*/ 298418 h 406908"/>
                <a:gd name="connsiteX74" fmla="*/ 6096 w 216693"/>
                <a:gd name="connsiteY74" fmla="*/ 298418 h 406908"/>
                <a:gd name="connsiteX75" fmla="*/ 6572 w 216693"/>
                <a:gd name="connsiteY75" fmla="*/ 306419 h 406908"/>
                <a:gd name="connsiteX76" fmla="*/ 5144 w 216693"/>
                <a:gd name="connsiteY76" fmla="*/ 311087 h 406908"/>
                <a:gd name="connsiteX77" fmla="*/ 3239 w 216693"/>
                <a:gd name="connsiteY77" fmla="*/ 315754 h 406908"/>
                <a:gd name="connsiteX78" fmla="*/ 9049 w 216693"/>
                <a:gd name="connsiteY78" fmla="*/ 316992 h 406908"/>
                <a:gd name="connsiteX79" fmla="*/ 12002 w 216693"/>
                <a:gd name="connsiteY79" fmla="*/ 318897 h 406908"/>
                <a:gd name="connsiteX80" fmla="*/ 14669 w 216693"/>
                <a:gd name="connsiteY80" fmla="*/ 321850 h 406908"/>
                <a:gd name="connsiteX81" fmla="*/ 18002 w 216693"/>
                <a:gd name="connsiteY81" fmla="*/ 328803 h 406908"/>
                <a:gd name="connsiteX82" fmla="*/ 20670 w 216693"/>
                <a:gd name="connsiteY82" fmla="*/ 329946 h 406908"/>
                <a:gd name="connsiteX83" fmla="*/ 22574 w 216693"/>
                <a:gd name="connsiteY83" fmla="*/ 333089 h 406908"/>
                <a:gd name="connsiteX84" fmla="*/ 30766 w 216693"/>
                <a:gd name="connsiteY84" fmla="*/ 335090 h 406908"/>
                <a:gd name="connsiteX85" fmla="*/ 33147 w 216693"/>
                <a:gd name="connsiteY85" fmla="*/ 340709 h 406908"/>
                <a:gd name="connsiteX86" fmla="*/ 36100 w 216693"/>
                <a:gd name="connsiteY86" fmla="*/ 344805 h 406908"/>
                <a:gd name="connsiteX87" fmla="*/ 38005 w 216693"/>
                <a:gd name="connsiteY87" fmla="*/ 342138 h 406908"/>
                <a:gd name="connsiteX88" fmla="*/ 40386 w 216693"/>
                <a:gd name="connsiteY88" fmla="*/ 343376 h 406908"/>
                <a:gd name="connsiteX89" fmla="*/ 42101 w 216693"/>
                <a:gd name="connsiteY89" fmla="*/ 347472 h 406908"/>
                <a:gd name="connsiteX90" fmla="*/ 46958 w 216693"/>
                <a:gd name="connsiteY90" fmla="*/ 349187 h 406908"/>
                <a:gd name="connsiteX91" fmla="*/ 50864 w 216693"/>
                <a:gd name="connsiteY91" fmla="*/ 352330 h 406908"/>
                <a:gd name="connsiteX92" fmla="*/ 52102 w 216693"/>
                <a:gd name="connsiteY92" fmla="*/ 355663 h 406908"/>
                <a:gd name="connsiteX93" fmla="*/ 52292 w 216693"/>
                <a:gd name="connsiteY93" fmla="*/ 359569 h 406908"/>
                <a:gd name="connsiteX94" fmla="*/ 54864 w 216693"/>
                <a:gd name="connsiteY94" fmla="*/ 360998 h 406908"/>
                <a:gd name="connsiteX95" fmla="*/ 58293 w 216693"/>
                <a:gd name="connsiteY95" fmla="*/ 357188 h 406908"/>
                <a:gd name="connsiteX96" fmla="*/ 64294 w 216693"/>
                <a:gd name="connsiteY96" fmla="*/ 356521 h 406908"/>
                <a:gd name="connsiteX97" fmla="*/ 67723 w 216693"/>
                <a:gd name="connsiteY97" fmla="*/ 356045 h 406908"/>
                <a:gd name="connsiteX98" fmla="*/ 69914 w 216693"/>
                <a:gd name="connsiteY98" fmla="*/ 359474 h 406908"/>
                <a:gd name="connsiteX99" fmla="*/ 81915 w 216693"/>
                <a:gd name="connsiteY99" fmla="*/ 360902 h 406908"/>
                <a:gd name="connsiteX100" fmla="*/ 86487 w 216693"/>
                <a:gd name="connsiteY100" fmla="*/ 364522 h 406908"/>
                <a:gd name="connsiteX101" fmla="*/ 86678 w 216693"/>
                <a:gd name="connsiteY101" fmla="*/ 371761 h 406908"/>
                <a:gd name="connsiteX102" fmla="*/ 84773 w 216693"/>
                <a:gd name="connsiteY102" fmla="*/ 378047 h 406908"/>
                <a:gd name="connsiteX103" fmla="*/ 82677 w 216693"/>
                <a:gd name="connsiteY103" fmla="*/ 384334 h 406908"/>
                <a:gd name="connsiteX104" fmla="*/ 77820 w 216693"/>
                <a:gd name="connsiteY104" fmla="*/ 390906 h 406908"/>
                <a:gd name="connsiteX105" fmla="*/ 77058 w 216693"/>
                <a:gd name="connsiteY105" fmla="*/ 398717 h 406908"/>
                <a:gd name="connsiteX106" fmla="*/ 76581 w 216693"/>
                <a:gd name="connsiteY106" fmla="*/ 406908 h 406908"/>
                <a:gd name="connsiteX107" fmla="*/ 82772 w 216693"/>
                <a:gd name="connsiteY107" fmla="*/ 404908 h 406908"/>
                <a:gd name="connsiteX108" fmla="*/ 86201 w 216693"/>
                <a:gd name="connsiteY108" fmla="*/ 400621 h 406908"/>
                <a:gd name="connsiteX109" fmla="*/ 84582 w 216693"/>
                <a:gd name="connsiteY109" fmla="*/ 398145 h 406908"/>
                <a:gd name="connsiteX110" fmla="*/ 88011 w 216693"/>
                <a:gd name="connsiteY110" fmla="*/ 395764 h 406908"/>
                <a:gd name="connsiteX111" fmla="*/ 90964 w 216693"/>
                <a:gd name="connsiteY111" fmla="*/ 394621 h 406908"/>
                <a:gd name="connsiteX112" fmla="*/ 94107 w 216693"/>
                <a:gd name="connsiteY112" fmla="*/ 393859 h 406908"/>
                <a:gd name="connsiteX113" fmla="*/ 96012 w 216693"/>
                <a:gd name="connsiteY113" fmla="*/ 393573 h 406908"/>
                <a:gd name="connsiteX114" fmla="*/ 92107 w 216693"/>
                <a:gd name="connsiteY114" fmla="*/ 390906 h 406908"/>
                <a:gd name="connsiteX115" fmla="*/ 95726 w 216693"/>
                <a:gd name="connsiteY115" fmla="*/ 387953 h 406908"/>
                <a:gd name="connsiteX116" fmla="*/ 94965 w 216693"/>
                <a:gd name="connsiteY116" fmla="*/ 385000 h 406908"/>
                <a:gd name="connsiteX117" fmla="*/ 97631 w 216693"/>
                <a:gd name="connsiteY117" fmla="*/ 380619 h 406908"/>
                <a:gd name="connsiteX118" fmla="*/ 102489 w 216693"/>
                <a:gd name="connsiteY118" fmla="*/ 384048 h 406908"/>
                <a:gd name="connsiteX119" fmla="*/ 107061 w 216693"/>
                <a:gd name="connsiteY119" fmla="*/ 377095 h 406908"/>
                <a:gd name="connsiteX120" fmla="*/ 108681 w 216693"/>
                <a:gd name="connsiteY120" fmla="*/ 371761 h 406908"/>
                <a:gd name="connsiteX121" fmla="*/ 110585 w 216693"/>
                <a:gd name="connsiteY121" fmla="*/ 369284 h 406908"/>
                <a:gd name="connsiteX122" fmla="*/ 115158 w 216693"/>
                <a:gd name="connsiteY122" fmla="*/ 360807 h 406908"/>
                <a:gd name="connsiteX123" fmla="*/ 124778 w 216693"/>
                <a:gd name="connsiteY123" fmla="*/ 347948 h 406908"/>
                <a:gd name="connsiteX124" fmla="*/ 123349 w 216693"/>
                <a:gd name="connsiteY124" fmla="*/ 347948 h 406908"/>
                <a:gd name="connsiteX125" fmla="*/ 121730 w 216693"/>
                <a:gd name="connsiteY125" fmla="*/ 346520 h 406908"/>
                <a:gd name="connsiteX126" fmla="*/ 122015 w 216693"/>
                <a:gd name="connsiteY126" fmla="*/ 342138 h 406908"/>
                <a:gd name="connsiteX127" fmla="*/ 124111 w 216693"/>
                <a:gd name="connsiteY127" fmla="*/ 341471 h 406908"/>
                <a:gd name="connsiteX128" fmla="*/ 127540 w 216693"/>
                <a:gd name="connsiteY128" fmla="*/ 341948 h 406908"/>
                <a:gd name="connsiteX129" fmla="*/ 128969 w 216693"/>
                <a:gd name="connsiteY129" fmla="*/ 337375 h 406908"/>
                <a:gd name="connsiteX130" fmla="*/ 131540 w 216693"/>
                <a:gd name="connsiteY130" fmla="*/ 338804 h 406908"/>
                <a:gd name="connsiteX131" fmla="*/ 134112 w 216693"/>
                <a:gd name="connsiteY131" fmla="*/ 333946 h 406908"/>
                <a:gd name="connsiteX132" fmla="*/ 134398 w 216693"/>
                <a:gd name="connsiteY132" fmla="*/ 329089 h 406908"/>
                <a:gd name="connsiteX133" fmla="*/ 139255 w 216693"/>
                <a:gd name="connsiteY133" fmla="*/ 332423 h 406908"/>
                <a:gd name="connsiteX134" fmla="*/ 137160 w 216693"/>
                <a:gd name="connsiteY134" fmla="*/ 334137 h 406908"/>
                <a:gd name="connsiteX135" fmla="*/ 134303 w 216693"/>
                <a:gd name="connsiteY135" fmla="*/ 338804 h 406908"/>
                <a:gd name="connsiteX136" fmla="*/ 139351 w 216693"/>
                <a:gd name="connsiteY136" fmla="*/ 337280 h 406908"/>
                <a:gd name="connsiteX137" fmla="*/ 145066 w 216693"/>
                <a:gd name="connsiteY137" fmla="*/ 332137 h 406908"/>
                <a:gd name="connsiteX138" fmla="*/ 150114 w 216693"/>
                <a:gd name="connsiteY138" fmla="*/ 328232 h 406908"/>
                <a:gd name="connsiteX139" fmla="*/ 144304 w 216693"/>
                <a:gd name="connsiteY139" fmla="*/ 326803 h 406908"/>
                <a:gd name="connsiteX140" fmla="*/ 137636 w 216693"/>
                <a:gd name="connsiteY140" fmla="*/ 325660 h 406908"/>
                <a:gd name="connsiteX141" fmla="*/ 140304 w 216693"/>
                <a:gd name="connsiteY141" fmla="*/ 322993 h 406908"/>
                <a:gd name="connsiteX142" fmla="*/ 142399 w 216693"/>
                <a:gd name="connsiteY142" fmla="*/ 320040 h 406908"/>
                <a:gd name="connsiteX143" fmla="*/ 144304 w 216693"/>
                <a:gd name="connsiteY143" fmla="*/ 315182 h 406908"/>
                <a:gd name="connsiteX144" fmla="*/ 147733 w 216693"/>
                <a:gd name="connsiteY144" fmla="*/ 315373 h 406908"/>
                <a:gd name="connsiteX145" fmla="*/ 149638 w 216693"/>
                <a:gd name="connsiteY145" fmla="*/ 312896 h 406908"/>
                <a:gd name="connsiteX146" fmla="*/ 147924 w 216693"/>
                <a:gd name="connsiteY146" fmla="*/ 305943 h 406908"/>
                <a:gd name="connsiteX147" fmla="*/ 147161 w 216693"/>
                <a:gd name="connsiteY147" fmla="*/ 303276 h 406908"/>
                <a:gd name="connsiteX148" fmla="*/ 144209 w 216693"/>
                <a:gd name="connsiteY148" fmla="*/ 302324 h 406908"/>
                <a:gd name="connsiteX149" fmla="*/ 145923 w 216693"/>
                <a:gd name="connsiteY149" fmla="*/ 300323 h 406908"/>
                <a:gd name="connsiteX150" fmla="*/ 149066 w 216693"/>
                <a:gd name="connsiteY150" fmla="*/ 302324 h 406908"/>
                <a:gd name="connsiteX151" fmla="*/ 155067 w 216693"/>
                <a:gd name="connsiteY151" fmla="*/ 302990 h 406908"/>
                <a:gd name="connsiteX152" fmla="*/ 159448 w 216693"/>
                <a:gd name="connsiteY152" fmla="*/ 304419 h 406908"/>
                <a:gd name="connsiteX153" fmla="*/ 159258 w 216693"/>
                <a:gd name="connsiteY153" fmla="*/ 308229 h 406908"/>
                <a:gd name="connsiteX154" fmla="*/ 161640 w 216693"/>
                <a:gd name="connsiteY154" fmla="*/ 307086 h 406908"/>
                <a:gd name="connsiteX155" fmla="*/ 162878 w 216693"/>
                <a:gd name="connsiteY155" fmla="*/ 302514 h 406908"/>
                <a:gd name="connsiteX156" fmla="*/ 162211 w 216693"/>
                <a:gd name="connsiteY156" fmla="*/ 300800 h 406908"/>
                <a:gd name="connsiteX157" fmla="*/ 158782 w 216693"/>
                <a:gd name="connsiteY157" fmla="*/ 300514 h 406908"/>
                <a:gd name="connsiteX158" fmla="*/ 156401 w 216693"/>
                <a:gd name="connsiteY158" fmla="*/ 298323 h 406908"/>
                <a:gd name="connsiteX159" fmla="*/ 163545 w 216693"/>
                <a:gd name="connsiteY159" fmla="*/ 291370 h 406908"/>
                <a:gd name="connsiteX160" fmla="*/ 165735 w 216693"/>
                <a:gd name="connsiteY160" fmla="*/ 292037 h 406908"/>
                <a:gd name="connsiteX161" fmla="*/ 166974 w 216693"/>
                <a:gd name="connsiteY161" fmla="*/ 286988 h 406908"/>
                <a:gd name="connsiteX162" fmla="*/ 172498 w 216693"/>
                <a:gd name="connsiteY162" fmla="*/ 285845 h 406908"/>
                <a:gd name="connsiteX163" fmla="*/ 173927 w 216693"/>
                <a:gd name="connsiteY163" fmla="*/ 280988 h 406908"/>
                <a:gd name="connsiteX164" fmla="*/ 176499 w 216693"/>
                <a:gd name="connsiteY164" fmla="*/ 278511 h 406908"/>
                <a:gd name="connsiteX165" fmla="*/ 175832 w 216693"/>
                <a:gd name="connsiteY165" fmla="*/ 271748 h 406908"/>
                <a:gd name="connsiteX166" fmla="*/ 179165 w 216693"/>
                <a:gd name="connsiteY166" fmla="*/ 272701 h 406908"/>
                <a:gd name="connsiteX167" fmla="*/ 179356 w 216693"/>
                <a:gd name="connsiteY167" fmla="*/ 270700 h 406908"/>
                <a:gd name="connsiteX168" fmla="*/ 174117 w 216693"/>
                <a:gd name="connsiteY168" fmla="*/ 269177 h 406908"/>
                <a:gd name="connsiteX169" fmla="*/ 177070 w 216693"/>
                <a:gd name="connsiteY169" fmla="*/ 263366 h 406908"/>
                <a:gd name="connsiteX170" fmla="*/ 182595 w 216693"/>
                <a:gd name="connsiteY170" fmla="*/ 249841 h 406908"/>
                <a:gd name="connsiteX171" fmla="*/ 182880 w 216693"/>
                <a:gd name="connsiteY171" fmla="*/ 245269 h 406908"/>
                <a:gd name="connsiteX172" fmla="*/ 186024 w 216693"/>
                <a:gd name="connsiteY172" fmla="*/ 239459 h 406908"/>
                <a:gd name="connsiteX173" fmla="*/ 181737 w 216693"/>
                <a:gd name="connsiteY173" fmla="*/ 237934 h 406908"/>
                <a:gd name="connsiteX174" fmla="*/ 181261 w 216693"/>
                <a:gd name="connsiteY174" fmla="*/ 235744 h 406908"/>
                <a:gd name="connsiteX175" fmla="*/ 186500 w 216693"/>
                <a:gd name="connsiteY175" fmla="*/ 234601 h 406908"/>
                <a:gd name="connsiteX176" fmla="*/ 190119 w 216693"/>
                <a:gd name="connsiteY176" fmla="*/ 237077 h 406908"/>
                <a:gd name="connsiteX177" fmla="*/ 190786 w 216693"/>
                <a:gd name="connsiteY177" fmla="*/ 231077 h 406908"/>
                <a:gd name="connsiteX178" fmla="*/ 186404 w 216693"/>
                <a:gd name="connsiteY178" fmla="*/ 229076 h 406908"/>
                <a:gd name="connsiteX179" fmla="*/ 182785 w 216693"/>
                <a:gd name="connsiteY179" fmla="*/ 227838 h 406908"/>
                <a:gd name="connsiteX180" fmla="*/ 187833 w 216693"/>
                <a:gd name="connsiteY180" fmla="*/ 224219 h 406908"/>
                <a:gd name="connsiteX181" fmla="*/ 192214 w 216693"/>
                <a:gd name="connsiteY181" fmla="*/ 222218 h 406908"/>
                <a:gd name="connsiteX182" fmla="*/ 193643 w 216693"/>
                <a:gd name="connsiteY182" fmla="*/ 219361 h 406908"/>
                <a:gd name="connsiteX183" fmla="*/ 191453 w 216693"/>
                <a:gd name="connsiteY183" fmla="*/ 217646 h 406908"/>
                <a:gd name="connsiteX184" fmla="*/ 196215 w 216693"/>
                <a:gd name="connsiteY184" fmla="*/ 211360 h 406908"/>
                <a:gd name="connsiteX185" fmla="*/ 199168 w 216693"/>
                <a:gd name="connsiteY185" fmla="*/ 196120 h 406908"/>
                <a:gd name="connsiteX186" fmla="*/ 203740 w 216693"/>
                <a:gd name="connsiteY186" fmla="*/ 178879 h 406908"/>
                <a:gd name="connsiteX187" fmla="*/ 204311 w 216693"/>
                <a:gd name="connsiteY187" fmla="*/ 168783 h 406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16693" h="406908">
                  <a:moveTo>
                    <a:pt x="204502" y="168592"/>
                  </a:moveTo>
                  <a:lnTo>
                    <a:pt x="205454" y="164306"/>
                  </a:lnTo>
                  <a:lnTo>
                    <a:pt x="201930" y="164306"/>
                  </a:lnTo>
                  <a:lnTo>
                    <a:pt x="203740" y="160020"/>
                  </a:lnTo>
                  <a:lnTo>
                    <a:pt x="188023" y="151543"/>
                  </a:lnTo>
                  <a:lnTo>
                    <a:pt x="180690" y="151543"/>
                  </a:lnTo>
                  <a:lnTo>
                    <a:pt x="177165" y="153638"/>
                  </a:lnTo>
                  <a:lnTo>
                    <a:pt x="170783" y="148685"/>
                  </a:lnTo>
                  <a:lnTo>
                    <a:pt x="168688" y="143256"/>
                  </a:lnTo>
                  <a:lnTo>
                    <a:pt x="171545" y="139446"/>
                  </a:lnTo>
                  <a:lnTo>
                    <a:pt x="172688" y="142970"/>
                  </a:lnTo>
                  <a:lnTo>
                    <a:pt x="178404" y="140589"/>
                  </a:lnTo>
                  <a:lnTo>
                    <a:pt x="187166" y="136588"/>
                  </a:lnTo>
                  <a:lnTo>
                    <a:pt x="197358" y="126683"/>
                  </a:lnTo>
                  <a:lnTo>
                    <a:pt x="194786" y="120587"/>
                  </a:lnTo>
                  <a:lnTo>
                    <a:pt x="193643" y="118967"/>
                  </a:lnTo>
                  <a:lnTo>
                    <a:pt x="187262" y="119920"/>
                  </a:lnTo>
                  <a:lnTo>
                    <a:pt x="182309" y="118967"/>
                  </a:lnTo>
                  <a:lnTo>
                    <a:pt x="188976" y="111157"/>
                  </a:lnTo>
                  <a:lnTo>
                    <a:pt x="189643" y="113252"/>
                  </a:lnTo>
                  <a:lnTo>
                    <a:pt x="187262" y="118205"/>
                  </a:lnTo>
                  <a:lnTo>
                    <a:pt x="193643" y="117538"/>
                  </a:lnTo>
                  <a:lnTo>
                    <a:pt x="193167" y="114205"/>
                  </a:lnTo>
                  <a:lnTo>
                    <a:pt x="197454" y="111157"/>
                  </a:lnTo>
                  <a:lnTo>
                    <a:pt x="201454" y="109633"/>
                  </a:lnTo>
                  <a:lnTo>
                    <a:pt x="200787" y="102965"/>
                  </a:lnTo>
                  <a:lnTo>
                    <a:pt x="206979" y="89725"/>
                  </a:lnTo>
                  <a:lnTo>
                    <a:pt x="213836" y="73057"/>
                  </a:lnTo>
                  <a:lnTo>
                    <a:pt x="216694" y="57245"/>
                  </a:lnTo>
                  <a:lnTo>
                    <a:pt x="200216" y="51435"/>
                  </a:lnTo>
                  <a:lnTo>
                    <a:pt x="117157" y="0"/>
                  </a:lnTo>
                  <a:lnTo>
                    <a:pt x="107347" y="2381"/>
                  </a:lnTo>
                  <a:lnTo>
                    <a:pt x="100489" y="6191"/>
                  </a:lnTo>
                  <a:lnTo>
                    <a:pt x="92679" y="17240"/>
                  </a:lnTo>
                  <a:lnTo>
                    <a:pt x="89726" y="22479"/>
                  </a:lnTo>
                  <a:lnTo>
                    <a:pt x="83915" y="34004"/>
                  </a:lnTo>
                  <a:lnTo>
                    <a:pt x="73533" y="40958"/>
                  </a:lnTo>
                  <a:lnTo>
                    <a:pt x="68295" y="53245"/>
                  </a:lnTo>
                  <a:lnTo>
                    <a:pt x="56960" y="62675"/>
                  </a:lnTo>
                  <a:lnTo>
                    <a:pt x="65056" y="84392"/>
                  </a:lnTo>
                  <a:lnTo>
                    <a:pt x="60293" y="87821"/>
                  </a:lnTo>
                  <a:lnTo>
                    <a:pt x="60770" y="92964"/>
                  </a:lnTo>
                  <a:lnTo>
                    <a:pt x="54579" y="98108"/>
                  </a:lnTo>
                  <a:lnTo>
                    <a:pt x="49339" y="98108"/>
                  </a:lnTo>
                  <a:lnTo>
                    <a:pt x="46958" y="109728"/>
                  </a:lnTo>
                  <a:lnTo>
                    <a:pt x="49339" y="115538"/>
                  </a:lnTo>
                  <a:lnTo>
                    <a:pt x="49339" y="122587"/>
                  </a:lnTo>
                  <a:lnTo>
                    <a:pt x="52197" y="130112"/>
                  </a:lnTo>
                  <a:lnTo>
                    <a:pt x="59817" y="132493"/>
                  </a:lnTo>
                  <a:lnTo>
                    <a:pt x="64104" y="136779"/>
                  </a:lnTo>
                  <a:lnTo>
                    <a:pt x="64580" y="147161"/>
                  </a:lnTo>
                  <a:lnTo>
                    <a:pt x="67437" y="158496"/>
                  </a:lnTo>
                  <a:lnTo>
                    <a:pt x="74581" y="160401"/>
                  </a:lnTo>
                  <a:lnTo>
                    <a:pt x="80772" y="168688"/>
                  </a:lnTo>
                  <a:lnTo>
                    <a:pt x="94012" y="183071"/>
                  </a:lnTo>
                  <a:lnTo>
                    <a:pt x="103441" y="192977"/>
                  </a:lnTo>
                  <a:lnTo>
                    <a:pt x="106775" y="201930"/>
                  </a:lnTo>
                  <a:lnTo>
                    <a:pt x="104394" y="206597"/>
                  </a:lnTo>
                  <a:lnTo>
                    <a:pt x="87345" y="214122"/>
                  </a:lnTo>
                  <a:lnTo>
                    <a:pt x="70771" y="223552"/>
                  </a:lnTo>
                  <a:lnTo>
                    <a:pt x="64580" y="230124"/>
                  </a:lnTo>
                  <a:lnTo>
                    <a:pt x="57436" y="244697"/>
                  </a:lnTo>
                  <a:lnTo>
                    <a:pt x="51245" y="247555"/>
                  </a:lnTo>
                  <a:lnTo>
                    <a:pt x="37052" y="254127"/>
                  </a:lnTo>
                  <a:lnTo>
                    <a:pt x="28956" y="254127"/>
                  </a:lnTo>
                  <a:lnTo>
                    <a:pt x="19526" y="261652"/>
                  </a:lnTo>
                  <a:lnTo>
                    <a:pt x="10954" y="271558"/>
                  </a:lnTo>
                  <a:lnTo>
                    <a:pt x="5715" y="282416"/>
                  </a:lnTo>
                  <a:lnTo>
                    <a:pt x="0" y="289465"/>
                  </a:lnTo>
                  <a:lnTo>
                    <a:pt x="8954" y="298418"/>
                  </a:lnTo>
                  <a:lnTo>
                    <a:pt x="12288" y="290894"/>
                  </a:lnTo>
                  <a:lnTo>
                    <a:pt x="11335" y="284321"/>
                  </a:lnTo>
                  <a:lnTo>
                    <a:pt x="15145" y="290894"/>
                  </a:lnTo>
                  <a:cubicBezTo>
                    <a:pt x="15145" y="290894"/>
                    <a:pt x="12764" y="296990"/>
                    <a:pt x="12288" y="298418"/>
                  </a:cubicBezTo>
                  <a:cubicBezTo>
                    <a:pt x="11811" y="299847"/>
                    <a:pt x="6096" y="298418"/>
                    <a:pt x="6096" y="298418"/>
                  </a:cubicBezTo>
                  <a:lnTo>
                    <a:pt x="6572" y="306419"/>
                  </a:lnTo>
                  <a:lnTo>
                    <a:pt x="5144" y="311087"/>
                  </a:lnTo>
                  <a:lnTo>
                    <a:pt x="3239" y="315754"/>
                  </a:lnTo>
                  <a:lnTo>
                    <a:pt x="9049" y="316992"/>
                  </a:lnTo>
                  <a:lnTo>
                    <a:pt x="12002" y="318897"/>
                  </a:lnTo>
                  <a:lnTo>
                    <a:pt x="14669" y="321850"/>
                  </a:lnTo>
                  <a:lnTo>
                    <a:pt x="18002" y="328803"/>
                  </a:lnTo>
                  <a:lnTo>
                    <a:pt x="20670" y="329946"/>
                  </a:lnTo>
                  <a:lnTo>
                    <a:pt x="22574" y="333089"/>
                  </a:lnTo>
                  <a:lnTo>
                    <a:pt x="30766" y="335090"/>
                  </a:lnTo>
                  <a:lnTo>
                    <a:pt x="33147" y="340709"/>
                  </a:lnTo>
                  <a:lnTo>
                    <a:pt x="36100" y="344805"/>
                  </a:lnTo>
                  <a:lnTo>
                    <a:pt x="38005" y="342138"/>
                  </a:lnTo>
                  <a:lnTo>
                    <a:pt x="40386" y="343376"/>
                  </a:lnTo>
                  <a:lnTo>
                    <a:pt x="42101" y="347472"/>
                  </a:lnTo>
                  <a:lnTo>
                    <a:pt x="46958" y="349187"/>
                  </a:lnTo>
                  <a:lnTo>
                    <a:pt x="50864" y="352330"/>
                  </a:lnTo>
                  <a:lnTo>
                    <a:pt x="52102" y="355663"/>
                  </a:lnTo>
                  <a:lnTo>
                    <a:pt x="52292" y="359569"/>
                  </a:lnTo>
                  <a:lnTo>
                    <a:pt x="54864" y="360998"/>
                  </a:lnTo>
                  <a:lnTo>
                    <a:pt x="58293" y="357188"/>
                  </a:lnTo>
                  <a:lnTo>
                    <a:pt x="64294" y="356521"/>
                  </a:lnTo>
                  <a:lnTo>
                    <a:pt x="67723" y="356045"/>
                  </a:lnTo>
                  <a:lnTo>
                    <a:pt x="69914" y="359474"/>
                  </a:lnTo>
                  <a:lnTo>
                    <a:pt x="81915" y="360902"/>
                  </a:lnTo>
                  <a:cubicBezTo>
                    <a:pt x="81915" y="360902"/>
                    <a:pt x="86296" y="364046"/>
                    <a:pt x="86487" y="364522"/>
                  </a:cubicBezTo>
                  <a:cubicBezTo>
                    <a:pt x="86678" y="364998"/>
                    <a:pt x="86678" y="371761"/>
                    <a:pt x="86678" y="371761"/>
                  </a:cubicBezTo>
                  <a:lnTo>
                    <a:pt x="84773" y="378047"/>
                  </a:lnTo>
                  <a:lnTo>
                    <a:pt x="82677" y="384334"/>
                  </a:lnTo>
                  <a:lnTo>
                    <a:pt x="77820" y="390906"/>
                  </a:lnTo>
                  <a:lnTo>
                    <a:pt x="77058" y="398717"/>
                  </a:lnTo>
                  <a:lnTo>
                    <a:pt x="76581" y="406908"/>
                  </a:lnTo>
                  <a:lnTo>
                    <a:pt x="82772" y="404908"/>
                  </a:lnTo>
                  <a:lnTo>
                    <a:pt x="86201" y="400621"/>
                  </a:lnTo>
                  <a:lnTo>
                    <a:pt x="84582" y="398145"/>
                  </a:lnTo>
                  <a:lnTo>
                    <a:pt x="88011" y="395764"/>
                  </a:lnTo>
                  <a:lnTo>
                    <a:pt x="90964" y="394621"/>
                  </a:lnTo>
                  <a:lnTo>
                    <a:pt x="94107" y="393859"/>
                  </a:lnTo>
                  <a:lnTo>
                    <a:pt x="96012" y="393573"/>
                  </a:lnTo>
                  <a:lnTo>
                    <a:pt x="92107" y="390906"/>
                  </a:lnTo>
                  <a:lnTo>
                    <a:pt x="95726" y="387953"/>
                  </a:lnTo>
                  <a:lnTo>
                    <a:pt x="94965" y="385000"/>
                  </a:lnTo>
                  <a:lnTo>
                    <a:pt x="97631" y="380619"/>
                  </a:lnTo>
                  <a:lnTo>
                    <a:pt x="102489" y="384048"/>
                  </a:lnTo>
                  <a:lnTo>
                    <a:pt x="107061" y="377095"/>
                  </a:lnTo>
                  <a:lnTo>
                    <a:pt x="108681" y="371761"/>
                  </a:lnTo>
                  <a:lnTo>
                    <a:pt x="110585" y="369284"/>
                  </a:lnTo>
                  <a:lnTo>
                    <a:pt x="115158" y="360807"/>
                  </a:lnTo>
                  <a:lnTo>
                    <a:pt x="124778" y="347948"/>
                  </a:lnTo>
                  <a:lnTo>
                    <a:pt x="123349" y="347948"/>
                  </a:lnTo>
                  <a:lnTo>
                    <a:pt x="121730" y="346520"/>
                  </a:lnTo>
                  <a:lnTo>
                    <a:pt x="122015" y="342138"/>
                  </a:lnTo>
                  <a:lnTo>
                    <a:pt x="124111" y="341471"/>
                  </a:lnTo>
                  <a:lnTo>
                    <a:pt x="127540" y="341948"/>
                  </a:lnTo>
                  <a:lnTo>
                    <a:pt x="128969" y="337375"/>
                  </a:lnTo>
                  <a:lnTo>
                    <a:pt x="131540" y="338804"/>
                  </a:lnTo>
                  <a:lnTo>
                    <a:pt x="134112" y="333946"/>
                  </a:lnTo>
                  <a:lnTo>
                    <a:pt x="134398" y="329089"/>
                  </a:lnTo>
                  <a:lnTo>
                    <a:pt x="139255" y="332423"/>
                  </a:lnTo>
                  <a:lnTo>
                    <a:pt x="137160" y="334137"/>
                  </a:lnTo>
                  <a:lnTo>
                    <a:pt x="134303" y="338804"/>
                  </a:lnTo>
                  <a:lnTo>
                    <a:pt x="139351" y="337280"/>
                  </a:lnTo>
                  <a:lnTo>
                    <a:pt x="145066" y="332137"/>
                  </a:lnTo>
                  <a:lnTo>
                    <a:pt x="150114" y="328232"/>
                  </a:lnTo>
                  <a:lnTo>
                    <a:pt x="144304" y="326803"/>
                  </a:lnTo>
                  <a:lnTo>
                    <a:pt x="137636" y="325660"/>
                  </a:lnTo>
                  <a:lnTo>
                    <a:pt x="140304" y="322993"/>
                  </a:lnTo>
                  <a:lnTo>
                    <a:pt x="142399" y="320040"/>
                  </a:lnTo>
                  <a:lnTo>
                    <a:pt x="144304" y="315182"/>
                  </a:lnTo>
                  <a:lnTo>
                    <a:pt x="147733" y="315373"/>
                  </a:lnTo>
                  <a:lnTo>
                    <a:pt x="149638" y="312896"/>
                  </a:lnTo>
                  <a:lnTo>
                    <a:pt x="147924" y="305943"/>
                  </a:lnTo>
                  <a:lnTo>
                    <a:pt x="147161" y="303276"/>
                  </a:lnTo>
                  <a:lnTo>
                    <a:pt x="144209" y="302324"/>
                  </a:lnTo>
                  <a:lnTo>
                    <a:pt x="145923" y="300323"/>
                  </a:lnTo>
                  <a:lnTo>
                    <a:pt x="149066" y="302324"/>
                  </a:lnTo>
                  <a:lnTo>
                    <a:pt x="155067" y="302990"/>
                  </a:lnTo>
                  <a:lnTo>
                    <a:pt x="159448" y="304419"/>
                  </a:lnTo>
                  <a:lnTo>
                    <a:pt x="159258" y="308229"/>
                  </a:lnTo>
                  <a:lnTo>
                    <a:pt x="161640" y="307086"/>
                  </a:lnTo>
                  <a:lnTo>
                    <a:pt x="162878" y="302514"/>
                  </a:lnTo>
                  <a:lnTo>
                    <a:pt x="162211" y="300800"/>
                  </a:lnTo>
                  <a:lnTo>
                    <a:pt x="158782" y="300514"/>
                  </a:lnTo>
                  <a:lnTo>
                    <a:pt x="156401" y="298323"/>
                  </a:lnTo>
                  <a:lnTo>
                    <a:pt x="163545" y="291370"/>
                  </a:lnTo>
                  <a:lnTo>
                    <a:pt x="165735" y="292037"/>
                  </a:lnTo>
                  <a:lnTo>
                    <a:pt x="166974" y="286988"/>
                  </a:lnTo>
                  <a:lnTo>
                    <a:pt x="172498" y="285845"/>
                  </a:lnTo>
                  <a:lnTo>
                    <a:pt x="173927" y="280988"/>
                  </a:lnTo>
                  <a:lnTo>
                    <a:pt x="176499" y="278511"/>
                  </a:lnTo>
                  <a:lnTo>
                    <a:pt x="175832" y="271748"/>
                  </a:lnTo>
                  <a:lnTo>
                    <a:pt x="179165" y="272701"/>
                  </a:lnTo>
                  <a:lnTo>
                    <a:pt x="179356" y="270700"/>
                  </a:lnTo>
                  <a:lnTo>
                    <a:pt x="174117" y="269177"/>
                  </a:lnTo>
                  <a:lnTo>
                    <a:pt x="177070" y="263366"/>
                  </a:lnTo>
                  <a:lnTo>
                    <a:pt x="182595" y="249841"/>
                  </a:lnTo>
                  <a:lnTo>
                    <a:pt x="182880" y="245269"/>
                  </a:lnTo>
                  <a:lnTo>
                    <a:pt x="186024" y="239459"/>
                  </a:lnTo>
                  <a:lnTo>
                    <a:pt x="181737" y="237934"/>
                  </a:lnTo>
                  <a:lnTo>
                    <a:pt x="181261" y="235744"/>
                  </a:lnTo>
                  <a:lnTo>
                    <a:pt x="186500" y="234601"/>
                  </a:lnTo>
                  <a:lnTo>
                    <a:pt x="190119" y="237077"/>
                  </a:lnTo>
                  <a:lnTo>
                    <a:pt x="190786" y="231077"/>
                  </a:lnTo>
                  <a:lnTo>
                    <a:pt x="186404" y="229076"/>
                  </a:lnTo>
                  <a:lnTo>
                    <a:pt x="182785" y="227838"/>
                  </a:lnTo>
                  <a:cubicBezTo>
                    <a:pt x="182785" y="227838"/>
                    <a:pt x="186880" y="224504"/>
                    <a:pt x="187833" y="224219"/>
                  </a:cubicBezTo>
                  <a:cubicBezTo>
                    <a:pt x="188786" y="223933"/>
                    <a:pt x="192214" y="222218"/>
                    <a:pt x="192214" y="222218"/>
                  </a:cubicBezTo>
                  <a:lnTo>
                    <a:pt x="193643" y="219361"/>
                  </a:lnTo>
                  <a:lnTo>
                    <a:pt x="191453" y="217646"/>
                  </a:lnTo>
                  <a:lnTo>
                    <a:pt x="196215" y="211360"/>
                  </a:lnTo>
                  <a:lnTo>
                    <a:pt x="199168" y="196120"/>
                  </a:lnTo>
                  <a:lnTo>
                    <a:pt x="203740" y="178879"/>
                  </a:lnTo>
                  <a:lnTo>
                    <a:pt x="204311" y="168783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0E33B09-B77C-0FB7-1D4E-AA7783EAD168}"/>
                </a:ext>
              </a:extLst>
            </p:cNvPr>
            <p:cNvSpPr/>
            <p:nvPr/>
          </p:nvSpPr>
          <p:spPr>
            <a:xfrm>
              <a:off x="6863333" y="3525972"/>
              <a:ext cx="91821" cy="220979"/>
            </a:xfrm>
            <a:custGeom>
              <a:avLst/>
              <a:gdLst>
                <a:gd name="connsiteX0" fmla="*/ 40767 w 91821"/>
                <a:gd name="connsiteY0" fmla="*/ 1714 h 220979"/>
                <a:gd name="connsiteX1" fmla="*/ 39338 w 91821"/>
                <a:gd name="connsiteY1" fmla="*/ 1905 h 220979"/>
                <a:gd name="connsiteX2" fmla="*/ 27146 w 91821"/>
                <a:gd name="connsiteY2" fmla="*/ 0 h 220979"/>
                <a:gd name="connsiteX3" fmla="*/ 15907 w 91821"/>
                <a:gd name="connsiteY3" fmla="*/ 2191 h 220979"/>
                <a:gd name="connsiteX4" fmla="*/ 6763 w 91821"/>
                <a:gd name="connsiteY4" fmla="*/ 8668 h 220979"/>
                <a:gd name="connsiteX5" fmla="*/ 2477 w 91821"/>
                <a:gd name="connsiteY5" fmla="*/ 17526 h 220979"/>
                <a:gd name="connsiteX6" fmla="*/ 0 w 91821"/>
                <a:gd name="connsiteY6" fmla="*/ 19431 h 220979"/>
                <a:gd name="connsiteX7" fmla="*/ 6763 w 91821"/>
                <a:gd name="connsiteY7" fmla="*/ 220980 h 220979"/>
                <a:gd name="connsiteX8" fmla="*/ 91821 w 91821"/>
                <a:gd name="connsiteY8" fmla="*/ 220980 h 220979"/>
                <a:gd name="connsiteX9" fmla="*/ 89059 w 91821"/>
                <a:gd name="connsiteY9" fmla="*/ 219075 h 220979"/>
                <a:gd name="connsiteX10" fmla="*/ 91821 w 91821"/>
                <a:gd name="connsiteY10" fmla="*/ 214217 h 220979"/>
                <a:gd name="connsiteX11" fmla="*/ 90297 w 91821"/>
                <a:gd name="connsiteY11" fmla="*/ 201263 h 220979"/>
                <a:gd name="connsiteX12" fmla="*/ 86583 w 91821"/>
                <a:gd name="connsiteY12" fmla="*/ 202216 h 220979"/>
                <a:gd name="connsiteX13" fmla="*/ 82391 w 91821"/>
                <a:gd name="connsiteY13" fmla="*/ 200692 h 220979"/>
                <a:gd name="connsiteX14" fmla="*/ 73819 w 91821"/>
                <a:gd name="connsiteY14" fmla="*/ 201930 h 220979"/>
                <a:gd name="connsiteX15" fmla="*/ 82677 w 91821"/>
                <a:gd name="connsiteY15" fmla="*/ 194215 h 220979"/>
                <a:gd name="connsiteX16" fmla="*/ 82963 w 91821"/>
                <a:gd name="connsiteY16" fmla="*/ 185356 h 220979"/>
                <a:gd name="connsiteX17" fmla="*/ 88487 w 91821"/>
                <a:gd name="connsiteY17" fmla="*/ 184690 h 220979"/>
                <a:gd name="connsiteX18" fmla="*/ 86963 w 91821"/>
                <a:gd name="connsiteY18" fmla="*/ 166592 h 220979"/>
                <a:gd name="connsiteX19" fmla="*/ 80200 w 91821"/>
                <a:gd name="connsiteY19" fmla="*/ 169640 h 220979"/>
                <a:gd name="connsiteX20" fmla="*/ 74105 w 91821"/>
                <a:gd name="connsiteY20" fmla="*/ 166306 h 220979"/>
                <a:gd name="connsiteX21" fmla="*/ 59817 w 91821"/>
                <a:gd name="connsiteY21" fmla="*/ 147542 h 220979"/>
                <a:gd name="connsiteX22" fmla="*/ 57055 w 91821"/>
                <a:gd name="connsiteY22" fmla="*/ 146875 h 220979"/>
                <a:gd name="connsiteX23" fmla="*/ 60103 w 91821"/>
                <a:gd name="connsiteY23" fmla="*/ 140779 h 220979"/>
                <a:gd name="connsiteX24" fmla="*/ 55531 w 91821"/>
                <a:gd name="connsiteY24" fmla="*/ 131540 h 220979"/>
                <a:gd name="connsiteX25" fmla="*/ 47625 w 91821"/>
                <a:gd name="connsiteY25" fmla="*/ 124206 h 220979"/>
                <a:gd name="connsiteX26" fmla="*/ 48196 w 91821"/>
                <a:gd name="connsiteY26" fmla="*/ 102965 h 220979"/>
                <a:gd name="connsiteX27" fmla="*/ 45911 w 91821"/>
                <a:gd name="connsiteY27" fmla="*/ 92488 h 220979"/>
                <a:gd name="connsiteX28" fmla="*/ 40291 w 91821"/>
                <a:gd name="connsiteY28" fmla="*/ 80867 h 220979"/>
                <a:gd name="connsiteX29" fmla="*/ 40005 w 91821"/>
                <a:gd name="connsiteY29" fmla="*/ 85725 h 220979"/>
                <a:gd name="connsiteX30" fmla="*/ 35147 w 91821"/>
                <a:gd name="connsiteY30" fmla="*/ 80581 h 220979"/>
                <a:gd name="connsiteX31" fmla="*/ 35243 w 91821"/>
                <a:gd name="connsiteY31" fmla="*/ 76009 h 220979"/>
                <a:gd name="connsiteX32" fmla="*/ 29337 w 91821"/>
                <a:gd name="connsiteY32" fmla="*/ 64865 h 220979"/>
                <a:gd name="connsiteX33" fmla="*/ 25051 w 91821"/>
                <a:gd name="connsiteY33" fmla="*/ 62675 h 220979"/>
                <a:gd name="connsiteX34" fmla="*/ 22955 w 91821"/>
                <a:gd name="connsiteY34" fmla="*/ 58293 h 220979"/>
                <a:gd name="connsiteX35" fmla="*/ 26194 w 91821"/>
                <a:gd name="connsiteY35" fmla="*/ 44767 h 220979"/>
                <a:gd name="connsiteX36" fmla="*/ 22955 w 91821"/>
                <a:gd name="connsiteY36" fmla="*/ 38481 h 220979"/>
                <a:gd name="connsiteX37" fmla="*/ 20098 w 91821"/>
                <a:gd name="connsiteY37" fmla="*/ 31623 h 220979"/>
                <a:gd name="connsiteX38" fmla="*/ 25813 w 91821"/>
                <a:gd name="connsiteY38" fmla="*/ 23527 h 220979"/>
                <a:gd name="connsiteX39" fmla="*/ 29718 w 91821"/>
                <a:gd name="connsiteY39" fmla="*/ 15907 h 220979"/>
                <a:gd name="connsiteX40" fmla="*/ 31432 w 91821"/>
                <a:gd name="connsiteY40" fmla="*/ 12097 h 220979"/>
                <a:gd name="connsiteX41" fmla="*/ 40767 w 91821"/>
                <a:gd name="connsiteY41" fmla="*/ 1714 h 220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91821" h="220979">
                  <a:moveTo>
                    <a:pt x="40767" y="1714"/>
                  </a:moveTo>
                  <a:lnTo>
                    <a:pt x="39338" y="1905"/>
                  </a:lnTo>
                  <a:lnTo>
                    <a:pt x="27146" y="0"/>
                  </a:lnTo>
                  <a:lnTo>
                    <a:pt x="15907" y="2191"/>
                  </a:lnTo>
                  <a:lnTo>
                    <a:pt x="6763" y="8668"/>
                  </a:lnTo>
                  <a:lnTo>
                    <a:pt x="2477" y="17526"/>
                  </a:lnTo>
                  <a:lnTo>
                    <a:pt x="0" y="19431"/>
                  </a:lnTo>
                  <a:lnTo>
                    <a:pt x="6763" y="220980"/>
                  </a:lnTo>
                  <a:lnTo>
                    <a:pt x="91821" y="220980"/>
                  </a:lnTo>
                  <a:lnTo>
                    <a:pt x="89059" y="219075"/>
                  </a:lnTo>
                  <a:lnTo>
                    <a:pt x="91821" y="214217"/>
                  </a:lnTo>
                  <a:lnTo>
                    <a:pt x="90297" y="201263"/>
                  </a:lnTo>
                  <a:lnTo>
                    <a:pt x="86583" y="202216"/>
                  </a:lnTo>
                  <a:lnTo>
                    <a:pt x="82391" y="200692"/>
                  </a:lnTo>
                  <a:lnTo>
                    <a:pt x="73819" y="201930"/>
                  </a:lnTo>
                  <a:lnTo>
                    <a:pt x="82677" y="194215"/>
                  </a:lnTo>
                  <a:lnTo>
                    <a:pt x="82963" y="185356"/>
                  </a:lnTo>
                  <a:lnTo>
                    <a:pt x="88487" y="184690"/>
                  </a:lnTo>
                  <a:lnTo>
                    <a:pt x="86963" y="166592"/>
                  </a:lnTo>
                  <a:lnTo>
                    <a:pt x="80200" y="169640"/>
                  </a:lnTo>
                  <a:lnTo>
                    <a:pt x="74105" y="166306"/>
                  </a:lnTo>
                  <a:lnTo>
                    <a:pt x="59817" y="147542"/>
                  </a:lnTo>
                  <a:lnTo>
                    <a:pt x="57055" y="146875"/>
                  </a:lnTo>
                  <a:lnTo>
                    <a:pt x="60103" y="140779"/>
                  </a:lnTo>
                  <a:lnTo>
                    <a:pt x="55531" y="131540"/>
                  </a:lnTo>
                  <a:lnTo>
                    <a:pt x="47625" y="124206"/>
                  </a:lnTo>
                  <a:lnTo>
                    <a:pt x="48196" y="102965"/>
                  </a:lnTo>
                  <a:lnTo>
                    <a:pt x="45911" y="92488"/>
                  </a:lnTo>
                  <a:lnTo>
                    <a:pt x="40291" y="80867"/>
                  </a:lnTo>
                  <a:lnTo>
                    <a:pt x="40005" y="85725"/>
                  </a:lnTo>
                  <a:lnTo>
                    <a:pt x="35147" y="80581"/>
                  </a:lnTo>
                  <a:lnTo>
                    <a:pt x="35243" y="76009"/>
                  </a:lnTo>
                  <a:lnTo>
                    <a:pt x="29337" y="64865"/>
                  </a:lnTo>
                  <a:lnTo>
                    <a:pt x="25051" y="62675"/>
                  </a:lnTo>
                  <a:lnTo>
                    <a:pt x="22955" y="58293"/>
                  </a:lnTo>
                  <a:lnTo>
                    <a:pt x="26194" y="44767"/>
                  </a:lnTo>
                  <a:lnTo>
                    <a:pt x="22955" y="38481"/>
                  </a:lnTo>
                  <a:lnTo>
                    <a:pt x="20098" y="31623"/>
                  </a:lnTo>
                  <a:lnTo>
                    <a:pt x="25813" y="23527"/>
                  </a:lnTo>
                  <a:lnTo>
                    <a:pt x="29718" y="15907"/>
                  </a:lnTo>
                  <a:lnTo>
                    <a:pt x="31432" y="12097"/>
                  </a:lnTo>
                  <a:lnTo>
                    <a:pt x="40767" y="1714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B429AA3-2FBB-9968-1079-A5EB240EF5AE}"/>
                </a:ext>
              </a:extLst>
            </p:cNvPr>
            <p:cNvSpPr/>
            <p:nvPr/>
          </p:nvSpPr>
          <p:spPr>
            <a:xfrm>
              <a:off x="6255639" y="3117350"/>
              <a:ext cx="746283" cy="428053"/>
            </a:xfrm>
            <a:custGeom>
              <a:avLst/>
              <a:gdLst>
                <a:gd name="connsiteX0" fmla="*/ 741045 w 746283"/>
                <a:gd name="connsiteY0" fmla="*/ 142589 h 428053"/>
                <a:gd name="connsiteX1" fmla="*/ 741045 w 746283"/>
                <a:gd name="connsiteY1" fmla="*/ 139160 h 428053"/>
                <a:gd name="connsiteX2" fmla="*/ 736759 w 746283"/>
                <a:gd name="connsiteY2" fmla="*/ 139160 h 428053"/>
                <a:gd name="connsiteX3" fmla="*/ 733710 w 746283"/>
                <a:gd name="connsiteY3" fmla="*/ 137065 h 428053"/>
                <a:gd name="connsiteX4" fmla="*/ 731139 w 746283"/>
                <a:gd name="connsiteY4" fmla="*/ 137065 h 428053"/>
                <a:gd name="connsiteX5" fmla="*/ 720852 w 746283"/>
                <a:gd name="connsiteY5" fmla="*/ 135827 h 428053"/>
                <a:gd name="connsiteX6" fmla="*/ 718661 w 746283"/>
                <a:gd name="connsiteY6" fmla="*/ 135541 h 428053"/>
                <a:gd name="connsiteX7" fmla="*/ 714375 w 746283"/>
                <a:gd name="connsiteY7" fmla="*/ 129064 h 428053"/>
                <a:gd name="connsiteX8" fmla="*/ 710946 w 746283"/>
                <a:gd name="connsiteY8" fmla="*/ 129064 h 428053"/>
                <a:gd name="connsiteX9" fmla="*/ 704564 w 746283"/>
                <a:gd name="connsiteY9" fmla="*/ 122777 h 428053"/>
                <a:gd name="connsiteX10" fmla="*/ 696753 w 746283"/>
                <a:gd name="connsiteY10" fmla="*/ 117539 h 428053"/>
                <a:gd name="connsiteX11" fmla="*/ 692562 w 746283"/>
                <a:gd name="connsiteY11" fmla="*/ 108966 h 428053"/>
                <a:gd name="connsiteX12" fmla="*/ 684562 w 746283"/>
                <a:gd name="connsiteY12" fmla="*/ 75629 h 428053"/>
                <a:gd name="connsiteX13" fmla="*/ 643414 w 746283"/>
                <a:gd name="connsiteY13" fmla="*/ 42005 h 428053"/>
                <a:gd name="connsiteX14" fmla="*/ 102012 w 746283"/>
                <a:gd name="connsiteY14" fmla="*/ 42005 h 428053"/>
                <a:gd name="connsiteX15" fmla="*/ 102012 w 746283"/>
                <a:gd name="connsiteY15" fmla="*/ 0 h 428053"/>
                <a:gd name="connsiteX16" fmla="*/ 30670 w 746283"/>
                <a:gd name="connsiteY16" fmla="*/ 38100 h 428053"/>
                <a:gd name="connsiteX17" fmla="*/ 0 w 746283"/>
                <a:gd name="connsiteY17" fmla="*/ 51625 h 428053"/>
                <a:gd name="connsiteX18" fmla="*/ 6096 w 746283"/>
                <a:gd name="connsiteY18" fmla="*/ 428054 h 428053"/>
                <a:gd name="connsiteX19" fmla="*/ 607695 w 746283"/>
                <a:gd name="connsiteY19" fmla="*/ 428054 h 428053"/>
                <a:gd name="connsiteX20" fmla="*/ 610172 w 746283"/>
                <a:gd name="connsiteY20" fmla="*/ 426149 h 428053"/>
                <a:gd name="connsiteX21" fmla="*/ 614458 w 746283"/>
                <a:gd name="connsiteY21" fmla="*/ 417290 h 428053"/>
                <a:gd name="connsiteX22" fmla="*/ 623602 w 746283"/>
                <a:gd name="connsiteY22" fmla="*/ 410813 h 428053"/>
                <a:gd name="connsiteX23" fmla="*/ 634841 w 746283"/>
                <a:gd name="connsiteY23" fmla="*/ 408623 h 428053"/>
                <a:gd name="connsiteX24" fmla="*/ 647033 w 746283"/>
                <a:gd name="connsiteY24" fmla="*/ 410528 h 428053"/>
                <a:gd name="connsiteX25" fmla="*/ 648462 w 746283"/>
                <a:gd name="connsiteY25" fmla="*/ 410337 h 428053"/>
                <a:gd name="connsiteX26" fmla="*/ 646176 w 746283"/>
                <a:gd name="connsiteY26" fmla="*/ 412909 h 428053"/>
                <a:gd name="connsiteX27" fmla="*/ 648652 w 746283"/>
                <a:gd name="connsiteY27" fmla="*/ 412528 h 428053"/>
                <a:gd name="connsiteX28" fmla="*/ 658177 w 746283"/>
                <a:gd name="connsiteY28" fmla="*/ 404908 h 428053"/>
                <a:gd name="connsiteX29" fmla="*/ 666179 w 746283"/>
                <a:gd name="connsiteY29" fmla="*/ 404908 h 428053"/>
                <a:gd name="connsiteX30" fmla="*/ 680371 w 746283"/>
                <a:gd name="connsiteY30" fmla="*/ 398336 h 428053"/>
                <a:gd name="connsiteX31" fmla="*/ 686562 w 746283"/>
                <a:gd name="connsiteY31" fmla="*/ 395478 h 428053"/>
                <a:gd name="connsiteX32" fmla="*/ 693706 w 746283"/>
                <a:gd name="connsiteY32" fmla="*/ 380905 h 428053"/>
                <a:gd name="connsiteX33" fmla="*/ 699802 w 746283"/>
                <a:gd name="connsiteY33" fmla="*/ 374333 h 428053"/>
                <a:gd name="connsiteX34" fmla="*/ 716375 w 746283"/>
                <a:gd name="connsiteY34" fmla="*/ 364903 h 428053"/>
                <a:gd name="connsiteX35" fmla="*/ 733425 w 746283"/>
                <a:gd name="connsiteY35" fmla="*/ 357378 h 428053"/>
                <a:gd name="connsiteX36" fmla="*/ 735806 w 746283"/>
                <a:gd name="connsiteY36" fmla="*/ 352616 h 428053"/>
                <a:gd name="connsiteX37" fmla="*/ 732472 w 746283"/>
                <a:gd name="connsiteY37" fmla="*/ 343662 h 428053"/>
                <a:gd name="connsiteX38" fmla="*/ 723043 w 746283"/>
                <a:gd name="connsiteY38" fmla="*/ 333756 h 428053"/>
                <a:gd name="connsiteX39" fmla="*/ 709803 w 746283"/>
                <a:gd name="connsiteY39" fmla="*/ 319373 h 428053"/>
                <a:gd name="connsiteX40" fmla="*/ 703612 w 746283"/>
                <a:gd name="connsiteY40" fmla="*/ 311182 h 428053"/>
                <a:gd name="connsiteX41" fmla="*/ 696468 w 746283"/>
                <a:gd name="connsiteY41" fmla="*/ 309277 h 428053"/>
                <a:gd name="connsiteX42" fmla="*/ 693706 w 746283"/>
                <a:gd name="connsiteY42" fmla="*/ 297942 h 428053"/>
                <a:gd name="connsiteX43" fmla="*/ 693229 w 746283"/>
                <a:gd name="connsiteY43" fmla="*/ 287560 h 428053"/>
                <a:gd name="connsiteX44" fmla="*/ 688943 w 746283"/>
                <a:gd name="connsiteY44" fmla="*/ 283369 h 428053"/>
                <a:gd name="connsiteX45" fmla="*/ 681323 w 746283"/>
                <a:gd name="connsiteY45" fmla="*/ 280988 h 428053"/>
                <a:gd name="connsiteX46" fmla="*/ 678466 w 746283"/>
                <a:gd name="connsiteY46" fmla="*/ 273463 h 428053"/>
                <a:gd name="connsiteX47" fmla="*/ 678466 w 746283"/>
                <a:gd name="connsiteY47" fmla="*/ 266319 h 428053"/>
                <a:gd name="connsiteX48" fmla="*/ 676180 w 746283"/>
                <a:gd name="connsiteY48" fmla="*/ 260509 h 428053"/>
                <a:gd name="connsiteX49" fmla="*/ 678466 w 746283"/>
                <a:gd name="connsiteY49" fmla="*/ 248888 h 428053"/>
                <a:gd name="connsiteX50" fmla="*/ 683704 w 746283"/>
                <a:gd name="connsiteY50" fmla="*/ 248888 h 428053"/>
                <a:gd name="connsiteX51" fmla="*/ 689896 w 746283"/>
                <a:gd name="connsiteY51" fmla="*/ 243745 h 428053"/>
                <a:gd name="connsiteX52" fmla="*/ 689420 w 746283"/>
                <a:gd name="connsiteY52" fmla="*/ 238506 h 428053"/>
                <a:gd name="connsiteX53" fmla="*/ 694182 w 746283"/>
                <a:gd name="connsiteY53" fmla="*/ 235172 h 428053"/>
                <a:gd name="connsiteX54" fmla="*/ 686085 w 746283"/>
                <a:gd name="connsiteY54" fmla="*/ 213455 h 428053"/>
                <a:gd name="connsiteX55" fmla="*/ 697420 w 746283"/>
                <a:gd name="connsiteY55" fmla="*/ 204025 h 428053"/>
                <a:gd name="connsiteX56" fmla="*/ 702659 w 746283"/>
                <a:gd name="connsiteY56" fmla="*/ 191738 h 428053"/>
                <a:gd name="connsiteX57" fmla="*/ 713041 w 746283"/>
                <a:gd name="connsiteY57" fmla="*/ 184785 h 428053"/>
                <a:gd name="connsiteX58" fmla="*/ 718852 w 746283"/>
                <a:gd name="connsiteY58" fmla="*/ 173260 h 428053"/>
                <a:gd name="connsiteX59" fmla="*/ 721804 w 746283"/>
                <a:gd name="connsiteY59" fmla="*/ 168116 h 428053"/>
                <a:gd name="connsiteX60" fmla="*/ 729615 w 746283"/>
                <a:gd name="connsiteY60" fmla="*/ 156972 h 428053"/>
                <a:gd name="connsiteX61" fmla="*/ 736568 w 746283"/>
                <a:gd name="connsiteY61" fmla="*/ 153257 h 428053"/>
                <a:gd name="connsiteX62" fmla="*/ 746284 w 746283"/>
                <a:gd name="connsiteY62" fmla="*/ 150876 h 428053"/>
                <a:gd name="connsiteX63" fmla="*/ 743522 w 746283"/>
                <a:gd name="connsiteY63" fmla="*/ 144685 h 428053"/>
                <a:gd name="connsiteX64" fmla="*/ 741045 w 746283"/>
                <a:gd name="connsiteY64" fmla="*/ 142589 h 42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746283" h="428053">
                  <a:moveTo>
                    <a:pt x="741045" y="142589"/>
                  </a:moveTo>
                  <a:lnTo>
                    <a:pt x="741045" y="139160"/>
                  </a:lnTo>
                  <a:lnTo>
                    <a:pt x="736759" y="139160"/>
                  </a:lnTo>
                  <a:lnTo>
                    <a:pt x="733710" y="137065"/>
                  </a:lnTo>
                  <a:lnTo>
                    <a:pt x="731139" y="137065"/>
                  </a:lnTo>
                  <a:lnTo>
                    <a:pt x="720852" y="135827"/>
                  </a:lnTo>
                  <a:lnTo>
                    <a:pt x="718661" y="135541"/>
                  </a:lnTo>
                  <a:lnTo>
                    <a:pt x="714375" y="129064"/>
                  </a:lnTo>
                  <a:lnTo>
                    <a:pt x="710946" y="129064"/>
                  </a:lnTo>
                  <a:lnTo>
                    <a:pt x="704564" y="122777"/>
                  </a:lnTo>
                  <a:lnTo>
                    <a:pt x="696753" y="117539"/>
                  </a:lnTo>
                  <a:lnTo>
                    <a:pt x="692562" y="108966"/>
                  </a:lnTo>
                  <a:lnTo>
                    <a:pt x="684562" y="75629"/>
                  </a:lnTo>
                  <a:lnTo>
                    <a:pt x="643414" y="42005"/>
                  </a:lnTo>
                  <a:lnTo>
                    <a:pt x="102012" y="42005"/>
                  </a:lnTo>
                  <a:lnTo>
                    <a:pt x="102012" y="0"/>
                  </a:lnTo>
                  <a:lnTo>
                    <a:pt x="30670" y="38100"/>
                  </a:lnTo>
                  <a:lnTo>
                    <a:pt x="0" y="51625"/>
                  </a:lnTo>
                  <a:lnTo>
                    <a:pt x="6096" y="428054"/>
                  </a:lnTo>
                  <a:lnTo>
                    <a:pt x="607695" y="428054"/>
                  </a:lnTo>
                  <a:lnTo>
                    <a:pt x="610172" y="426149"/>
                  </a:lnTo>
                  <a:lnTo>
                    <a:pt x="614458" y="417290"/>
                  </a:lnTo>
                  <a:lnTo>
                    <a:pt x="623602" y="410813"/>
                  </a:lnTo>
                  <a:lnTo>
                    <a:pt x="634841" y="408623"/>
                  </a:lnTo>
                  <a:lnTo>
                    <a:pt x="647033" y="410528"/>
                  </a:lnTo>
                  <a:lnTo>
                    <a:pt x="648462" y="410337"/>
                  </a:lnTo>
                  <a:lnTo>
                    <a:pt x="646176" y="412909"/>
                  </a:lnTo>
                  <a:lnTo>
                    <a:pt x="648652" y="412528"/>
                  </a:lnTo>
                  <a:lnTo>
                    <a:pt x="658177" y="404908"/>
                  </a:lnTo>
                  <a:lnTo>
                    <a:pt x="666179" y="404908"/>
                  </a:lnTo>
                  <a:lnTo>
                    <a:pt x="680371" y="398336"/>
                  </a:lnTo>
                  <a:lnTo>
                    <a:pt x="686562" y="395478"/>
                  </a:lnTo>
                  <a:lnTo>
                    <a:pt x="693706" y="380905"/>
                  </a:lnTo>
                  <a:lnTo>
                    <a:pt x="699802" y="374333"/>
                  </a:lnTo>
                  <a:lnTo>
                    <a:pt x="716375" y="364903"/>
                  </a:lnTo>
                  <a:lnTo>
                    <a:pt x="733425" y="357378"/>
                  </a:lnTo>
                  <a:lnTo>
                    <a:pt x="735806" y="352616"/>
                  </a:lnTo>
                  <a:lnTo>
                    <a:pt x="732472" y="343662"/>
                  </a:lnTo>
                  <a:lnTo>
                    <a:pt x="723043" y="333756"/>
                  </a:lnTo>
                  <a:lnTo>
                    <a:pt x="709803" y="319373"/>
                  </a:lnTo>
                  <a:lnTo>
                    <a:pt x="703612" y="311182"/>
                  </a:lnTo>
                  <a:lnTo>
                    <a:pt x="696468" y="309277"/>
                  </a:lnTo>
                  <a:lnTo>
                    <a:pt x="693706" y="297942"/>
                  </a:lnTo>
                  <a:lnTo>
                    <a:pt x="693229" y="287560"/>
                  </a:lnTo>
                  <a:lnTo>
                    <a:pt x="688943" y="283369"/>
                  </a:lnTo>
                  <a:lnTo>
                    <a:pt x="681323" y="280988"/>
                  </a:lnTo>
                  <a:lnTo>
                    <a:pt x="678466" y="273463"/>
                  </a:lnTo>
                  <a:lnTo>
                    <a:pt x="678466" y="266319"/>
                  </a:lnTo>
                  <a:lnTo>
                    <a:pt x="676180" y="260509"/>
                  </a:lnTo>
                  <a:lnTo>
                    <a:pt x="678466" y="248888"/>
                  </a:lnTo>
                  <a:lnTo>
                    <a:pt x="683704" y="248888"/>
                  </a:lnTo>
                  <a:lnTo>
                    <a:pt x="689896" y="243745"/>
                  </a:lnTo>
                  <a:lnTo>
                    <a:pt x="689420" y="238506"/>
                  </a:lnTo>
                  <a:lnTo>
                    <a:pt x="694182" y="235172"/>
                  </a:lnTo>
                  <a:lnTo>
                    <a:pt x="686085" y="213455"/>
                  </a:lnTo>
                  <a:lnTo>
                    <a:pt x="697420" y="204025"/>
                  </a:lnTo>
                  <a:lnTo>
                    <a:pt x="702659" y="191738"/>
                  </a:lnTo>
                  <a:lnTo>
                    <a:pt x="713041" y="184785"/>
                  </a:lnTo>
                  <a:lnTo>
                    <a:pt x="718852" y="173260"/>
                  </a:lnTo>
                  <a:lnTo>
                    <a:pt x="721804" y="168116"/>
                  </a:lnTo>
                  <a:lnTo>
                    <a:pt x="729615" y="156972"/>
                  </a:lnTo>
                  <a:lnTo>
                    <a:pt x="736568" y="153257"/>
                  </a:lnTo>
                  <a:lnTo>
                    <a:pt x="746284" y="150876"/>
                  </a:lnTo>
                  <a:lnTo>
                    <a:pt x="743522" y="144685"/>
                  </a:lnTo>
                  <a:lnTo>
                    <a:pt x="741045" y="142589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A820D629-FF49-E3AD-191F-0697DDA5E158}"/>
                </a:ext>
              </a:extLst>
            </p:cNvPr>
            <p:cNvSpPr/>
            <p:nvPr/>
          </p:nvSpPr>
          <p:spPr>
            <a:xfrm>
              <a:off x="6394799" y="3544641"/>
              <a:ext cx="554450" cy="287559"/>
            </a:xfrm>
            <a:custGeom>
              <a:avLst/>
              <a:gdLst>
                <a:gd name="connsiteX0" fmla="*/ 553498 w 554450"/>
                <a:gd name="connsiteY0" fmla="*/ 202311 h 287559"/>
                <a:gd name="connsiteX1" fmla="*/ 550259 w 554450"/>
                <a:gd name="connsiteY1" fmla="*/ 207264 h 287559"/>
                <a:gd name="connsiteX2" fmla="*/ 543306 w 554450"/>
                <a:gd name="connsiteY2" fmla="*/ 208217 h 287559"/>
                <a:gd name="connsiteX3" fmla="*/ 541877 w 554450"/>
                <a:gd name="connsiteY3" fmla="*/ 213741 h 287559"/>
                <a:gd name="connsiteX4" fmla="*/ 545306 w 554450"/>
                <a:gd name="connsiteY4" fmla="*/ 224790 h 287559"/>
                <a:gd name="connsiteX5" fmla="*/ 546259 w 554450"/>
                <a:gd name="connsiteY5" fmla="*/ 231267 h 287559"/>
                <a:gd name="connsiteX6" fmla="*/ 540544 w 554450"/>
                <a:gd name="connsiteY6" fmla="*/ 238411 h 287559"/>
                <a:gd name="connsiteX7" fmla="*/ 534543 w 554450"/>
                <a:gd name="connsiteY7" fmla="*/ 241364 h 287559"/>
                <a:gd name="connsiteX8" fmla="*/ 530162 w 554450"/>
                <a:gd name="connsiteY8" fmla="*/ 239744 h 287559"/>
                <a:gd name="connsiteX9" fmla="*/ 526447 w 554450"/>
                <a:gd name="connsiteY9" fmla="*/ 245745 h 287559"/>
                <a:gd name="connsiteX10" fmla="*/ 523494 w 554450"/>
                <a:gd name="connsiteY10" fmla="*/ 254508 h 287559"/>
                <a:gd name="connsiteX11" fmla="*/ 522351 w 554450"/>
                <a:gd name="connsiteY11" fmla="*/ 261461 h 287559"/>
                <a:gd name="connsiteX12" fmla="*/ 515874 w 554450"/>
                <a:gd name="connsiteY12" fmla="*/ 263557 h 287559"/>
                <a:gd name="connsiteX13" fmla="*/ 514350 w 554450"/>
                <a:gd name="connsiteY13" fmla="*/ 268415 h 287559"/>
                <a:gd name="connsiteX14" fmla="*/ 510350 w 554450"/>
                <a:gd name="connsiteY14" fmla="*/ 274892 h 287559"/>
                <a:gd name="connsiteX15" fmla="*/ 474631 w 554450"/>
                <a:gd name="connsiteY15" fmla="*/ 283178 h 287559"/>
                <a:gd name="connsiteX16" fmla="*/ 464058 w 554450"/>
                <a:gd name="connsiteY16" fmla="*/ 280892 h 287559"/>
                <a:gd name="connsiteX17" fmla="*/ 453485 w 554450"/>
                <a:gd name="connsiteY17" fmla="*/ 287560 h 287559"/>
                <a:gd name="connsiteX18" fmla="*/ 451675 w 554450"/>
                <a:gd name="connsiteY18" fmla="*/ 279940 h 287559"/>
                <a:gd name="connsiteX19" fmla="*/ 459010 w 554450"/>
                <a:gd name="connsiteY19" fmla="*/ 268415 h 287559"/>
                <a:gd name="connsiteX20" fmla="*/ 451675 w 554450"/>
                <a:gd name="connsiteY20" fmla="*/ 266605 h 287559"/>
                <a:gd name="connsiteX21" fmla="*/ 454438 w 554450"/>
                <a:gd name="connsiteY21" fmla="*/ 258985 h 287559"/>
                <a:gd name="connsiteX22" fmla="*/ 457867 w 554450"/>
                <a:gd name="connsiteY22" fmla="*/ 253937 h 287559"/>
                <a:gd name="connsiteX23" fmla="*/ 451675 w 554450"/>
                <a:gd name="connsiteY23" fmla="*/ 252508 h 287559"/>
                <a:gd name="connsiteX24" fmla="*/ 442246 w 554450"/>
                <a:gd name="connsiteY24" fmla="*/ 253937 h 287559"/>
                <a:gd name="connsiteX25" fmla="*/ 442246 w 554450"/>
                <a:gd name="connsiteY25" fmla="*/ 247745 h 287559"/>
                <a:gd name="connsiteX26" fmla="*/ 450342 w 554450"/>
                <a:gd name="connsiteY26" fmla="*/ 244983 h 287559"/>
                <a:gd name="connsiteX27" fmla="*/ 457295 w 554450"/>
                <a:gd name="connsiteY27" fmla="*/ 237363 h 287559"/>
                <a:gd name="connsiteX28" fmla="*/ 451295 w 554450"/>
                <a:gd name="connsiteY28" fmla="*/ 238506 h 287559"/>
                <a:gd name="connsiteX29" fmla="*/ 445770 w 554450"/>
                <a:gd name="connsiteY29" fmla="*/ 241268 h 287559"/>
                <a:gd name="connsiteX30" fmla="*/ 445961 w 554450"/>
                <a:gd name="connsiteY30" fmla="*/ 233458 h 287559"/>
                <a:gd name="connsiteX31" fmla="*/ 452152 w 554450"/>
                <a:gd name="connsiteY31" fmla="*/ 219361 h 287559"/>
                <a:gd name="connsiteX32" fmla="*/ 448437 w 554450"/>
                <a:gd name="connsiteY32" fmla="*/ 219551 h 287559"/>
                <a:gd name="connsiteX33" fmla="*/ 439484 w 554450"/>
                <a:gd name="connsiteY33" fmla="*/ 229934 h 287559"/>
                <a:gd name="connsiteX34" fmla="*/ 439484 w 554450"/>
                <a:gd name="connsiteY34" fmla="*/ 240030 h 287559"/>
                <a:gd name="connsiteX35" fmla="*/ 433292 w 554450"/>
                <a:gd name="connsiteY35" fmla="*/ 228695 h 287559"/>
                <a:gd name="connsiteX36" fmla="*/ 436245 w 554450"/>
                <a:gd name="connsiteY36" fmla="*/ 223171 h 287559"/>
                <a:gd name="connsiteX37" fmla="*/ 434435 w 554450"/>
                <a:gd name="connsiteY37" fmla="*/ 219266 h 287559"/>
                <a:gd name="connsiteX38" fmla="*/ 428911 w 554450"/>
                <a:gd name="connsiteY38" fmla="*/ 228505 h 287559"/>
                <a:gd name="connsiteX39" fmla="*/ 430339 w 554450"/>
                <a:gd name="connsiteY39" fmla="*/ 241173 h 287559"/>
                <a:gd name="connsiteX40" fmla="*/ 425958 w 554450"/>
                <a:gd name="connsiteY40" fmla="*/ 241173 h 287559"/>
                <a:gd name="connsiteX41" fmla="*/ 418624 w 554450"/>
                <a:gd name="connsiteY41" fmla="*/ 228695 h 287559"/>
                <a:gd name="connsiteX42" fmla="*/ 412909 w 554450"/>
                <a:gd name="connsiteY42" fmla="*/ 227076 h 287559"/>
                <a:gd name="connsiteX43" fmla="*/ 406241 w 554450"/>
                <a:gd name="connsiteY43" fmla="*/ 216503 h 287559"/>
                <a:gd name="connsiteX44" fmla="*/ 404146 w 554450"/>
                <a:gd name="connsiteY44" fmla="*/ 222695 h 287559"/>
                <a:gd name="connsiteX45" fmla="*/ 398145 w 554450"/>
                <a:gd name="connsiteY45" fmla="*/ 216694 h 287559"/>
                <a:gd name="connsiteX46" fmla="*/ 398145 w 554450"/>
                <a:gd name="connsiteY46" fmla="*/ 210693 h 287559"/>
                <a:gd name="connsiteX47" fmla="*/ 392621 w 554450"/>
                <a:gd name="connsiteY47" fmla="*/ 200596 h 287559"/>
                <a:gd name="connsiteX48" fmla="*/ 397955 w 554450"/>
                <a:gd name="connsiteY48" fmla="*/ 197644 h 287559"/>
                <a:gd name="connsiteX49" fmla="*/ 407670 w 554450"/>
                <a:gd name="connsiteY49" fmla="*/ 191167 h 287559"/>
                <a:gd name="connsiteX50" fmla="*/ 408623 w 554450"/>
                <a:gd name="connsiteY50" fmla="*/ 189071 h 287559"/>
                <a:gd name="connsiteX51" fmla="*/ 407003 w 554450"/>
                <a:gd name="connsiteY51" fmla="*/ 189071 h 287559"/>
                <a:gd name="connsiteX52" fmla="*/ 401669 w 554450"/>
                <a:gd name="connsiteY52" fmla="*/ 190691 h 287559"/>
                <a:gd name="connsiteX53" fmla="*/ 397478 w 554450"/>
                <a:gd name="connsiteY53" fmla="*/ 187262 h 287559"/>
                <a:gd name="connsiteX54" fmla="*/ 399574 w 554450"/>
                <a:gd name="connsiteY54" fmla="*/ 183547 h 287559"/>
                <a:gd name="connsiteX55" fmla="*/ 400526 w 554450"/>
                <a:gd name="connsiteY55" fmla="*/ 179832 h 287559"/>
                <a:gd name="connsiteX56" fmla="*/ 405575 w 554450"/>
                <a:gd name="connsiteY56" fmla="*/ 181928 h 287559"/>
                <a:gd name="connsiteX57" fmla="*/ 412528 w 554450"/>
                <a:gd name="connsiteY57" fmla="*/ 178022 h 287559"/>
                <a:gd name="connsiteX58" fmla="*/ 415100 w 554450"/>
                <a:gd name="connsiteY58" fmla="*/ 182213 h 287559"/>
                <a:gd name="connsiteX59" fmla="*/ 422053 w 554450"/>
                <a:gd name="connsiteY59" fmla="*/ 184023 h 287559"/>
                <a:gd name="connsiteX60" fmla="*/ 429006 w 554450"/>
                <a:gd name="connsiteY60" fmla="*/ 185166 h 287559"/>
                <a:gd name="connsiteX61" fmla="*/ 421386 w 554450"/>
                <a:gd name="connsiteY61" fmla="*/ 179642 h 287559"/>
                <a:gd name="connsiteX62" fmla="*/ 415671 w 554450"/>
                <a:gd name="connsiteY62" fmla="*/ 174784 h 287559"/>
                <a:gd name="connsiteX63" fmla="*/ 415862 w 554450"/>
                <a:gd name="connsiteY63" fmla="*/ 170593 h 287559"/>
                <a:gd name="connsiteX64" fmla="*/ 412623 w 554450"/>
                <a:gd name="connsiteY64" fmla="*/ 170593 h 287559"/>
                <a:gd name="connsiteX65" fmla="*/ 417671 w 554450"/>
                <a:gd name="connsiteY65" fmla="*/ 162496 h 287559"/>
                <a:gd name="connsiteX66" fmla="*/ 415100 w 554450"/>
                <a:gd name="connsiteY66" fmla="*/ 162496 h 287559"/>
                <a:gd name="connsiteX67" fmla="*/ 409766 w 554450"/>
                <a:gd name="connsiteY67" fmla="*/ 169640 h 287559"/>
                <a:gd name="connsiteX68" fmla="*/ 405860 w 554450"/>
                <a:gd name="connsiteY68" fmla="*/ 166211 h 287559"/>
                <a:gd name="connsiteX69" fmla="*/ 406051 w 554450"/>
                <a:gd name="connsiteY69" fmla="*/ 162496 h 287559"/>
                <a:gd name="connsiteX70" fmla="*/ 404908 w 554450"/>
                <a:gd name="connsiteY70" fmla="*/ 155543 h 287559"/>
                <a:gd name="connsiteX71" fmla="*/ 402336 w 554450"/>
                <a:gd name="connsiteY71" fmla="*/ 162878 h 287559"/>
                <a:gd name="connsiteX72" fmla="*/ 395668 w 554450"/>
                <a:gd name="connsiteY72" fmla="*/ 161258 h 287559"/>
                <a:gd name="connsiteX73" fmla="*/ 393573 w 554450"/>
                <a:gd name="connsiteY73" fmla="*/ 150209 h 287559"/>
                <a:gd name="connsiteX74" fmla="*/ 396335 w 554450"/>
                <a:gd name="connsiteY74" fmla="*/ 146780 h 287559"/>
                <a:gd name="connsiteX75" fmla="*/ 405575 w 554450"/>
                <a:gd name="connsiteY75" fmla="*/ 149352 h 287559"/>
                <a:gd name="connsiteX76" fmla="*/ 407670 w 554450"/>
                <a:gd name="connsiteY76" fmla="*/ 146780 h 287559"/>
                <a:gd name="connsiteX77" fmla="*/ 407480 w 554450"/>
                <a:gd name="connsiteY77" fmla="*/ 141446 h 287559"/>
                <a:gd name="connsiteX78" fmla="*/ 402146 w 554450"/>
                <a:gd name="connsiteY78" fmla="*/ 134493 h 287559"/>
                <a:gd name="connsiteX79" fmla="*/ 400336 w 554450"/>
                <a:gd name="connsiteY79" fmla="*/ 123444 h 287559"/>
                <a:gd name="connsiteX80" fmla="*/ 412528 w 554450"/>
                <a:gd name="connsiteY80" fmla="*/ 118396 h 287559"/>
                <a:gd name="connsiteX81" fmla="*/ 412528 w 554450"/>
                <a:gd name="connsiteY81" fmla="*/ 108014 h 287559"/>
                <a:gd name="connsiteX82" fmla="*/ 420814 w 554450"/>
                <a:gd name="connsiteY82" fmla="*/ 105251 h 287559"/>
                <a:gd name="connsiteX83" fmla="*/ 423100 w 554450"/>
                <a:gd name="connsiteY83" fmla="*/ 96965 h 287559"/>
                <a:gd name="connsiteX84" fmla="*/ 415004 w 554450"/>
                <a:gd name="connsiteY84" fmla="*/ 99060 h 287559"/>
                <a:gd name="connsiteX85" fmla="*/ 408813 w 554450"/>
                <a:gd name="connsiteY85" fmla="*/ 104108 h 287559"/>
                <a:gd name="connsiteX86" fmla="*/ 405575 w 554450"/>
                <a:gd name="connsiteY86" fmla="*/ 106204 h 287559"/>
                <a:gd name="connsiteX87" fmla="*/ 402336 w 554450"/>
                <a:gd name="connsiteY87" fmla="*/ 90488 h 287559"/>
                <a:gd name="connsiteX88" fmla="*/ 402527 w 554450"/>
                <a:gd name="connsiteY88" fmla="*/ 81534 h 287559"/>
                <a:gd name="connsiteX89" fmla="*/ 412242 w 554450"/>
                <a:gd name="connsiteY89" fmla="*/ 65818 h 287559"/>
                <a:gd name="connsiteX90" fmla="*/ 420529 w 554450"/>
                <a:gd name="connsiteY90" fmla="*/ 57055 h 287559"/>
                <a:gd name="connsiteX91" fmla="*/ 426244 w 554450"/>
                <a:gd name="connsiteY91" fmla="*/ 58198 h 287559"/>
                <a:gd name="connsiteX92" fmla="*/ 435673 w 554450"/>
                <a:gd name="connsiteY92" fmla="*/ 58388 h 287559"/>
                <a:gd name="connsiteX93" fmla="*/ 429959 w 554450"/>
                <a:gd name="connsiteY93" fmla="*/ 54007 h 287559"/>
                <a:gd name="connsiteX94" fmla="*/ 441960 w 554450"/>
                <a:gd name="connsiteY94" fmla="*/ 40196 h 287559"/>
                <a:gd name="connsiteX95" fmla="*/ 454628 w 554450"/>
                <a:gd name="connsiteY95" fmla="*/ 27051 h 287559"/>
                <a:gd name="connsiteX96" fmla="*/ 453009 w 554450"/>
                <a:gd name="connsiteY96" fmla="*/ 22860 h 287559"/>
                <a:gd name="connsiteX97" fmla="*/ 436150 w 554450"/>
                <a:gd name="connsiteY97" fmla="*/ 43148 h 287559"/>
                <a:gd name="connsiteX98" fmla="*/ 436816 w 554450"/>
                <a:gd name="connsiteY98" fmla="*/ 25908 h 287559"/>
                <a:gd name="connsiteX99" fmla="*/ 422720 w 554450"/>
                <a:gd name="connsiteY99" fmla="*/ 29146 h 287559"/>
                <a:gd name="connsiteX100" fmla="*/ 424149 w 554450"/>
                <a:gd name="connsiteY100" fmla="*/ 42291 h 287559"/>
                <a:gd name="connsiteX101" fmla="*/ 410527 w 554450"/>
                <a:gd name="connsiteY101" fmla="*/ 59150 h 287559"/>
                <a:gd name="connsiteX102" fmla="*/ 398336 w 554450"/>
                <a:gd name="connsiteY102" fmla="*/ 66961 h 287559"/>
                <a:gd name="connsiteX103" fmla="*/ 397859 w 554450"/>
                <a:gd name="connsiteY103" fmla="*/ 58674 h 287559"/>
                <a:gd name="connsiteX104" fmla="*/ 392525 w 554450"/>
                <a:gd name="connsiteY104" fmla="*/ 59341 h 287559"/>
                <a:gd name="connsiteX105" fmla="*/ 390716 w 554450"/>
                <a:gd name="connsiteY105" fmla="*/ 64389 h 287559"/>
                <a:gd name="connsiteX106" fmla="*/ 390716 w 554450"/>
                <a:gd name="connsiteY106" fmla="*/ 71057 h 287559"/>
                <a:gd name="connsiteX107" fmla="*/ 384524 w 554450"/>
                <a:gd name="connsiteY107" fmla="*/ 78010 h 287559"/>
                <a:gd name="connsiteX108" fmla="*/ 381286 w 554450"/>
                <a:gd name="connsiteY108" fmla="*/ 83725 h 287559"/>
                <a:gd name="connsiteX109" fmla="*/ 372523 w 554450"/>
                <a:gd name="connsiteY109" fmla="*/ 83058 h 287559"/>
                <a:gd name="connsiteX110" fmla="*/ 367189 w 554450"/>
                <a:gd name="connsiteY110" fmla="*/ 79820 h 287559"/>
                <a:gd name="connsiteX111" fmla="*/ 363474 w 554450"/>
                <a:gd name="connsiteY111" fmla="*/ 83249 h 287559"/>
                <a:gd name="connsiteX112" fmla="*/ 370141 w 554450"/>
                <a:gd name="connsiteY112" fmla="*/ 91535 h 287559"/>
                <a:gd name="connsiteX113" fmla="*/ 378428 w 554450"/>
                <a:gd name="connsiteY113" fmla="*/ 92678 h 287559"/>
                <a:gd name="connsiteX114" fmla="*/ 380048 w 554450"/>
                <a:gd name="connsiteY114" fmla="*/ 99632 h 287559"/>
                <a:gd name="connsiteX115" fmla="*/ 371475 w 554450"/>
                <a:gd name="connsiteY115" fmla="*/ 105346 h 287559"/>
                <a:gd name="connsiteX116" fmla="*/ 383000 w 554450"/>
                <a:gd name="connsiteY116" fmla="*/ 111538 h 287559"/>
                <a:gd name="connsiteX117" fmla="*/ 382810 w 554450"/>
                <a:gd name="connsiteY117" fmla="*/ 118682 h 287559"/>
                <a:gd name="connsiteX118" fmla="*/ 377762 w 554450"/>
                <a:gd name="connsiteY118" fmla="*/ 121634 h 287559"/>
                <a:gd name="connsiteX119" fmla="*/ 366713 w 554450"/>
                <a:gd name="connsiteY119" fmla="*/ 108014 h 287559"/>
                <a:gd name="connsiteX120" fmla="*/ 357759 w 554450"/>
                <a:gd name="connsiteY120" fmla="*/ 106204 h 287559"/>
                <a:gd name="connsiteX121" fmla="*/ 369951 w 554450"/>
                <a:gd name="connsiteY121" fmla="*/ 116586 h 287559"/>
                <a:gd name="connsiteX122" fmla="*/ 378238 w 554450"/>
                <a:gd name="connsiteY122" fmla="*/ 127445 h 287559"/>
                <a:gd name="connsiteX123" fmla="*/ 375666 w 554450"/>
                <a:gd name="connsiteY123" fmla="*/ 137541 h 287559"/>
                <a:gd name="connsiteX124" fmla="*/ 369665 w 554450"/>
                <a:gd name="connsiteY124" fmla="*/ 147257 h 287559"/>
                <a:gd name="connsiteX125" fmla="*/ 368522 w 554450"/>
                <a:gd name="connsiteY125" fmla="*/ 179546 h 287559"/>
                <a:gd name="connsiteX126" fmla="*/ 369665 w 554450"/>
                <a:gd name="connsiteY126" fmla="*/ 197263 h 287559"/>
                <a:gd name="connsiteX127" fmla="*/ 386715 w 554450"/>
                <a:gd name="connsiteY127" fmla="*/ 216408 h 287559"/>
                <a:gd name="connsiteX128" fmla="*/ 383762 w 554450"/>
                <a:gd name="connsiteY128" fmla="*/ 223075 h 287559"/>
                <a:gd name="connsiteX129" fmla="*/ 379190 w 554450"/>
                <a:gd name="connsiteY129" fmla="*/ 224885 h 287559"/>
                <a:gd name="connsiteX130" fmla="*/ 373856 w 554450"/>
                <a:gd name="connsiteY130" fmla="*/ 223457 h 287559"/>
                <a:gd name="connsiteX131" fmla="*/ 372237 w 554450"/>
                <a:gd name="connsiteY131" fmla="*/ 215170 h 287559"/>
                <a:gd name="connsiteX132" fmla="*/ 360521 w 554450"/>
                <a:gd name="connsiteY132" fmla="*/ 206407 h 287559"/>
                <a:gd name="connsiteX133" fmla="*/ 350806 w 554450"/>
                <a:gd name="connsiteY133" fmla="*/ 196025 h 287559"/>
                <a:gd name="connsiteX134" fmla="*/ 347377 w 554450"/>
                <a:gd name="connsiteY134" fmla="*/ 170021 h 287559"/>
                <a:gd name="connsiteX135" fmla="*/ 347377 w 554450"/>
                <a:gd name="connsiteY135" fmla="*/ 199549 h 287559"/>
                <a:gd name="connsiteX136" fmla="*/ 361665 w 554450"/>
                <a:gd name="connsiteY136" fmla="*/ 214979 h 287559"/>
                <a:gd name="connsiteX137" fmla="*/ 371380 w 554450"/>
                <a:gd name="connsiteY137" fmla="*/ 225076 h 287559"/>
                <a:gd name="connsiteX138" fmla="*/ 380619 w 554450"/>
                <a:gd name="connsiteY138" fmla="*/ 227838 h 287559"/>
                <a:gd name="connsiteX139" fmla="*/ 387096 w 554450"/>
                <a:gd name="connsiteY139" fmla="*/ 228981 h 287559"/>
                <a:gd name="connsiteX140" fmla="*/ 383381 w 554450"/>
                <a:gd name="connsiteY140" fmla="*/ 235934 h 287559"/>
                <a:gd name="connsiteX141" fmla="*/ 389096 w 554450"/>
                <a:gd name="connsiteY141" fmla="*/ 248603 h 287559"/>
                <a:gd name="connsiteX142" fmla="*/ 394621 w 554450"/>
                <a:gd name="connsiteY142" fmla="*/ 254603 h 287559"/>
                <a:gd name="connsiteX143" fmla="*/ 392335 w 554450"/>
                <a:gd name="connsiteY143" fmla="*/ 260128 h 287559"/>
                <a:gd name="connsiteX144" fmla="*/ 393764 w 554450"/>
                <a:gd name="connsiteY144" fmla="*/ 268891 h 287559"/>
                <a:gd name="connsiteX145" fmla="*/ 386429 w 554450"/>
                <a:gd name="connsiteY145" fmla="*/ 267938 h 287559"/>
                <a:gd name="connsiteX146" fmla="*/ 377000 w 554450"/>
                <a:gd name="connsiteY146" fmla="*/ 255937 h 287559"/>
                <a:gd name="connsiteX147" fmla="*/ 378619 w 554450"/>
                <a:gd name="connsiteY147" fmla="*/ 246221 h 287559"/>
                <a:gd name="connsiteX148" fmla="*/ 375857 w 554450"/>
                <a:gd name="connsiteY148" fmla="*/ 249174 h 287559"/>
                <a:gd name="connsiteX149" fmla="*/ 373761 w 554450"/>
                <a:gd name="connsiteY149" fmla="*/ 256318 h 287559"/>
                <a:gd name="connsiteX150" fmla="*/ 366617 w 554450"/>
                <a:gd name="connsiteY150" fmla="*/ 254032 h 287559"/>
                <a:gd name="connsiteX151" fmla="*/ 363855 w 554450"/>
                <a:gd name="connsiteY151" fmla="*/ 245936 h 287559"/>
                <a:gd name="connsiteX152" fmla="*/ 345377 w 554450"/>
                <a:gd name="connsiteY152" fmla="*/ 236506 h 287559"/>
                <a:gd name="connsiteX153" fmla="*/ 336804 w 554450"/>
                <a:gd name="connsiteY153" fmla="*/ 240411 h 287559"/>
                <a:gd name="connsiteX154" fmla="*/ 326898 w 554450"/>
                <a:gd name="connsiteY154" fmla="*/ 215741 h 287559"/>
                <a:gd name="connsiteX155" fmla="*/ 321564 w 554450"/>
                <a:gd name="connsiteY155" fmla="*/ 215265 h 287559"/>
                <a:gd name="connsiteX156" fmla="*/ 325755 w 554450"/>
                <a:gd name="connsiteY156" fmla="*/ 228886 h 287559"/>
                <a:gd name="connsiteX157" fmla="*/ 319088 w 554450"/>
                <a:gd name="connsiteY157" fmla="*/ 230029 h 287559"/>
                <a:gd name="connsiteX158" fmla="*/ 310991 w 554450"/>
                <a:gd name="connsiteY158" fmla="*/ 219456 h 287559"/>
                <a:gd name="connsiteX159" fmla="*/ 305658 w 554450"/>
                <a:gd name="connsiteY159" fmla="*/ 204502 h 287559"/>
                <a:gd name="connsiteX160" fmla="*/ 298514 w 554450"/>
                <a:gd name="connsiteY160" fmla="*/ 210503 h 287559"/>
                <a:gd name="connsiteX161" fmla="*/ 292322 w 554450"/>
                <a:gd name="connsiteY161" fmla="*/ 208883 h 287559"/>
                <a:gd name="connsiteX162" fmla="*/ 289560 w 554450"/>
                <a:gd name="connsiteY162" fmla="*/ 215551 h 287559"/>
                <a:gd name="connsiteX163" fmla="*/ 281750 w 554450"/>
                <a:gd name="connsiteY163" fmla="*/ 219266 h 287559"/>
                <a:gd name="connsiteX164" fmla="*/ 276701 w 554450"/>
                <a:gd name="connsiteY164" fmla="*/ 211646 h 287559"/>
                <a:gd name="connsiteX165" fmla="*/ 276701 w 554450"/>
                <a:gd name="connsiteY165" fmla="*/ 189262 h 287559"/>
                <a:gd name="connsiteX166" fmla="*/ 283369 w 554450"/>
                <a:gd name="connsiteY166" fmla="*/ 186500 h 287559"/>
                <a:gd name="connsiteX167" fmla="*/ 289370 w 554450"/>
                <a:gd name="connsiteY167" fmla="*/ 182118 h 287559"/>
                <a:gd name="connsiteX168" fmla="*/ 298132 w 554450"/>
                <a:gd name="connsiteY168" fmla="*/ 174498 h 287559"/>
                <a:gd name="connsiteX169" fmla="*/ 302990 w 554450"/>
                <a:gd name="connsiteY169" fmla="*/ 165068 h 287559"/>
                <a:gd name="connsiteX170" fmla="*/ 304419 w 554450"/>
                <a:gd name="connsiteY170" fmla="*/ 154781 h 287559"/>
                <a:gd name="connsiteX171" fmla="*/ 304419 w 554450"/>
                <a:gd name="connsiteY171" fmla="*/ 150019 h 287559"/>
                <a:gd name="connsiteX172" fmla="*/ 321278 w 554450"/>
                <a:gd name="connsiteY172" fmla="*/ 147066 h 287559"/>
                <a:gd name="connsiteX173" fmla="*/ 344996 w 554450"/>
                <a:gd name="connsiteY173" fmla="*/ 146590 h 287559"/>
                <a:gd name="connsiteX174" fmla="*/ 342900 w 554450"/>
                <a:gd name="connsiteY174" fmla="*/ 122206 h 287559"/>
                <a:gd name="connsiteX175" fmla="*/ 322898 w 554450"/>
                <a:gd name="connsiteY175" fmla="*/ 118015 h 287559"/>
                <a:gd name="connsiteX176" fmla="*/ 316706 w 554450"/>
                <a:gd name="connsiteY176" fmla="*/ 112967 h 287559"/>
                <a:gd name="connsiteX177" fmla="*/ 308896 w 554450"/>
                <a:gd name="connsiteY177" fmla="*/ 113157 h 287559"/>
                <a:gd name="connsiteX178" fmla="*/ 305658 w 554450"/>
                <a:gd name="connsiteY178" fmla="*/ 120491 h 287559"/>
                <a:gd name="connsiteX179" fmla="*/ 294608 w 554450"/>
                <a:gd name="connsiteY179" fmla="*/ 123444 h 287559"/>
                <a:gd name="connsiteX180" fmla="*/ 285179 w 554450"/>
                <a:gd name="connsiteY180" fmla="*/ 120491 h 287559"/>
                <a:gd name="connsiteX181" fmla="*/ 276892 w 554450"/>
                <a:gd name="connsiteY181" fmla="*/ 120491 h 287559"/>
                <a:gd name="connsiteX182" fmla="*/ 276892 w 554450"/>
                <a:gd name="connsiteY182" fmla="*/ 110585 h 287559"/>
                <a:gd name="connsiteX183" fmla="*/ 270224 w 554450"/>
                <a:gd name="connsiteY183" fmla="*/ 107823 h 287559"/>
                <a:gd name="connsiteX184" fmla="*/ 258889 w 554450"/>
                <a:gd name="connsiteY184" fmla="*/ 103918 h 287559"/>
                <a:gd name="connsiteX185" fmla="*/ 248508 w 554450"/>
                <a:gd name="connsiteY185" fmla="*/ 101346 h 287559"/>
                <a:gd name="connsiteX186" fmla="*/ 243459 w 554450"/>
                <a:gd name="connsiteY186" fmla="*/ 91250 h 287559"/>
                <a:gd name="connsiteX187" fmla="*/ 248984 w 554450"/>
                <a:gd name="connsiteY187" fmla="*/ 82487 h 287559"/>
                <a:gd name="connsiteX188" fmla="*/ 250793 w 554450"/>
                <a:gd name="connsiteY188" fmla="*/ 79248 h 287559"/>
                <a:gd name="connsiteX189" fmla="*/ 244793 w 554450"/>
                <a:gd name="connsiteY189" fmla="*/ 75343 h 287559"/>
                <a:gd name="connsiteX190" fmla="*/ 240221 w 554450"/>
                <a:gd name="connsiteY190" fmla="*/ 71914 h 287559"/>
                <a:gd name="connsiteX191" fmla="*/ 236982 w 554450"/>
                <a:gd name="connsiteY191" fmla="*/ 66866 h 287559"/>
                <a:gd name="connsiteX192" fmla="*/ 229648 w 554450"/>
                <a:gd name="connsiteY192" fmla="*/ 67342 h 287559"/>
                <a:gd name="connsiteX193" fmla="*/ 222314 w 554450"/>
                <a:gd name="connsiteY193" fmla="*/ 64770 h 287559"/>
                <a:gd name="connsiteX194" fmla="*/ 218408 w 554450"/>
                <a:gd name="connsiteY194" fmla="*/ 63341 h 287559"/>
                <a:gd name="connsiteX195" fmla="*/ 214503 w 554450"/>
                <a:gd name="connsiteY195" fmla="*/ 60103 h 287559"/>
                <a:gd name="connsiteX196" fmla="*/ 214503 w 554450"/>
                <a:gd name="connsiteY196" fmla="*/ 49721 h 287559"/>
                <a:gd name="connsiteX197" fmla="*/ 209455 w 554450"/>
                <a:gd name="connsiteY197" fmla="*/ 45529 h 287559"/>
                <a:gd name="connsiteX198" fmla="*/ 206883 w 554450"/>
                <a:gd name="connsiteY198" fmla="*/ 35624 h 287559"/>
                <a:gd name="connsiteX199" fmla="*/ 200883 w 554450"/>
                <a:gd name="connsiteY199" fmla="*/ 28956 h 287559"/>
                <a:gd name="connsiteX200" fmla="*/ 200883 w 554450"/>
                <a:gd name="connsiteY200" fmla="*/ 25051 h 287559"/>
                <a:gd name="connsiteX201" fmla="*/ 204597 w 554450"/>
                <a:gd name="connsiteY201" fmla="*/ 20479 h 287559"/>
                <a:gd name="connsiteX202" fmla="*/ 199073 w 554450"/>
                <a:gd name="connsiteY202" fmla="*/ 17717 h 287559"/>
                <a:gd name="connsiteX203" fmla="*/ 191929 w 554450"/>
                <a:gd name="connsiteY203" fmla="*/ 20479 h 287559"/>
                <a:gd name="connsiteX204" fmla="*/ 186214 w 554450"/>
                <a:gd name="connsiteY204" fmla="*/ 20955 h 287559"/>
                <a:gd name="connsiteX205" fmla="*/ 182975 w 554450"/>
                <a:gd name="connsiteY205" fmla="*/ 17717 h 287559"/>
                <a:gd name="connsiteX206" fmla="*/ 177451 w 554450"/>
                <a:gd name="connsiteY206" fmla="*/ 9906 h 287559"/>
                <a:gd name="connsiteX207" fmla="*/ 167354 w 554450"/>
                <a:gd name="connsiteY207" fmla="*/ 5715 h 287559"/>
                <a:gd name="connsiteX208" fmla="*/ 160687 w 554450"/>
                <a:gd name="connsiteY208" fmla="*/ 4572 h 287559"/>
                <a:gd name="connsiteX209" fmla="*/ 154496 w 554450"/>
                <a:gd name="connsiteY209" fmla="*/ 7144 h 287559"/>
                <a:gd name="connsiteX210" fmla="*/ 155639 w 554450"/>
                <a:gd name="connsiteY210" fmla="*/ 13145 h 287559"/>
                <a:gd name="connsiteX211" fmla="*/ 152209 w 554450"/>
                <a:gd name="connsiteY211" fmla="*/ 15431 h 287559"/>
                <a:gd name="connsiteX212" fmla="*/ 147828 w 554450"/>
                <a:gd name="connsiteY212" fmla="*/ 16574 h 287559"/>
                <a:gd name="connsiteX213" fmla="*/ 140208 w 554450"/>
                <a:gd name="connsiteY213" fmla="*/ 15145 h 287559"/>
                <a:gd name="connsiteX214" fmla="*/ 135636 w 554450"/>
                <a:gd name="connsiteY214" fmla="*/ 16574 h 287559"/>
                <a:gd name="connsiteX215" fmla="*/ 132683 w 554450"/>
                <a:gd name="connsiteY215" fmla="*/ 17050 h 287559"/>
                <a:gd name="connsiteX216" fmla="*/ 133636 w 554450"/>
                <a:gd name="connsiteY216" fmla="*/ 21622 h 287559"/>
                <a:gd name="connsiteX217" fmla="*/ 130207 w 554450"/>
                <a:gd name="connsiteY217" fmla="*/ 21812 h 287559"/>
                <a:gd name="connsiteX218" fmla="*/ 130207 w 554450"/>
                <a:gd name="connsiteY218" fmla="*/ 26384 h 287559"/>
                <a:gd name="connsiteX219" fmla="*/ 127445 w 554450"/>
                <a:gd name="connsiteY219" fmla="*/ 31242 h 287559"/>
                <a:gd name="connsiteX220" fmla="*/ 124016 w 554450"/>
                <a:gd name="connsiteY220" fmla="*/ 34195 h 287559"/>
                <a:gd name="connsiteX221" fmla="*/ 115729 w 554450"/>
                <a:gd name="connsiteY221" fmla="*/ 31623 h 287559"/>
                <a:gd name="connsiteX222" fmla="*/ 111538 w 554450"/>
                <a:gd name="connsiteY222" fmla="*/ 31147 h 287559"/>
                <a:gd name="connsiteX223" fmla="*/ 99346 w 554450"/>
                <a:gd name="connsiteY223" fmla="*/ 31623 h 287559"/>
                <a:gd name="connsiteX224" fmla="*/ 95441 w 554450"/>
                <a:gd name="connsiteY224" fmla="*/ 27432 h 287559"/>
                <a:gd name="connsiteX225" fmla="*/ 90868 w 554450"/>
                <a:gd name="connsiteY225" fmla="*/ 20765 h 287559"/>
                <a:gd name="connsiteX226" fmla="*/ 92964 w 554450"/>
                <a:gd name="connsiteY226" fmla="*/ 14764 h 287559"/>
                <a:gd name="connsiteX227" fmla="*/ 89535 w 554450"/>
                <a:gd name="connsiteY227" fmla="*/ 13621 h 287559"/>
                <a:gd name="connsiteX228" fmla="*/ 85630 w 554450"/>
                <a:gd name="connsiteY228" fmla="*/ 15716 h 287559"/>
                <a:gd name="connsiteX229" fmla="*/ 85630 w 554450"/>
                <a:gd name="connsiteY229" fmla="*/ 18955 h 287559"/>
                <a:gd name="connsiteX230" fmla="*/ 82201 w 554450"/>
                <a:gd name="connsiteY230" fmla="*/ 21050 h 287559"/>
                <a:gd name="connsiteX231" fmla="*/ 80391 w 554450"/>
                <a:gd name="connsiteY231" fmla="*/ 27051 h 287559"/>
                <a:gd name="connsiteX232" fmla="*/ 74200 w 554450"/>
                <a:gd name="connsiteY232" fmla="*/ 30956 h 287559"/>
                <a:gd name="connsiteX233" fmla="*/ 69342 w 554450"/>
                <a:gd name="connsiteY233" fmla="*/ 34862 h 287559"/>
                <a:gd name="connsiteX234" fmla="*/ 65627 w 554450"/>
                <a:gd name="connsiteY234" fmla="*/ 41339 h 287559"/>
                <a:gd name="connsiteX235" fmla="*/ 60770 w 554450"/>
                <a:gd name="connsiteY235" fmla="*/ 44577 h 287559"/>
                <a:gd name="connsiteX236" fmla="*/ 54769 w 554450"/>
                <a:gd name="connsiteY236" fmla="*/ 40862 h 287559"/>
                <a:gd name="connsiteX237" fmla="*/ 45815 w 554450"/>
                <a:gd name="connsiteY237" fmla="*/ 39719 h 287559"/>
                <a:gd name="connsiteX238" fmla="*/ 42863 w 554450"/>
                <a:gd name="connsiteY238" fmla="*/ 46863 h 287559"/>
                <a:gd name="connsiteX239" fmla="*/ 35052 w 554450"/>
                <a:gd name="connsiteY239" fmla="*/ 54674 h 287559"/>
                <a:gd name="connsiteX240" fmla="*/ 28099 w 554450"/>
                <a:gd name="connsiteY240" fmla="*/ 59531 h 287559"/>
                <a:gd name="connsiteX241" fmla="*/ 20288 w 554450"/>
                <a:gd name="connsiteY241" fmla="*/ 67342 h 287559"/>
                <a:gd name="connsiteX242" fmla="*/ 15907 w 554450"/>
                <a:gd name="connsiteY242" fmla="*/ 71247 h 287559"/>
                <a:gd name="connsiteX243" fmla="*/ 1143 w 554450"/>
                <a:gd name="connsiteY243" fmla="*/ 83249 h 287559"/>
                <a:gd name="connsiteX244" fmla="*/ 0 w 554450"/>
                <a:gd name="connsiteY244" fmla="*/ 0 h 287559"/>
                <a:gd name="connsiteX245" fmla="*/ 469487 w 554450"/>
                <a:gd name="connsiteY245" fmla="*/ 0 h 287559"/>
                <a:gd name="connsiteX246" fmla="*/ 476250 w 554450"/>
                <a:gd name="connsiteY246" fmla="*/ 201549 h 287559"/>
                <a:gd name="connsiteX247" fmla="*/ 554450 w 554450"/>
                <a:gd name="connsiteY247" fmla="*/ 201549 h 287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</a:cxnLst>
              <a:rect l="l" t="t" r="r" b="b"/>
              <a:pathLst>
                <a:path w="554450" h="287559">
                  <a:moveTo>
                    <a:pt x="553498" y="202311"/>
                  </a:moveTo>
                  <a:lnTo>
                    <a:pt x="550259" y="207264"/>
                  </a:lnTo>
                  <a:lnTo>
                    <a:pt x="543306" y="208217"/>
                  </a:lnTo>
                  <a:lnTo>
                    <a:pt x="541877" y="213741"/>
                  </a:lnTo>
                  <a:lnTo>
                    <a:pt x="545306" y="224790"/>
                  </a:lnTo>
                  <a:lnTo>
                    <a:pt x="546259" y="231267"/>
                  </a:lnTo>
                  <a:cubicBezTo>
                    <a:pt x="546259" y="231267"/>
                    <a:pt x="541401" y="237458"/>
                    <a:pt x="540544" y="238411"/>
                  </a:cubicBezTo>
                  <a:cubicBezTo>
                    <a:pt x="539687" y="239363"/>
                    <a:pt x="534543" y="241364"/>
                    <a:pt x="534543" y="241364"/>
                  </a:cubicBezTo>
                  <a:lnTo>
                    <a:pt x="530162" y="239744"/>
                  </a:lnTo>
                  <a:lnTo>
                    <a:pt x="526447" y="245745"/>
                  </a:lnTo>
                  <a:lnTo>
                    <a:pt x="523494" y="254508"/>
                  </a:lnTo>
                  <a:lnTo>
                    <a:pt x="522351" y="261461"/>
                  </a:lnTo>
                  <a:lnTo>
                    <a:pt x="515874" y="263557"/>
                  </a:lnTo>
                  <a:lnTo>
                    <a:pt x="514350" y="268415"/>
                  </a:lnTo>
                  <a:lnTo>
                    <a:pt x="510350" y="274892"/>
                  </a:lnTo>
                  <a:lnTo>
                    <a:pt x="474631" y="283178"/>
                  </a:lnTo>
                  <a:lnTo>
                    <a:pt x="464058" y="280892"/>
                  </a:lnTo>
                  <a:lnTo>
                    <a:pt x="453485" y="287560"/>
                  </a:lnTo>
                  <a:lnTo>
                    <a:pt x="451675" y="279940"/>
                  </a:lnTo>
                  <a:lnTo>
                    <a:pt x="459010" y="268415"/>
                  </a:lnTo>
                  <a:lnTo>
                    <a:pt x="451675" y="266605"/>
                  </a:lnTo>
                  <a:lnTo>
                    <a:pt x="454438" y="258985"/>
                  </a:lnTo>
                  <a:lnTo>
                    <a:pt x="457867" y="253937"/>
                  </a:lnTo>
                  <a:lnTo>
                    <a:pt x="451675" y="252508"/>
                  </a:lnTo>
                  <a:lnTo>
                    <a:pt x="442246" y="253937"/>
                  </a:lnTo>
                  <a:lnTo>
                    <a:pt x="442246" y="247745"/>
                  </a:lnTo>
                  <a:lnTo>
                    <a:pt x="450342" y="244983"/>
                  </a:lnTo>
                  <a:lnTo>
                    <a:pt x="457295" y="237363"/>
                  </a:lnTo>
                  <a:lnTo>
                    <a:pt x="451295" y="238506"/>
                  </a:lnTo>
                  <a:lnTo>
                    <a:pt x="445770" y="241268"/>
                  </a:lnTo>
                  <a:lnTo>
                    <a:pt x="445961" y="233458"/>
                  </a:lnTo>
                  <a:lnTo>
                    <a:pt x="452152" y="219361"/>
                  </a:lnTo>
                  <a:lnTo>
                    <a:pt x="448437" y="219551"/>
                  </a:lnTo>
                  <a:lnTo>
                    <a:pt x="439484" y="229934"/>
                  </a:lnTo>
                  <a:lnTo>
                    <a:pt x="439484" y="240030"/>
                  </a:lnTo>
                  <a:lnTo>
                    <a:pt x="433292" y="228695"/>
                  </a:lnTo>
                  <a:lnTo>
                    <a:pt x="436245" y="223171"/>
                  </a:lnTo>
                  <a:lnTo>
                    <a:pt x="434435" y="219266"/>
                  </a:lnTo>
                  <a:lnTo>
                    <a:pt x="428911" y="228505"/>
                  </a:lnTo>
                  <a:lnTo>
                    <a:pt x="430339" y="241173"/>
                  </a:lnTo>
                  <a:lnTo>
                    <a:pt x="425958" y="241173"/>
                  </a:lnTo>
                  <a:lnTo>
                    <a:pt x="418624" y="228695"/>
                  </a:lnTo>
                  <a:lnTo>
                    <a:pt x="412909" y="227076"/>
                  </a:lnTo>
                  <a:lnTo>
                    <a:pt x="406241" y="216503"/>
                  </a:lnTo>
                  <a:lnTo>
                    <a:pt x="404146" y="222695"/>
                  </a:lnTo>
                  <a:lnTo>
                    <a:pt x="398145" y="216694"/>
                  </a:lnTo>
                  <a:lnTo>
                    <a:pt x="398145" y="210693"/>
                  </a:lnTo>
                  <a:lnTo>
                    <a:pt x="392621" y="200596"/>
                  </a:lnTo>
                  <a:cubicBezTo>
                    <a:pt x="392621" y="200596"/>
                    <a:pt x="397193" y="198025"/>
                    <a:pt x="397955" y="197644"/>
                  </a:cubicBezTo>
                  <a:lnTo>
                    <a:pt x="407670" y="191167"/>
                  </a:lnTo>
                  <a:lnTo>
                    <a:pt x="408623" y="189071"/>
                  </a:lnTo>
                  <a:lnTo>
                    <a:pt x="407003" y="189071"/>
                  </a:lnTo>
                  <a:lnTo>
                    <a:pt x="401669" y="190691"/>
                  </a:lnTo>
                  <a:lnTo>
                    <a:pt x="397478" y="187262"/>
                  </a:lnTo>
                  <a:lnTo>
                    <a:pt x="399574" y="183547"/>
                  </a:lnTo>
                  <a:lnTo>
                    <a:pt x="400526" y="179832"/>
                  </a:lnTo>
                  <a:lnTo>
                    <a:pt x="405575" y="181928"/>
                  </a:lnTo>
                  <a:lnTo>
                    <a:pt x="412528" y="178022"/>
                  </a:lnTo>
                  <a:lnTo>
                    <a:pt x="415100" y="182213"/>
                  </a:lnTo>
                  <a:lnTo>
                    <a:pt x="422053" y="184023"/>
                  </a:lnTo>
                  <a:lnTo>
                    <a:pt x="429006" y="185166"/>
                  </a:lnTo>
                  <a:lnTo>
                    <a:pt x="421386" y="179642"/>
                  </a:lnTo>
                  <a:lnTo>
                    <a:pt x="415671" y="174784"/>
                  </a:lnTo>
                  <a:lnTo>
                    <a:pt x="415862" y="170593"/>
                  </a:lnTo>
                  <a:lnTo>
                    <a:pt x="412623" y="170593"/>
                  </a:lnTo>
                  <a:lnTo>
                    <a:pt x="417671" y="162496"/>
                  </a:lnTo>
                  <a:lnTo>
                    <a:pt x="415100" y="162496"/>
                  </a:lnTo>
                  <a:lnTo>
                    <a:pt x="409766" y="169640"/>
                  </a:lnTo>
                  <a:lnTo>
                    <a:pt x="405860" y="166211"/>
                  </a:lnTo>
                  <a:lnTo>
                    <a:pt x="406051" y="162496"/>
                  </a:lnTo>
                  <a:lnTo>
                    <a:pt x="404908" y="155543"/>
                  </a:lnTo>
                  <a:lnTo>
                    <a:pt x="402336" y="162878"/>
                  </a:lnTo>
                  <a:lnTo>
                    <a:pt x="395668" y="161258"/>
                  </a:lnTo>
                  <a:lnTo>
                    <a:pt x="393573" y="150209"/>
                  </a:lnTo>
                  <a:lnTo>
                    <a:pt x="396335" y="146780"/>
                  </a:lnTo>
                  <a:lnTo>
                    <a:pt x="405575" y="149352"/>
                  </a:lnTo>
                  <a:lnTo>
                    <a:pt x="407670" y="146780"/>
                  </a:lnTo>
                  <a:lnTo>
                    <a:pt x="407480" y="141446"/>
                  </a:lnTo>
                  <a:lnTo>
                    <a:pt x="402146" y="134493"/>
                  </a:lnTo>
                  <a:lnTo>
                    <a:pt x="400336" y="123444"/>
                  </a:lnTo>
                  <a:lnTo>
                    <a:pt x="412528" y="118396"/>
                  </a:lnTo>
                  <a:lnTo>
                    <a:pt x="412528" y="108014"/>
                  </a:lnTo>
                  <a:lnTo>
                    <a:pt x="420814" y="105251"/>
                  </a:lnTo>
                  <a:lnTo>
                    <a:pt x="423100" y="96965"/>
                  </a:lnTo>
                  <a:lnTo>
                    <a:pt x="415004" y="99060"/>
                  </a:lnTo>
                  <a:lnTo>
                    <a:pt x="408813" y="104108"/>
                  </a:lnTo>
                  <a:lnTo>
                    <a:pt x="405575" y="106204"/>
                  </a:lnTo>
                  <a:lnTo>
                    <a:pt x="402336" y="90488"/>
                  </a:lnTo>
                  <a:lnTo>
                    <a:pt x="402527" y="81534"/>
                  </a:lnTo>
                  <a:lnTo>
                    <a:pt x="412242" y="65818"/>
                  </a:lnTo>
                  <a:lnTo>
                    <a:pt x="420529" y="57055"/>
                  </a:lnTo>
                  <a:lnTo>
                    <a:pt x="426244" y="58198"/>
                  </a:lnTo>
                  <a:lnTo>
                    <a:pt x="435673" y="58388"/>
                  </a:lnTo>
                  <a:lnTo>
                    <a:pt x="429959" y="54007"/>
                  </a:lnTo>
                  <a:lnTo>
                    <a:pt x="441960" y="40196"/>
                  </a:lnTo>
                  <a:lnTo>
                    <a:pt x="454628" y="27051"/>
                  </a:lnTo>
                  <a:lnTo>
                    <a:pt x="453009" y="22860"/>
                  </a:lnTo>
                  <a:lnTo>
                    <a:pt x="436150" y="43148"/>
                  </a:lnTo>
                  <a:lnTo>
                    <a:pt x="436816" y="25908"/>
                  </a:lnTo>
                  <a:lnTo>
                    <a:pt x="422720" y="29146"/>
                  </a:lnTo>
                  <a:lnTo>
                    <a:pt x="424149" y="42291"/>
                  </a:lnTo>
                  <a:lnTo>
                    <a:pt x="410527" y="59150"/>
                  </a:lnTo>
                  <a:lnTo>
                    <a:pt x="398336" y="66961"/>
                  </a:lnTo>
                  <a:lnTo>
                    <a:pt x="397859" y="58674"/>
                  </a:lnTo>
                  <a:lnTo>
                    <a:pt x="392525" y="59341"/>
                  </a:lnTo>
                  <a:lnTo>
                    <a:pt x="390716" y="64389"/>
                  </a:lnTo>
                  <a:lnTo>
                    <a:pt x="390716" y="71057"/>
                  </a:lnTo>
                  <a:lnTo>
                    <a:pt x="384524" y="78010"/>
                  </a:lnTo>
                  <a:cubicBezTo>
                    <a:pt x="384524" y="78010"/>
                    <a:pt x="381952" y="83534"/>
                    <a:pt x="381286" y="83725"/>
                  </a:cubicBezTo>
                  <a:cubicBezTo>
                    <a:pt x="380619" y="83915"/>
                    <a:pt x="372523" y="83058"/>
                    <a:pt x="372523" y="83058"/>
                  </a:cubicBezTo>
                  <a:lnTo>
                    <a:pt x="367189" y="79820"/>
                  </a:lnTo>
                  <a:lnTo>
                    <a:pt x="363474" y="83249"/>
                  </a:lnTo>
                  <a:lnTo>
                    <a:pt x="370141" y="91535"/>
                  </a:lnTo>
                  <a:lnTo>
                    <a:pt x="378428" y="92678"/>
                  </a:lnTo>
                  <a:lnTo>
                    <a:pt x="380048" y="99632"/>
                  </a:lnTo>
                  <a:lnTo>
                    <a:pt x="371475" y="105346"/>
                  </a:lnTo>
                  <a:lnTo>
                    <a:pt x="383000" y="111538"/>
                  </a:lnTo>
                  <a:lnTo>
                    <a:pt x="382810" y="118682"/>
                  </a:lnTo>
                  <a:lnTo>
                    <a:pt x="377762" y="121634"/>
                  </a:lnTo>
                  <a:lnTo>
                    <a:pt x="366713" y="108014"/>
                  </a:lnTo>
                  <a:lnTo>
                    <a:pt x="357759" y="106204"/>
                  </a:lnTo>
                  <a:lnTo>
                    <a:pt x="369951" y="116586"/>
                  </a:lnTo>
                  <a:lnTo>
                    <a:pt x="378238" y="127445"/>
                  </a:lnTo>
                  <a:lnTo>
                    <a:pt x="375666" y="137541"/>
                  </a:lnTo>
                  <a:lnTo>
                    <a:pt x="369665" y="147257"/>
                  </a:lnTo>
                  <a:lnTo>
                    <a:pt x="368522" y="179546"/>
                  </a:lnTo>
                  <a:lnTo>
                    <a:pt x="369665" y="197263"/>
                  </a:lnTo>
                  <a:lnTo>
                    <a:pt x="386715" y="216408"/>
                  </a:lnTo>
                  <a:lnTo>
                    <a:pt x="383762" y="223075"/>
                  </a:lnTo>
                  <a:lnTo>
                    <a:pt x="379190" y="224885"/>
                  </a:lnTo>
                  <a:lnTo>
                    <a:pt x="373856" y="223457"/>
                  </a:lnTo>
                  <a:lnTo>
                    <a:pt x="372237" y="215170"/>
                  </a:lnTo>
                  <a:lnTo>
                    <a:pt x="360521" y="206407"/>
                  </a:lnTo>
                  <a:lnTo>
                    <a:pt x="350806" y="196025"/>
                  </a:lnTo>
                  <a:lnTo>
                    <a:pt x="347377" y="170021"/>
                  </a:lnTo>
                  <a:lnTo>
                    <a:pt x="347377" y="199549"/>
                  </a:lnTo>
                  <a:lnTo>
                    <a:pt x="361665" y="214979"/>
                  </a:lnTo>
                  <a:lnTo>
                    <a:pt x="371380" y="225076"/>
                  </a:lnTo>
                  <a:lnTo>
                    <a:pt x="380619" y="227838"/>
                  </a:lnTo>
                  <a:lnTo>
                    <a:pt x="387096" y="228981"/>
                  </a:lnTo>
                  <a:lnTo>
                    <a:pt x="383381" y="235934"/>
                  </a:lnTo>
                  <a:lnTo>
                    <a:pt x="389096" y="248603"/>
                  </a:lnTo>
                  <a:lnTo>
                    <a:pt x="394621" y="254603"/>
                  </a:lnTo>
                  <a:lnTo>
                    <a:pt x="392335" y="260128"/>
                  </a:lnTo>
                  <a:lnTo>
                    <a:pt x="393764" y="268891"/>
                  </a:lnTo>
                  <a:lnTo>
                    <a:pt x="386429" y="267938"/>
                  </a:lnTo>
                  <a:lnTo>
                    <a:pt x="377000" y="255937"/>
                  </a:lnTo>
                  <a:lnTo>
                    <a:pt x="378619" y="246221"/>
                  </a:lnTo>
                  <a:lnTo>
                    <a:pt x="375857" y="249174"/>
                  </a:lnTo>
                  <a:lnTo>
                    <a:pt x="373761" y="256318"/>
                  </a:lnTo>
                  <a:lnTo>
                    <a:pt x="366617" y="254032"/>
                  </a:lnTo>
                  <a:lnTo>
                    <a:pt x="363855" y="245936"/>
                  </a:lnTo>
                  <a:lnTo>
                    <a:pt x="345377" y="236506"/>
                  </a:lnTo>
                  <a:lnTo>
                    <a:pt x="336804" y="240411"/>
                  </a:lnTo>
                  <a:lnTo>
                    <a:pt x="326898" y="215741"/>
                  </a:lnTo>
                  <a:lnTo>
                    <a:pt x="321564" y="215265"/>
                  </a:lnTo>
                  <a:lnTo>
                    <a:pt x="325755" y="228886"/>
                  </a:lnTo>
                  <a:lnTo>
                    <a:pt x="319088" y="230029"/>
                  </a:lnTo>
                  <a:lnTo>
                    <a:pt x="310991" y="219456"/>
                  </a:lnTo>
                  <a:lnTo>
                    <a:pt x="305658" y="204502"/>
                  </a:lnTo>
                  <a:lnTo>
                    <a:pt x="298514" y="210503"/>
                  </a:lnTo>
                  <a:lnTo>
                    <a:pt x="292322" y="208883"/>
                  </a:lnTo>
                  <a:lnTo>
                    <a:pt x="289560" y="215551"/>
                  </a:lnTo>
                  <a:lnTo>
                    <a:pt x="281750" y="219266"/>
                  </a:lnTo>
                  <a:lnTo>
                    <a:pt x="276701" y="211646"/>
                  </a:lnTo>
                  <a:lnTo>
                    <a:pt x="276701" y="189262"/>
                  </a:lnTo>
                  <a:lnTo>
                    <a:pt x="283369" y="186500"/>
                  </a:lnTo>
                  <a:lnTo>
                    <a:pt x="289370" y="182118"/>
                  </a:lnTo>
                  <a:lnTo>
                    <a:pt x="298132" y="174498"/>
                  </a:lnTo>
                  <a:lnTo>
                    <a:pt x="302990" y="165068"/>
                  </a:lnTo>
                  <a:lnTo>
                    <a:pt x="304419" y="154781"/>
                  </a:lnTo>
                  <a:lnTo>
                    <a:pt x="304419" y="150019"/>
                  </a:lnTo>
                  <a:lnTo>
                    <a:pt x="321278" y="147066"/>
                  </a:lnTo>
                  <a:lnTo>
                    <a:pt x="344996" y="146590"/>
                  </a:lnTo>
                  <a:lnTo>
                    <a:pt x="342900" y="122206"/>
                  </a:lnTo>
                  <a:lnTo>
                    <a:pt x="322898" y="118015"/>
                  </a:lnTo>
                  <a:lnTo>
                    <a:pt x="316706" y="112967"/>
                  </a:lnTo>
                  <a:lnTo>
                    <a:pt x="308896" y="113157"/>
                  </a:lnTo>
                  <a:lnTo>
                    <a:pt x="305658" y="120491"/>
                  </a:lnTo>
                  <a:lnTo>
                    <a:pt x="294608" y="123444"/>
                  </a:lnTo>
                  <a:lnTo>
                    <a:pt x="285179" y="120491"/>
                  </a:lnTo>
                  <a:lnTo>
                    <a:pt x="276892" y="120491"/>
                  </a:lnTo>
                  <a:lnTo>
                    <a:pt x="276892" y="110585"/>
                  </a:lnTo>
                  <a:lnTo>
                    <a:pt x="270224" y="107823"/>
                  </a:lnTo>
                  <a:lnTo>
                    <a:pt x="258889" y="103918"/>
                  </a:lnTo>
                  <a:lnTo>
                    <a:pt x="248508" y="101346"/>
                  </a:lnTo>
                  <a:lnTo>
                    <a:pt x="243459" y="91250"/>
                  </a:lnTo>
                  <a:lnTo>
                    <a:pt x="248984" y="82487"/>
                  </a:lnTo>
                  <a:lnTo>
                    <a:pt x="250793" y="79248"/>
                  </a:lnTo>
                  <a:lnTo>
                    <a:pt x="244793" y="75343"/>
                  </a:lnTo>
                  <a:lnTo>
                    <a:pt x="240221" y="71914"/>
                  </a:lnTo>
                  <a:lnTo>
                    <a:pt x="236982" y="66866"/>
                  </a:lnTo>
                  <a:lnTo>
                    <a:pt x="229648" y="67342"/>
                  </a:lnTo>
                  <a:lnTo>
                    <a:pt x="222314" y="64770"/>
                  </a:lnTo>
                  <a:lnTo>
                    <a:pt x="218408" y="63341"/>
                  </a:lnTo>
                  <a:lnTo>
                    <a:pt x="214503" y="60103"/>
                  </a:lnTo>
                  <a:lnTo>
                    <a:pt x="214503" y="49721"/>
                  </a:lnTo>
                  <a:lnTo>
                    <a:pt x="209455" y="45529"/>
                  </a:lnTo>
                  <a:lnTo>
                    <a:pt x="206883" y="35624"/>
                  </a:lnTo>
                  <a:lnTo>
                    <a:pt x="200883" y="28956"/>
                  </a:lnTo>
                  <a:lnTo>
                    <a:pt x="200883" y="25051"/>
                  </a:lnTo>
                  <a:lnTo>
                    <a:pt x="204597" y="20479"/>
                  </a:lnTo>
                  <a:lnTo>
                    <a:pt x="199073" y="17717"/>
                  </a:lnTo>
                  <a:lnTo>
                    <a:pt x="191929" y="20479"/>
                  </a:lnTo>
                  <a:lnTo>
                    <a:pt x="186214" y="20955"/>
                  </a:lnTo>
                  <a:lnTo>
                    <a:pt x="182975" y="17717"/>
                  </a:lnTo>
                  <a:lnTo>
                    <a:pt x="177451" y="9906"/>
                  </a:lnTo>
                  <a:lnTo>
                    <a:pt x="167354" y="5715"/>
                  </a:lnTo>
                  <a:lnTo>
                    <a:pt x="160687" y="4572"/>
                  </a:lnTo>
                  <a:lnTo>
                    <a:pt x="154496" y="7144"/>
                  </a:lnTo>
                  <a:lnTo>
                    <a:pt x="155639" y="13145"/>
                  </a:lnTo>
                  <a:lnTo>
                    <a:pt x="152209" y="15431"/>
                  </a:lnTo>
                  <a:lnTo>
                    <a:pt x="147828" y="16574"/>
                  </a:lnTo>
                  <a:lnTo>
                    <a:pt x="140208" y="15145"/>
                  </a:lnTo>
                  <a:lnTo>
                    <a:pt x="135636" y="16574"/>
                  </a:lnTo>
                  <a:lnTo>
                    <a:pt x="132683" y="17050"/>
                  </a:lnTo>
                  <a:lnTo>
                    <a:pt x="133636" y="21622"/>
                  </a:lnTo>
                  <a:lnTo>
                    <a:pt x="130207" y="21812"/>
                  </a:lnTo>
                  <a:lnTo>
                    <a:pt x="130207" y="26384"/>
                  </a:lnTo>
                  <a:lnTo>
                    <a:pt x="127445" y="31242"/>
                  </a:lnTo>
                  <a:lnTo>
                    <a:pt x="124016" y="34195"/>
                  </a:lnTo>
                  <a:lnTo>
                    <a:pt x="115729" y="31623"/>
                  </a:lnTo>
                  <a:lnTo>
                    <a:pt x="111538" y="31147"/>
                  </a:lnTo>
                  <a:lnTo>
                    <a:pt x="99346" y="31623"/>
                  </a:lnTo>
                  <a:lnTo>
                    <a:pt x="95441" y="27432"/>
                  </a:lnTo>
                  <a:lnTo>
                    <a:pt x="90868" y="20765"/>
                  </a:lnTo>
                  <a:lnTo>
                    <a:pt x="92964" y="14764"/>
                  </a:lnTo>
                  <a:lnTo>
                    <a:pt x="89535" y="13621"/>
                  </a:lnTo>
                  <a:lnTo>
                    <a:pt x="85630" y="15716"/>
                  </a:lnTo>
                  <a:lnTo>
                    <a:pt x="85630" y="18955"/>
                  </a:lnTo>
                  <a:lnTo>
                    <a:pt x="82201" y="21050"/>
                  </a:lnTo>
                  <a:lnTo>
                    <a:pt x="80391" y="27051"/>
                  </a:lnTo>
                  <a:lnTo>
                    <a:pt x="74200" y="30956"/>
                  </a:lnTo>
                  <a:lnTo>
                    <a:pt x="69342" y="34862"/>
                  </a:lnTo>
                  <a:lnTo>
                    <a:pt x="65627" y="41339"/>
                  </a:lnTo>
                  <a:lnTo>
                    <a:pt x="60770" y="44577"/>
                  </a:lnTo>
                  <a:lnTo>
                    <a:pt x="54769" y="40862"/>
                  </a:lnTo>
                  <a:lnTo>
                    <a:pt x="45815" y="39719"/>
                  </a:lnTo>
                  <a:lnTo>
                    <a:pt x="42863" y="46863"/>
                  </a:lnTo>
                  <a:lnTo>
                    <a:pt x="35052" y="54674"/>
                  </a:lnTo>
                  <a:lnTo>
                    <a:pt x="28099" y="59531"/>
                  </a:lnTo>
                  <a:lnTo>
                    <a:pt x="20288" y="67342"/>
                  </a:lnTo>
                  <a:lnTo>
                    <a:pt x="15907" y="71247"/>
                  </a:lnTo>
                  <a:lnTo>
                    <a:pt x="1143" y="83249"/>
                  </a:lnTo>
                  <a:lnTo>
                    <a:pt x="0" y="0"/>
                  </a:lnTo>
                  <a:lnTo>
                    <a:pt x="469487" y="0"/>
                  </a:lnTo>
                  <a:cubicBezTo>
                    <a:pt x="469487" y="0"/>
                    <a:pt x="476250" y="201549"/>
                    <a:pt x="476250" y="201549"/>
                  </a:cubicBezTo>
                  <a:lnTo>
                    <a:pt x="554450" y="201549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A283DEFB-E122-9426-7B6E-6A65F204CD58}"/>
                </a:ext>
              </a:extLst>
            </p:cNvPr>
            <p:cNvSpPr/>
            <p:nvPr/>
          </p:nvSpPr>
          <p:spPr>
            <a:xfrm>
              <a:off x="6689121" y="3658179"/>
              <a:ext cx="50387" cy="37052"/>
            </a:xfrm>
            <a:custGeom>
              <a:avLst/>
              <a:gdLst>
                <a:gd name="connsiteX0" fmla="*/ 381 w 50387"/>
                <a:gd name="connsiteY0" fmla="*/ 17145 h 37052"/>
                <a:gd name="connsiteX1" fmla="*/ 0 w 50387"/>
                <a:gd name="connsiteY1" fmla="*/ 10573 h 37052"/>
                <a:gd name="connsiteX2" fmla="*/ 11049 w 50387"/>
                <a:gd name="connsiteY2" fmla="*/ 7525 h 37052"/>
                <a:gd name="connsiteX3" fmla="*/ 14288 w 50387"/>
                <a:gd name="connsiteY3" fmla="*/ 191 h 37052"/>
                <a:gd name="connsiteX4" fmla="*/ 22098 w 50387"/>
                <a:gd name="connsiteY4" fmla="*/ 0 h 37052"/>
                <a:gd name="connsiteX5" fmla="*/ 28289 w 50387"/>
                <a:gd name="connsiteY5" fmla="*/ 5048 h 37052"/>
                <a:gd name="connsiteX6" fmla="*/ 48387 w 50387"/>
                <a:gd name="connsiteY6" fmla="*/ 9144 h 37052"/>
                <a:gd name="connsiteX7" fmla="*/ 50387 w 50387"/>
                <a:gd name="connsiteY7" fmla="*/ 33623 h 37052"/>
                <a:gd name="connsiteX8" fmla="*/ 26670 w 50387"/>
                <a:gd name="connsiteY8" fmla="*/ 34100 h 37052"/>
                <a:gd name="connsiteX9" fmla="*/ 9906 w 50387"/>
                <a:gd name="connsiteY9" fmla="*/ 37052 h 37052"/>
                <a:gd name="connsiteX10" fmla="*/ 381 w 50387"/>
                <a:gd name="connsiteY10" fmla="*/ 17145 h 37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387" h="37052">
                  <a:moveTo>
                    <a:pt x="381" y="17145"/>
                  </a:moveTo>
                  <a:lnTo>
                    <a:pt x="0" y="10573"/>
                  </a:lnTo>
                  <a:lnTo>
                    <a:pt x="11049" y="7525"/>
                  </a:lnTo>
                  <a:lnTo>
                    <a:pt x="14288" y="191"/>
                  </a:lnTo>
                  <a:lnTo>
                    <a:pt x="22098" y="0"/>
                  </a:lnTo>
                  <a:lnTo>
                    <a:pt x="28289" y="5048"/>
                  </a:lnTo>
                  <a:lnTo>
                    <a:pt x="48387" y="9144"/>
                  </a:lnTo>
                  <a:lnTo>
                    <a:pt x="50387" y="33623"/>
                  </a:lnTo>
                  <a:lnTo>
                    <a:pt x="26670" y="34100"/>
                  </a:lnTo>
                  <a:lnTo>
                    <a:pt x="9906" y="37052"/>
                  </a:lnTo>
                  <a:lnTo>
                    <a:pt x="381" y="17145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43EB6EB-9186-8B85-CEF0-AFC2F10FCBB6}"/>
                </a:ext>
              </a:extLst>
            </p:cNvPr>
            <p:cNvSpPr/>
            <p:nvPr/>
          </p:nvSpPr>
          <p:spPr>
            <a:xfrm>
              <a:off x="5996558" y="3394813"/>
              <a:ext cx="616267" cy="552735"/>
            </a:xfrm>
            <a:custGeom>
              <a:avLst/>
              <a:gdLst>
                <a:gd name="connsiteX0" fmla="*/ 612362 w 616267"/>
                <a:gd name="connsiteY0" fmla="*/ 200216 h 552735"/>
                <a:gd name="connsiteX1" fmla="*/ 607219 w 616267"/>
                <a:gd name="connsiteY1" fmla="*/ 196025 h 552735"/>
                <a:gd name="connsiteX2" fmla="*/ 604742 w 616267"/>
                <a:gd name="connsiteY2" fmla="*/ 186118 h 552735"/>
                <a:gd name="connsiteX3" fmla="*/ 598741 w 616267"/>
                <a:gd name="connsiteY3" fmla="*/ 179451 h 552735"/>
                <a:gd name="connsiteX4" fmla="*/ 598741 w 616267"/>
                <a:gd name="connsiteY4" fmla="*/ 175546 h 552735"/>
                <a:gd name="connsiteX5" fmla="*/ 602456 w 616267"/>
                <a:gd name="connsiteY5" fmla="*/ 170879 h 552735"/>
                <a:gd name="connsiteX6" fmla="*/ 596932 w 616267"/>
                <a:gd name="connsiteY6" fmla="*/ 168116 h 552735"/>
                <a:gd name="connsiteX7" fmla="*/ 589788 w 616267"/>
                <a:gd name="connsiteY7" fmla="*/ 170879 h 552735"/>
                <a:gd name="connsiteX8" fmla="*/ 583978 w 616267"/>
                <a:gd name="connsiteY8" fmla="*/ 171355 h 552735"/>
                <a:gd name="connsiteX9" fmla="*/ 580740 w 616267"/>
                <a:gd name="connsiteY9" fmla="*/ 168116 h 552735"/>
                <a:gd name="connsiteX10" fmla="*/ 575215 w 616267"/>
                <a:gd name="connsiteY10" fmla="*/ 160306 h 552735"/>
                <a:gd name="connsiteX11" fmla="*/ 565118 w 616267"/>
                <a:gd name="connsiteY11" fmla="*/ 156210 h 552735"/>
                <a:gd name="connsiteX12" fmla="*/ 558451 w 616267"/>
                <a:gd name="connsiteY12" fmla="*/ 154972 h 552735"/>
                <a:gd name="connsiteX13" fmla="*/ 552165 w 616267"/>
                <a:gd name="connsiteY13" fmla="*/ 157543 h 552735"/>
                <a:gd name="connsiteX14" fmla="*/ 553308 w 616267"/>
                <a:gd name="connsiteY14" fmla="*/ 163544 h 552735"/>
                <a:gd name="connsiteX15" fmla="*/ 549878 w 616267"/>
                <a:gd name="connsiteY15" fmla="*/ 165830 h 552735"/>
                <a:gd name="connsiteX16" fmla="*/ 545497 w 616267"/>
                <a:gd name="connsiteY16" fmla="*/ 166973 h 552735"/>
                <a:gd name="connsiteX17" fmla="*/ 537877 w 616267"/>
                <a:gd name="connsiteY17" fmla="*/ 165640 h 552735"/>
                <a:gd name="connsiteX18" fmla="*/ 533305 w 616267"/>
                <a:gd name="connsiteY18" fmla="*/ 166973 h 552735"/>
                <a:gd name="connsiteX19" fmla="*/ 530257 w 616267"/>
                <a:gd name="connsiteY19" fmla="*/ 167450 h 552735"/>
                <a:gd name="connsiteX20" fmla="*/ 531209 w 616267"/>
                <a:gd name="connsiteY20" fmla="*/ 172021 h 552735"/>
                <a:gd name="connsiteX21" fmla="*/ 527780 w 616267"/>
                <a:gd name="connsiteY21" fmla="*/ 172307 h 552735"/>
                <a:gd name="connsiteX22" fmla="*/ 527780 w 616267"/>
                <a:gd name="connsiteY22" fmla="*/ 176879 h 552735"/>
                <a:gd name="connsiteX23" fmla="*/ 525018 w 616267"/>
                <a:gd name="connsiteY23" fmla="*/ 181737 h 552735"/>
                <a:gd name="connsiteX24" fmla="*/ 521494 w 616267"/>
                <a:gd name="connsiteY24" fmla="*/ 184785 h 552735"/>
                <a:gd name="connsiteX25" fmla="*/ 513207 w 616267"/>
                <a:gd name="connsiteY25" fmla="*/ 182213 h 552735"/>
                <a:gd name="connsiteX26" fmla="*/ 509111 w 616267"/>
                <a:gd name="connsiteY26" fmla="*/ 181737 h 552735"/>
                <a:gd name="connsiteX27" fmla="*/ 496919 w 616267"/>
                <a:gd name="connsiteY27" fmla="*/ 182213 h 552735"/>
                <a:gd name="connsiteX28" fmla="*/ 492919 w 616267"/>
                <a:gd name="connsiteY28" fmla="*/ 178022 h 552735"/>
                <a:gd name="connsiteX29" fmla="*/ 488347 w 616267"/>
                <a:gd name="connsiteY29" fmla="*/ 171355 h 552735"/>
                <a:gd name="connsiteX30" fmla="*/ 490442 w 616267"/>
                <a:gd name="connsiteY30" fmla="*/ 165354 h 552735"/>
                <a:gd name="connsiteX31" fmla="*/ 487013 w 616267"/>
                <a:gd name="connsiteY31" fmla="*/ 164211 h 552735"/>
                <a:gd name="connsiteX32" fmla="*/ 483013 w 616267"/>
                <a:gd name="connsiteY32" fmla="*/ 166307 h 552735"/>
                <a:gd name="connsiteX33" fmla="*/ 483013 w 616267"/>
                <a:gd name="connsiteY33" fmla="*/ 169545 h 552735"/>
                <a:gd name="connsiteX34" fmla="*/ 479584 w 616267"/>
                <a:gd name="connsiteY34" fmla="*/ 171641 h 552735"/>
                <a:gd name="connsiteX35" fmla="*/ 477774 w 616267"/>
                <a:gd name="connsiteY35" fmla="*/ 177641 h 552735"/>
                <a:gd name="connsiteX36" fmla="*/ 471488 w 616267"/>
                <a:gd name="connsiteY36" fmla="*/ 181546 h 552735"/>
                <a:gd name="connsiteX37" fmla="*/ 466725 w 616267"/>
                <a:gd name="connsiteY37" fmla="*/ 185452 h 552735"/>
                <a:gd name="connsiteX38" fmla="*/ 463010 w 616267"/>
                <a:gd name="connsiteY38" fmla="*/ 191929 h 552735"/>
                <a:gd name="connsiteX39" fmla="*/ 458152 w 616267"/>
                <a:gd name="connsiteY39" fmla="*/ 195072 h 552735"/>
                <a:gd name="connsiteX40" fmla="*/ 452152 w 616267"/>
                <a:gd name="connsiteY40" fmla="*/ 191453 h 552735"/>
                <a:gd name="connsiteX41" fmla="*/ 443199 w 616267"/>
                <a:gd name="connsiteY41" fmla="*/ 190309 h 552735"/>
                <a:gd name="connsiteX42" fmla="*/ 440150 w 616267"/>
                <a:gd name="connsiteY42" fmla="*/ 197453 h 552735"/>
                <a:gd name="connsiteX43" fmla="*/ 432340 w 616267"/>
                <a:gd name="connsiteY43" fmla="*/ 205264 h 552735"/>
                <a:gd name="connsiteX44" fmla="*/ 425482 w 616267"/>
                <a:gd name="connsiteY44" fmla="*/ 210121 h 552735"/>
                <a:gd name="connsiteX45" fmla="*/ 417576 w 616267"/>
                <a:gd name="connsiteY45" fmla="*/ 217932 h 552735"/>
                <a:gd name="connsiteX46" fmla="*/ 413195 w 616267"/>
                <a:gd name="connsiteY46" fmla="*/ 221837 h 552735"/>
                <a:gd name="connsiteX47" fmla="*/ 398526 w 616267"/>
                <a:gd name="connsiteY47" fmla="*/ 233839 h 552735"/>
                <a:gd name="connsiteX48" fmla="*/ 397288 w 616267"/>
                <a:gd name="connsiteY48" fmla="*/ 150590 h 552735"/>
                <a:gd name="connsiteX49" fmla="*/ 265176 w 616267"/>
                <a:gd name="connsiteY49" fmla="*/ 150590 h 552735"/>
                <a:gd name="connsiteX50" fmla="*/ 262795 w 616267"/>
                <a:gd name="connsiteY50" fmla="*/ 0 h 552735"/>
                <a:gd name="connsiteX51" fmla="*/ 252127 w 616267"/>
                <a:gd name="connsiteY51" fmla="*/ 15812 h 552735"/>
                <a:gd name="connsiteX52" fmla="*/ 249364 w 616267"/>
                <a:gd name="connsiteY52" fmla="*/ 57341 h 552735"/>
                <a:gd name="connsiteX53" fmla="*/ 243840 w 616267"/>
                <a:gd name="connsiteY53" fmla="*/ 76200 h 552735"/>
                <a:gd name="connsiteX54" fmla="*/ 224980 w 616267"/>
                <a:gd name="connsiteY54" fmla="*/ 133350 h 552735"/>
                <a:gd name="connsiteX55" fmla="*/ 221266 w 616267"/>
                <a:gd name="connsiteY55" fmla="*/ 157353 h 552735"/>
                <a:gd name="connsiteX56" fmla="*/ 211550 w 616267"/>
                <a:gd name="connsiteY56" fmla="*/ 176689 h 552735"/>
                <a:gd name="connsiteX57" fmla="*/ 195929 w 616267"/>
                <a:gd name="connsiteY57" fmla="*/ 192786 h 552735"/>
                <a:gd name="connsiteX58" fmla="*/ 167830 w 616267"/>
                <a:gd name="connsiteY58" fmla="*/ 208502 h 552735"/>
                <a:gd name="connsiteX59" fmla="*/ 151638 w 616267"/>
                <a:gd name="connsiteY59" fmla="*/ 207550 h 552735"/>
                <a:gd name="connsiteX60" fmla="*/ 135541 w 616267"/>
                <a:gd name="connsiteY60" fmla="*/ 209359 h 552735"/>
                <a:gd name="connsiteX61" fmla="*/ 120301 w 616267"/>
                <a:gd name="connsiteY61" fmla="*/ 220028 h 552735"/>
                <a:gd name="connsiteX62" fmla="*/ 111157 w 616267"/>
                <a:gd name="connsiteY62" fmla="*/ 237077 h 552735"/>
                <a:gd name="connsiteX63" fmla="*/ 109252 w 616267"/>
                <a:gd name="connsiteY63" fmla="*/ 249936 h 552735"/>
                <a:gd name="connsiteX64" fmla="*/ 100965 w 616267"/>
                <a:gd name="connsiteY64" fmla="*/ 271177 h 552735"/>
                <a:gd name="connsiteX65" fmla="*/ 94488 w 616267"/>
                <a:gd name="connsiteY65" fmla="*/ 274415 h 552735"/>
                <a:gd name="connsiteX66" fmla="*/ 76105 w 616267"/>
                <a:gd name="connsiteY66" fmla="*/ 264224 h 552735"/>
                <a:gd name="connsiteX67" fmla="*/ 65056 w 616267"/>
                <a:gd name="connsiteY67" fmla="*/ 268414 h 552735"/>
                <a:gd name="connsiteX68" fmla="*/ 59055 w 616267"/>
                <a:gd name="connsiteY68" fmla="*/ 288703 h 552735"/>
                <a:gd name="connsiteX69" fmla="*/ 54007 w 616267"/>
                <a:gd name="connsiteY69" fmla="*/ 326422 h 552735"/>
                <a:gd name="connsiteX70" fmla="*/ 40577 w 616267"/>
                <a:gd name="connsiteY70" fmla="*/ 336613 h 552735"/>
                <a:gd name="connsiteX71" fmla="*/ 28194 w 616267"/>
                <a:gd name="connsiteY71" fmla="*/ 354139 h 552735"/>
                <a:gd name="connsiteX72" fmla="*/ 6477 w 616267"/>
                <a:gd name="connsiteY72" fmla="*/ 359188 h 552735"/>
                <a:gd name="connsiteX73" fmla="*/ 0 w 616267"/>
                <a:gd name="connsiteY73" fmla="*/ 389572 h 552735"/>
                <a:gd name="connsiteX74" fmla="*/ 0 w 616267"/>
                <a:gd name="connsiteY74" fmla="*/ 410813 h 552735"/>
                <a:gd name="connsiteX75" fmla="*/ 16193 w 616267"/>
                <a:gd name="connsiteY75" fmla="*/ 426911 h 552735"/>
                <a:gd name="connsiteX76" fmla="*/ 19431 w 616267"/>
                <a:gd name="connsiteY76" fmla="*/ 441198 h 552735"/>
                <a:gd name="connsiteX77" fmla="*/ 30004 w 616267"/>
                <a:gd name="connsiteY77" fmla="*/ 460153 h 552735"/>
                <a:gd name="connsiteX78" fmla="*/ 59055 w 616267"/>
                <a:gd name="connsiteY78" fmla="*/ 490538 h 552735"/>
                <a:gd name="connsiteX79" fmla="*/ 77914 w 616267"/>
                <a:gd name="connsiteY79" fmla="*/ 504825 h 552735"/>
                <a:gd name="connsiteX80" fmla="*/ 83439 w 616267"/>
                <a:gd name="connsiteY80" fmla="*/ 514921 h 552735"/>
                <a:gd name="connsiteX81" fmla="*/ 105633 w 616267"/>
                <a:gd name="connsiteY81" fmla="*/ 549974 h 552735"/>
                <a:gd name="connsiteX82" fmla="*/ 124492 w 616267"/>
                <a:gd name="connsiteY82" fmla="*/ 552736 h 552735"/>
                <a:gd name="connsiteX83" fmla="*/ 146114 w 616267"/>
                <a:gd name="connsiteY83" fmla="*/ 541211 h 552735"/>
                <a:gd name="connsiteX84" fmla="*/ 161354 w 616267"/>
                <a:gd name="connsiteY84" fmla="*/ 532447 h 552735"/>
                <a:gd name="connsiteX85" fmla="*/ 171069 w 616267"/>
                <a:gd name="connsiteY85" fmla="*/ 548640 h 552735"/>
                <a:gd name="connsiteX86" fmla="*/ 203740 w 616267"/>
                <a:gd name="connsiteY86" fmla="*/ 545878 h 552735"/>
                <a:gd name="connsiteX87" fmla="*/ 213455 w 616267"/>
                <a:gd name="connsiteY87" fmla="*/ 528828 h 552735"/>
                <a:gd name="connsiteX88" fmla="*/ 223552 w 616267"/>
                <a:gd name="connsiteY88" fmla="*/ 526447 h 552735"/>
                <a:gd name="connsiteX89" fmla="*/ 243364 w 616267"/>
                <a:gd name="connsiteY89" fmla="*/ 519589 h 552735"/>
                <a:gd name="connsiteX90" fmla="*/ 257175 w 616267"/>
                <a:gd name="connsiteY90" fmla="*/ 516826 h 552735"/>
                <a:gd name="connsiteX91" fmla="*/ 278892 w 616267"/>
                <a:gd name="connsiteY91" fmla="*/ 514541 h 552735"/>
                <a:gd name="connsiteX92" fmla="*/ 283940 w 616267"/>
                <a:gd name="connsiteY92" fmla="*/ 509397 h 552735"/>
                <a:gd name="connsiteX93" fmla="*/ 288512 w 616267"/>
                <a:gd name="connsiteY93" fmla="*/ 496062 h 552735"/>
                <a:gd name="connsiteX94" fmla="*/ 298704 w 616267"/>
                <a:gd name="connsiteY94" fmla="*/ 485966 h 552735"/>
                <a:gd name="connsiteX95" fmla="*/ 298704 w 616267"/>
                <a:gd name="connsiteY95" fmla="*/ 473012 h 552735"/>
                <a:gd name="connsiteX96" fmla="*/ 305181 w 616267"/>
                <a:gd name="connsiteY96" fmla="*/ 457391 h 552735"/>
                <a:gd name="connsiteX97" fmla="*/ 321278 w 616267"/>
                <a:gd name="connsiteY97" fmla="*/ 434816 h 552735"/>
                <a:gd name="connsiteX98" fmla="*/ 335089 w 616267"/>
                <a:gd name="connsiteY98" fmla="*/ 421386 h 552735"/>
                <a:gd name="connsiteX99" fmla="*/ 338328 w 616267"/>
                <a:gd name="connsiteY99" fmla="*/ 408527 h 552735"/>
                <a:gd name="connsiteX100" fmla="*/ 343376 w 616267"/>
                <a:gd name="connsiteY100" fmla="*/ 397002 h 552735"/>
                <a:gd name="connsiteX101" fmla="*/ 349377 w 616267"/>
                <a:gd name="connsiteY101" fmla="*/ 392811 h 552735"/>
                <a:gd name="connsiteX102" fmla="*/ 356330 w 616267"/>
                <a:gd name="connsiteY102" fmla="*/ 383572 h 552735"/>
                <a:gd name="connsiteX103" fmla="*/ 356330 w 616267"/>
                <a:gd name="connsiteY103" fmla="*/ 374809 h 552735"/>
                <a:gd name="connsiteX104" fmla="*/ 365093 w 616267"/>
                <a:gd name="connsiteY104" fmla="*/ 365188 h 552735"/>
                <a:gd name="connsiteX105" fmla="*/ 368713 w 616267"/>
                <a:gd name="connsiteY105" fmla="*/ 354997 h 552735"/>
                <a:gd name="connsiteX106" fmla="*/ 368713 w 616267"/>
                <a:gd name="connsiteY106" fmla="*/ 343471 h 552735"/>
                <a:gd name="connsiteX107" fmla="*/ 378428 w 616267"/>
                <a:gd name="connsiteY107" fmla="*/ 332422 h 552735"/>
                <a:gd name="connsiteX108" fmla="*/ 385382 w 616267"/>
                <a:gd name="connsiteY108" fmla="*/ 338423 h 552735"/>
                <a:gd name="connsiteX109" fmla="*/ 390906 w 616267"/>
                <a:gd name="connsiteY109" fmla="*/ 345376 h 552735"/>
                <a:gd name="connsiteX110" fmla="*/ 397288 w 616267"/>
                <a:gd name="connsiteY110" fmla="*/ 352139 h 552735"/>
                <a:gd name="connsiteX111" fmla="*/ 410242 w 616267"/>
                <a:gd name="connsiteY111" fmla="*/ 361950 h 552735"/>
                <a:gd name="connsiteX112" fmla="*/ 420814 w 616267"/>
                <a:gd name="connsiteY112" fmla="*/ 361950 h 552735"/>
                <a:gd name="connsiteX113" fmla="*/ 425005 w 616267"/>
                <a:gd name="connsiteY113" fmla="*/ 356902 h 552735"/>
                <a:gd name="connsiteX114" fmla="*/ 428244 w 616267"/>
                <a:gd name="connsiteY114" fmla="*/ 352139 h 552735"/>
                <a:gd name="connsiteX115" fmla="*/ 431387 w 616267"/>
                <a:gd name="connsiteY115" fmla="*/ 343948 h 552735"/>
                <a:gd name="connsiteX116" fmla="*/ 435102 w 616267"/>
                <a:gd name="connsiteY116" fmla="*/ 336137 h 552735"/>
                <a:gd name="connsiteX117" fmla="*/ 439293 w 616267"/>
                <a:gd name="connsiteY117" fmla="*/ 326898 h 552735"/>
                <a:gd name="connsiteX118" fmla="*/ 442532 w 616267"/>
                <a:gd name="connsiteY118" fmla="*/ 316801 h 552735"/>
                <a:gd name="connsiteX119" fmla="*/ 448056 w 616267"/>
                <a:gd name="connsiteY119" fmla="*/ 306229 h 552735"/>
                <a:gd name="connsiteX120" fmla="*/ 452628 w 616267"/>
                <a:gd name="connsiteY120" fmla="*/ 300418 h 552735"/>
                <a:gd name="connsiteX121" fmla="*/ 459105 w 616267"/>
                <a:gd name="connsiteY121" fmla="*/ 293942 h 552735"/>
                <a:gd name="connsiteX122" fmla="*/ 467392 w 616267"/>
                <a:gd name="connsiteY122" fmla="*/ 300418 h 552735"/>
                <a:gd name="connsiteX123" fmla="*/ 473869 w 616267"/>
                <a:gd name="connsiteY123" fmla="*/ 300418 h 552735"/>
                <a:gd name="connsiteX124" fmla="*/ 481203 w 616267"/>
                <a:gd name="connsiteY124" fmla="*/ 293942 h 552735"/>
                <a:gd name="connsiteX125" fmla="*/ 487680 w 616267"/>
                <a:gd name="connsiteY125" fmla="*/ 281845 h 552735"/>
                <a:gd name="connsiteX126" fmla="*/ 494157 w 616267"/>
                <a:gd name="connsiteY126" fmla="*/ 280511 h 552735"/>
                <a:gd name="connsiteX127" fmla="*/ 499682 w 616267"/>
                <a:gd name="connsiteY127" fmla="*/ 274415 h 552735"/>
                <a:gd name="connsiteX128" fmla="*/ 505206 w 616267"/>
                <a:gd name="connsiteY128" fmla="*/ 270700 h 552735"/>
                <a:gd name="connsiteX129" fmla="*/ 509778 w 616267"/>
                <a:gd name="connsiteY129" fmla="*/ 270700 h 552735"/>
                <a:gd name="connsiteX130" fmla="*/ 512540 w 616267"/>
                <a:gd name="connsiteY130" fmla="*/ 266129 h 552735"/>
                <a:gd name="connsiteX131" fmla="*/ 512540 w 616267"/>
                <a:gd name="connsiteY131" fmla="*/ 260128 h 552735"/>
                <a:gd name="connsiteX132" fmla="*/ 518541 w 616267"/>
                <a:gd name="connsiteY132" fmla="*/ 252698 h 552735"/>
                <a:gd name="connsiteX133" fmla="*/ 527304 w 616267"/>
                <a:gd name="connsiteY133" fmla="*/ 246221 h 552735"/>
                <a:gd name="connsiteX134" fmla="*/ 530067 w 616267"/>
                <a:gd name="connsiteY134" fmla="*/ 238887 h 552735"/>
                <a:gd name="connsiteX135" fmla="*/ 527304 w 616267"/>
                <a:gd name="connsiteY135" fmla="*/ 233839 h 552735"/>
                <a:gd name="connsiteX136" fmla="*/ 529590 w 616267"/>
                <a:gd name="connsiteY136" fmla="*/ 226028 h 552735"/>
                <a:gd name="connsiteX137" fmla="*/ 534258 w 616267"/>
                <a:gd name="connsiteY137" fmla="*/ 219551 h 552735"/>
                <a:gd name="connsiteX138" fmla="*/ 538353 w 616267"/>
                <a:gd name="connsiteY138" fmla="*/ 204788 h 552735"/>
                <a:gd name="connsiteX139" fmla="*/ 538353 w 616267"/>
                <a:gd name="connsiteY139" fmla="*/ 192786 h 552735"/>
                <a:gd name="connsiteX140" fmla="*/ 603314 w 616267"/>
                <a:gd name="connsiteY140" fmla="*/ 246221 h 552735"/>
                <a:gd name="connsiteX141" fmla="*/ 616268 w 616267"/>
                <a:gd name="connsiteY141" fmla="*/ 218599 h 552735"/>
                <a:gd name="connsiteX142" fmla="*/ 616268 w 616267"/>
                <a:gd name="connsiteY142" fmla="*/ 213741 h 552735"/>
                <a:gd name="connsiteX143" fmla="*/ 612362 w 616267"/>
                <a:gd name="connsiteY143" fmla="*/ 210503 h 552735"/>
                <a:gd name="connsiteX144" fmla="*/ 612362 w 616267"/>
                <a:gd name="connsiteY144" fmla="*/ 200216 h 5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616267" h="552735">
                  <a:moveTo>
                    <a:pt x="612362" y="200216"/>
                  </a:moveTo>
                  <a:lnTo>
                    <a:pt x="607219" y="196025"/>
                  </a:lnTo>
                  <a:lnTo>
                    <a:pt x="604742" y="186118"/>
                  </a:lnTo>
                  <a:lnTo>
                    <a:pt x="598741" y="179451"/>
                  </a:lnTo>
                  <a:lnTo>
                    <a:pt x="598741" y="175546"/>
                  </a:lnTo>
                  <a:lnTo>
                    <a:pt x="602456" y="170879"/>
                  </a:lnTo>
                  <a:lnTo>
                    <a:pt x="596932" y="168116"/>
                  </a:lnTo>
                  <a:lnTo>
                    <a:pt x="589788" y="170879"/>
                  </a:lnTo>
                  <a:lnTo>
                    <a:pt x="583978" y="171355"/>
                  </a:lnTo>
                  <a:lnTo>
                    <a:pt x="580740" y="168116"/>
                  </a:lnTo>
                  <a:lnTo>
                    <a:pt x="575215" y="160306"/>
                  </a:lnTo>
                  <a:lnTo>
                    <a:pt x="565118" y="156210"/>
                  </a:lnTo>
                  <a:lnTo>
                    <a:pt x="558451" y="154972"/>
                  </a:lnTo>
                  <a:lnTo>
                    <a:pt x="552165" y="157543"/>
                  </a:lnTo>
                  <a:lnTo>
                    <a:pt x="553308" y="163544"/>
                  </a:lnTo>
                  <a:lnTo>
                    <a:pt x="549878" y="165830"/>
                  </a:lnTo>
                  <a:lnTo>
                    <a:pt x="545497" y="166973"/>
                  </a:lnTo>
                  <a:lnTo>
                    <a:pt x="537877" y="165640"/>
                  </a:lnTo>
                  <a:lnTo>
                    <a:pt x="533305" y="166973"/>
                  </a:lnTo>
                  <a:lnTo>
                    <a:pt x="530257" y="167450"/>
                  </a:lnTo>
                  <a:lnTo>
                    <a:pt x="531209" y="172021"/>
                  </a:lnTo>
                  <a:lnTo>
                    <a:pt x="527780" y="172307"/>
                  </a:lnTo>
                  <a:lnTo>
                    <a:pt x="527780" y="176879"/>
                  </a:lnTo>
                  <a:lnTo>
                    <a:pt x="525018" y="181737"/>
                  </a:lnTo>
                  <a:lnTo>
                    <a:pt x="521494" y="184785"/>
                  </a:lnTo>
                  <a:lnTo>
                    <a:pt x="513207" y="182213"/>
                  </a:lnTo>
                  <a:lnTo>
                    <a:pt x="509111" y="181737"/>
                  </a:lnTo>
                  <a:lnTo>
                    <a:pt x="496919" y="182213"/>
                  </a:lnTo>
                  <a:lnTo>
                    <a:pt x="492919" y="178022"/>
                  </a:lnTo>
                  <a:lnTo>
                    <a:pt x="488347" y="171355"/>
                  </a:lnTo>
                  <a:lnTo>
                    <a:pt x="490442" y="165354"/>
                  </a:lnTo>
                  <a:lnTo>
                    <a:pt x="487013" y="164211"/>
                  </a:lnTo>
                  <a:lnTo>
                    <a:pt x="483013" y="166307"/>
                  </a:lnTo>
                  <a:lnTo>
                    <a:pt x="483013" y="169545"/>
                  </a:lnTo>
                  <a:lnTo>
                    <a:pt x="479584" y="171641"/>
                  </a:lnTo>
                  <a:lnTo>
                    <a:pt x="477774" y="177641"/>
                  </a:lnTo>
                  <a:lnTo>
                    <a:pt x="471488" y="181546"/>
                  </a:lnTo>
                  <a:lnTo>
                    <a:pt x="466725" y="185452"/>
                  </a:lnTo>
                  <a:lnTo>
                    <a:pt x="463010" y="191929"/>
                  </a:lnTo>
                  <a:lnTo>
                    <a:pt x="458152" y="195072"/>
                  </a:lnTo>
                  <a:lnTo>
                    <a:pt x="452152" y="191453"/>
                  </a:lnTo>
                  <a:lnTo>
                    <a:pt x="443199" y="190309"/>
                  </a:lnTo>
                  <a:lnTo>
                    <a:pt x="440150" y="197453"/>
                  </a:lnTo>
                  <a:lnTo>
                    <a:pt x="432340" y="205264"/>
                  </a:lnTo>
                  <a:lnTo>
                    <a:pt x="425482" y="210121"/>
                  </a:lnTo>
                  <a:lnTo>
                    <a:pt x="417576" y="217932"/>
                  </a:lnTo>
                  <a:lnTo>
                    <a:pt x="413195" y="221837"/>
                  </a:lnTo>
                  <a:lnTo>
                    <a:pt x="398526" y="233839"/>
                  </a:lnTo>
                  <a:lnTo>
                    <a:pt x="397288" y="150590"/>
                  </a:lnTo>
                  <a:lnTo>
                    <a:pt x="265176" y="150590"/>
                  </a:lnTo>
                  <a:lnTo>
                    <a:pt x="262795" y="0"/>
                  </a:lnTo>
                  <a:lnTo>
                    <a:pt x="252127" y="15812"/>
                  </a:lnTo>
                  <a:lnTo>
                    <a:pt x="249364" y="57341"/>
                  </a:lnTo>
                  <a:lnTo>
                    <a:pt x="243840" y="76200"/>
                  </a:lnTo>
                  <a:lnTo>
                    <a:pt x="224980" y="133350"/>
                  </a:lnTo>
                  <a:lnTo>
                    <a:pt x="221266" y="157353"/>
                  </a:lnTo>
                  <a:lnTo>
                    <a:pt x="211550" y="176689"/>
                  </a:lnTo>
                  <a:lnTo>
                    <a:pt x="195929" y="192786"/>
                  </a:lnTo>
                  <a:lnTo>
                    <a:pt x="167830" y="208502"/>
                  </a:lnTo>
                  <a:lnTo>
                    <a:pt x="151638" y="207550"/>
                  </a:lnTo>
                  <a:lnTo>
                    <a:pt x="135541" y="209359"/>
                  </a:lnTo>
                  <a:lnTo>
                    <a:pt x="120301" y="220028"/>
                  </a:lnTo>
                  <a:lnTo>
                    <a:pt x="111157" y="237077"/>
                  </a:lnTo>
                  <a:lnTo>
                    <a:pt x="109252" y="249936"/>
                  </a:lnTo>
                  <a:lnTo>
                    <a:pt x="100965" y="271177"/>
                  </a:lnTo>
                  <a:lnTo>
                    <a:pt x="94488" y="274415"/>
                  </a:lnTo>
                  <a:lnTo>
                    <a:pt x="76105" y="264224"/>
                  </a:lnTo>
                  <a:lnTo>
                    <a:pt x="65056" y="268414"/>
                  </a:lnTo>
                  <a:lnTo>
                    <a:pt x="59055" y="288703"/>
                  </a:lnTo>
                  <a:lnTo>
                    <a:pt x="54007" y="326422"/>
                  </a:lnTo>
                  <a:lnTo>
                    <a:pt x="40577" y="336613"/>
                  </a:lnTo>
                  <a:lnTo>
                    <a:pt x="28194" y="354139"/>
                  </a:lnTo>
                  <a:lnTo>
                    <a:pt x="6477" y="359188"/>
                  </a:lnTo>
                  <a:lnTo>
                    <a:pt x="0" y="389572"/>
                  </a:lnTo>
                  <a:lnTo>
                    <a:pt x="0" y="410813"/>
                  </a:lnTo>
                  <a:lnTo>
                    <a:pt x="16193" y="426911"/>
                  </a:lnTo>
                  <a:lnTo>
                    <a:pt x="19431" y="441198"/>
                  </a:lnTo>
                  <a:lnTo>
                    <a:pt x="30004" y="460153"/>
                  </a:lnTo>
                  <a:lnTo>
                    <a:pt x="59055" y="490538"/>
                  </a:lnTo>
                  <a:lnTo>
                    <a:pt x="77914" y="504825"/>
                  </a:lnTo>
                  <a:lnTo>
                    <a:pt x="83439" y="514921"/>
                  </a:lnTo>
                  <a:lnTo>
                    <a:pt x="105633" y="549974"/>
                  </a:lnTo>
                  <a:lnTo>
                    <a:pt x="124492" y="552736"/>
                  </a:lnTo>
                  <a:lnTo>
                    <a:pt x="146114" y="541211"/>
                  </a:lnTo>
                  <a:lnTo>
                    <a:pt x="161354" y="532447"/>
                  </a:lnTo>
                  <a:lnTo>
                    <a:pt x="171069" y="548640"/>
                  </a:lnTo>
                  <a:lnTo>
                    <a:pt x="203740" y="545878"/>
                  </a:lnTo>
                  <a:lnTo>
                    <a:pt x="213455" y="528828"/>
                  </a:lnTo>
                  <a:lnTo>
                    <a:pt x="223552" y="526447"/>
                  </a:lnTo>
                  <a:lnTo>
                    <a:pt x="243364" y="519589"/>
                  </a:lnTo>
                  <a:lnTo>
                    <a:pt x="257175" y="516826"/>
                  </a:lnTo>
                  <a:lnTo>
                    <a:pt x="278892" y="514541"/>
                  </a:lnTo>
                  <a:lnTo>
                    <a:pt x="283940" y="509397"/>
                  </a:lnTo>
                  <a:lnTo>
                    <a:pt x="288512" y="496062"/>
                  </a:lnTo>
                  <a:lnTo>
                    <a:pt x="298704" y="485966"/>
                  </a:lnTo>
                  <a:lnTo>
                    <a:pt x="298704" y="473012"/>
                  </a:lnTo>
                  <a:lnTo>
                    <a:pt x="305181" y="457391"/>
                  </a:lnTo>
                  <a:lnTo>
                    <a:pt x="321278" y="434816"/>
                  </a:lnTo>
                  <a:lnTo>
                    <a:pt x="335089" y="421386"/>
                  </a:lnTo>
                  <a:lnTo>
                    <a:pt x="338328" y="408527"/>
                  </a:lnTo>
                  <a:lnTo>
                    <a:pt x="343376" y="397002"/>
                  </a:lnTo>
                  <a:lnTo>
                    <a:pt x="349377" y="392811"/>
                  </a:lnTo>
                  <a:lnTo>
                    <a:pt x="356330" y="383572"/>
                  </a:lnTo>
                  <a:lnTo>
                    <a:pt x="356330" y="374809"/>
                  </a:lnTo>
                  <a:lnTo>
                    <a:pt x="365093" y="365188"/>
                  </a:lnTo>
                  <a:lnTo>
                    <a:pt x="368713" y="354997"/>
                  </a:lnTo>
                  <a:lnTo>
                    <a:pt x="368713" y="343471"/>
                  </a:lnTo>
                  <a:lnTo>
                    <a:pt x="378428" y="332422"/>
                  </a:lnTo>
                  <a:lnTo>
                    <a:pt x="385382" y="338423"/>
                  </a:lnTo>
                  <a:lnTo>
                    <a:pt x="390906" y="345376"/>
                  </a:lnTo>
                  <a:lnTo>
                    <a:pt x="397288" y="352139"/>
                  </a:lnTo>
                  <a:lnTo>
                    <a:pt x="410242" y="361950"/>
                  </a:lnTo>
                  <a:lnTo>
                    <a:pt x="420814" y="361950"/>
                  </a:lnTo>
                  <a:lnTo>
                    <a:pt x="425005" y="356902"/>
                  </a:lnTo>
                  <a:lnTo>
                    <a:pt x="428244" y="352139"/>
                  </a:lnTo>
                  <a:lnTo>
                    <a:pt x="431387" y="343948"/>
                  </a:lnTo>
                  <a:lnTo>
                    <a:pt x="435102" y="336137"/>
                  </a:lnTo>
                  <a:lnTo>
                    <a:pt x="439293" y="326898"/>
                  </a:lnTo>
                  <a:lnTo>
                    <a:pt x="442532" y="316801"/>
                  </a:lnTo>
                  <a:lnTo>
                    <a:pt x="448056" y="306229"/>
                  </a:lnTo>
                  <a:lnTo>
                    <a:pt x="452628" y="300418"/>
                  </a:lnTo>
                  <a:lnTo>
                    <a:pt x="459105" y="293942"/>
                  </a:lnTo>
                  <a:lnTo>
                    <a:pt x="467392" y="300418"/>
                  </a:lnTo>
                  <a:lnTo>
                    <a:pt x="473869" y="300418"/>
                  </a:lnTo>
                  <a:lnTo>
                    <a:pt x="481203" y="293942"/>
                  </a:lnTo>
                  <a:lnTo>
                    <a:pt x="487680" y="281845"/>
                  </a:lnTo>
                  <a:lnTo>
                    <a:pt x="494157" y="280511"/>
                  </a:lnTo>
                  <a:lnTo>
                    <a:pt x="499682" y="274415"/>
                  </a:lnTo>
                  <a:lnTo>
                    <a:pt x="505206" y="270700"/>
                  </a:lnTo>
                  <a:lnTo>
                    <a:pt x="509778" y="270700"/>
                  </a:lnTo>
                  <a:lnTo>
                    <a:pt x="512540" y="266129"/>
                  </a:lnTo>
                  <a:lnTo>
                    <a:pt x="512540" y="260128"/>
                  </a:lnTo>
                  <a:lnTo>
                    <a:pt x="518541" y="252698"/>
                  </a:lnTo>
                  <a:lnTo>
                    <a:pt x="527304" y="246221"/>
                  </a:lnTo>
                  <a:lnTo>
                    <a:pt x="530067" y="238887"/>
                  </a:lnTo>
                  <a:lnTo>
                    <a:pt x="527304" y="233839"/>
                  </a:lnTo>
                  <a:lnTo>
                    <a:pt x="529590" y="226028"/>
                  </a:lnTo>
                  <a:lnTo>
                    <a:pt x="534258" y="219551"/>
                  </a:lnTo>
                  <a:lnTo>
                    <a:pt x="538353" y="204788"/>
                  </a:lnTo>
                  <a:lnTo>
                    <a:pt x="538353" y="192786"/>
                  </a:lnTo>
                  <a:lnTo>
                    <a:pt x="603314" y="246221"/>
                  </a:lnTo>
                  <a:lnTo>
                    <a:pt x="616268" y="218599"/>
                  </a:lnTo>
                  <a:lnTo>
                    <a:pt x="616268" y="213741"/>
                  </a:lnTo>
                  <a:lnTo>
                    <a:pt x="612362" y="210503"/>
                  </a:lnTo>
                  <a:lnTo>
                    <a:pt x="612362" y="200216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1" name="Graphic 8">
              <a:extLst>
                <a:ext uri="{FF2B5EF4-FFF2-40B4-BE49-F238E27FC236}">
                  <a16:creationId xmlns:a16="http://schemas.microsoft.com/office/drawing/2014/main" id="{0574625E-BA5C-06F9-652E-1C4F0A93269D}"/>
                </a:ext>
              </a:extLst>
            </p:cNvPr>
            <p:cNvGrpSpPr/>
            <p:nvPr/>
          </p:nvGrpSpPr>
          <p:grpSpPr>
            <a:xfrm>
              <a:off x="5880925" y="3587885"/>
              <a:ext cx="1024318" cy="461867"/>
              <a:chOff x="5880925" y="3587885"/>
              <a:chExt cx="1024318" cy="461867"/>
            </a:xfrm>
            <a:grpFill/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4F029943-1F4A-E720-938C-F304F7EEBE0B}"/>
                  </a:ext>
                </a:extLst>
              </p:cNvPr>
              <p:cNvSpPr/>
              <p:nvPr/>
            </p:nvSpPr>
            <p:spPr>
              <a:xfrm>
                <a:off x="6825233" y="3819438"/>
                <a:ext cx="80010" cy="147828"/>
              </a:xfrm>
              <a:custGeom>
                <a:avLst/>
                <a:gdLst>
                  <a:gd name="connsiteX0" fmla="*/ 44291 w 80010"/>
                  <a:gd name="connsiteY0" fmla="*/ 8287 h 147828"/>
                  <a:gd name="connsiteX1" fmla="*/ 40577 w 80010"/>
                  <a:gd name="connsiteY1" fmla="*/ 12668 h 147828"/>
                  <a:gd name="connsiteX2" fmla="*/ 38100 w 80010"/>
                  <a:gd name="connsiteY2" fmla="*/ 17526 h 147828"/>
                  <a:gd name="connsiteX3" fmla="*/ 44291 w 80010"/>
                  <a:gd name="connsiteY3" fmla="*/ 24289 h 147828"/>
                  <a:gd name="connsiteX4" fmla="*/ 38100 w 80010"/>
                  <a:gd name="connsiteY4" fmla="*/ 31623 h 147828"/>
                  <a:gd name="connsiteX5" fmla="*/ 38100 w 80010"/>
                  <a:gd name="connsiteY5" fmla="*/ 35338 h 147828"/>
                  <a:gd name="connsiteX6" fmla="*/ 28956 w 80010"/>
                  <a:gd name="connsiteY6" fmla="*/ 35338 h 147828"/>
                  <a:gd name="connsiteX7" fmla="*/ 23432 w 80010"/>
                  <a:gd name="connsiteY7" fmla="*/ 45149 h 147828"/>
                  <a:gd name="connsiteX8" fmla="*/ 23432 w 80010"/>
                  <a:gd name="connsiteY8" fmla="*/ 54388 h 147828"/>
                  <a:gd name="connsiteX9" fmla="*/ 18479 w 80010"/>
                  <a:gd name="connsiteY9" fmla="*/ 60579 h 147828"/>
                  <a:gd name="connsiteX10" fmla="*/ 9906 w 80010"/>
                  <a:gd name="connsiteY10" fmla="*/ 66675 h 147828"/>
                  <a:gd name="connsiteX11" fmla="*/ 9906 w 80010"/>
                  <a:gd name="connsiteY11" fmla="*/ 74009 h 147828"/>
                  <a:gd name="connsiteX12" fmla="*/ 6763 w 80010"/>
                  <a:gd name="connsiteY12" fmla="*/ 88201 h 147828"/>
                  <a:gd name="connsiteX13" fmla="*/ 0 w 80010"/>
                  <a:gd name="connsiteY13" fmla="*/ 116491 h 147828"/>
                  <a:gd name="connsiteX14" fmla="*/ 9906 w 80010"/>
                  <a:gd name="connsiteY14" fmla="*/ 147828 h 147828"/>
                  <a:gd name="connsiteX15" fmla="*/ 18479 w 80010"/>
                  <a:gd name="connsiteY15" fmla="*/ 108490 h 147828"/>
                  <a:gd name="connsiteX16" fmla="*/ 22193 w 80010"/>
                  <a:gd name="connsiteY16" fmla="*/ 97441 h 147828"/>
                  <a:gd name="connsiteX17" fmla="*/ 32004 w 80010"/>
                  <a:gd name="connsiteY17" fmla="*/ 85154 h 147828"/>
                  <a:gd name="connsiteX18" fmla="*/ 38100 w 80010"/>
                  <a:gd name="connsiteY18" fmla="*/ 75247 h 147828"/>
                  <a:gd name="connsiteX19" fmla="*/ 47340 w 80010"/>
                  <a:gd name="connsiteY19" fmla="*/ 58674 h 147828"/>
                  <a:gd name="connsiteX20" fmla="*/ 54102 w 80010"/>
                  <a:gd name="connsiteY20" fmla="*/ 61722 h 147828"/>
                  <a:gd name="connsiteX21" fmla="*/ 54102 w 80010"/>
                  <a:gd name="connsiteY21" fmla="*/ 51911 h 147828"/>
                  <a:gd name="connsiteX22" fmla="*/ 54102 w 80010"/>
                  <a:gd name="connsiteY22" fmla="*/ 42100 h 147828"/>
                  <a:gd name="connsiteX23" fmla="*/ 73152 w 80010"/>
                  <a:gd name="connsiteY23" fmla="*/ 23050 h 147828"/>
                  <a:gd name="connsiteX24" fmla="*/ 75629 w 80010"/>
                  <a:gd name="connsiteY24" fmla="*/ 12668 h 147828"/>
                  <a:gd name="connsiteX25" fmla="*/ 80010 w 80010"/>
                  <a:gd name="connsiteY25" fmla="*/ 0 h 147828"/>
                  <a:gd name="connsiteX26" fmla="*/ 44291 w 80010"/>
                  <a:gd name="connsiteY26" fmla="*/ 8287 h 147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0010" h="147828">
                    <a:moveTo>
                      <a:pt x="44291" y="8287"/>
                    </a:moveTo>
                    <a:lnTo>
                      <a:pt x="40577" y="12668"/>
                    </a:lnTo>
                    <a:lnTo>
                      <a:pt x="38100" y="17526"/>
                    </a:lnTo>
                    <a:lnTo>
                      <a:pt x="44291" y="24289"/>
                    </a:lnTo>
                    <a:lnTo>
                      <a:pt x="38100" y="31623"/>
                    </a:lnTo>
                    <a:lnTo>
                      <a:pt x="38100" y="35338"/>
                    </a:lnTo>
                    <a:lnTo>
                      <a:pt x="28956" y="35338"/>
                    </a:lnTo>
                    <a:lnTo>
                      <a:pt x="23432" y="45149"/>
                    </a:lnTo>
                    <a:lnTo>
                      <a:pt x="23432" y="54388"/>
                    </a:lnTo>
                    <a:lnTo>
                      <a:pt x="18479" y="60579"/>
                    </a:lnTo>
                    <a:lnTo>
                      <a:pt x="9906" y="66675"/>
                    </a:lnTo>
                    <a:lnTo>
                      <a:pt x="9906" y="74009"/>
                    </a:lnTo>
                    <a:lnTo>
                      <a:pt x="6763" y="88201"/>
                    </a:lnTo>
                    <a:lnTo>
                      <a:pt x="0" y="116491"/>
                    </a:lnTo>
                    <a:lnTo>
                      <a:pt x="9906" y="147828"/>
                    </a:lnTo>
                    <a:lnTo>
                      <a:pt x="18479" y="108490"/>
                    </a:lnTo>
                    <a:lnTo>
                      <a:pt x="22193" y="97441"/>
                    </a:lnTo>
                    <a:lnTo>
                      <a:pt x="32004" y="85154"/>
                    </a:lnTo>
                    <a:lnTo>
                      <a:pt x="38100" y="75247"/>
                    </a:lnTo>
                    <a:lnTo>
                      <a:pt x="47340" y="58674"/>
                    </a:lnTo>
                    <a:lnTo>
                      <a:pt x="54102" y="61722"/>
                    </a:lnTo>
                    <a:lnTo>
                      <a:pt x="54102" y="51911"/>
                    </a:lnTo>
                    <a:lnTo>
                      <a:pt x="54102" y="42100"/>
                    </a:lnTo>
                    <a:lnTo>
                      <a:pt x="73152" y="23050"/>
                    </a:lnTo>
                    <a:lnTo>
                      <a:pt x="75629" y="12668"/>
                    </a:lnTo>
                    <a:lnTo>
                      <a:pt x="80010" y="0"/>
                    </a:lnTo>
                    <a:lnTo>
                      <a:pt x="44291" y="8287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9140CBBD-C78C-19AE-8CCB-9CC59A3DA113}"/>
                  </a:ext>
                </a:extLst>
              </p:cNvPr>
              <p:cNvSpPr/>
              <p:nvPr/>
            </p:nvSpPr>
            <p:spPr>
              <a:xfrm>
                <a:off x="5880925" y="3587885"/>
                <a:ext cx="962977" cy="461867"/>
              </a:xfrm>
              <a:custGeom>
                <a:avLst/>
                <a:gdLst>
                  <a:gd name="connsiteX0" fmla="*/ 957739 w 962977"/>
                  <a:gd name="connsiteY0" fmla="*/ 433388 h 461867"/>
                  <a:gd name="connsiteX1" fmla="*/ 953834 w 962977"/>
                  <a:gd name="connsiteY1" fmla="*/ 426244 h 461867"/>
                  <a:gd name="connsiteX2" fmla="*/ 952024 w 962977"/>
                  <a:gd name="connsiteY2" fmla="*/ 417671 h 461867"/>
                  <a:gd name="connsiteX3" fmla="*/ 952024 w 962977"/>
                  <a:gd name="connsiteY3" fmla="*/ 408242 h 461867"/>
                  <a:gd name="connsiteX4" fmla="*/ 946690 w 962977"/>
                  <a:gd name="connsiteY4" fmla="*/ 403193 h 461867"/>
                  <a:gd name="connsiteX5" fmla="*/ 940498 w 962977"/>
                  <a:gd name="connsiteY5" fmla="*/ 402717 h 461867"/>
                  <a:gd name="connsiteX6" fmla="*/ 935927 w 962977"/>
                  <a:gd name="connsiteY6" fmla="*/ 408051 h 461867"/>
                  <a:gd name="connsiteX7" fmla="*/ 929450 w 962977"/>
                  <a:gd name="connsiteY7" fmla="*/ 405098 h 461867"/>
                  <a:gd name="connsiteX8" fmla="*/ 925068 w 962977"/>
                  <a:gd name="connsiteY8" fmla="*/ 401193 h 461867"/>
                  <a:gd name="connsiteX9" fmla="*/ 916114 w 962977"/>
                  <a:gd name="connsiteY9" fmla="*/ 398240 h 461867"/>
                  <a:gd name="connsiteX10" fmla="*/ 911733 w 962977"/>
                  <a:gd name="connsiteY10" fmla="*/ 397288 h 461867"/>
                  <a:gd name="connsiteX11" fmla="*/ 907542 w 962977"/>
                  <a:gd name="connsiteY11" fmla="*/ 400526 h 461867"/>
                  <a:gd name="connsiteX12" fmla="*/ 907066 w 962977"/>
                  <a:gd name="connsiteY12" fmla="*/ 412718 h 461867"/>
                  <a:gd name="connsiteX13" fmla="*/ 908685 w 962977"/>
                  <a:gd name="connsiteY13" fmla="*/ 419386 h 461867"/>
                  <a:gd name="connsiteX14" fmla="*/ 901732 w 962977"/>
                  <a:gd name="connsiteY14" fmla="*/ 411289 h 461867"/>
                  <a:gd name="connsiteX15" fmla="*/ 893445 w 962977"/>
                  <a:gd name="connsiteY15" fmla="*/ 412242 h 461867"/>
                  <a:gd name="connsiteX16" fmla="*/ 886968 w 962977"/>
                  <a:gd name="connsiteY16" fmla="*/ 407194 h 461867"/>
                  <a:gd name="connsiteX17" fmla="*/ 886301 w 962977"/>
                  <a:gd name="connsiteY17" fmla="*/ 400050 h 461867"/>
                  <a:gd name="connsiteX18" fmla="*/ 883539 w 962977"/>
                  <a:gd name="connsiteY18" fmla="*/ 393383 h 461867"/>
                  <a:gd name="connsiteX19" fmla="*/ 875919 w 962977"/>
                  <a:gd name="connsiteY19" fmla="*/ 390811 h 461867"/>
                  <a:gd name="connsiteX20" fmla="*/ 874109 w 962977"/>
                  <a:gd name="connsiteY20" fmla="*/ 387382 h 461867"/>
                  <a:gd name="connsiteX21" fmla="*/ 865537 w 962977"/>
                  <a:gd name="connsiteY21" fmla="*/ 384810 h 461867"/>
                  <a:gd name="connsiteX22" fmla="*/ 861346 w 962977"/>
                  <a:gd name="connsiteY22" fmla="*/ 362236 h 461867"/>
                  <a:gd name="connsiteX23" fmla="*/ 854869 w 962977"/>
                  <a:gd name="connsiteY23" fmla="*/ 367760 h 461867"/>
                  <a:gd name="connsiteX24" fmla="*/ 851916 w 962977"/>
                  <a:gd name="connsiteY24" fmla="*/ 367284 h 461867"/>
                  <a:gd name="connsiteX25" fmla="*/ 847344 w 962977"/>
                  <a:gd name="connsiteY25" fmla="*/ 361093 h 461867"/>
                  <a:gd name="connsiteX26" fmla="*/ 837438 w 962977"/>
                  <a:gd name="connsiteY26" fmla="*/ 359664 h 461867"/>
                  <a:gd name="connsiteX27" fmla="*/ 830485 w 962977"/>
                  <a:gd name="connsiteY27" fmla="*/ 358235 h 461867"/>
                  <a:gd name="connsiteX28" fmla="*/ 824484 w 962977"/>
                  <a:gd name="connsiteY28" fmla="*/ 356140 h 461867"/>
                  <a:gd name="connsiteX29" fmla="*/ 822865 w 962977"/>
                  <a:gd name="connsiteY29" fmla="*/ 350425 h 461867"/>
                  <a:gd name="connsiteX30" fmla="*/ 818674 w 962977"/>
                  <a:gd name="connsiteY30" fmla="*/ 349472 h 461867"/>
                  <a:gd name="connsiteX31" fmla="*/ 816579 w 962977"/>
                  <a:gd name="connsiteY31" fmla="*/ 348043 h 461867"/>
                  <a:gd name="connsiteX32" fmla="*/ 819150 w 962977"/>
                  <a:gd name="connsiteY32" fmla="*/ 343852 h 461867"/>
                  <a:gd name="connsiteX33" fmla="*/ 824675 w 962977"/>
                  <a:gd name="connsiteY33" fmla="*/ 347091 h 461867"/>
                  <a:gd name="connsiteX34" fmla="*/ 829723 w 962977"/>
                  <a:gd name="connsiteY34" fmla="*/ 352806 h 461867"/>
                  <a:gd name="connsiteX35" fmla="*/ 836390 w 962977"/>
                  <a:gd name="connsiteY35" fmla="*/ 353473 h 461867"/>
                  <a:gd name="connsiteX36" fmla="*/ 836581 w 962977"/>
                  <a:gd name="connsiteY36" fmla="*/ 336613 h 461867"/>
                  <a:gd name="connsiteX37" fmla="*/ 839534 w 962977"/>
                  <a:gd name="connsiteY37" fmla="*/ 351854 h 461867"/>
                  <a:gd name="connsiteX38" fmla="*/ 854488 w 962977"/>
                  <a:gd name="connsiteY38" fmla="*/ 359473 h 461867"/>
                  <a:gd name="connsiteX39" fmla="*/ 864870 w 962977"/>
                  <a:gd name="connsiteY39" fmla="*/ 357664 h 461867"/>
                  <a:gd name="connsiteX40" fmla="*/ 870204 w 962977"/>
                  <a:gd name="connsiteY40" fmla="*/ 363188 h 461867"/>
                  <a:gd name="connsiteX41" fmla="*/ 870204 w 962977"/>
                  <a:gd name="connsiteY41" fmla="*/ 371284 h 461867"/>
                  <a:gd name="connsiteX42" fmla="*/ 877538 w 962977"/>
                  <a:gd name="connsiteY42" fmla="*/ 375666 h 461867"/>
                  <a:gd name="connsiteX43" fmla="*/ 886778 w 962977"/>
                  <a:gd name="connsiteY43" fmla="*/ 388334 h 461867"/>
                  <a:gd name="connsiteX44" fmla="*/ 896017 w 962977"/>
                  <a:gd name="connsiteY44" fmla="*/ 393192 h 461867"/>
                  <a:gd name="connsiteX45" fmla="*/ 911257 w 962977"/>
                  <a:gd name="connsiteY45" fmla="*/ 393192 h 461867"/>
                  <a:gd name="connsiteX46" fmla="*/ 913352 w 962977"/>
                  <a:gd name="connsiteY46" fmla="*/ 388620 h 461867"/>
                  <a:gd name="connsiteX47" fmla="*/ 920496 w 962977"/>
                  <a:gd name="connsiteY47" fmla="*/ 379667 h 461867"/>
                  <a:gd name="connsiteX48" fmla="*/ 912686 w 962977"/>
                  <a:gd name="connsiteY48" fmla="*/ 371856 h 461867"/>
                  <a:gd name="connsiteX49" fmla="*/ 903732 w 962977"/>
                  <a:gd name="connsiteY49" fmla="*/ 370237 h 461867"/>
                  <a:gd name="connsiteX50" fmla="*/ 899541 w 962977"/>
                  <a:gd name="connsiteY50" fmla="*/ 365188 h 461867"/>
                  <a:gd name="connsiteX51" fmla="*/ 894683 w 962977"/>
                  <a:gd name="connsiteY51" fmla="*/ 357854 h 461867"/>
                  <a:gd name="connsiteX52" fmla="*/ 882968 w 962977"/>
                  <a:gd name="connsiteY52" fmla="*/ 356425 h 461867"/>
                  <a:gd name="connsiteX53" fmla="*/ 854583 w 962977"/>
                  <a:gd name="connsiteY53" fmla="*/ 326231 h 461867"/>
                  <a:gd name="connsiteX54" fmla="*/ 852297 w 962977"/>
                  <a:gd name="connsiteY54" fmla="*/ 314896 h 461867"/>
                  <a:gd name="connsiteX55" fmla="*/ 860393 w 962977"/>
                  <a:gd name="connsiteY55" fmla="*/ 324326 h 461867"/>
                  <a:gd name="connsiteX56" fmla="*/ 887349 w 962977"/>
                  <a:gd name="connsiteY56" fmla="*/ 353377 h 461867"/>
                  <a:gd name="connsiteX57" fmla="*/ 897731 w 962977"/>
                  <a:gd name="connsiteY57" fmla="*/ 353377 h 461867"/>
                  <a:gd name="connsiteX58" fmla="*/ 900684 w 962977"/>
                  <a:gd name="connsiteY58" fmla="*/ 348043 h 461867"/>
                  <a:gd name="connsiteX59" fmla="*/ 896493 w 962977"/>
                  <a:gd name="connsiteY59" fmla="*/ 344329 h 461867"/>
                  <a:gd name="connsiteX60" fmla="*/ 888682 w 962977"/>
                  <a:gd name="connsiteY60" fmla="*/ 341757 h 461867"/>
                  <a:gd name="connsiteX61" fmla="*/ 894683 w 962977"/>
                  <a:gd name="connsiteY61" fmla="*/ 339471 h 461867"/>
                  <a:gd name="connsiteX62" fmla="*/ 894017 w 962977"/>
                  <a:gd name="connsiteY62" fmla="*/ 336518 h 461867"/>
                  <a:gd name="connsiteX63" fmla="*/ 889445 w 962977"/>
                  <a:gd name="connsiteY63" fmla="*/ 333565 h 461867"/>
                  <a:gd name="connsiteX64" fmla="*/ 887159 w 962977"/>
                  <a:gd name="connsiteY64" fmla="*/ 329660 h 461867"/>
                  <a:gd name="connsiteX65" fmla="*/ 895445 w 962977"/>
                  <a:gd name="connsiteY65" fmla="*/ 331756 h 461867"/>
                  <a:gd name="connsiteX66" fmla="*/ 895922 w 962977"/>
                  <a:gd name="connsiteY66" fmla="*/ 325564 h 461867"/>
                  <a:gd name="connsiteX67" fmla="*/ 897731 w 962977"/>
                  <a:gd name="connsiteY67" fmla="*/ 327660 h 461867"/>
                  <a:gd name="connsiteX68" fmla="*/ 912495 w 962977"/>
                  <a:gd name="connsiteY68" fmla="*/ 341947 h 461867"/>
                  <a:gd name="connsiteX69" fmla="*/ 915734 w 962977"/>
                  <a:gd name="connsiteY69" fmla="*/ 337090 h 461867"/>
                  <a:gd name="connsiteX70" fmla="*/ 916686 w 962977"/>
                  <a:gd name="connsiteY70" fmla="*/ 330613 h 461867"/>
                  <a:gd name="connsiteX71" fmla="*/ 915543 w 962977"/>
                  <a:gd name="connsiteY71" fmla="*/ 319088 h 461867"/>
                  <a:gd name="connsiteX72" fmla="*/ 912114 w 962977"/>
                  <a:gd name="connsiteY72" fmla="*/ 315182 h 461867"/>
                  <a:gd name="connsiteX73" fmla="*/ 899922 w 962977"/>
                  <a:gd name="connsiteY73" fmla="*/ 310610 h 461867"/>
                  <a:gd name="connsiteX74" fmla="*/ 899446 w 962977"/>
                  <a:gd name="connsiteY74" fmla="*/ 307658 h 461867"/>
                  <a:gd name="connsiteX75" fmla="*/ 909352 w 962977"/>
                  <a:gd name="connsiteY75" fmla="*/ 306038 h 461867"/>
                  <a:gd name="connsiteX76" fmla="*/ 908685 w 962977"/>
                  <a:gd name="connsiteY76" fmla="*/ 303085 h 461867"/>
                  <a:gd name="connsiteX77" fmla="*/ 893255 w 962977"/>
                  <a:gd name="connsiteY77" fmla="*/ 300133 h 461867"/>
                  <a:gd name="connsiteX78" fmla="*/ 892779 w 962977"/>
                  <a:gd name="connsiteY78" fmla="*/ 296418 h 461867"/>
                  <a:gd name="connsiteX79" fmla="*/ 882872 w 962977"/>
                  <a:gd name="connsiteY79" fmla="*/ 293846 h 461867"/>
                  <a:gd name="connsiteX80" fmla="*/ 876205 w 962977"/>
                  <a:gd name="connsiteY80" fmla="*/ 289465 h 461867"/>
                  <a:gd name="connsiteX81" fmla="*/ 868109 w 962977"/>
                  <a:gd name="connsiteY81" fmla="*/ 286512 h 461867"/>
                  <a:gd name="connsiteX82" fmla="*/ 871538 w 962977"/>
                  <a:gd name="connsiteY82" fmla="*/ 279559 h 461867"/>
                  <a:gd name="connsiteX83" fmla="*/ 870395 w 962977"/>
                  <a:gd name="connsiteY83" fmla="*/ 274701 h 461867"/>
                  <a:gd name="connsiteX84" fmla="*/ 864680 w 962977"/>
                  <a:gd name="connsiteY84" fmla="*/ 270986 h 461867"/>
                  <a:gd name="connsiteX85" fmla="*/ 857726 w 962977"/>
                  <a:gd name="connsiteY85" fmla="*/ 268414 h 461867"/>
                  <a:gd name="connsiteX86" fmla="*/ 851726 w 962977"/>
                  <a:gd name="connsiteY86" fmla="*/ 259461 h 461867"/>
                  <a:gd name="connsiteX87" fmla="*/ 840200 w 962977"/>
                  <a:gd name="connsiteY87" fmla="*/ 244221 h 461867"/>
                  <a:gd name="connsiteX88" fmla="*/ 832581 w 962977"/>
                  <a:gd name="connsiteY88" fmla="*/ 235648 h 461867"/>
                  <a:gd name="connsiteX89" fmla="*/ 829818 w 962977"/>
                  <a:gd name="connsiteY89" fmla="*/ 225076 h 461867"/>
                  <a:gd name="connsiteX90" fmla="*/ 824770 w 962977"/>
                  <a:gd name="connsiteY90" fmla="*/ 220504 h 461867"/>
                  <a:gd name="connsiteX91" fmla="*/ 817436 w 962977"/>
                  <a:gd name="connsiteY91" fmla="*/ 219837 h 461867"/>
                  <a:gd name="connsiteX92" fmla="*/ 811245 w 962977"/>
                  <a:gd name="connsiteY92" fmla="*/ 208502 h 461867"/>
                  <a:gd name="connsiteX93" fmla="*/ 819055 w 962977"/>
                  <a:gd name="connsiteY93" fmla="*/ 215455 h 461867"/>
                  <a:gd name="connsiteX94" fmla="*/ 830104 w 962977"/>
                  <a:gd name="connsiteY94" fmla="*/ 220789 h 461867"/>
                  <a:gd name="connsiteX95" fmla="*/ 835629 w 962977"/>
                  <a:gd name="connsiteY95" fmla="*/ 234410 h 461867"/>
                  <a:gd name="connsiteX96" fmla="*/ 845725 w 962977"/>
                  <a:gd name="connsiteY96" fmla="*/ 244316 h 461867"/>
                  <a:gd name="connsiteX97" fmla="*/ 858393 w 962977"/>
                  <a:gd name="connsiteY97" fmla="*/ 262795 h 461867"/>
                  <a:gd name="connsiteX98" fmla="*/ 869918 w 962977"/>
                  <a:gd name="connsiteY98" fmla="*/ 267367 h 461867"/>
                  <a:gd name="connsiteX99" fmla="*/ 878491 w 962977"/>
                  <a:gd name="connsiteY99" fmla="*/ 279368 h 461867"/>
                  <a:gd name="connsiteX100" fmla="*/ 880586 w 962977"/>
                  <a:gd name="connsiteY100" fmla="*/ 288322 h 461867"/>
                  <a:gd name="connsiteX101" fmla="*/ 885920 w 962977"/>
                  <a:gd name="connsiteY101" fmla="*/ 288512 h 461867"/>
                  <a:gd name="connsiteX102" fmla="*/ 887730 w 962977"/>
                  <a:gd name="connsiteY102" fmla="*/ 283464 h 461867"/>
                  <a:gd name="connsiteX103" fmla="*/ 903161 w 962977"/>
                  <a:gd name="connsiteY103" fmla="*/ 293846 h 461867"/>
                  <a:gd name="connsiteX104" fmla="*/ 908209 w 962977"/>
                  <a:gd name="connsiteY104" fmla="*/ 292894 h 461867"/>
                  <a:gd name="connsiteX105" fmla="*/ 907732 w 962977"/>
                  <a:gd name="connsiteY105" fmla="*/ 288036 h 461867"/>
                  <a:gd name="connsiteX106" fmla="*/ 909542 w 962977"/>
                  <a:gd name="connsiteY106" fmla="*/ 283464 h 461867"/>
                  <a:gd name="connsiteX107" fmla="*/ 909542 w 962977"/>
                  <a:gd name="connsiteY107" fmla="*/ 277749 h 461867"/>
                  <a:gd name="connsiteX108" fmla="*/ 910209 w 962977"/>
                  <a:gd name="connsiteY108" fmla="*/ 265747 h 461867"/>
                  <a:gd name="connsiteX109" fmla="*/ 914591 w 962977"/>
                  <a:gd name="connsiteY109" fmla="*/ 262033 h 461867"/>
                  <a:gd name="connsiteX110" fmla="*/ 917829 w 962977"/>
                  <a:gd name="connsiteY110" fmla="*/ 255365 h 461867"/>
                  <a:gd name="connsiteX111" fmla="*/ 914876 w 962977"/>
                  <a:gd name="connsiteY111" fmla="*/ 247269 h 461867"/>
                  <a:gd name="connsiteX112" fmla="*/ 904304 w 962977"/>
                  <a:gd name="connsiteY112" fmla="*/ 242888 h 461867"/>
                  <a:gd name="connsiteX113" fmla="*/ 890492 w 962977"/>
                  <a:gd name="connsiteY113" fmla="*/ 236410 h 461867"/>
                  <a:gd name="connsiteX114" fmla="*/ 887730 w 962977"/>
                  <a:gd name="connsiteY114" fmla="*/ 233648 h 461867"/>
                  <a:gd name="connsiteX115" fmla="*/ 884968 w 962977"/>
                  <a:gd name="connsiteY115" fmla="*/ 230410 h 461867"/>
                  <a:gd name="connsiteX116" fmla="*/ 881729 w 962977"/>
                  <a:gd name="connsiteY116" fmla="*/ 230410 h 461867"/>
                  <a:gd name="connsiteX117" fmla="*/ 881729 w 962977"/>
                  <a:gd name="connsiteY117" fmla="*/ 225076 h 461867"/>
                  <a:gd name="connsiteX118" fmla="*/ 873919 w 962977"/>
                  <a:gd name="connsiteY118" fmla="*/ 216598 h 461867"/>
                  <a:gd name="connsiteX119" fmla="*/ 870204 w 962977"/>
                  <a:gd name="connsiteY119" fmla="*/ 212026 h 461867"/>
                  <a:gd name="connsiteX120" fmla="*/ 864870 w 962977"/>
                  <a:gd name="connsiteY120" fmla="*/ 212217 h 461867"/>
                  <a:gd name="connsiteX121" fmla="*/ 861632 w 962977"/>
                  <a:gd name="connsiteY121" fmla="*/ 210407 h 461867"/>
                  <a:gd name="connsiteX122" fmla="*/ 858679 w 962977"/>
                  <a:gd name="connsiteY122" fmla="*/ 216598 h 461867"/>
                  <a:gd name="connsiteX123" fmla="*/ 855917 w 962977"/>
                  <a:gd name="connsiteY123" fmla="*/ 211741 h 461867"/>
                  <a:gd name="connsiteX124" fmla="*/ 849439 w 962977"/>
                  <a:gd name="connsiteY124" fmla="*/ 211741 h 461867"/>
                  <a:gd name="connsiteX125" fmla="*/ 834486 w 962977"/>
                  <a:gd name="connsiteY125" fmla="*/ 207169 h 461867"/>
                  <a:gd name="connsiteX126" fmla="*/ 827532 w 962977"/>
                  <a:gd name="connsiteY126" fmla="*/ 201644 h 461867"/>
                  <a:gd name="connsiteX127" fmla="*/ 824961 w 962977"/>
                  <a:gd name="connsiteY127" fmla="*/ 192881 h 461867"/>
                  <a:gd name="connsiteX128" fmla="*/ 823341 w 962977"/>
                  <a:gd name="connsiteY128" fmla="*/ 183451 h 461867"/>
                  <a:gd name="connsiteX129" fmla="*/ 820770 w 962977"/>
                  <a:gd name="connsiteY129" fmla="*/ 177927 h 461867"/>
                  <a:gd name="connsiteX130" fmla="*/ 817531 w 962977"/>
                  <a:gd name="connsiteY130" fmla="*/ 172402 h 461867"/>
                  <a:gd name="connsiteX131" fmla="*/ 805815 w 962977"/>
                  <a:gd name="connsiteY131" fmla="*/ 176593 h 461867"/>
                  <a:gd name="connsiteX132" fmla="*/ 799243 w 962977"/>
                  <a:gd name="connsiteY132" fmla="*/ 179832 h 461867"/>
                  <a:gd name="connsiteX133" fmla="*/ 790194 w 962977"/>
                  <a:gd name="connsiteY133" fmla="*/ 180784 h 461867"/>
                  <a:gd name="connsiteX134" fmla="*/ 780860 w 962977"/>
                  <a:gd name="connsiteY134" fmla="*/ 178594 h 461867"/>
                  <a:gd name="connsiteX135" fmla="*/ 780860 w 962977"/>
                  <a:gd name="connsiteY135" fmla="*/ 167545 h 461867"/>
                  <a:gd name="connsiteX136" fmla="*/ 787622 w 962977"/>
                  <a:gd name="connsiteY136" fmla="*/ 159258 h 461867"/>
                  <a:gd name="connsiteX137" fmla="*/ 787622 w 962977"/>
                  <a:gd name="connsiteY137" fmla="*/ 144209 h 461867"/>
                  <a:gd name="connsiteX138" fmla="*/ 794385 w 962977"/>
                  <a:gd name="connsiteY138" fmla="*/ 132493 h 461867"/>
                  <a:gd name="connsiteX139" fmla="*/ 799910 w 962977"/>
                  <a:gd name="connsiteY139" fmla="*/ 136208 h 461867"/>
                  <a:gd name="connsiteX140" fmla="*/ 804196 w 962977"/>
                  <a:gd name="connsiteY140" fmla="*/ 132493 h 461867"/>
                  <a:gd name="connsiteX141" fmla="*/ 799910 w 962977"/>
                  <a:gd name="connsiteY141" fmla="*/ 125730 h 461867"/>
                  <a:gd name="connsiteX142" fmla="*/ 817531 w 962977"/>
                  <a:gd name="connsiteY142" fmla="*/ 115729 h 461867"/>
                  <a:gd name="connsiteX143" fmla="*/ 818007 w 962977"/>
                  <a:gd name="connsiteY143" fmla="*/ 107537 h 461867"/>
                  <a:gd name="connsiteX144" fmla="*/ 808577 w 962977"/>
                  <a:gd name="connsiteY144" fmla="*/ 87630 h 461867"/>
                  <a:gd name="connsiteX145" fmla="*/ 808101 w 962977"/>
                  <a:gd name="connsiteY145" fmla="*/ 81058 h 461867"/>
                  <a:gd name="connsiteX146" fmla="*/ 798672 w 962977"/>
                  <a:gd name="connsiteY146" fmla="*/ 78105 h 461867"/>
                  <a:gd name="connsiteX147" fmla="*/ 790385 w 962977"/>
                  <a:gd name="connsiteY147" fmla="*/ 78105 h 461867"/>
                  <a:gd name="connsiteX148" fmla="*/ 790385 w 962977"/>
                  <a:gd name="connsiteY148" fmla="*/ 68199 h 461867"/>
                  <a:gd name="connsiteX149" fmla="*/ 783717 w 962977"/>
                  <a:gd name="connsiteY149" fmla="*/ 65437 h 461867"/>
                  <a:gd name="connsiteX150" fmla="*/ 772383 w 962977"/>
                  <a:gd name="connsiteY150" fmla="*/ 61531 h 461867"/>
                  <a:gd name="connsiteX151" fmla="*/ 762000 w 962977"/>
                  <a:gd name="connsiteY151" fmla="*/ 58960 h 461867"/>
                  <a:gd name="connsiteX152" fmla="*/ 756952 w 962977"/>
                  <a:gd name="connsiteY152" fmla="*/ 48863 h 461867"/>
                  <a:gd name="connsiteX153" fmla="*/ 762476 w 962977"/>
                  <a:gd name="connsiteY153" fmla="*/ 40100 h 461867"/>
                  <a:gd name="connsiteX154" fmla="*/ 764286 w 962977"/>
                  <a:gd name="connsiteY154" fmla="*/ 36862 h 461867"/>
                  <a:gd name="connsiteX155" fmla="*/ 758286 w 962977"/>
                  <a:gd name="connsiteY155" fmla="*/ 32956 h 461867"/>
                  <a:gd name="connsiteX156" fmla="*/ 753713 w 962977"/>
                  <a:gd name="connsiteY156" fmla="*/ 29527 h 461867"/>
                  <a:gd name="connsiteX157" fmla="*/ 750475 w 962977"/>
                  <a:gd name="connsiteY157" fmla="*/ 24479 h 461867"/>
                  <a:gd name="connsiteX158" fmla="*/ 743141 w 962977"/>
                  <a:gd name="connsiteY158" fmla="*/ 24955 h 461867"/>
                  <a:gd name="connsiteX159" fmla="*/ 735806 w 962977"/>
                  <a:gd name="connsiteY159" fmla="*/ 22384 h 461867"/>
                  <a:gd name="connsiteX160" fmla="*/ 731901 w 962977"/>
                  <a:gd name="connsiteY160" fmla="*/ 20955 h 461867"/>
                  <a:gd name="connsiteX161" fmla="*/ 731901 w 962977"/>
                  <a:gd name="connsiteY161" fmla="*/ 25813 h 461867"/>
                  <a:gd name="connsiteX162" fmla="*/ 719042 w 962977"/>
                  <a:gd name="connsiteY162" fmla="*/ 53435 h 461867"/>
                  <a:gd name="connsiteX163" fmla="*/ 654082 w 962977"/>
                  <a:gd name="connsiteY163" fmla="*/ 0 h 461867"/>
                  <a:gd name="connsiteX164" fmla="*/ 654082 w 962977"/>
                  <a:gd name="connsiteY164" fmla="*/ 12001 h 461867"/>
                  <a:gd name="connsiteX165" fmla="*/ 649891 w 962977"/>
                  <a:gd name="connsiteY165" fmla="*/ 26765 h 461867"/>
                  <a:gd name="connsiteX166" fmla="*/ 645319 w 962977"/>
                  <a:gd name="connsiteY166" fmla="*/ 33242 h 461867"/>
                  <a:gd name="connsiteX167" fmla="*/ 643033 w 962977"/>
                  <a:gd name="connsiteY167" fmla="*/ 41053 h 461867"/>
                  <a:gd name="connsiteX168" fmla="*/ 645795 w 962977"/>
                  <a:gd name="connsiteY168" fmla="*/ 46101 h 461867"/>
                  <a:gd name="connsiteX169" fmla="*/ 643033 w 962977"/>
                  <a:gd name="connsiteY169" fmla="*/ 53435 h 461867"/>
                  <a:gd name="connsiteX170" fmla="*/ 634270 w 962977"/>
                  <a:gd name="connsiteY170" fmla="*/ 59912 h 461867"/>
                  <a:gd name="connsiteX171" fmla="*/ 628269 w 962977"/>
                  <a:gd name="connsiteY171" fmla="*/ 67246 h 461867"/>
                  <a:gd name="connsiteX172" fmla="*/ 628269 w 962977"/>
                  <a:gd name="connsiteY172" fmla="*/ 73247 h 461867"/>
                  <a:gd name="connsiteX173" fmla="*/ 625507 w 962977"/>
                  <a:gd name="connsiteY173" fmla="*/ 77819 h 461867"/>
                  <a:gd name="connsiteX174" fmla="*/ 620935 w 962977"/>
                  <a:gd name="connsiteY174" fmla="*/ 77819 h 461867"/>
                  <a:gd name="connsiteX175" fmla="*/ 615411 w 962977"/>
                  <a:gd name="connsiteY175" fmla="*/ 81534 h 461867"/>
                  <a:gd name="connsiteX176" fmla="*/ 609886 w 962977"/>
                  <a:gd name="connsiteY176" fmla="*/ 87725 h 461867"/>
                  <a:gd name="connsiteX177" fmla="*/ 603409 w 962977"/>
                  <a:gd name="connsiteY177" fmla="*/ 89059 h 461867"/>
                  <a:gd name="connsiteX178" fmla="*/ 596932 w 962977"/>
                  <a:gd name="connsiteY178" fmla="*/ 101155 h 461867"/>
                  <a:gd name="connsiteX179" fmla="*/ 589598 w 962977"/>
                  <a:gd name="connsiteY179" fmla="*/ 107633 h 461867"/>
                  <a:gd name="connsiteX180" fmla="*/ 583121 w 962977"/>
                  <a:gd name="connsiteY180" fmla="*/ 107633 h 461867"/>
                  <a:gd name="connsiteX181" fmla="*/ 574834 w 962977"/>
                  <a:gd name="connsiteY181" fmla="*/ 101155 h 461867"/>
                  <a:gd name="connsiteX182" fmla="*/ 568357 w 962977"/>
                  <a:gd name="connsiteY182" fmla="*/ 107633 h 461867"/>
                  <a:gd name="connsiteX183" fmla="*/ 563785 w 962977"/>
                  <a:gd name="connsiteY183" fmla="*/ 113347 h 461867"/>
                  <a:gd name="connsiteX184" fmla="*/ 558261 w 962977"/>
                  <a:gd name="connsiteY184" fmla="*/ 123920 h 461867"/>
                  <a:gd name="connsiteX185" fmla="*/ 555022 w 962977"/>
                  <a:gd name="connsiteY185" fmla="*/ 134017 h 461867"/>
                  <a:gd name="connsiteX186" fmla="*/ 550831 w 962977"/>
                  <a:gd name="connsiteY186" fmla="*/ 143256 h 461867"/>
                  <a:gd name="connsiteX187" fmla="*/ 547116 w 962977"/>
                  <a:gd name="connsiteY187" fmla="*/ 151067 h 461867"/>
                  <a:gd name="connsiteX188" fmla="*/ 543878 w 962977"/>
                  <a:gd name="connsiteY188" fmla="*/ 159163 h 461867"/>
                  <a:gd name="connsiteX189" fmla="*/ 540639 w 962977"/>
                  <a:gd name="connsiteY189" fmla="*/ 163925 h 461867"/>
                  <a:gd name="connsiteX190" fmla="*/ 536448 w 962977"/>
                  <a:gd name="connsiteY190" fmla="*/ 168973 h 461867"/>
                  <a:gd name="connsiteX191" fmla="*/ 525875 w 962977"/>
                  <a:gd name="connsiteY191" fmla="*/ 168973 h 461867"/>
                  <a:gd name="connsiteX192" fmla="*/ 513017 w 962977"/>
                  <a:gd name="connsiteY192" fmla="*/ 159163 h 461867"/>
                  <a:gd name="connsiteX193" fmla="*/ 506539 w 962977"/>
                  <a:gd name="connsiteY193" fmla="*/ 152400 h 461867"/>
                  <a:gd name="connsiteX194" fmla="*/ 501015 w 962977"/>
                  <a:gd name="connsiteY194" fmla="*/ 145447 h 461867"/>
                  <a:gd name="connsiteX195" fmla="*/ 494062 w 962977"/>
                  <a:gd name="connsiteY195" fmla="*/ 139446 h 461867"/>
                  <a:gd name="connsiteX196" fmla="*/ 484347 w 962977"/>
                  <a:gd name="connsiteY196" fmla="*/ 150495 h 461867"/>
                  <a:gd name="connsiteX197" fmla="*/ 484347 w 962977"/>
                  <a:gd name="connsiteY197" fmla="*/ 162020 h 461867"/>
                  <a:gd name="connsiteX198" fmla="*/ 480632 w 962977"/>
                  <a:gd name="connsiteY198" fmla="*/ 172117 h 461867"/>
                  <a:gd name="connsiteX199" fmla="*/ 471869 w 962977"/>
                  <a:gd name="connsiteY199" fmla="*/ 181832 h 461867"/>
                  <a:gd name="connsiteX200" fmla="*/ 471869 w 962977"/>
                  <a:gd name="connsiteY200" fmla="*/ 190595 h 461867"/>
                  <a:gd name="connsiteX201" fmla="*/ 464915 w 962977"/>
                  <a:gd name="connsiteY201" fmla="*/ 199834 h 461867"/>
                  <a:gd name="connsiteX202" fmla="*/ 458914 w 962977"/>
                  <a:gd name="connsiteY202" fmla="*/ 204025 h 461867"/>
                  <a:gd name="connsiteX203" fmla="*/ 453866 w 962977"/>
                  <a:gd name="connsiteY203" fmla="*/ 215551 h 461867"/>
                  <a:gd name="connsiteX204" fmla="*/ 450628 w 962977"/>
                  <a:gd name="connsiteY204" fmla="*/ 228409 h 461867"/>
                  <a:gd name="connsiteX205" fmla="*/ 436817 w 962977"/>
                  <a:gd name="connsiteY205" fmla="*/ 241744 h 461867"/>
                  <a:gd name="connsiteX206" fmla="*/ 420720 w 962977"/>
                  <a:gd name="connsiteY206" fmla="*/ 264319 h 461867"/>
                  <a:gd name="connsiteX207" fmla="*/ 414242 w 962977"/>
                  <a:gd name="connsiteY207" fmla="*/ 280035 h 461867"/>
                  <a:gd name="connsiteX208" fmla="*/ 414242 w 962977"/>
                  <a:gd name="connsiteY208" fmla="*/ 292894 h 461867"/>
                  <a:gd name="connsiteX209" fmla="*/ 404146 w 962977"/>
                  <a:gd name="connsiteY209" fmla="*/ 302990 h 461867"/>
                  <a:gd name="connsiteX210" fmla="*/ 399574 w 962977"/>
                  <a:gd name="connsiteY210" fmla="*/ 316325 h 461867"/>
                  <a:gd name="connsiteX211" fmla="*/ 394526 w 962977"/>
                  <a:gd name="connsiteY211" fmla="*/ 321373 h 461867"/>
                  <a:gd name="connsiteX212" fmla="*/ 372904 w 962977"/>
                  <a:gd name="connsiteY212" fmla="*/ 323659 h 461867"/>
                  <a:gd name="connsiteX213" fmla="*/ 359093 w 962977"/>
                  <a:gd name="connsiteY213" fmla="*/ 326422 h 461867"/>
                  <a:gd name="connsiteX214" fmla="*/ 339280 w 962977"/>
                  <a:gd name="connsiteY214" fmla="*/ 333375 h 461867"/>
                  <a:gd name="connsiteX215" fmla="*/ 329184 w 962977"/>
                  <a:gd name="connsiteY215" fmla="*/ 335661 h 461867"/>
                  <a:gd name="connsiteX216" fmla="*/ 319469 w 962977"/>
                  <a:gd name="connsiteY216" fmla="*/ 352711 h 461867"/>
                  <a:gd name="connsiteX217" fmla="*/ 286703 w 962977"/>
                  <a:gd name="connsiteY217" fmla="*/ 355473 h 461867"/>
                  <a:gd name="connsiteX218" fmla="*/ 276987 w 962977"/>
                  <a:gd name="connsiteY218" fmla="*/ 339376 h 461867"/>
                  <a:gd name="connsiteX219" fmla="*/ 261747 w 962977"/>
                  <a:gd name="connsiteY219" fmla="*/ 348139 h 461867"/>
                  <a:gd name="connsiteX220" fmla="*/ 240125 w 962977"/>
                  <a:gd name="connsiteY220" fmla="*/ 359664 h 461867"/>
                  <a:gd name="connsiteX221" fmla="*/ 221266 w 962977"/>
                  <a:gd name="connsiteY221" fmla="*/ 356902 h 461867"/>
                  <a:gd name="connsiteX222" fmla="*/ 199168 w 962977"/>
                  <a:gd name="connsiteY222" fmla="*/ 321850 h 461867"/>
                  <a:gd name="connsiteX223" fmla="*/ 196120 w 962977"/>
                  <a:gd name="connsiteY223" fmla="*/ 316230 h 461867"/>
                  <a:gd name="connsiteX224" fmla="*/ 186786 w 962977"/>
                  <a:gd name="connsiteY224" fmla="*/ 323374 h 461867"/>
                  <a:gd name="connsiteX225" fmla="*/ 173927 w 962977"/>
                  <a:gd name="connsiteY225" fmla="*/ 332613 h 461867"/>
                  <a:gd name="connsiteX226" fmla="*/ 148114 w 962977"/>
                  <a:gd name="connsiteY226" fmla="*/ 349186 h 461867"/>
                  <a:gd name="connsiteX227" fmla="*/ 115824 w 962977"/>
                  <a:gd name="connsiteY227" fmla="*/ 368236 h 461867"/>
                  <a:gd name="connsiteX228" fmla="*/ 103823 w 962977"/>
                  <a:gd name="connsiteY228" fmla="*/ 378714 h 461867"/>
                  <a:gd name="connsiteX229" fmla="*/ 80486 w 962977"/>
                  <a:gd name="connsiteY229" fmla="*/ 413099 h 461867"/>
                  <a:gd name="connsiteX230" fmla="*/ 58960 w 962977"/>
                  <a:gd name="connsiteY230" fmla="*/ 427196 h 461867"/>
                  <a:gd name="connsiteX231" fmla="*/ 0 w 962977"/>
                  <a:gd name="connsiteY231" fmla="*/ 458534 h 461867"/>
                  <a:gd name="connsiteX232" fmla="*/ 942690 w 962977"/>
                  <a:gd name="connsiteY232" fmla="*/ 461867 h 461867"/>
                  <a:gd name="connsiteX233" fmla="*/ 957929 w 962977"/>
                  <a:gd name="connsiteY233" fmla="*/ 461867 h 461867"/>
                  <a:gd name="connsiteX234" fmla="*/ 958120 w 962977"/>
                  <a:gd name="connsiteY234" fmla="*/ 459296 h 461867"/>
                  <a:gd name="connsiteX235" fmla="*/ 949833 w 962977"/>
                  <a:gd name="connsiteY235" fmla="*/ 458629 h 461867"/>
                  <a:gd name="connsiteX236" fmla="*/ 949357 w 962977"/>
                  <a:gd name="connsiteY236" fmla="*/ 454723 h 461867"/>
                  <a:gd name="connsiteX237" fmla="*/ 952595 w 962977"/>
                  <a:gd name="connsiteY237" fmla="*/ 447770 h 461867"/>
                  <a:gd name="connsiteX238" fmla="*/ 952405 w 962977"/>
                  <a:gd name="connsiteY238" fmla="*/ 441579 h 461867"/>
                  <a:gd name="connsiteX239" fmla="*/ 953548 w 962977"/>
                  <a:gd name="connsiteY239" fmla="*/ 439007 h 461867"/>
                  <a:gd name="connsiteX240" fmla="*/ 959072 w 962977"/>
                  <a:gd name="connsiteY240" fmla="*/ 454438 h 461867"/>
                  <a:gd name="connsiteX241" fmla="*/ 962978 w 962977"/>
                  <a:gd name="connsiteY241" fmla="*/ 460629 h 461867"/>
                  <a:gd name="connsiteX242" fmla="*/ 962978 w 962977"/>
                  <a:gd name="connsiteY242" fmla="*/ 455771 h 461867"/>
                  <a:gd name="connsiteX243" fmla="*/ 956786 w 962977"/>
                  <a:gd name="connsiteY243" fmla="*/ 436912 h 461867"/>
                  <a:gd name="connsiteX244" fmla="*/ 957929 w 962977"/>
                  <a:gd name="connsiteY244" fmla="*/ 433197 h 461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</a:cxnLst>
                <a:rect l="l" t="t" r="r" b="b"/>
                <a:pathLst>
                  <a:path w="962977" h="461867">
                    <a:moveTo>
                      <a:pt x="957739" y="433388"/>
                    </a:moveTo>
                    <a:lnTo>
                      <a:pt x="953834" y="426244"/>
                    </a:lnTo>
                    <a:lnTo>
                      <a:pt x="952024" y="417671"/>
                    </a:lnTo>
                    <a:lnTo>
                      <a:pt x="952024" y="408242"/>
                    </a:lnTo>
                    <a:lnTo>
                      <a:pt x="946690" y="403193"/>
                    </a:lnTo>
                    <a:lnTo>
                      <a:pt x="940498" y="402717"/>
                    </a:lnTo>
                    <a:lnTo>
                      <a:pt x="935927" y="408051"/>
                    </a:lnTo>
                    <a:lnTo>
                      <a:pt x="929450" y="405098"/>
                    </a:lnTo>
                    <a:lnTo>
                      <a:pt x="925068" y="401193"/>
                    </a:lnTo>
                    <a:lnTo>
                      <a:pt x="916114" y="398240"/>
                    </a:lnTo>
                    <a:lnTo>
                      <a:pt x="911733" y="397288"/>
                    </a:lnTo>
                    <a:lnTo>
                      <a:pt x="907542" y="400526"/>
                    </a:lnTo>
                    <a:lnTo>
                      <a:pt x="907066" y="412718"/>
                    </a:lnTo>
                    <a:lnTo>
                      <a:pt x="908685" y="419386"/>
                    </a:lnTo>
                    <a:cubicBezTo>
                      <a:pt x="908685" y="419386"/>
                      <a:pt x="902208" y="412242"/>
                      <a:pt x="901732" y="411289"/>
                    </a:cubicBezTo>
                    <a:cubicBezTo>
                      <a:pt x="901255" y="410337"/>
                      <a:pt x="893445" y="412242"/>
                      <a:pt x="893445" y="412242"/>
                    </a:cubicBezTo>
                    <a:lnTo>
                      <a:pt x="886968" y="407194"/>
                    </a:lnTo>
                    <a:lnTo>
                      <a:pt x="886301" y="400050"/>
                    </a:lnTo>
                    <a:lnTo>
                      <a:pt x="883539" y="393383"/>
                    </a:lnTo>
                    <a:lnTo>
                      <a:pt x="875919" y="390811"/>
                    </a:lnTo>
                    <a:lnTo>
                      <a:pt x="874109" y="387382"/>
                    </a:lnTo>
                    <a:lnTo>
                      <a:pt x="865537" y="384810"/>
                    </a:lnTo>
                    <a:lnTo>
                      <a:pt x="861346" y="362236"/>
                    </a:lnTo>
                    <a:lnTo>
                      <a:pt x="854869" y="367760"/>
                    </a:lnTo>
                    <a:lnTo>
                      <a:pt x="851916" y="367284"/>
                    </a:lnTo>
                    <a:lnTo>
                      <a:pt x="847344" y="361093"/>
                    </a:lnTo>
                    <a:lnTo>
                      <a:pt x="837438" y="359664"/>
                    </a:lnTo>
                    <a:lnTo>
                      <a:pt x="830485" y="358235"/>
                    </a:lnTo>
                    <a:lnTo>
                      <a:pt x="824484" y="356140"/>
                    </a:lnTo>
                    <a:lnTo>
                      <a:pt x="822865" y="350425"/>
                    </a:lnTo>
                    <a:lnTo>
                      <a:pt x="818674" y="349472"/>
                    </a:lnTo>
                    <a:lnTo>
                      <a:pt x="816579" y="348043"/>
                    </a:lnTo>
                    <a:lnTo>
                      <a:pt x="819150" y="343852"/>
                    </a:lnTo>
                    <a:lnTo>
                      <a:pt x="824675" y="347091"/>
                    </a:lnTo>
                    <a:lnTo>
                      <a:pt x="829723" y="352806"/>
                    </a:lnTo>
                    <a:lnTo>
                      <a:pt x="836390" y="353473"/>
                    </a:lnTo>
                    <a:lnTo>
                      <a:pt x="836581" y="336613"/>
                    </a:lnTo>
                    <a:lnTo>
                      <a:pt x="839534" y="351854"/>
                    </a:lnTo>
                    <a:lnTo>
                      <a:pt x="854488" y="359473"/>
                    </a:lnTo>
                    <a:lnTo>
                      <a:pt x="864870" y="357664"/>
                    </a:lnTo>
                    <a:lnTo>
                      <a:pt x="870204" y="363188"/>
                    </a:lnTo>
                    <a:lnTo>
                      <a:pt x="870204" y="371284"/>
                    </a:lnTo>
                    <a:lnTo>
                      <a:pt x="877538" y="375666"/>
                    </a:lnTo>
                    <a:lnTo>
                      <a:pt x="886778" y="388334"/>
                    </a:lnTo>
                    <a:lnTo>
                      <a:pt x="896017" y="393192"/>
                    </a:lnTo>
                    <a:lnTo>
                      <a:pt x="911257" y="393192"/>
                    </a:lnTo>
                    <a:lnTo>
                      <a:pt x="913352" y="388620"/>
                    </a:lnTo>
                    <a:lnTo>
                      <a:pt x="920496" y="379667"/>
                    </a:lnTo>
                    <a:lnTo>
                      <a:pt x="912686" y="371856"/>
                    </a:lnTo>
                    <a:lnTo>
                      <a:pt x="903732" y="370237"/>
                    </a:lnTo>
                    <a:cubicBezTo>
                      <a:pt x="903732" y="370237"/>
                      <a:pt x="898874" y="365665"/>
                      <a:pt x="899541" y="365188"/>
                    </a:cubicBezTo>
                    <a:cubicBezTo>
                      <a:pt x="900208" y="364712"/>
                      <a:pt x="894683" y="357854"/>
                      <a:pt x="894683" y="357854"/>
                    </a:cubicBezTo>
                    <a:lnTo>
                      <a:pt x="882968" y="356425"/>
                    </a:lnTo>
                    <a:lnTo>
                      <a:pt x="854583" y="326231"/>
                    </a:lnTo>
                    <a:lnTo>
                      <a:pt x="852297" y="314896"/>
                    </a:lnTo>
                    <a:lnTo>
                      <a:pt x="860393" y="324326"/>
                    </a:lnTo>
                    <a:lnTo>
                      <a:pt x="887349" y="353377"/>
                    </a:lnTo>
                    <a:lnTo>
                      <a:pt x="897731" y="353377"/>
                    </a:lnTo>
                    <a:lnTo>
                      <a:pt x="900684" y="348043"/>
                    </a:lnTo>
                    <a:lnTo>
                      <a:pt x="896493" y="344329"/>
                    </a:lnTo>
                    <a:lnTo>
                      <a:pt x="888682" y="341757"/>
                    </a:lnTo>
                    <a:lnTo>
                      <a:pt x="894683" y="339471"/>
                    </a:lnTo>
                    <a:lnTo>
                      <a:pt x="894017" y="336518"/>
                    </a:lnTo>
                    <a:lnTo>
                      <a:pt x="889445" y="333565"/>
                    </a:lnTo>
                    <a:lnTo>
                      <a:pt x="887159" y="329660"/>
                    </a:lnTo>
                    <a:lnTo>
                      <a:pt x="895445" y="331756"/>
                    </a:lnTo>
                    <a:lnTo>
                      <a:pt x="895922" y="325564"/>
                    </a:lnTo>
                    <a:lnTo>
                      <a:pt x="897731" y="327660"/>
                    </a:lnTo>
                    <a:lnTo>
                      <a:pt x="912495" y="341947"/>
                    </a:lnTo>
                    <a:lnTo>
                      <a:pt x="915734" y="337090"/>
                    </a:lnTo>
                    <a:lnTo>
                      <a:pt x="916686" y="330613"/>
                    </a:lnTo>
                    <a:lnTo>
                      <a:pt x="915543" y="319088"/>
                    </a:lnTo>
                    <a:lnTo>
                      <a:pt x="912114" y="315182"/>
                    </a:lnTo>
                    <a:lnTo>
                      <a:pt x="899922" y="310610"/>
                    </a:lnTo>
                    <a:lnTo>
                      <a:pt x="899446" y="307658"/>
                    </a:lnTo>
                    <a:lnTo>
                      <a:pt x="909352" y="306038"/>
                    </a:lnTo>
                    <a:lnTo>
                      <a:pt x="908685" y="303085"/>
                    </a:lnTo>
                    <a:lnTo>
                      <a:pt x="893255" y="300133"/>
                    </a:lnTo>
                    <a:lnTo>
                      <a:pt x="892779" y="296418"/>
                    </a:lnTo>
                    <a:lnTo>
                      <a:pt x="882872" y="293846"/>
                    </a:lnTo>
                    <a:lnTo>
                      <a:pt x="876205" y="289465"/>
                    </a:lnTo>
                    <a:lnTo>
                      <a:pt x="868109" y="286512"/>
                    </a:lnTo>
                    <a:cubicBezTo>
                      <a:pt x="868109" y="286512"/>
                      <a:pt x="871061" y="280321"/>
                      <a:pt x="871538" y="279559"/>
                    </a:cubicBezTo>
                    <a:cubicBezTo>
                      <a:pt x="872014" y="278797"/>
                      <a:pt x="870395" y="274701"/>
                      <a:pt x="870395" y="274701"/>
                    </a:cubicBezTo>
                    <a:lnTo>
                      <a:pt x="864680" y="270986"/>
                    </a:lnTo>
                    <a:lnTo>
                      <a:pt x="857726" y="268414"/>
                    </a:lnTo>
                    <a:lnTo>
                      <a:pt x="851726" y="259461"/>
                    </a:lnTo>
                    <a:lnTo>
                      <a:pt x="840200" y="244221"/>
                    </a:lnTo>
                    <a:lnTo>
                      <a:pt x="832581" y="235648"/>
                    </a:lnTo>
                    <a:lnTo>
                      <a:pt x="829818" y="225076"/>
                    </a:lnTo>
                    <a:lnTo>
                      <a:pt x="824770" y="220504"/>
                    </a:lnTo>
                    <a:lnTo>
                      <a:pt x="817436" y="219837"/>
                    </a:lnTo>
                    <a:lnTo>
                      <a:pt x="811245" y="208502"/>
                    </a:lnTo>
                    <a:lnTo>
                      <a:pt x="819055" y="215455"/>
                    </a:lnTo>
                    <a:lnTo>
                      <a:pt x="830104" y="220789"/>
                    </a:lnTo>
                    <a:lnTo>
                      <a:pt x="835629" y="234410"/>
                    </a:lnTo>
                    <a:lnTo>
                      <a:pt x="845725" y="244316"/>
                    </a:lnTo>
                    <a:lnTo>
                      <a:pt x="858393" y="262795"/>
                    </a:lnTo>
                    <a:lnTo>
                      <a:pt x="869918" y="267367"/>
                    </a:lnTo>
                    <a:lnTo>
                      <a:pt x="878491" y="279368"/>
                    </a:lnTo>
                    <a:lnTo>
                      <a:pt x="880586" y="288322"/>
                    </a:lnTo>
                    <a:lnTo>
                      <a:pt x="885920" y="288512"/>
                    </a:lnTo>
                    <a:lnTo>
                      <a:pt x="887730" y="283464"/>
                    </a:lnTo>
                    <a:lnTo>
                      <a:pt x="903161" y="293846"/>
                    </a:lnTo>
                    <a:lnTo>
                      <a:pt x="908209" y="292894"/>
                    </a:lnTo>
                    <a:lnTo>
                      <a:pt x="907732" y="288036"/>
                    </a:lnTo>
                    <a:lnTo>
                      <a:pt x="909542" y="283464"/>
                    </a:lnTo>
                    <a:lnTo>
                      <a:pt x="909542" y="277749"/>
                    </a:lnTo>
                    <a:lnTo>
                      <a:pt x="910209" y="265747"/>
                    </a:lnTo>
                    <a:lnTo>
                      <a:pt x="914591" y="262033"/>
                    </a:lnTo>
                    <a:lnTo>
                      <a:pt x="917829" y="255365"/>
                    </a:lnTo>
                    <a:lnTo>
                      <a:pt x="914876" y="247269"/>
                    </a:lnTo>
                    <a:lnTo>
                      <a:pt x="904304" y="242888"/>
                    </a:lnTo>
                    <a:lnTo>
                      <a:pt x="890492" y="236410"/>
                    </a:lnTo>
                    <a:lnTo>
                      <a:pt x="887730" y="233648"/>
                    </a:lnTo>
                    <a:lnTo>
                      <a:pt x="884968" y="230410"/>
                    </a:lnTo>
                    <a:lnTo>
                      <a:pt x="881729" y="230410"/>
                    </a:lnTo>
                    <a:lnTo>
                      <a:pt x="881729" y="225076"/>
                    </a:lnTo>
                    <a:lnTo>
                      <a:pt x="873919" y="216598"/>
                    </a:lnTo>
                    <a:lnTo>
                      <a:pt x="870204" y="212026"/>
                    </a:lnTo>
                    <a:lnTo>
                      <a:pt x="864870" y="212217"/>
                    </a:lnTo>
                    <a:lnTo>
                      <a:pt x="861632" y="210407"/>
                    </a:lnTo>
                    <a:lnTo>
                      <a:pt x="858679" y="216598"/>
                    </a:lnTo>
                    <a:lnTo>
                      <a:pt x="855917" y="211741"/>
                    </a:lnTo>
                    <a:lnTo>
                      <a:pt x="849439" y="211741"/>
                    </a:lnTo>
                    <a:lnTo>
                      <a:pt x="834486" y="207169"/>
                    </a:lnTo>
                    <a:lnTo>
                      <a:pt x="827532" y="201644"/>
                    </a:lnTo>
                    <a:lnTo>
                      <a:pt x="824961" y="192881"/>
                    </a:lnTo>
                    <a:lnTo>
                      <a:pt x="823341" y="183451"/>
                    </a:lnTo>
                    <a:cubicBezTo>
                      <a:pt x="823341" y="183451"/>
                      <a:pt x="820579" y="178879"/>
                      <a:pt x="820770" y="177927"/>
                    </a:cubicBezTo>
                    <a:cubicBezTo>
                      <a:pt x="820960" y="176975"/>
                      <a:pt x="817531" y="172402"/>
                      <a:pt x="817531" y="172402"/>
                    </a:cubicBezTo>
                    <a:lnTo>
                      <a:pt x="805815" y="176593"/>
                    </a:lnTo>
                    <a:lnTo>
                      <a:pt x="799243" y="179832"/>
                    </a:lnTo>
                    <a:lnTo>
                      <a:pt x="790194" y="180784"/>
                    </a:lnTo>
                    <a:lnTo>
                      <a:pt x="780860" y="178594"/>
                    </a:lnTo>
                    <a:lnTo>
                      <a:pt x="780860" y="167545"/>
                    </a:lnTo>
                    <a:lnTo>
                      <a:pt x="787622" y="159258"/>
                    </a:lnTo>
                    <a:lnTo>
                      <a:pt x="787622" y="144209"/>
                    </a:lnTo>
                    <a:lnTo>
                      <a:pt x="794385" y="132493"/>
                    </a:lnTo>
                    <a:lnTo>
                      <a:pt x="799910" y="136208"/>
                    </a:lnTo>
                    <a:lnTo>
                      <a:pt x="804196" y="132493"/>
                    </a:lnTo>
                    <a:lnTo>
                      <a:pt x="799910" y="125730"/>
                    </a:lnTo>
                    <a:lnTo>
                      <a:pt x="817531" y="115729"/>
                    </a:lnTo>
                    <a:lnTo>
                      <a:pt x="818007" y="107537"/>
                    </a:lnTo>
                    <a:lnTo>
                      <a:pt x="808577" y="87630"/>
                    </a:lnTo>
                    <a:lnTo>
                      <a:pt x="808101" y="81058"/>
                    </a:lnTo>
                    <a:lnTo>
                      <a:pt x="798672" y="78105"/>
                    </a:lnTo>
                    <a:lnTo>
                      <a:pt x="790385" y="78105"/>
                    </a:lnTo>
                    <a:lnTo>
                      <a:pt x="790385" y="68199"/>
                    </a:lnTo>
                    <a:lnTo>
                      <a:pt x="783717" y="65437"/>
                    </a:lnTo>
                    <a:lnTo>
                      <a:pt x="772383" y="61531"/>
                    </a:lnTo>
                    <a:lnTo>
                      <a:pt x="762000" y="58960"/>
                    </a:lnTo>
                    <a:lnTo>
                      <a:pt x="756952" y="48863"/>
                    </a:lnTo>
                    <a:lnTo>
                      <a:pt x="762476" y="40100"/>
                    </a:lnTo>
                    <a:lnTo>
                      <a:pt x="764286" y="36862"/>
                    </a:lnTo>
                    <a:lnTo>
                      <a:pt x="758286" y="32956"/>
                    </a:lnTo>
                    <a:lnTo>
                      <a:pt x="753713" y="29527"/>
                    </a:lnTo>
                    <a:lnTo>
                      <a:pt x="750475" y="24479"/>
                    </a:lnTo>
                    <a:lnTo>
                      <a:pt x="743141" y="24955"/>
                    </a:lnTo>
                    <a:lnTo>
                      <a:pt x="735806" y="22384"/>
                    </a:lnTo>
                    <a:lnTo>
                      <a:pt x="731901" y="20955"/>
                    </a:lnTo>
                    <a:lnTo>
                      <a:pt x="731901" y="25813"/>
                    </a:lnTo>
                    <a:lnTo>
                      <a:pt x="719042" y="53435"/>
                    </a:lnTo>
                    <a:lnTo>
                      <a:pt x="654082" y="0"/>
                    </a:lnTo>
                    <a:lnTo>
                      <a:pt x="654082" y="12001"/>
                    </a:lnTo>
                    <a:lnTo>
                      <a:pt x="649891" y="26765"/>
                    </a:lnTo>
                    <a:lnTo>
                      <a:pt x="645319" y="33242"/>
                    </a:lnTo>
                    <a:lnTo>
                      <a:pt x="643033" y="41053"/>
                    </a:lnTo>
                    <a:lnTo>
                      <a:pt x="645795" y="46101"/>
                    </a:lnTo>
                    <a:lnTo>
                      <a:pt x="643033" y="53435"/>
                    </a:lnTo>
                    <a:lnTo>
                      <a:pt x="634270" y="59912"/>
                    </a:lnTo>
                    <a:lnTo>
                      <a:pt x="628269" y="67246"/>
                    </a:lnTo>
                    <a:lnTo>
                      <a:pt x="628269" y="73247"/>
                    </a:lnTo>
                    <a:lnTo>
                      <a:pt x="625507" y="77819"/>
                    </a:lnTo>
                    <a:lnTo>
                      <a:pt x="620935" y="77819"/>
                    </a:lnTo>
                    <a:lnTo>
                      <a:pt x="615411" y="81534"/>
                    </a:lnTo>
                    <a:lnTo>
                      <a:pt x="609886" y="87725"/>
                    </a:lnTo>
                    <a:lnTo>
                      <a:pt x="603409" y="89059"/>
                    </a:lnTo>
                    <a:lnTo>
                      <a:pt x="596932" y="101155"/>
                    </a:lnTo>
                    <a:lnTo>
                      <a:pt x="589598" y="107633"/>
                    </a:lnTo>
                    <a:lnTo>
                      <a:pt x="583121" y="107633"/>
                    </a:lnTo>
                    <a:lnTo>
                      <a:pt x="574834" y="101155"/>
                    </a:lnTo>
                    <a:lnTo>
                      <a:pt x="568357" y="107633"/>
                    </a:lnTo>
                    <a:lnTo>
                      <a:pt x="563785" y="113347"/>
                    </a:lnTo>
                    <a:lnTo>
                      <a:pt x="558261" y="123920"/>
                    </a:lnTo>
                    <a:lnTo>
                      <a:pt x="555022" y="134017"/>
                    </a:lnTo>
                    <a:lnTo>
                      <a:pt x="550831" y="143256"/>
                    </a:lnTo>
                    <a:lnTo>
                      <a:pt x="547116" y="151067"/>
                    </a:lnTo>
                    <a:lnTo>
                      <a:pt x="543878" y="159163"/>
                    </a:lnTo>
                    <a:lnTo>
                      <a:pt x="540639" y="163925"/>
                    </a:lnTo>
                    <a:lnTo>
                      <a:pt x="536448" y="168973"/>
                    </a:lnTo>
                    <a:lnTo>
                      <a:pt x="525875" y="168973"/>
                    </a:lnTo>
                    <a:lnTo>
                      <a:pt x="513017" y="159163"/>
                    </a:lnTo>
                    <a:lnTo>
                      <a:pt x="506539" y="152400"/>
                    </a:lnTo>
                    <a:lnTo>
                      <a:pt x="501015" y="145447"/>
                    </a:lnTo>
                    <a:lnTo>
                      <a:pt x="494062" y="139446"/>
                    </a:lnTo>
                    <a:lnTo>
                      <a:pt x="484347" y="150495"/>
                    </a:lnTo>
                    <a:lnTo>
                      <a:pt x="484347" y="162020"/>
                    </a:lnTo>
                    <a:lnTo>
                      <a:pt x="480632" y="172117"/>
                    </a:lnTo>
                    <a:lnTo>
                      <a:pt x="471869" y="181832"/>
                    </a:lnTo>
                    <a:lnTo>
                      <a:pt x="471869" y="190595"/>
                    </a:lnTo>
                    <a:lnTo>
                      <a:pt x="464915" y="199834"/>
                    </a:lnTo>
                    <a:lnTo>
                      <a:pt x="458914" y="204025"/>
                    </a:lnTo>
                    <a:lnTo>
                      <a:pt x="453866" y="215551"/>
                    </a:lnTo>
                    <a:lnTo>
                      <a:pt x="450628" y="228409"/>
                    </a:lnTo>
                    <a:lnTo>
                      <a:pt x="436817" y="241744"/>
                    </a:lnTo>
                    <a:lnTo>
                      <a:pt x="420720" y="264319"/>
                    </a:lnTo>
                    <a:lnTo>
                      <a:pt x="414242" y="280035"/>
                    </a:lnTo>
                    <a:lnTo>
                      <a:pt x="414242" y="292894"/>
                    </a:lnTo>
                    <a:lnTo>
                      <a:pt x="404146" y="302990"/>
                    </a:lnTo>
                    <a:lnTo>
                      <a:pt x="399574" y="316325"/>
                    </a:lnTo>
                    <a:lnTo>
                      <a:pt x="394526" y="321373"/>
                    </a:lnTo>
                    <a:lnTo>
                      <a:pt x="372904" y="323659"/>
                    </a:lnTo>
                    <a:lnTo>
                      <a:pt x="359093" y="326422"/>
                    </a:lnTo>
                    <a:lnTo>
                      <a:pt x="339280" y="333375"/>
                    </a:lnTo>
                    <a:lnTo>
                      <a:pt x="329184" y="335661"/>
                    </a:lnTo>
                    <a:lnTo>
                      <a:pt x="319469" y="352711"/>
                    </a:lnTo>
                    <a:lnTo>
                      <a:pt x="286703" y="355473"/>
                    </a:lnTo>
                    <a:lnTo>
                      <a:pt x="276987" y="339376"/>
                    </a:lnTo>
                    <a:lnTo>
                      <a:pt x="261747" y="348139"/>
                    </a:lnTo>
                    <a:lnTo>
                      <a:pt x="240125" y="359664"/>
                    </a:lnTo>
                    <a:lnTo>
                      <a:pt x="221266" y="356902"/>
                    </a:lnTo>
                    <a:lnTo>
                      <a:pt x="199168" y="321850"/>
                    </a:lnTo>
                    <a:lnTo>
                      <a:pt x="196120" y="316230"/>
                    </a:lnTo>
                    <a:lnTo>
                      <a:pt x="186786" y="323374"/>
                    </a:lnTo>
                    <a:lnTo>
                      <a:pt x="173927" y="332613"/>
                    </a:lnTo>
                    <a:lnTo>
                      <a:pt x="148114" y="349186"/>
                    </a:lnTo>
                    <a:lnTo>
                      <a:pt x="115824" y="368236"/>
                    </a:lnTo>
                    <a:lnTo>
                      <a:pt x="103823" y="378714"/>
                    </a:lnTo>
                    <a:lnTo>
                      <a:pt x="80486" y="413099"/>
                    </a:lnTo>
                    <a:lnTo>
                      <a:pt x="58960" y="427196"/>
                    </a:lnTo>
                    <a:lnTo>
                      <a:pt x="0" y="458534"/>
                    </a:lnTo>
                    <a:lnTo>
                      <a:pt x="942690" y="461867"/>
                    </a:lnTo>
                    <a:lnTo>
                      <a:pt x="957929" y="461867"/>
                    </a:lnTo>
                    <a:lnTo>
                      <a:pt x="958120" y="459296"/>
                    </a:lnTo>
                    <a:lnTo>
                      <a:pt x="949833" y="458629"/>
                    </a:lnTo>
                    <a:lnTo>
                      <a:pt x="949357" y="454723"/>
                    </a:lnTo>
                    <a:cubicBezTo>
                      <a:pt x="949357" y="454723"/>
                      <a:pt x="952310" y="448723"/>
                      <a:pt x="952595" y="447770"/>
                    </a:cubicBezTo>
                    <a:cubicBezTo>
                      <a:pt x="952786" y="446818"/>
                      <a:pt x="952405" y="441579"/>
                      <a:pt x="952405" y="441579"/>
                    </a:cubicBezTo>
                    <a:lnTo>
                      <a:pt x="953548" y="439007"/>
                    </a:lnTo>
                    <a:lnTo>
                      <a:pt x="959072" y="454438"/>
                    </a:lnTo>
                    <a:lnTo>
                      <a:pt x="962978" y="460629"/>
                    </a:lnTo>
                    <a:lnTo>
                      <a:pt x="962978" y="455771"/>
                    </a:lnTo>
                    <a:lnTo>
                      <a:pt x="956786" y="436912"/>
                    </a:lnTo>
                    <a:lnTo>
                      <a:pt x="957929" y="433197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84E936B-F567-664F-5038-64A2B4E8A56E}"/>
                </a:ext>
              </a:extLst>
            </p:cNvPr>
            <p:cNvSpPr/>
            <p:nvPr/>
          </p:nvSpPr>
          <p:spPr>
            <a:xfrm>
              <a:off x="5778912" y="4046704"/>
              <a:ext cx="1084421" cy="416814"/>
            </a:xfrm>
            <a:custGeom>
              <a:avLst/>
              <a:gdLst>
                <a:gd name="connsiteX0" fmla="*/ 334899 w 1084421"/>
                <a:gd name="connsiteY0" fmla="*/ 221361 h 416814"/>
                <a:gd name="connsiteX1" fmla="*/ 368808 w 1084421"/>
                <a:gd name="connsiteY1" fmla="*/ 217456 h 416814"/>
                <a:gd name="connsiteX2" fmla="*/ 417671 w 1084421"/>
                <a:gd name="connsiteY2" fmla="*/ 218408 h 416814"/>
                <a:gd name="connsiteX3" fmla="*/ 423672 w 1084421"/>
                <a:gd name="connsiteY3" fmla="*/ 232220 h 416814"/>
                <a:gd name="connsiteX4" fmla="*/ 440721 w 1084421"/>
                <a:gd name="connsiteY4" fmla="*/ 245078 h 416814"/>
                <a:gd name="connsiteX5" fmla="*/ 446722 w 1084421"/>
                <a:gd name="connsiteY5" fmla="*/ 260318 h 416814"/>
                <a:gd name="connsiteX6" fmla="*/ 448151 w 1084421"/>
                <a:gd name="connsiteY6" fmla="*/ 270891 h 416814"/>
                <a:gd name="connsiteX7" fmla="*/ 588073 w 1084421"/>
                <a:gd name="connsiteY7" fmla="*/ 272415 h 416814"/>
                <a:gd name="connsiteX8" fmla="*/ 730758 w 1084421"/>
                <a:gd name="connsiteY8" fmla="*/ 416814 h 416814"/>
                <a:gd name="connsiteX9" fmla="*/ 736282 w 1084421"/>
                <a:gd name="connsiteY9" fmla="*/ 415766 h 416814"/>
                <a:gd name="connsiteX10" fmla="*/ 750094 w 1084421"/>
                <a:gd name="connsiteY10" fmla="*/ 408241 h 416814"/>
                <a:gd name="connsiteX11" fmla="*/ 768191 w 1084421"/>
                <a:gd name="connsiteY11" fmla="*/ 407289 h 416814"/>
                <a:gd name="connsiteX12" fmla="*/ 771239 w 1084421"/>
                <a:gd name="connsiteY12" fmla="*/ 403765 h 416814"/>
                <a:gd name="connsiteX13" fmla="*/ 776954 w 1084421"/>
                <a:gd name="connsiteY13" fmla="*/ 409480 h 416814"/>
                <a:gd name="connsiteX14" fmla="*/ 796766 w 1084421"/>
                <a:gd name="connsiteY14" fmla="*/ 409480 h 416814"/>
                <a:gd name="connsiteX15" fmla="*/ 804100 w 1084421"/>
                <a:gd name="connsiteY15" fmla="*/ 401193 h 416814"/>
                <a:gd name="connsiteX16" fmla="*/ 804863 w 1084421"/>
                <a:gd name="connsiteY16" fmla="*/ 395002 h 416814"/>
                <a:gd name="connsiteX17" fmla="*/ 804863 w 1084421"/>
                <a:gd name="connsiteY17" fmla="*/ 366236 h 416814"/>
                <a:gd name="connsiteX18" fmla="*/ 810577 w 1084421"/>
                <a:gd name="connsiteY18" fmla="*/ 376523 h 416814"/>
                <a:gd name="connsiteX19" fmla="*/ 814102 w 1084421"/>
                <a:gd name="connsiteY19" fmla="*/ 383096 h 416814"/>
                <a:gd name="connsiteX20" fmla="*/ 821150 w 1084421"/>
                <a:gd name="connsiteY20" fmla="*/ 366046 h 416814"/>
                <a:gd name="connsiteX21" fmla="*/ 833152 w 1084421"/>
                <a:gd name="connsiteY21" fmla="*/ 349568 h 416814"/>
                <a:gd name="connsiteX22" fmla="*/ 847439 w 1084421"/>
                <a:gd name="connsiteY22" fmla="*/ 334804 h 416814"/>
                <a:gd name="connsiteX23" fmla="*/ 880586 w 1084421"/>
                <a:gd name="connsiteY23" fmla="*/ 316039 h 416814"/>
                <a:gd name="connsiteX24" fmla="*/ 892111 w 1084421"/>
                <a:gd name="connsiteY24" fmla="*/ 306229 h 416814"/>
                <a:gd name="connsiteX25" fmla="*/ 909732 w 1084421"/>
                <a:gd name="connsiteY25" fmla="*/ 297656 h 416814"/>
                <a:gd name="connsiteX26" fmla="*/ 907732 w 1084421"/>
                <a:gd name="connsiteY26" fmla="*/ 291941 h 416814"/>
                <a:gd name="connsiteX27" fmla="*/ 909542 w 1084421"/>
                <a:gd name="connsiteY27" fmla="*/ 291941 h 416814"/>
                <a:gd name="connsiteX28" fmla="*/ 922401 w 1084421"/>
                <a:gd name="connsiteY28" fmla="*/ 290513 h 416814"/>
                <a:gd name="connsiteX29" fmla="*/ 930402 w 1084421"/>
                <a:gd name="connsiteY29" fmla="*/ 284702 h 416814"/>
                <a:gd name="connsiteX30" fmla="*/ 950023 w 1084421"/>
                <a:gd name="connsiteY30" fmla="*/ 284702 h 416814"/>
                <a:gd name="connsiteX31" fmla="*/ 957072 w 1084421"/>
                <a:gd name="connsiteY31" fmla="*/ 282892 h 416814"/>
                <a:gd name="connsiteX32" fmla="*/ 956120 w 1084421"/>
                <a:gd name="connsiteY32" fmla="*/ 278701 h 416814"/>
                <a:gd name="connsiteX33" fmla="*/ 960311 w 1084421"/>
                <a:gd name="connsiteY33" fmla="*/ 276130 h 416814"/>
                <a:gd name="connsiteX34" fmla="*/ 966311 w 1084421"/>
                <a:gd name="connsiteY34" fmla="*/ 281464 h 416814"/>
                <a:gd name="connsiteX35" fmla="*/ 977836 w 1084421"/>
                <a:gd name="connsiteY35" fmla="*/ 284702 h 416814"/>
                <a:gd name="connsiteX36" fmla="*/ 983646 w 1084421"/>
                <a:gd name="connsiteY36" fmla="*/ 281750 h 416814"/>
                <a:gd name="connsiteX37" fmla="*/ 989457 w 1084421"/>
                <a:gd name="connsiteY37" fmla="*/ 277273 h 416814"/>
                <a:gd name="connsiteX38" fmla="*/ 994220 w 1084421"/>
                <a:gd name="connsiteY38" fmla="*/ 273272 h 416814"/>
                <a:gd name="connsiteX39" fmla="*/ 997267 w 1084421"/>
                <a:gd name="connsiteY39" fmla="*/ 267557 h 416814"/>
                <a:gd name="connsiteX40" fmla="*/ 998029 w 1084421"/>
                <a:gd name="connsiteY40" fmla="*/ 260223 h 416814"/>
                <a:gd name="connsiteX41" fmla="*/ 1001553 w 1084421"/>
                <a:gd name="connsiteY41" fmla="*/ 265462 h 416814"/>
                <a:gd name="connsiteX42" fmla="*/ 1006792 w 1084421"/>
                <a:gd name="connsiteY42" fmla="*/ 261175 h 416814"/>
                <a:gd name="connsiteX43" fmla="*/ 1009840 w 1084421"/>
                <a:gd name="connsiteY43" fmla="*/ 258604 h 416814"/>
                <a:gd name="connsiteX44" fmla="*/ 1009650 w 1084421"/>
                <a:gd name="connsiteY44" fmla="*/ 254889 h 416814"/>
                <a:gd name="connsiteX45" fmla="*/ 1014222 w 1084421"/>
                <a:gd name="connsiteY45" fmla="*/ 254889 h 416814"/>
                <a:gd name="connsiteX46" fmla="*/ 1013936 w 1084421"/>
                <a:gd name="connsiteY46" fmla="*/ 247936 h 416814"/>
                <a:gd name="connsiteX47" fmla="*/ 1009650 w 1084421"/>
                <a:gd name="connsiteY47" fmla="*/ 241649 h 416814"/>
                <a:gd name="connsiteX48" fmla="*/ 1004888 w 1084421"/>
                <a:gd name="connsiteY48" fmla="*/ 239459 h 416814"/>
                <a:gd name="connsiteX49" fmla="*/ 1006411 w 1084421"/>
                <a:gd name="connsiteY49" fmla="*/ 246983 h 416814"/>
                <a:gd name="connsiteX50" fmla="*/ 997458 w 1084421"/>
                <a:gd name="connsiteY50" fmla="*/ 247745 h 416814"/>
                <a:gd name="connsiteX51" fmla="*/ 994981 w 1084421"/>
                <a:gd name="connsiteY51" fmla="*/ 244030 h 416814"/>
                <a:gd name="connsiteX52" fmla="*/ 995267 w 1084421"/>
                <a:gd name="connsiteY52" fmla="*/ 232029 h 416814"/>
                <a:gd name="connsiteX53" fmla="*/ 991933 w 1084421"/>
                <a:gd name="connsiteY53" fmla="*/ 229076 h 416814"/>
                <a:gd name="connsiteX54" fmla="*/ 989647 w 1084421"/>
                <a:gd name="connsiteY54" fmla="*/ 235077 h 416814"/>
                <a:gd name="connsiteX55" fmla="*/ 984313 w 1084421"/>
                <a:gd name="connsiteY55" fmla="*/ 240030 h 416814"/>
                <a:gd name="connsiteX56" fmla="*/ 971835 w 1084421"/>
                <a:gd name="connsiteY56" fmla="*/ 243554 h 416814"/>
                <a:gd name="connsiteX57" fmla="*/ 962310 w 1084421"/>
                <a:gd name="connsiteY57" fmla="*/ 248507 h 416814"/>
                <a:gd name="connsiteX58" fmla="*/ 953072 w 1084421"/>
                <a:gd name="connsiteY58" fmla="*/ 251746 h 416814"/>
                <a:gd name="connsiteX59" fmla="*/ 942022 w 1084421"/>
                <a:gd name="connsiteY59" fmla="*/ 250793 h 416814"/>
                <a:gd name="connsiteX60" fmla="*/ 937450 w 1084421"/>
                <a:gd name="connsiteY60" fmla="*/ 245745 h 416814"/>
                <a:gd name="connsiteX61" fmla="*/ 925639 w 1084421"/>
                <a:gd name="connsiteY61" fmla="*/ 237458 h 416814"/>
                <a:gd name="connsiteX62" fmla="*/ 926211 w 1084421"/>
                <a:gd name="connsiteY62" fmla="*/ 232410 h 416814"/>
                <a:gd name="connsiteX63" fmla="*/ 949071 w 1084421"/>
                <a:gd name="connsiteY63" fmla="*/ 246507 h 416814"/>
                <a:gd name="connsiteX64" fmla="*/ 967835 w 1084421"/>
                <a:gd name="connsiteY64" fmla="*/ 232505 h 416814"/>
                <a:gd name="connsiteX65" fmla="*/ 980694 w 1084421"/>
                <a:gd name="connsiteY65" fmla="*/ 221742 h 416814"/>
                <a:gd name="connsiteX66" fmla="*/ 974121 w 1084421"/>
                <a:gd name="connsiteY66" fmla="*/ 218789 h 416814"/>
                <a:gd name="connsiteX67" fmla="*/ 965549 w 1084421"/>
                <a:gd name="connsiteY67" fmla="*/ 214503 h 416814"/>
                <a:gd name="connsiteX68" fmla="*/ 970121 w 1084421"/>
                <a:gd name="connsiteY68" fmla="*/ 214503 h 416814"/>
                <a:gd name="connsiteX69" fmla="*/ 976693 w 1084421"/>
                <a:gd name="connsiteY69" fmla="*/ 213550 h 416814"/>
                <a:gd name="connsiteX70" fmla="*/ 981265 w 1084421"/>
                <a:gd name="connsiteY70" fmla="*/ 211074 h 416814"/>
                <a:gd name="connsiteX71" fmla="*/ 980313 w 1084421"/>
                <a:gd name="connsiteY71" fmla="*/ 207740 h 416814"/>
                <a:gd name="connsiteX72" fmla="*/ 986599 w 1084421"/>
                <a:gd name="connsiteY72" fmla="*/ 206026 h 416814"/>
                <a:gd name="connsiteX73" fmla="*/ 988409 w 1084421"/>
                <a:gd name="connsiteY73" fmla="*/ 197548 h 416814"/>
                <a:gd name="connsiteX74" fmla="*/ 985456 w 1084421"/>
                <a:gd name="connsiteY74" fmla="*/ 194596 h 416814"/>
                <a:gd name="connsiteX75" fmla="*/ 979646 w 1084421"/>
                <a:gd name="connsiteY75" fmla="*/ 193358 h 416814"/>
                <a:gd name="connsiteX76" fmla="*/ 975646 w 1084421"/>
                <a:gd name="connsiteY76" fmla="*/ 193167 h 416814"/>
                <a:gd name="connsiteX77" fmla="*/ 973931 w 1084421"/>
                <a:gd name="connsiteY77" fmla="*/ 197453 h 416814"/>
                <a:gd name="connsiteX78" fmla="*/ 969359 w 1084421"/>
                <a:gd name="connsiteY78" fmla="*/ 189643 h 416814"/>
                <a:gd name="connsiteX79" fmla="*/ 965645 w 1084421"/>
                <a:gd name="connsiteY79" fmla="*/ 187452 h 416814"/>
                <a:gd name="connsiteX80" fmla="*/ 961072 w 1084421"/>
                <a:gd name="connsiteY80" fmla="*/ 188404 h 416814"/>
                <a:gd name="connsiteX81" fmla="*/ 956786 w 1084421"/>
                <a:gd name="connsiteY81" fmla="*/ 189643 h 416814"/>
                <a:gd name="connsiteX82" fmla="*/ 960311 w 1084421"/>
                <a:gd name="connsiteY82" fmla="*/ 184595 h 416814"/>
                <a:gd name="connsiteX83" fmla="*/ 948023 w 1084421"/>
                <a:gd name="connsiteY83" fmla="*/ 181356 h 416814"/>
                <a:gd name="connsiteX84" fmla="*/ 936307 w 1084421"/>
                <a:gd name="connsiteY84" fmla="*/ 175641 h 416814"/>
                <a:gd name="connsiteX85" fmla="*/ 929259 w 1084421"/>
                <a:gd name="connsiteY85" fmla="*/ 175355 h 416814"/>
                <a:gd name="connsiteX86" fmla="*/ 923448 w 1084421"/>
                <a:gd name="connsiteY86" fmla="*/ 169354 h 416814"/>
                <a:gd name="connsiteX87" fmla="*/ 916686 w 1084421"/>
                <a:gd name="connsiteY87" fmla="*/ 162020 h 416814"/>
                <a:gd name="connsiteX88" fmla="*/ 920210 w 1084421"/>
                <a:gd name="connsiteY88" fmla="*/ 160972 h 416814"/>
                <a:gd name="connsiteX89" fmla="*/ 931259 w 1084421"/>
                <a:gd name="connsiteY89" fmla="*/ 169545 h 416814"/>
                <a:gd name="connsiteX90" fmla="*/ 940594 w 1084421"/>
                <a:gd name="connsiteY90" fmla="*/ 172117 h 416814"/>
                <a:gd name="connsiteX91" fmla="*/ 946118 w 1084421"/>
                <a:gd name="connsiteY91" fmla="*/ 169640 h 416814"/>
                <a:gd name="connsiteX92" fmla="*/ 951357 w 1084421"/>
                <a:gd name="connsiteY92" fmla="*/ 175355 h 416814"/>
                <a:gd name="connsiteX93" fmla="*/ 961834 w 1084421"/>
                <a:gd name="connsiteY93" fmla="*/ 176308 h 416814"/>
                <a:gd name="connsiteX94" fmla="*/ 968407 w 1084421"/>
                <a:gd name="connsiteY94" fmla="*/ 179546 h 416814"/>
                <a:gd name="connsiteX95" fmla="*/ 973360 w 1084421"/>
                <a:gd name="connsiteY95" fmla="*/ 181832 h 416814"/>
                <a:gd name="connsiteX96" fmla="*/ 974312 w 1084421"/>
                <a:gd name="connsiteY96" fmla="*/ 173736 h 416814"/>
                <a:gd name="connsiteX97" fmla="*/ 971740 w 1084421"/>
                <a:gd name="connsiteY97" fmla="*/ 166021 h 416814"/>
                <a:gd name="connsiteX98" fmla="*/ 968407 w 1084421"/>
                <a:gd name="connsiteY98" fmla="*/ 158305 h 416814"/>
                <a:gd name="connsiteX99" fmla="*/ 972598 w 1084421"/>
                <a:gd name="connsiteY99" fmla="*/ 158591 h 416814"/>
                <a:gd name="connsiteX100" fmla="*/ 988695 w 1084421"/>
                <a:gd name="connsiteY100" fmla="*/ 159353 h 416814"/>
                <a:gd name="connsiteX101" fmla="*/ 988980 w 1084421"/>
                <a:gd name="connsiteY101" fmla="*/ 163068 h 416814"/>
                <a:gd name="connsiteX102" fmla="*/ 977265 w 1084421"/>
                <a:gd name="connsiteY102" fmla="*/ 165830 h 416814"/>
                <a:gd name="connsiteX103" fmla="*/ 980027 w 1084421"/>
                <a:gd name="connsiteY103" fmla="*/ 174403 h 416814"/>
                <a:gd name="connsiteX104" fmla="*/ 989838 w 1084421"/>
                <a:gd name="connsiteY104" fmla="*/ 184213 h 416814"/>
                <a:gd name="connsiteX105" fmla="*/ 996601 w 1084421"/>
                <a:gd name="connsiteY105" fmla="*/ 181737 h 416814"/>
                <a:gd name="connsiteX106" fmla="*/ 995363 w 1084421"/>
                <a:gd name="connsiteY106" fmla="*/ 176213 h 416814"/>
                <a:gd name="connsiteX107" fmla="*/ 1001173 w 1084421"/>
                <a:gd name="connsiteY107" fmla="*/ 176498 h 416814"/>
                <a:gd name="connsiteX108" fmla="*/ 1001173 w 1084421"/>
                <a:gd name="connsiteY108" fmla="*/ 184595 h 416814"/>
                <a:gd name="connsiteX109" fmla="*/ 1006983 w 1084421"/>
                <a:gd name="connsiteY109" fmla="*/ 187642 h 416814"/>
                <a:gd name="connsiteX110" fmla="*/ 1006411 w 1084421"/>
                <a:gd name="connsiteY110" fmla="*/ 182118 h 416814"/>
                <a:gd name="connsiteX111" fmla="*/ 1014984 w 1084421"/>
                <a:gd name="connsiteY111" fmla="*/ 188119 h 416814"/>
                <a:gd name="connsiteX112" fmla="*/ 1028033 w 1084421"/>
                <a:gd name="connsiteY112" fmla="*/ 190309 h 416814"/>
                <a:gd name="connsiteX113" fmla="*/ 1038510 w 1084421"/>
                <a:gd name="connsiteY113" fmla="*/ 188119 h 416814"/>
                <a:gd name="connsiteX114" fmla="*/ 1043559 w 1084421"/>
                <a:gd name="connsiteY114" fmla="*/ 183928 h 416814"/>
                <a:gd name="connsiteX115" fmla="*/ 1043559 w 1084421"/>
                <a:gd name="connsiteY115" fmla="*/ 176975 h 416814"/>
                <a:gd name="connsiteX116" fmla="*/ 1049369 w 1084421"/>
                <a:gd name="connsiteY116" fmla="*/ 176975 h 416814"/>
                <a:gd name="connsiteX117" fmla="*/ 1049083 w 1084421"/>
                <a:gd name="connsiteY117" fmla="*/ 172402 h 416814"/>
                <a:gd name="connsiteX118" fmla="*/ 1049845 w 1084421"/>
                <a:gd name="connsiteY118" fmla="*/ 165640 h 416814"/>
                <a:gd name="connsiteX119" fmla="*/ 1052798 w 1084421"/>
                <a:gd name="connsiteY119" fmla="*/ 162116 h 416814"/>
                <a:gd name="connsiteX120" fmla="*/ 1057084 w 1084421"/>
                <a:gd name="connsiteY120" fmla="*/ 160592 h 416814"/>
                <a:gd name="connsiteX121" fmla="*/ 1059085 w 1084421"/>
                <a:gd name="connsiteY121" fmla="*/ 158401 h 416814"/>
                <a:gd name="connsiteX122" fmla="*/ 1058323 w 1084421"/>
                <a:gd name="connsiteY122" fmla="*/ 154876 h 416814"/>
                <a:gd name="connsiteX123" fmla="*/ 1061656 w 1084421"/>
                <a:gd name="connsiteY123" fmla="*/ 148685 h 416814"/>
                <a:gd name="connsiteX124" fmla="*/ 1065657 w 1084421"/>
                <a:gd name="connsiteY124" fmla="*/ 146495 h 416814"/>
                <a:gd name="connsiteX125" fmla="*/ 1066419 w 1084421"/>
                <a:gd name="connsiteY125" fmla="*/ 153067 h 416814"/>
                <a:gd name="connsiteX126" fmla="*/ 1071753 w 1084421"/>
                <a:gd name="connsiteY126" fmla="*/ 154781 h 416814"/>
                <a:gd name="connsiteX127" fmla="*/ 1074801 w 1084421"/>
                <a:gd name="connsiteY127" fmla="*/ 153257 h 416814"/>
                <a:gd name="connsiteX128" fmla="*/ 1076325 w 1084421"/>
                <a:gd name="connsiteY128" fmla="*/ 149733 h 416814"/>
                <a:gd name="connsiteX129" fmla="*/ 1081659 w 1084421"/>
                <a:gd name="connsiteY129" fmla="*/ 148209 h 416814"/>
                <a:gd name="connsiteX130" fmla="*/ 1083183 w 1084421"/>
                <a:gd name="connsiteY130" fmla="*/ 144494 h 416814"/>
                <a:gd name="connsiteX131" fmla="*/ 1079468 w 1084421"/>
                <a:gd name="connsiteY131" fmla="*/ 140017 h 416814"/>
                <a:gd name="connsiteX132" fmla="*/ 1079468 w 1084421"/>
                <a:gd name="connsiteY132" fmla="*/ 135064 h 416814"/>
                <a:gd name="connsiteX133" fmla="*/ 1082992 w 1084421"/>
                <a:gd name="connsiteY133" fmla="*/ 135636 h 416814"/>
                <a:gd name="connsiteX134" fmla="*/ 1084421 w 1084421"/>
                <a:gd name="connsiteY134" fmla="*/ 130588 h 416814"/>
                <a:gd name="connsiteX135" fmla="*/ 1082707 w 1084421"/>
                <a:gd name="connsiteY135" fmla="*/ 122587 h 416814"/>
                <a:gd name="connsiteX136" fmla="*/ 1082707 w 1084421"/>
                <a:gd name="connsiteY136" fmla="*/ 113824 h 416814"/>
                <a:gd name="connsiteX137" fmla="*/ 1080230 w 1084421"/>
                <a:gd name="connsiteY137" fmla="*/ 105727 h 416814"/>
                <a:gd name="connsiteX138" fmla="*/ 1075182 w 1084421"/>
                <a:gd name="connsiteY138" fmla="*/ 98203 h 416814"/>
                <a:gd name="connsiteX139" fmla="*/ 1073467 w 1084421"/>
                <a:gd name="connsiteY139" fmla="*/ 94964 h 416814"/>
                <a:gd name="connsiteX140" fmla="*/ 1069657 w 1084421"/>
                <a:gd name="connsiteY140" fmla="*/ 94488 h 416814"/>
                <a:gd name="connsiteX141" fmla="*/ 1067848 w 1084421"/>
                <a:gd name="connsiteY141" fmla="*/ 94012 h 416814"/>
                <a:gd name="connsiteX142" fmla="*/ 1067276 w 1084421"/>
                <a:gd name="connsiteY142" fmla="*/ 95821 h 416814"/>
                <a:gd name="connsiteX143" fmla="*/ 1066323 w 1084421"/>
                <a:gd name="connsiteY143" fmla="*/ 99155 h 416814"/>
                <a:gd name="connsiteX144" fmla="*/ 1056227 w 1084421"/>
                <a:gd name="connsiteY144" fmla="*/ 99917 h 416814"/>
                <a:gd name="connsiteX145" fmla="*/ 1051179 w 1084421"/>
                <a:gd name="connsiteY145" fmla="*/ 105251 h 416814"/>
                <a:gd name="connsiteX146" fmla="*/ 1049750 w 1084421"/>
                <a:gd name="connsiteY146" fmla="*/ 127254 h 416814"/>
                <a:gd name="connsiteX147" fmla="*/ 1046988 w 1084421"/>
                <a:gd name="connsiteY147" fmla="*/ 137731 h 416814"/>
                <a:gd name="connsiteX148" fmla="*/ 1042035 w 1084421"/>
                <a:gd name="connsiteY148" fmla="*/ 139922 h 416814"/>
                <a:gd name="connsiteX149" fmla="*/ 1042988 w 1084421"/>
                <a:gd name="connsiteY149" fmla="*/ 137446 h 416814"/>
                <a:gd name="connsiteX150" fmla="*/ 1042702 w 1084421"/>
                <a:gd name="connsiteY150" fmla="*/ 125349 h 416814"/>
                <a:gd name="connsiteX151" fmla="*/ 1042225 w 1084421"/>
                <a:gd name="connsiteY151" fmla="*/ 110109 h 416814"/>
                <a:gd name="connsiteX152" fmla="*/ 1046226 w 1084421"/>
                <a:gd name="connsiteY152" fmla="*/ 104108 h 416814"/>
                <a:gd name="connsiteX153" fmla="*/ 1049274 w 1084421"/>
                <a:gd name="connsiteY153" fmla="*/ 99822 h 416814"/>
                <a:gd name="connsiteX154" fmla="*/ 1041939 w 1084421"/>
                <a:gd name="connsiteY154" fmla="*/ 98774 h 416814"/>
                <a:gd name="connsiteX155" fmla="*/ 1042892 w 1084421"/>
                <a:gd name="connsiteY155" fmla="*/ 95726 h 416814"/>
                <a:gd name="connsiteX156" fmla="*/ 1045940 w 1084421"/>
                <a:gd name="connsiteY156" fmla="*/ 92678 h 416814"/>
                <a:gd name="connsiteX157" fmla="*/ 1042225 w 1084421"/>
                <a:gd name="connsiteY157" fmla="*/ 89154 h 416814"/>
                <a:gd name="connsiteX158" fmla="*/ 1034701 w 1084421"/>
                <a:gd name="connsiteY158" fmla="*/ 89154 h 416814"/>
                <a:gd name="connsiteX159" fmla="*/ 1021937 w 1084421"/>
                <a:gd name="connsiteY159" fmla="*/ 90392 h 416814"/>
                <a:gd name="connsiteX160" fmla="*/ 1012603 w 1084421"/>
                <a:gd name="connsiteY160" fmla="*/ 94679 h 416814"/>
                <a:gd name="connsiteX161" fmla="*/ 1014793 w 1084421"/>
                <a:gd name="connsiteY161" fmla="*/ 98965 h 416814"/>
                <a:gd name="connsiteX162" fmla="*/ 1012031 w 1084421"/>
                <a:gd name="connsiteY162" fmla="*/ 100013 h 416814"/>
                <a:gd name="connsiteX163" fmla="*/ 1005268 w 1084421"/>
                <a:gd name="connsiteY163" fmla="*/ 95536 h 416814"/>
                <a:gd name="connsiteX164" fmla="*/ 996505 w 1084421"/>
                <a:gd name="connsiteY164" fmla="*/ 90773 h 416814"/>
                <a:gd name="connsiteX165" fmla="*/ 981742 w 1084421"/>
                <a:gd name="connsiteY165" fmla="*/ 96774 h 416814"/>
                <a:gd name="connsiteX166" fmla="*/ 966502 w 1084421"/>
                <a:gd name="connsiteY166" fmla="*/ 97822 h 416814"/>
                <a:gd name="connsiteX167" fmla="*/ 961930 w 1084421"/>
                <a:gd name="connsiteY167" fmla="*/ 96393 h 416814"/>
                <a:gd name="connsiteX168" fmla="*/ 958119 w 1084421"/>
                <a:gd name="connsiteY168" fmla="*/ 102584 h 416814"/>
                <a:gd name="connsiteX169" fmla="*/ 959548 w 1084421"/>
                <a:gd name="connsiteY169" fmla="*/ 93535 h 416814"/>
                <a:gd name="connsiteX170" fmla="*/ 964501 w 1084421"/>
                <a:gd name="connsiteY170" fmla="*/ 86296 h 416814"/>
                <a:gd name="connsiteX171" fmla="*/ 960215 w 1084421"/>
                <a:gd name="connsiteY171" fmla="*/ 82582 h 416814"/>
                <a:gd name="connsiteX172" fmla="*/ 955929 w 1084421"/>
                <a:gd name="connsiteY172" fmla="*/ 72580 h 416814"/>
                <a:gd name="connsiteX173" fmla="*/ 954976 w 1084421"/>
                <a:gd name="connsiteY173" fmla="*/ 60293 h 416814"/>
                <a:gd name="connsiteX174" fmla="*/ 957739 w 1084421"/>
                <a:gd name="connsiteY174" fmla="*/ 51054 h 416814"/>
                <a:gd name="connsiteX175" fmla="*/ 960215 w 1084421"/>
                <a:gd name="connsiteY175" fmla="*/ 44196 h 416814"/>
                <a:gd name="connsiteX176" fmla="*/ 958501 w 1084421"/>
                <a:gd name="connsiteY176" fmla="*/ 40291 h 416814"/>
                <a:gd name="connsiteX177" fmla="*/ 955929 w 1084421"/>
                <a:gd name="connsiteY177" fmla="*/ 34290 h 416814"/>
                <a:gd name="connsiteX178" fmla="*/ 964406 w 1084421"/>
                <a:gd name="connsiteY178" fmla="*/ 40862 h 416814"/>
                <a:gd name="connsiteX179" fmla="*/ 964406 w 1084421"/>
                <a:gd name="connsiteY179" fmla="*/ 47625 h 416814"/>
                <a:gd name="connsiteX180" fmla="*/ 959929 w 1084421"/>
                <a:gd name="connsiteY180" fmla="*/ 54578 h 416814"/>
                <a:gd name="connsiteX181" fmla="*/ 959167 w 1084421"/>
                <a:gd name="connsiteY181" fmla="*/ 64389 h 416814"/>
                <a:gd name="connsiteX182" fmla="*/ 962215 w 1084421"/>
                <a:gd name="connsiteY182" fmla="*/ 69342 h 416814"/>
                <a:gd name="connsiteX183" fmla="*/ 962215 w 1084421"/>
                <a:gd name="connsiteY183" fmla="*/ 79629 h 416814"/>
                <a:gd name="connsiteX184" fmla="*/ 968216 w 1084421"/>
                <a:gd name="connsiteY184" fmla="*/ 81058 h 416814"/>
                <a:gd name="connsiteX185" fmla="*/ 973550 w 1084421"/>
                <a:gd name="connsiteY185" fmla="*/ 80581 h 416814"/>
                <a:gd name="connsiteX186" fmla="*/ 978503 w 1084421"/>
                <a:gd name="connsiteY186" fmla="*/ 86296 h 416814"/>
                <a:gd name="connsiteX187" fmla="*/ 987076 w 1084421"/>
                <a:gd name="connsiteY187" fmla="*/ 85249 h 416814"/>
                <a:gd name="connsiteX188" fmla="*/ 993076 w 1084421"/>
                <a:gd name="connsiteY188" fmla="*/ 81725 h 416814"/>
                <a:gd name="connsiteX189" fmla="*/ 997839 w 1084421"/>
                <a:gd name="connsiteY189" fmla="*/ 77533 h 416814"/>
                <a:gd name="connsiteX190" fmla="*/ 995648 w 1084421"/>
                <a:gd name="connsiteY190" fmla="*/ 71818 h 416814"/>
                <a:gd name="connsiteX191" fmla="*/ 998411 w 1084421"/>
                <a:gd name="connsiteY191" fmla="*/ 74867 h 416814"/>
                <a:gd name="connsiteX192" fmla="*/ 1008126 w 1084421"/>
                <a:gd name="connsiteY192" fmla="*/ 74104 h 416814"/>
                <a:gd name="connsiteX193" fmla="*/ 1008126 w 1084421"/>
                <a:gd name="connsiteY193" fmla="*/ 71818 h 416814"/>
                <a:gd name="connsiteX194" fmla="*/ 1000887 w 1084421"/>
                <a:gd name="connsiteY194" fmla="*/ 65818 h 416814"/>
                <a:gd name="connsiteX195" fmla="*/ 1017461 w 1084421"/>
                <a:gd name="connsiteY195" fmla="*/ 71342 h 416814"/>
                <a:gd name="connsiteX196" fmla="*/ 1017461 w 1084421"/>
                <a:gd name="connsiteY196" fmla="*/ 64579 h 416814"/>
                <a:gd name="connsiteX197" fmla="*/ 1022985 w 1084421"/>
                <a:gd name="connsiteY197" fmla="*/ 68294 h 416814"/>
                <a:gd name="connsiteX198" fmla="*/ 1032796 w 1084421"/>
                <a:gd name="connsiteY198" fmla="*/ 68866 h 416814"/>
                <a:gd name="connsiteX199" fmla="*/ 1042035 w 1084421"/>
                <a:gd name="connsiteY199" fmla="*/ 60293 h 416814"/>
                <a:gd name="connsiteX200" fmla="*/ 1028509 w 1084421"/>
                <a:gd name="connsiteY200" fmla="*/ 44958 h 416814"/>
                <a:gd name="connsiteX201" fmla="*/ 1031557 w 1084421"/>
                <a:gd name="connsiteY201" fmla="*/ 39910 h 416814"/>
                <a:gd name="connsiteX202" fmla="*/ 1045654 w 1084421"/>
                <a:gd name="connsiteY202" fmla="*/ 59150 h 416814"/>
                <a:gd name="connsiteX203" fmla="*/ 1057370 w 1084421"/>
                <a:gd name="connsiteY203" fmla="*/ 62865 h 416814"/>
                <a:gd name="connsiteX204" fmla="*/ 1053656 w 1084421"/>
                <a:gd name="connsiteY204" fmla="*/ 46863 h 416814"/>
                <a:gd name="connsiteX205" fmla="*/ 1064133 w 1084421"/>
                <a:gd name="connsiteY205" fmla="*/ 53626 h 416814"/>
                <a:gd name="connsiteX206" fmla="*/ 1066609 w 1084421"/>
                <a:gd name="connsiteY206" fmla="*/ 67151 h 416814"/>
                <a:gd name="connsiteX207" fmla="*/ 1077087 w 1084421"/>
                <a:gd name="connsiteY207" fmla="*/ 77629 h 416814"/>
                <a:gd name="connsiteX208" fmla="*/ 1071563 w 1084421"/>
                <a:gd name="connsiteY208" fmla="*/ 64770 h 416814"/>
                <a:gd name="connsiteX209" fmla="*/ 1064228 w 1084421"/>
                <a:gd name="connsiteY209" fmla="*/ 37147 h 416814"/>
                <a:gd name="connsiteX210" fmla="*/ 1054989 w 1084421"/>
                <a:gd name="connsiteY210" fmla="*/ 23050 h 416814"/>
                <a:gd name="connsiteX211" fmla="*/ 1048226 w 1084421"/>
                <a:gd name="connsiteY211" fmla="*/ 20002 h 416814"/>
                <a:gd name="connsiteX212" fmla="*/ 1045750 w 1084421"/>
                <a:gd name="connsiteY212" fmla="*/ 5239 h 416814"/>
                <a:gd name="connsiteX213" fmla="*/ 1052513 w 1084421"/>
                <a:gd name="connsiteY213" fmla="*/ 8192 h 416814"/>
                <a:gd name="connsiteX214" fmla="*/ 1064228 w 1084421"/>
                <a:gd name="connsiteY214" fmla="*/ 13906 h 416814"/>
                <a:gd name="connsiteX215" fmla="*/ 1059180 w 1084421"/>
                <a:gd name="connsiteY215" fmla="*/ 2572 h 416814"/>
                <a:gd name="connsiteX216" fmla="*/ 339280 w 1084421"/>
                <a:gd name="connsiteY216" fmla="*/ 0 h 416814"/>
                <a:gd name="connsiteX217" fmla="*/ 338804 w 1084421"/>
                <a:gd name="connsiteY217" fmla="*/ 8954 h 416814"/>
                <a:gd name="connsiteX218" fmla="*/ 333756 w 1084421"/>
                <a:gd name="connsiteY218" fmla="*/ 27813 h 416814"/>
                <a:gd name="connsiteX219" fmla="*/ 318992 w 1084421"/>
                <a:gd name="connsiteY219" fmla="*/ 39814 h 416814"/>
                <a:gd name="connsiteX220" fmla="*/ 289464 w 1084421"/>
                <a:gd name="connsiteY220" fmla="*/ 71628 h 416814"/>
                <a:gd name="connsiteX221" fmla="*/ 257175 w 1084421"/>
                <a:gd name="connsiteY221" fmla="*/ 68389 h 416814"/>
                <a:gd name="connsiteX222" fmla="*/ 231362 w 1084421"/>
                <a:gd name="connsiteY222" fmla="*/ 85439 h 416814"/>
                <a:gd name="connsiteX223" fmla="*/ 220789 w 1084421"/>
                <a:gd name="connsiteY223" fmla="*/ 93250 h 416814"/>
                <a:gd name="connsiteX224" fmla="*/ 205073 w 1084421"/>
                <a:gd name="connsiteY224" fmla="*/ 84487 h 416814"/>
                <a:gd name="connsiteX225" fmla="*/ 188023 w 1084421"/>
                <a:gd name="connsiteY225" fmla="*/ 104299 h 416814"/>
                <a:gd name="connsiteX226" fmla="*/ 166401 w 1084421"/>
                <a:gd name="connsiteY226" fmla="*/ 127349 h 416814"/>
                <a:gd name="connsiteX227" fmla="*/ 57626 w 1084421"/>
                <a:gd name="connsiteY227" fmla="*/ 168783 h 416814"/>
                <a:gd name="connsiteX228" fmla="*/ 47910 w 1084421"/>
                <a:gd name="connsiteY228" fmla="*/ 180308 h 416814"/>
                <a:gd name="connsiteX229" fmla="*/ 37338 w 1084421"/>
                <a:gd name="connsiteY229" fmla="*/ 199168 h 416814"/>
                <a:gd name="connsiteX230" fmla="*/ 12001 w 1084421"/>
                <a:gd name="connsiteY230" fmla="*/ 209264 h 416814"/>
                <a:gd name="connsiteX231" fmla="*/ 0 w 1084421"/>
                <a:gd name="connsiteY231" fmla="*/ 249936 h 416814"/>
                <a:gd name="connsiteX232" fmla="*/ 145637 w 1084421"/>
                <a:gd name="connsiteY232" fmla="*/ 242125 h 416814"/>
                <a:gd name="connsiteX233" fmla="*/ 177927 w 1084421"/>
                <a:gd name="connsiteY233" fmla="*/ 238411 h 416814"/>
                <a:gd name="connsiteX234" fmla="*/ 282035 w 1084421"/>
                <a:gd name="connsiteY234" fmla="*/ 228219 h 416814"/>
                <a:gd name="connsiteX235" fmla="*/ 334327 w 1084421"/>
                <a:gd name="connsiteY235" fmla="*/ 220599 h 416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</a:cxnLst>
              <a:rect l="l" t="t" r="r" b="b"/>
              <a:pathLst>
                <a:path w="1084421" h="416814">
                  <a:moveTo>
                    <a:pt x="334899" y="221361"/>
                  </a:moveTo>
                  <a:lnTo>
                    <a:pt x="368808" y="217456"/>
                  </a:lnTo>
                  <a:lnTo>
                    <a:pt x="417671" y="218408"/>
                  </a:lnTo>
                  <a:lnTo>
                    <a:pt x="423672" y="232220"/>
                  </a:lnTo>
                  <a:lnTo>
                    <a:pt x="440721" y="245078"/>
                  </a:lnTo>
                  <a:lnTo>
                    <a:pt x="446722" y="260318"/>
                  </a:lnTo>
                  <a:lnTo>
                    <a:pt x="448151" y="270891"/>
                  </a:lnTo>
                  <a:lnTo>
                    <a:pt x="588073" y="272415"/>
                  </a:lnTo>
                  <a:lnTo>
                    <a:pt x="730758" y="416814"/>
                  </a:lnTo>
                  <a:lnTo>
                    <a:pt x="736282" y="415766"/>
                  </a:lnTo>
                  <a:lnTo>
                    <a:pt x="750094" y="408241"/>
                  </a:lnTo>
                  <a:lnTo>
                    <a:pt x="768191" y="407289"/>
                  </a:lnTo>
                  <a:lnTo>
                    <a:pt x="771239" y="403765"/>
                  </a:lnTo>
                  <a:lnTo>
                    <a:pt x="776954" y="409480"/>
                  </a:lnTo>
                  <a:lnTo>
                    <a:pt x="796766" y="409480"/>
                  </a:lnTo>
                  <a:lnTo>
                    <a:pt x="804100" y="401193"/>
                  </a:lnTo>
                  <a:lnTo>
                    <a:pt x="804863" y="395002"/>
                  </a:lnTo>
                  <a:lnTo>
                    <a:pt x="804863" y="366236"/>
                  </a:lnTo>
                  <a:lnTo>
                    <a:pt x="810577" y="376523"/>
                  </a:lnTo>
                  <a:lnTo>
                    <a:pt x="814102" y="383096"/>
                  </a:lnTo>
                  <a:lnTo>
                    <a:pt x="821150" y="366046"/>
                  </a:lnTo>
                  <a:lnTo>
                    <a:pt x="833152" y="349568"/>
                  </a:lnTo>
                  <a:lnTo>
                    <a:pt x="847439" y="334804"/>
                  </a:lnTo>
                  <a:lnTo>
                    <a:pt x="880586" y="316039"/>
                  </a:lnTo>
                  <a:lnTo>
                    <a:pt x="892111" y="306229"/>
                  </a:lnTo>
                  <a:lnTo>
                    <a:pt x="909732" y="297656"/>
                  </a:lnTo>
                  <a:lnTo>
                    <a:pt x="907732" y="291941"/>
                  </a:lnTo>
                  <a:lnTo>
                    <a:pt x="909542" y="291941"/>
                  </a:lnTo>
                  <a:lnTo>
                    <a:pt x="922401" y="290513"/>
                  </a:lnTo>
                  <a:lnTo>
                    <a:pt x="930402" y="284702"/>
                  </a:lnTo>
                  <a:lnTo>
                    <a:pt x="950023" y="284702"/>
                  </a:lnTo>
                  <a:lnTo>
                    <a:pt x="957072" y="282892"/>
                  </a:lnTo>
                  <a:lnTo>
                    <a:pt x="956120" y="278701"/>
                  </a:lnTo>
                  <a:lnTo>
                    <a:pt x="960311" y="276130"/>
                  </a:lnTo>
                  <a:lnTo>
                    <a:pt x="966311" y="281464"/>
                  </a:lnTo>
                  <a:lnTo>
                    <a:pt x="977836" y="284702"/>
                  </a:lnTo>
                  <a:lnTo>
                    <a:pt x="983646" y="281750"/>
                  </a:lnTo>
                  <a:lnTo>
                    <a:pt x="989457" y="277273"/>
                  </a:lnTo>
                  <a:lnTo>
                    <a:pt x="994220" y="273272"/>
                  </a:lnTo>
                  <a:lnTo>
                    <a:pt x="997267" y="267557"/>
                  </a:lnTo>
                  <a:lnTo>
                    <a:pt x="998029" y="260223"/>
                  </a:lnTo>
                  <a:lnTo>
                    <a:pt x="1001553" y="265462"/>
                  </a:lnTo>
                  <a:cubicBezTo>
                    <a:pt x="1001553" y="265462"/>
                    <a:pt x="1006126" y="261652"/>
                    <a:pt x="1006792" y="261175"/>
                  </a:cubicBezTo>
                  <a:cubicBezTo>
                    <a:pt x="1007459" y="260699"/>
                    <a:pt x="1009840" y="258604"/>
                    <a:pt x="1009840" y="258604"/>
                  </a:cubicBezTo>
                  <a:lnTo>
                    <a:pt x="1009650" y="254889"/>
                  </a:lnTo>
                  <a:lnTo>
                    <a:pt x="1014222" y="254889"/>
                  </a:lnTo>
                  <a:lnTo>
                    <a:pt x="1013936" y="247936"/>
                  </a:lnTo>
                  <a:lnTo>
                    <a:pt x="1009650" y="241649"/>
                  </a:lnTo>
                  <a:lnTo>
                    <a:pt x="1004888" y="239459"/>
                  </a:lnTo>
                  <a:lnTo>
                    <a:pt x="1006411" y="246983"/>
                  </a:lnTo>
                  <a:lnTo>
                    <a:pt x="997458" y="247745"/>
                  </a:lnTo>
                  <a:lnTo>
                    <a:pt x="994981" y="244030"/>
                  </a:lnTo>
                  <a:lnTo>
                    <a:pt x="995267" y="232029"/>
                  </a:lnTo>
                  <a:lnTo>
                    <a:pt x="991933" y="229076"/>
                  </a:lnTo>
                  <a:lnTo>
                    <a:pt x="989647" y="235077"/>
                  </a:lnTo>
                  <a:lnTo>
                    <a:pt x="984313" y="240030"/>
                  </a:lnTo>
                  <a:lnTo>
                    <a:pt x="971835" y="243554"/>
                  </a:lnTo>
                  <a:lnTo>
                    <a:pt x="962310" y="248507"/>
                  </a:lnTo>
                  <a:lnTo>
                    <a:pt x="953072" y="251746"/>
                  </a:lnTo>
                  <a:lnTo>
                    <a:pt x="942022" y="250793"/>
                  </a:lnTo>
                  <a:lnTo>
                    <a:pt x="937450" y="245745"/>
                  </a:lnTo>
                  <a:lnTo>
                    <a:pt x="925639" y="237458"/>
                  </a:lnTo>
                  <a:lnTo>
                    <a:pt x="926211" y="232410"/>
                  </a:lnTo>
                  <a:lnTo>
                    <a:pt x="949071" y="246507"/>
                  </a:lnTo>
                  <a:lnTo>
                    <a:pt x="967835" y="232505"/>
                  </a:lnTo>
                  <a:cubicBezTo>
                    <a:pt x="967835" y="232505"/>
                    <a:pt x="980694" y="222218"/>
                    <a:pt x="980694" y="221742"/>
                  </a:cubicBezTo>
                  <a:cubicBezTo>
                    <a:pt x="980694" y="221266"/>
                    <a:pt x="974121" y="218789"/>
                    <a:pt x="974121" y="218789"/>
                  </a:cubicBezTo>
                  <a:lnTo>
                    <a:pt x="965549" y="214503"/>
                  </a:lnTo>
                  <a:lnTo>
                    <a:pt x="970121" y="214503"/>
                  </a:lnTo>
                  <a:lnTo>
                    <a:pt x="976693" y="213550"/>
                  </a:lnTo>
                  <a:lnTo>
                    <a:pt x="981265" y="211074"/>
                  </a:lnTo>
                  <a:lnTo>
                    <a:pt x="980313" y="207740"/>
                  </a:lnTo>
                  <a:lnTo>
                    <a:pt x="986599" y="206026"/>
                  </a:lnTo>
                  <a:lnTo>
                    <a:pt x="988409" y="197548"/>
                  </a:lnTo>
                  <a:lnTo>
                    <a:pt x="985456" y="194596"/>
                  </a:lnTo>
                  <a:lnTo>
                    <a:pt x="979646" y="193358"/>
                  </a:lnTo>
                  <a:lnTo>
                    <a:pt x="975646" y="193167"/>
                  </a:lnTo>
                  <a:lnTo>
                    <a:pt x="973931" y="197453"/>
                  </a:lnTo>
                  <a:lnTo>
                    <a:pt x="969359" y="189643"/>
                  </a:lnTo>
                  <a:lnTo>
                    <a:pt x="965645" y="187452"/>
                  </a:lnTo>
                  <a:lnTo>
                    <a:pt x="961072" y="188404"/>
                  </a:lnTo>
                  <a:lnTo>
                    <a:pt x="956786" y="189643"/>
                  </a:lnTo>
                  <a:lnTo>
                    <a:pt x="960311" y="184595"/>
                  </a:lnTo>
                  <a:lnTo>
                    <a:pt x="948023" y="181356"/>
                  </a:lnTo>
                  <a:lnTo>
                    <a:pt x="936307" y="175641"/>
                  </a:lnTo>
                  <a:lnTo>
                    <a:pt x="929259" y="175355"/>
                  </a:lnTo>
                  <a:lnTo>
                    <a:pt x="923448" y="169354"/>
                  </a:lnTo>
                  <a:lnTo>
                    <a:pt x="916686" y="162020"/>
                  </a:lnTo>
                  <a:lnTo>
                    <a:pt x="920210" y="160972"/>
                  </a:lnTo>
                  <a:lnTo>
                    <a:pt x="931259" y="169545"/>
                  </a:lnTo>
                  <a:lnTo>
                    <a:pt x="940594" y="172117"/>
                  </a:lnTo>
                  <a:lnTo>
                    <a:pt x="946118" y="169640"/>
                  </a:lnTo>
                  <a:lnTo>
                    <a:pt x="951357" y="175355"/>
                  </a:lnTo>
                  <a:lnTo>
                    <a:pt x="961834" y="176308"/>
                  </a:lnTo>
                  <a:lnTo>
                    <a:pt x="968407" y="179546"/>
                  </a:lnTo>
                  <a:lnTo>
                    <a:pt x="973360" y="181832"/>
                  </a:lnTo>
                  <a:cubicBezTo>
                    <a:pt x="973360" y="181832"/>
                    <a:pt x="974121" y="174498"/>
                    <a:pt x="974312" y="173736"/>
                  </a:cubicBezTo>
                  <a:cubicBezTo>
                    <a:pt x="974503" y="172974"/>
                    <a:pt x="971740" y="166021"/>
                    <a:pt x="971740" y="166021"/>
                  </a:cubicBezTo>
                  <a:lnTo>
                    <a:pt x="968407" y="158305"/>
                  </a:lnTo>
                  <a:cubicBezTo>
                    <a:pt x="968407" y="158305"/>
                    <a:pt x="972122" y="158496"/>
                    <a:pt x="972598" y="158591"/>
                  </a:cubicBezTo>
                  <a:cubicBezTo>
                    <a:pt x="973074" y="158687"/>
                    <a:pt x="988695" y="159353"/>
                    <a:pt x="988695" y="159353"/>
                  </a:cubicBezTo>
                  <a:lnTo>
                    <a:pt x="988980" y="163068"/>
                  </a:lnTo>
                  <a:lnTo>
                    <a:pt x="977265" y="165830"/>
                  </a:lnTo>
                  <a:lnTo>
                    <a:pt x="980027" y="174403"/>
                  </a:lnTo>
                  <a:lnTo>
                    <a:pt x="989838" y="184213"/>
                  </a:lnTo>
                  <a:lnTo>
                    <a:pt x="996601" y="181737"/>
                  </a:lnTo>
                  <a:cubicBezTo>
                    <a:pt x="996601" y="181737"/>
                    <a:pt x="995363" y="176689"/>
                    <a:pt x="995363" y="176213"/>
                  </a:cubicBezTo>
                  <a:cubicBezTo>
                    <a:pt x="995363" y="175736"/>
                    <a:pt x="1001173" y="176498"/>
                    <a:pt x="1001173" y="176498"/>
                  </a:cubicBezTo>
                  <a:lnTo>
                    <a:pt x="1001173" y="184595"/>
                  </a:lnTo>
                  <a:lnTo>
                    <a:pt x="1006983" y="187642"/>
                  </a:lnTo>
                  <a:lnTo>
                    <a:pt x="1006411" y="182118"/>
                  </a:lnTo>
                  <a:lnTo>
                    <a:pt x="1014984" y="188119"/>
                  </a:lnTo>
                  <a:lnTo>
                    <a:pt x="1028033" y="190309"/>
                  </a:lnTo>
                  <a:lnTo>
                    <a:pt x="1038510" y="188119"/>
                  </a:lnTo>
                  <a:lnTo>
                    <a:pt x="1043559" y="183928"/>
                  </a:lnTo>
                  <a:lnTo>
                    <a:pt x="1043559" y="176975"/>
                  </a:lnTo>
                  <a:lnTo>
                    <a:pt x="1049369" y="176975"/>
                  </a:lnTo>
                  <a:lnTo>
                    <a:pt x="1049083" y="172402"/>
                  </a:lnTo>
                  <a:lnTo>
                    <a:pt x="1049845" y="165640"/>
                  </a:lnTo>
                  <a:lnTo>
                    <a:pt x="1052798" y="162116"/>
                  </a:lnTo>
                  <a:lnTo>
                    <a:pt x="1057084" y="160592"/>
                  </a:lnTo>
                  <a:lnTo>
                    <a:pt x="1059085" y="158401"/>
                  </a:lnTo>
                  <a:lnTo>
                    <a:pt x="1058323" y="154876"/>
                  </a:lnTo>
                  <a:lnTo>
                    <a:pt x="1061656" y="148685"/>
                  </a:lnTo>
                  <a:lnTo>
                    <a:pt x="1065657" y="146495"/>
                  </a:lnTo>
                  <a:cubicBezTo>
                    <a:pt x="1065657" y="146495"/>
                    <a:pt x="1065943" y="151543"/>
                    <a:pt x="1066419" y="153067"/>
                  </a:cubicBezTo>
                  <a:cubicBezTo>
                    <a:pt x="1066895" y="154591"/>
                    <a:pt x="1071753" y="154781"/>
                    <a:pt x="1071753" y="154781"/>
                  </a:cubicBezTo>
                  <a:lnTo>
                    <a:pt x="1074801" y="153257"/>
                  </a:lnTo>
                  <a:lnTo>
                    <a:pt x="1076325" y="149733"/>
                  </a:lnTo>
                  <a:lnTo>
                    <a:pt x="1081659" y="148209"/>
                  </a:lnTo>
                  <a:lnTo>
                    <a:pt x="1083183" y="144494"/>
                  </a:lnTo>
                  <a:lnTo>
                    <a:pt x="1079468" y="140017"/>
                  </a:lnTo>
                  <a:lnTo>
                    <a:pt x="1079468" y="135064"/>
                  </a:lnTo>
                  <a:lnTo>
                    <a:pt x="1082992" y="135636"/>
                  </a:lnTo>
                  <a:lnTo>
                    <a:pt x="1084421" y="130588"/>
                  </a:lnTo>
                  <a:lnTo>
                    <a:pt x="1082707" y="122587"/>
                  </a:lnTo>
                  <a:lnTo>
                    <a:pt x="1082707" y="113824"/>
                  </a:lnTo>
                  <a:lnTo>
                    <a:pt x="1080230" y="105727"/>
                  </a:lnTo>
                  <a:lnTo>
                    <a:pt x="1075182" y="98203"/>
                  </a:lnTo>
                  <a:lnTo>
                    <a:pt x="1073467" y="94964"/>
                  </a:lnTo>
                  <a:lnTo>
                    <a:pt x="1069657" y="94488"/>
                  </a:lnTo>
                  <a:lnTo>
                    <a:pt x="1067848" y="94012"/>
                  </a:lnTo>
                  <a:lnTo>
                    <a:pt x="1067276" y="95821"/>
                  </a:lnTo>
                  <a:lnTo>
                    <a:pt x="1066323" y="99155"/>
                  </a:lnTo>
                  <a:lnTo>
                    <a:pt x="1056227" y="99917"/>
                  </a:lnTo>
                  <a:lnTo>
                    <a:pt x="1051179" y="105251"/>
                  </a:lnTo>
                  <a:lnTo>
                    <a:pt x="1049750" y="127254"/>
                  </a:lnTo>
                  <a:lnTo>
                    <a:pt x="1046988" y="137731"/>
                  </a:lnTo>
                  <a:lnTo>
                    <a:pt x="1042035" y="139922"/>
                  </a:lnTo>
                  <a:lnTo>
                    <a:pt x="1042988" y="137446"/>
                  </a:lnTo>
                  <a:lnTo>
                    <a:pt x="1042702" y="125349"/>
                  </a:lnTo>
                  <a:cubicBezTo>
                    <a:pt x="1042702" y="125349"/>
                    <a:pt x="1042225" y="110585"/>
                    <a:pt x="1042225" y="110109"/>
                  </a:cubicBezTo>
                  <a:cubicBezTo>
                    <a:pt x="1042225" y="109633"/>
                    <a:pt x="1046226" y="104108"/>
                    <a:pt x="1046226" y="104108"/>
                  </a:cubicBezTo>
                  <a:lnTo>
                    <a:pt x="1049274" y="99822"/>
                  </a:lnTo>
                  <a:lnTo>
                    <a:pt x="1041939" y="98774"/>
                  </a:lnTo>
                  <a:lnTo>
                    <a:pt x="1042892" y="95726"/>
                  </a:lnTo>
                  <a:lnTo>
                    <a:pt x="1045940" y="92678"/>
                  </a:lnTo>
                  <a:lnTo>
                    <a:pt x="1042225" y="89154"/>
                  </a:lnTo>
                  <a:lnTo>
                    <a:pt x="1034701" y="89154"/>
                  </a:lnTo>
                  <a:lnTo>
                    <a:pt x="1021937" y="90392"/>
                  </a:lnTo>
                  <a:lnTo>
                    <a:pt x="1012603" y="94679"/>
                  </a:lnTo>
                  <a:lnTo>
                    <a:pt x="1014793" y="98965"/>
                  </a:lnTo>
                  <a:lnTo>
                    <a:pt x="1012031" y="100013"/>
                  </a:lnTo>
                  <a:lnTo>
                    <a:pt x="1005268" y="95536"/>
                  </a:lnTo>
                  <a:lnTo>
                    <a:pt x="996505" y="90773"/>
                  </a:lnTo>
                  <a:lnTo>
                    <a:pt x="981742" y="96774"/>
                  </a:lnTo>
                  <a:lnTo>
                    <a:pt x="966502" y="97822"/>
                  </a:lnTo>
                  <a:lnTo>
                    <a:pt x="961930" y="96393"/>
                  </a:lnTo>
                  <a:lnTo>
                    <a:pt x="958119" y="102584"/>
                  </a:lnTo>
                  <a:lnTo>
                    <a:pt x="959548" y="93535"/>
                  </a:lnTo>
                  <a:lnTo>
                    <a:pt x="964501" y="86296"/>
                  </a:lnTo>
                  <a:lnTo>
                    <a:pt x="960215" y="82582"/>
                  </a:lnTo>
                  <a:lnTo>
                    <a:pt x="955929" y="72580"/>
                  </a:lnTo>
                  <a:lnTo>
                    <a:pt x="954976" y="60293"/>
                  </a:lnTo>
                  <a:lnTo>
                    <a:pt x="957739" y="51054"/>
                  </a:lnTo>
                  <a:lnTo>
                    <a:pt x="960215" y="44196"/>
                  </a:lnTo>
                  <a:lnTo>
                    <a:pt x="958501" y="40291"/>
                  </a:lnTo>
                  <a:lnTo>
                    <a:pt x="955929" y="34290"/>
                  </a:lnTo>
                  <a:lnTo>
                    <a:pt x="964406" y="40862"/>
                  </a:lnTo>
                  <a:lnTo>
                    <a:pt x="964406" y="47625"/>
                  </a:lnTo>
                  <a:lnTo>
                    <a:pt x="959929" y="54578"/>
                  </a:lnTo>
                  <a:lnTo>
                    <a:pt x="959167" y="64389"/>
                  </a:lnTo>
                  <a:lnTo>
                    <a:pt x="962215" y="69342"/>
                  </a:lnTo>
                  <a:lnTo>
                    <a:pt x="962215" y="79629"/>
                  </a:lnTo>
                  <a:lnTo>
                    <a:pt x="968216" y="81058"/>
                  </a:lnTo>
                  <a:lnTo>
                    <a:pt x="973550" y="80581"/>
                  </a:lnTo>
                  <a:lnTo>
                    <a:pt x="978503" y="86296"/>
                  </a:lnTo>
                  <a:lnTo>
                    <a:pt x="987076" y="85249"/>
                  </a:lnTo>
                  <a:lnTo>
                    <a:pt x="993076" y="81725"/>
                  </a:lnTo>
                  <a:lnTo>
                    <a:pt x="997839" y="77533"/>
                  </a:lnTo>
                  <a:lnTo>
                    <a:pt x="995648" y="71818"/>
                  </a:lnTo>
                  <a:lnTo>
                    <a:pt x="998411" y="74867"/>
                  </a:lnTo>
                  <a:cubicBezTo>
                    <a:pt x="998411" y="74867"/>
                    <a:pt x="1007650" y="74104"/>
                    <a:pt x="1008126" y="74104"/>
                  </a:cubicBezTo>
                  <a:cubicBezTo>
                    <a:pt x="1008602" y="74104"/>
                    <a:pt x="1008126" y="71818"/>
                    <a:pt x="1008126" y="71818"/>
                  </a:cubicBezTo>
                  <a:lnTo>
                    <a:pt x="1000887" y="65818"/>
                  </a:lnTo>
                  <a:lnTo>
                    <a:pt x="1017461" y="71342"/>
                  </a:lnTo>
                  <a:lnTo>
                    <a:pt x="1017461" y="64579"/>
                  </a:lnTo>
                  <a:lnTo>
                    <a:pt x="1022985" y="68294"/>
                  </a:lnTo>
                  <a:lnTo>
                    <a:pt x="1032796" y="68866"/>
                  </a:lnTo>
                  <a:lnTo>
                    <a:pt x="1042035" y="60293"/>
                  </a:lnTo>
                  <a:lnTo>
                    <a:pt x="1028509" y="44958"/>
                  </a:lnTo>
                  <a:lnTo>
                    <a:pt x="1031557" y="39910"/>
                  </a:lnTo>
                  <a:lnTo>
                    <a:pt x="1045654" y="59150"/>
                  </a:lnTo>
                  <a:lnTo>
                    <a:pt x="1057370" y="62865"/>
                  </a:lnTo>
                  <a:lnTo>
                    <a:pt x="1053656" y="46863"/>
                  </a:lnTo>
                  <a:lnTo>
                    <a:pt x="1064133" y="53626"/>
                  </a:lnTo>
                  <a:lnTo>
                    <a:pt x="1066609" y="67151"/>
                  </a:lnTo>
                  <a:lnTo>
                    <a:pt x="1077087" y="77629"/>
                  </a:lnTo>
                  <a:lnTo>
                    <a:pt x="1071563" y="64770"/>
                  </a:lnTo>
                  <a:lnTo>
                    <a:pt x="1064228" y="37147"/>
                  </a:lnTo>
                  <a:lnTo>
                    <a:pt x="1054989" y="23050"/>
                  </a:lnTo>
                  <a:lnTo>
                    <a:pt x="1048226" y="20002"/>
                  </a:lnTo>
                  <a:lnTo>
                    <a:pt x="1045750" y="5239"/>
                  </a:lnTo>
                  <a:lnTo>
                    <a:pt x="1052513" y="8192"/>
                  </a:lnTo>
                  <a:lnTo>
                    <a:pt x="1064228" y="13906"/>
                  </a:lnTo>
                  <a:lnTo>
                    <a:pt x="1059180" y="2572"/>
                  </a:lnTo>
                  <a:lnTo>
                    <a:pt x="339280" y="0"/>
                  </a:lnTo>
                  <a:lnTo>
                    <a:pt x="338804" y="8954"/>
                  </a:lnTo>
                  <a:lnTo>
                    <a:pt x="333756" y="27813"/>
                  </a:lnTo>
                  <a:lnTo>
                    <a:pt x="318992" y="39814"/>
                  </a:lnTo>
                  <a:lnTo>
                    <a:pt x="289464" y="71628"/>
                  </a:lnTo>
                  <a:lnTo>
                    <a:pt x="257175" y="68389"/>
                  </a:lnTo>
                  <a:cubicBezTo>
                    <a:pt x="257175" y="68389"/>
                    <a:pt x="232791" y="82677"/>
                    <a:pt x="231362" y="85439"/>
                  </a:cubicBezTo>
                  <a:cubicBezTo>
                    <a:pt x="229933" y="88201"/>
                    <a:pt x="221646" y="91916"/>
                    <a:pt x="220789" y="93250"/>
                  </a:cubicBezTo>
                  <a:cubicBezTo>
                    <a:pt x="219932" y="94583"/>
                    <a:pt x="205073" y="84487"/>
                    <a:pt x="205073" y="84487"/>
                  </a:cubicBezTo>
                  <a:lnTo>
                    <a:pt x="188023" y="104299"/>
                  </a:lnTo>
                  <a:lnTo>
                    <a:pt x="166401" y="127349"/>
                  </a:lnTo>
                  <a:lnTo>
                    <a:pt x="57626" y="168783"/>
                  </a:lnTo>
                  <a:lnTo>
                    <a:pt x="47910" y="180308"/>
                  </a:lnTo>
                  <a:lnTo>
                    <a:pt x="37338" y="199168"/>
                  </a:lnTo>
                  <a:lnTo>
                    <a:pt x="12001" y="209264"/>
                  </a:lnTo>
                  <a:lnTo>
                    <a:pt x="0" y="249936"/>
                  </a:lnTo>
                  <a:lnTo>
                    <a:pt x="145637" y="242125"/>
                  </a:lnTo>
                  <a:lnTo>
                    <a:pt x="177927" y="238411"/>
                  </a:lnTo>
                  <a:lnTo>
                    <a:pt x="282035" y="228219"/>
                  </a:lnTo>
                  <a:lnTo>
                    <a:pt x="334327" y="220599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4EB6C13-4412-C3FE-1A15-AA12DAD756D8}"/>
                </a:ext>
              </a:extLst>
            </p:cNvPr>
            <p:cNvSpPr/>
            <p:nvPr/>
          </p:nvSpPr>
          <p:spPr>
            <a:xfrm>
              <a:off x="5901023" y="4264160"/>
              <a:ext cx="608742" cy="477964"/>
            </a:xfrm>
            <a:custGeom>
              <a:avLst/>
              <a:gdLst>
                <a:gd name="connsiteX0" fmla="*/ 314039 w 608742"/>
                <a:gd name="connsiteY0" fmla="*/ 477965 h 477964"/>
                <a:gd name="connsiteX1" fmla="*/ 314039 w 608742"/>
                <a:gd name="connsiteY1" fmla="*/ 457676 h 477964"/>
                <a:gd name="connsiteX2" fmla="*/ 328803 w 608742"/>
                <a:gd name="connsiteY2" fmla="*/ 457676 h 477964"/>
                <a:gd name="connsiteX3" fmla="*/ 321373 w 608742"/>
                <a:gd name="connsiteY3" fmla="*/ 426339 h 477964"/>
                <a:gd name="connsiteX4" fmla="*/ 350901 w 608742"/>
                <a:gd name="connsiteY4" fmla="*/ 437388 h 477964"/>
                <a:gd name="connsiteX5" fmla="*/ 368712 w 608742"/>
                <a:gd name="connsiteY5" fmla="*/ 436817 h 477964"/>
                <a:gd name="connsiteX6" fmla="*/ 368712 w 608742"/>
                <a:gd name="connsiteY6" fmla="*/ 426339 h 477964"/>
                <a:gd name="connsiteX7" fmla="*/ 357092 w 608742"/>
                <a:gd name="connsiteY7" fmla="*/ 421481 h 477964"/>
                <a:gd name="connsiteX8" fmla="*/ 338042 w 608742"/>
                <a:gd name="connsiteY8" fmla="*/ 413480 h 477964"/>
                <a:gd name="connsiteX9" fmla="*/ 350329 w 608742"/>
                <a:gd name="connsiteY9" fmla="*/ 409194 h 477964"/>
                <a:gd name="connsiteX10" fmla="*/ 375475 w 608742"/>
                <a:gd name="connsiteY10" fmla="*/ 409194 h 477964"/>
                <a:gd name="connsiteX11" fmla="*/ 375475 w 608742"/>
                <a:gd name="connsiteY11" fmla="*/ 398717 h 477964"/>
                <a:gd name="connsiteX12" fmla="*/ 385953 w 608742"/>
                <a:gd name="connsiteY12" fmla="*/ 412242 h 477964"/>
                <a:gd name="connsiteX13" fmla="*/ 392716 w 608742"/>
                <a:gd name="connsiteY13" fmla="*/ 406717 h 477964"/>
                <a:gd name="connsiteX14" fmla="*/ 399478 w 608742"/>
                <a:gd name="connsiteY14" fmla="*/ 391287 h 477964"/>
                <a:gd name="connsiteX15" fmla="*/ 405574 w 608742"/>
                <a:gd name="connsiteY15" fmla="*/ 398050 h 477964"/>
                <a:gd name="connsiteX16" fmla="*/ 414814 w 608742"/>
                <a:gd name="connsiteY16" fmla="*/ 391287 h 477964"/>
                <a:gd name="connsiteX17" fmla="*/ 428910 w 608742"/>
                <a:gd name="connsiteY17" fmla="*/ 382715 h 477964"/>
                <a:gd name="connsiteX18" fmla="*/ 441198 w 608742"/>
                <a:gd name="connsiteY18" fmla="*/ 374142 h 477964"/>
                <a:gd name="connsiteX19" fmla="*/ 444912 w 608742"/>
                <a:gd name="connsiteY19" fmla="*/ 367379 h 477964"/>
                <a:gd name="connsiteX20" fmla="*/ 465201 w 608742"/>
                <a:gd name="connsiteY20" fmla="*/ 360617 h 477964"/>
                <a:gd name="connsiteX21" fmla="*/ 475678 w 608742"/>
                <a:gd name="connsiteY21" fmla="*/ 349567 h 477964"/>
                <a:gd name="connsiteX22" fmla="*/ 479964 w 608742"/>
                <a:gd name="connsiteY22" fmla="*/ 332327 h 477964"/>
                <a:gd name="connsiteX23" fmla="*/ 500253 w 608742"/>
                <a:gd name="connsiteY23" fmla="*/ 332327 h 477964"/>
                <a:gd name="connsiteX24" fmla="*/ 510730 w 608742"/>
                <a:gd name="connsiteY24" fmla="*/ 324993 h 477964"/>
                <a:gd name="connsiteX25" fmla="*/ 519303 w 608742"/>
                <a:gd name="connsiteY25" fmla="*/ 310801 h 477964"/>
                <a:gd name="connsiteX26" fmla="*/ 526637 w 608742"/>
                <a:gd name="connsiteY26" fmla="*/ 304705 h 477964"/>
                <a:gd name="connsiteX27" fmla="*/ 517398 w 608742"/>
                <a:gd name="connsiteY27" fmla="*/ 288131 h 477964"/>
                <a:gd name="connsiteX28" fmla="*/ 526637 w 608742"/>
                <a:gd name="connsiteY28" fmla="*/ 288131 h 477964"/>
                <a:gd name="connsiteX29" fmla="*/ 526637 w 608742"/>
                <a:gd name="connsiteY29" fmla="*/ 277654 h 477964"/>
                <a:gd name="connsiteX30" fmla="*/ 549973 w 608742"/>
                <a:gd name="connsiteY30" fmla="*/ 251841 h 477964"/>
                <a:gd name="connsiteX31" fmla="*/ 562927 w 608742"/>
                <a:gd name="connsiteY31" fmla="*/ 232219 h 477964"/>
                <a:gd name="connsiteX32" fmla="*/ 592455 w 608742"/>
                <a:gd name="connsiteY32" fmla="*/ 214979 h 477964"/>
                <a:gd name="connsiteX33" fmla="*/ 608743 w 608742"/>
                <a:gd name="connsiteY33" fmla="*/ 199453 h 477964"/>
                <a:gd name="connsiteX34" fmla="*/ 465963 w 608742"/>
                <a:gd name="connsiteY34" fmla="*/ 55054 h 477964"/>
                <a:gd name="connsiteX35" fmla="*/ 326041 w 608742"/>
                <a:gd name="connsiteY35" fmla="*/ 53530 h 477964"/>
                <a:gd name="connsiteX36" fmla="*/ 324612 w 608742"/>
                <a:gd name="connsiteY36" fmla="*/ 42863 h 477964"/>
                <a:gd name="connsiteX37" fmla="*/ 318611 w 608742"/>
                <a:gd name="connsiteY37" fmla="*/ 27718 h 477964"/>
                <a:gd name="connsiteX38" fmla="*/ 301561 w 608742"/>
                <a:gd name="connsiteY38" fmla="*/ 14764 h 477964"/>
                <a:gd name="connsiteX39" fmla="*/ 295560 w 608742"/>
                <a:gd name="connsiteY39" fmla="*/ 952 h 477964"/>
                <a:gd name="connsiteX40" fmla="*/ 246793 w 608742"/>
                <a:gd name="connsiteY40" fmla="*/ 0 h 477964"/>
                <a:gd name="connsiteX41" fmla="*/ 189356 w 608742"/>
                <a:gd name="connsiteY41" fmla="*/ 7334 h 477964"/>
                <a:gd name="connsiteX42" fmla="*/ 142589 w 608742"/>
                <a:gd name="connsiteY42" fmla="*/ 13335 h 477964"/>
                <a:gd name="connsiteX43" fmla="*/ 89725 w 608742"/>
                <a:gd name="connsiteY43" fmla="*/ 18479 h 477964"/>
                <a:gd name="connsiteX44" fmla="*/ 36100 w 608742"/>
                <a:gd name="connsiteY44" fmla="*/ 24003 h 477964"/>
                <a:gd name="connsiteX45" fmla="*/ 22097 w 608742"/>
                <a:gd name="connsiteY45" fmla="*/ 39814 h 477964"/>
                <a:gd name="connsiteX46" fmla="*/ 6762 w 608742"/>
                <a:gd name="connsiteY46" fmla="*/ 54007 h 477964"/>
                <a:gd name="connsiteX47" fmla="*/ 0 w 608742"/>
                <a:gd name="connsiteY47" fmla="*/ 76676 h 477964"/>
                <a:gd name="connsiteX48" fmla="*/ 14764 w 608742"/>
                <a:gd name="connsiteY48" fmla="*/ 86487 h 477964"/>
                <a:gd name="connsiteX49" fmla="*/ 37528 w 608742"/>
                <a:gd name="connsiteY49" fmla="*/ 106775 h 477964"/>
                <a:gd name="connsiteX50" fmla="*/ 64579 w 608742"/>
                <a:gd name="connsiteY50" fmla="*/ 113538 h 477964"/>
                <a:gd name="connsiteX51" fmla="*/ 74962 w 608742"/>
                <a:gd name="connsiteY51" fmla="*/ 128968 h 477964"/>
                <a:gd name="connsiteX52" fmla="*/ 79247 w 608742"/>
                <a:gd name="connsiteY52" fmla="*/ 151638 h 477964"/>
                <a:gd name="connsiteX53" fmla="*/ 93440 w 608742"/>
                <a:gd name="connsiteY53" fmla="*/ 173165 h 477964"/>
                <a:gd name="connsiteX54" fmla="*/ 105060 w 608742"/>
                <a:gd name="connsiteY54" fmla="*/ 190405 h 477964"/>
                <a:gd name="connsiteX55" fmla="*/ 114300 w 608742"/>
                <a:gd name="connsiteY55" fmla="*/ 203263 h 477964"/>
                <a:gd name="connsiteX56" fmla="*/ 127825 w 608742"/>
                <a:gd name="connsiteY56" fmla="*/ 226028 h 477964"/>
                <a:gd name="connsiteX57" fmla="*/ 142018 w 608742"/>
                <a:gd name="connsiteY57" fmla="*/ 238982 h 477964"/>
                <a:gd name="connsiteX58" fmla="*/ 165354 w 608742"/>
                <a:gd name="connsiteY58" fmla="*/ 253651 h 477964"/>
                <a:gd name="connsiteX59" fmla="*/ 176403 w 608742"/>
                <a:gd name="connsiteY59" fmla="*/ 259842 h 477964"/>
                <a:gd name="connsiteX60" fmla="*/ 183166 w 608742"/>
                <a:gd name="connsiteY60" fmla="*/ 285655 h 477964"/>
                <a:gd name="connsiteX61" fmla="*/ 194214 w 608742"/>
                <a:gd name="connsiteY61" fmla="*/ 301657 h 477964"/>
                <a:gd name="connsiteX62" fmla="*/ 207740 w 608742"/>
                <a:gd name="connsiteY62" fmla="*/ 310801 h 477964"/>
                <a:gd name="connsiteX63" fmla="*/ 226123 w 608742"/>
                <a:gd name="connsiteY63" fmla="*/ 322517 h 477964"/>
                <a:gd name="connsiteX64" fmla="*/ 236601 w 608742"/>
                <a:gd name="connsiteY64" fmla="*/ 334137 h 477964"/>
                <a:gd name="connsiteX65" fmla="*/ 240316 w 608742"/>
                <a:gd name="connsiteY65" fmla="*/ 348329 h 477964"/>
                <a:gd name="connsiteX66" fmla="*/ 247078 w 608742"/>
                <a:gd name="connsiteY66" fmla="*/ 360617 h 477964"/>
                <a:gd name="connsiteX67" fmla="*/ 251364 w 608742"/>
                <a:gd name="connsiteY67" fmla="*/ 371666 h 477964"/>
                <a:gd name="connsiteX68" fmla="*/ 251936 w 608742"/>
                <a:gd name="connsiteY68" fmla="*/ 390716 h 477964"/>
                <a:gd name="connsiteX69" fmla="*/ 257460 w 608742"/>
                <a:gd name="connsiteY69" fmla="*/ 398717 h 477964"/>
                <a:gd name="connsiteX70" fmla="*/ 266700 w 608742"/>
                <a:gd name="connsiteY70" fmla="*/ 408527 h 477964"/>
                <a:gd name="connsiteX71" fmla="*/ 274701 w 608742"/>
                <a:gd name="connsiteY71" fmla="*/ 421481 h 477964"/>
                <a:gd name="connsiteX72" fmla="*/ 283940 w 608742"/>
                <a:gd name="connsiteY72" fmla="*/ 431863 h 477964"/>
                <a:gd name="connsiteX73" fmla="*/ 280225 w 608742"/>
                <a:gd name="connsiteY73" fmla="*/ 444151 h 477964"/>
                <a:gd name="connsiteX74" fmla="*/ 280892 w 608742"/>
                <a:gd name="connsiteY74" fmla="*/ 457676 h 477964"/>
                <a:gd name="connsiteX75" fmla="*/ 291941 w 608742"/>
                <a:gd name="connsiteY75" fmla="*/ 469392 h 477964"/>
                <a:gd name="connsiteX76" fmla="*/ 314039 w 608742"/>
                <a:gd name="connsiteY76" fmla="*/ 477965 h 477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8742" h="477964">
                  <a:moveTo>
                    <a:pt x="314039" y="477965"/>
                  </a:moveTo>
                  <a:lnTo>
                    <a:pt x="314039" y="457676"/>
                  </a:lnTo>
                  <a:lnTo>
                    <a:pt x="328803" y="457676"/>
                  </a:lnTo>
                  <a:lnTo>
                    <a:pt x="321373" y="426339"/>
                  </a:lnTo>
                  <a:lnTo>
                    <a:pt x="350901" y="437388"/>
                  </a:lnTo>
                  <a:lnTo>
                    <a:pt x="368712" y="436817"/>
                  </a:lnTo>
                  <a:lnTo>
                    <a:pt x="368712" y="426339"/>
                  </a:lnTo>
                  <a:lnTo>
                    <a:pt x="357092" y="421481"/>
                  </a:lnTo>
                  <a:lnTo>
                    <a:pt x="338042" y="413480"/>
                  </a:lnTo>
                  <a:lnTo>
                    <a:pt x="350329" y="409194"/>
                  </a:lnTo>
                  <a:lnTo>
                    <a:pt x="375475" y="409194"/>
                  </a:lnTo>
                  <a:lnTo>
                    <a:pt x="375475" y="398717"/>
                  </a:lnTo>
                  <a:lnTo>
                    <a:pt x="385953" y="412242"/>
                  </a:lnTo>
                  <a:lnTo>
                    <a:pt x="392716" y="406717"/>
                  </a:lnTo>
                  <a:lnTo>
                    <a:pt x="399478" y="391287"/>
                  </a:lnTo>
                  <a:lnTo>
                    <a:pt x="405574" y="398050"/>
                  </a:lnTo>
                  <a:lnTo>
                    <a:pt x="414814" y="391287"/>
                  </a:lnTo>
                  <a:lnTo>
                    <a:pt x="428910" y="382715"/>
                  </a:lnTo>
                  <a:lnTo>
                    <a:pt x="441198" y="374142"/>
                  </a:lnTo>
                  <a:lnTo>
                    <a:pt x="444912" y="367379"/>
                  </a:lnTo>
                  <a:lnTo>
                    <a:pt x="465201" y="360617"/>
                  </a:lnTo>
                  <a:lnTo>
                    <a:pt x="475678" y="349567"/>
                  </a:lnTo>
                  <a:lnTo>
                    <a:pt x="479964" y="332327"/>
                  </a:lnTo>
                  <a:lnTo>
                    <a:pt x="500253" y="332327"/>
                  </a:lnTo>
                  <a:lnTo>
                    <a:pt x="510730" y="324993"/>
                  </a:lnTo>
                  <a:lnTo>
                    <a:pt x="519303" y="310801"/>
                  </a:lnTo>
                  <a:lnTo>
                    <a:pt x="526637" y="304705"/>
                  </a:lnTo>
                  <a:lnTo>
                    <a:pt x="517398" y="288131"/>
                  </a:lnTo>
                  <a:lnTo>
                    <a:pt x="526637" y="288131"/>
                  </a:lnTo>
                  <a:lnTo>
                    <a:pt x="526637" y="277654"/>
                  </a:lnTo>
                  <a:lnTo>
                    <a:pt x="549973" y="251841"/>
                  </a:lnTo>
                  <a:lnTo>
                    <a:pt x="562927" y="232219"/>
                  </a:lnTo>
                  <a:lnTo>
                    <a:pt x="592455" y="214979"/>
                  </a:lnTo>
                  <a:lnTo>
                    <a:pt x="608743" y="199453"/>
                  </a:lnTo>
                  <a:lnTo>
                    <a:pt x="465963" y="55054"/>
                  </a:lnTo>
                  <a:lnTo>
                    <a:pt x="326041" y="53530"/>
                  </a:lnTo>
                  <a:lnTo>
                    <a:pt x="324612" y="42863"/>
                  </a:lnTo>
                  <a:lnTo>
                    <a:pt x="318611" y="27718"/>
                  </a:lnTo>
                  <a:lnTo>
                    <a:pt x="301561" y="14764"/>
                  </a:lnTo>
                  <a:lnTo>
                    <a:pt x="295560" y="952"/>
                  </a:lnTo>
                  <a:lnTo>
                    <a:pt x="246793" y="0"/>
                  </a:lnTo>
                  <a:lnTo>
                    <a:pt x="189356" y="7334"/>
                  </a:lnTo>
                  <a:lnTo>
                    <a:pt x="142589" y="13335"/>
                  </a:lnTo>
                  <a:lnTo>
                    <a:pt x="89725" y="18479"/>
                  </a:lnTo>
                  <a:lnTo>
                    <a:pt x="36100" y="24003"/>
                  </a:lnTo>
                  <a:lnTo>
                    <a:pt x="22097" y="39814"/>
                  </a:lnTo>
                  <a:lnTo>
                    <a:pt x="6762" y="54007"/>
                  </a:lnTo>
                  <a:lnTo>
                    <a:pt x="0" y="76676"/>
                  </a:lnTo>
                  <a:lnTo>
                    <a:pt x="14764" y="86487"/>
                  </a:lnTo>
                  <a:lnTo>
                    <a:pt x="37528" y="106775"/>
                  </a:lnTo>
                  <a:lnTo>
                    <a:pt x="64579" y="113538"/>
                  </a:lnTo>
                  <a:lnTo>
                    <a:pt x="74962" y="128968"/>
                  </a:lnTo>
                  <a:lnTo>
                    <a:pt x="79247" y="151638"/>
                  </a:lnTo>
                  <a:lnTo>
                    <a:pt x="93440" y="173165"/>
                  </a:lnTo>
                  <a:lnTo>
                    <a:pt x="105060" y="190405"/>
                  </a:lnTo>
                  <a:lnTo>
                    <a:pt x="114300" y="203263"/>
                  </a:lnTo>
                  <a:lnTo>
                    <a:pt x="127825" y="226028"/>
                  </a:lnTo>
                  <a:lnTo>
                    <a:pt x="142018" y="238982"/>
                  </a:lnTo>
                  <a:lnTo>
                    <a:pt x="165354" y="253651"/>
                  </a:lnTo>
                  <a:lnTo>
                    <a:pt x="176403" y="259842"/>
                  </a:lnTo>
                  <a:lnTo>
                    <a:pt x="183166" y="285655"/>
                  </a:lnTo>
                  <a:lnTo>
                    <a:pt x="194214" y="301657"/>
                  </a:lnTo>
                  <a:lnTo>
                    <a:pt x="207740" y="310801"/>
                  </a:lnTo>
                  <a:lnTo>
                    <a:pt x="226123" y="322517"/>
                  </a:lnTo>
                  <a:lnTo>
                    <a:pt x="236601" y="334137"/>
                  </a:lnTo>
                  <a:lnTo>
                    <a:pt x="240316" y="348329"/>
                  </a:lnTo>
                  <a:lnTo>
                    <a:pt x="247078" y="360617"/>
                  </a:lnTo>
                  <a:lnTo>
                    <a:pt x="251364" y="371666"/>
                  </a:lnTo>
                  <a:lnTo>
                    <a:pt x="251936" y="390716"/>
                  </a:lnTo>
                  <a:lnTo>
                    <a:pt x="257460" y="398717"/>
                  </a:lnTo>
                  <a:lnTo>
                    <a:pt x="266700" y="408527"/>
                  </a:lnTo>
                  <a:lnTo>
                    <a:pt x="274701" y="421481"/>
                  </a:lnTo>
                  <a:lnTo>
                    <a:pt x="283940" y="431863"/>
                  </a:lnTo>
                  <a:lnTo>
                    <a:pt x="280225" y="444151"/>
                  </a:lnTo>
                  <a:lnTo>
                    <a:pt x="280892" y="457676"/>
                  </a:lnTo>
                  <a:lnTo>
                    <a:pt x="291941" y="469392"/>
                  </a:lnTo>
                  <a:lnTo>
                    <a:pt x="314039" y="477965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68C0558-D8D6-7F7B-EFA2-CF18F46E8F8B}"/>
                </a:ext>
              </a:extLst>
            </p:cNvPr>
            <p:cNvSpPr/>
            <p:nvPr/>
          </p:nvSpPr>
          <p:spPr>
            <a:xfrm>
              <a:off x="5625083" y="4288163"/>
              <a:ext cx="580739" cy="704659"/>
            </a:xfrm>
            <a:custGeom>
              <a:avLst/>
              <a:gdLst>
                <a:gd name="connsiteX0" fmla="*/ 556832 w 580739"/>
                <a:gd name="connsiteY0" fmla="*/ 433673 h 704659"/>
                <a:gd name="connsiteX1" fmla="*/ 556165 w 580739"/>
                <a:gd name="connsiteY1" fmla="*/ 420148 h 704659"/>
                <a:gd name="connsiteX2" fmla="*/ 559880 w 580739"/>
                <a:gd name="connsiteY2" fmla="*/ 407860 h 704659"/>
                <a:gd name="connsiteX3" fmla="*/ 550640 w 580739"/>
                <a:gd name="connsiteY3" fmla="*/ 397478 h 704659"/>
                <a:gd name="connsiteX4" fmla="*/ 542640 w 580739"/>
                <a:gd name="connsiteY4" fmla="*/ 384524 h 704659"/>
                <a:gd name="connsiteX5" fmla="*/ 533400 w 580739"/>
                <a:gd name="connsiteY5" fmla="*/ 374714 h 704659"/>
                <a:gd name="connsiteX6" fmla="*/ 527875 w 580739"/>
                <a:gd name="connsiteY6" fmla="*/ 366713 h 704659"/>
                <a:gd name="connsiteX7" fmla="*/ 527304 w 580739"/>
                <a:gd name="connsiteY7" fmla="*/ 347663 h 704659"/>
                <a:gd name="connsiteX8" fmla="*/ 523018 w 580739"/>
                <a:gd name="connsiteY8" fmla="*/ 336614 h 704659"/>
                <a:gd name="connsiteX9" fmla="*/ 516255 w 580739"/>
                <a:gd name="connsiteY9" fmla="*/ 324326 h 704659"/>
                <a:gd name="connsiteX10" fmla="*/ 512540 w 580739"/>
                <a:gd name="connsiteY10" fmla="*/ 310134 h 704659"/>
                <a:gd name="connsiteX11" fmla="*/ 502063 w 580739"/>
                <a:gd name="connsiteY11" fmla="*/ 298514 h 704659"/>
                <a:gd name="connsiteX12" fmla="*/ 483680 w 580739"/>
                <a:gd name="connsiteY12" fmla="*/ 286798 h 704659"/>
                <a:gd name="connsiteX13" fmla="*/ 470154 w 580739"/>
                <a:gd name="connsiteY13" fmla="*/ 277654 h 704659"/>
                <a:gd name="connsiteX14" fmla="*/ 459105 w 580739"/>
                <a:gd name="connsiteY14" fmla="*/ 261652 h 704659"/>
                <a:gd name="connsiteX15" fmla="*/ 452342 w 580739"/>
                <a:gd name="connsiteY15" fmla="*/ 235839 h 704659"/>
                <a:gd name="connsiteX16" fmla="*/ 441293 w 580739"/>
                <a:gd name="connsiteY16" fmla="*/ 229648 h 704659"/>
                <a:gd name="connsiteX17" fmla="*/ 417957 w 580739"/>
                <a:gd name="connsiteY17" fmla="*/ 214979 h 704659"/>
                <a:gd name="connsiteX18" fmla="*/ 403765 w 580739"/>
                <a:gd name="connsiteY18" fmla="*/ 202025 h 704659"/>
                <a:gd name="connsiteX19" fmla="*/ 390240 w 580739"/>
                <a:gd name="connsiteY19" fmla="*/ 179260 h 704659"/>
                <a:gd name="connsiteX20" fmla="*/ 381000 w 580739"/>
                <a:gd name="connsiteY20" fmla="*/ 166402 h 704659"/>
                <a:gd name="connsiteX21" fmla="*/ 369380 w 580739"/>
                <a:gd name="connsiteY21" fmla="*/ 149162 h 704659"/>
                <a:gd name="connsiteX22" fmla="*/ 355187 w 580739"/>
                <a:gd name="connsiteY22" fmla="*/ 127635 h 704659"/>
                <a:gd name="connsiteX23" fmla="*/ 350901 w 580739"/>
                <a:gd name="connsiteY23" fmla="*/ 104966 h 704659"/>
                <a:gd name="connsiteX24" fmla="*/ 340519 w 580739"/>
                <a:gd name="connsiteY24" fmla="*/ 89535 h 704659"/>
                <a:gd name="connsiteX25" fmla="*/ 313468 w 580739"/>
                <a:gd name="connsiteY25" fmla="*/ 82772 h 704659"/>
                <a:gd name="connsiteX26" fmla="*/ 290703 w 580739"/>
                <a:gd name="connsiteY26" fmla="*/ 62484 h 704659"/>
                <a:gd name="connsiteX27" fmla="*/ 275940 w 580739"/>
                <a:gd name="connsiteY27" fmla="*/ 52673 h 704659"/>
                <a:gd name="connsiteX28" fmla="*/ 282702 w 580739"/>
                <a:gd name="connsiteY28" fmla="*/ 30004 h 704659"/>
                <a:gd name="connsiteX29" fmla="*/ 298037 w 580739"/>
                <a:gd name="connsiteY29" fmla="*/ 15812 h 704659"/>
                <a:gd name="connsiteX30" fmla="*/ 312039 w 580739"/>
                <a:gd name="connsiteY30" fmla="*/ 0 h 704659"/>
                <a:gd name="connsiteX31" fmla="*/ 300038 w 580739"/>
                <a:gd name="connsiteY31" fmla="*/ 1429 h 704659"/>
                <a:gd name="connsiteX32" fmla="*/ 154400 w 580739"/>
                <a:gd name="connsiteY32" fmla="*/ 9239 h 704659"/>
                <a:gd name="connsiteX33" fmla="*/ 0 w 580739"/>
                <a:gd name="connsiteY33" fmla="*/ 6001 h 704659"/>
                <a:gd name="connsiteX34" fmla="*/ 25813 w 580739"/>
                <a:gd name="connsiteY34" fmla="*/ 199549 h 704659"/>
                <a:gd name="connsiteX35" fmla="*/ 44291 w 580739"/>
                <a:gd name="connsiteY35" fmla="*/ 313849 h 704659"/>
                <a:gd name="connsiteX36" fmla="*/ 82963 w 580739"/>
                <a:gd name="connsiteY36" fmla="*/ 409766 h 704659"/>
                <a:gd name="connsiteX37" fmla="*/ 55340 w 580739"/>
                <a:gd name="connsiteY37" fmla="*/ 472440 h 704659"/>
                <a:gd name="connsiteX38" fmla="*/ 62770 w 580739"/>
                <a:gd name="connsiteY38" fmla="*/ 522160 h 704659"/>
                <a:gd name="connsiteX39" fmla="*/ 62770 w 580739"/>
                <a:gd name="connsiteY39" fmla="*/ 557213 h 704659"/>
                <a:gd name="connsiteX40" fmla="*/ 62770 w 580739"/>
                <a:gd name="connsiteY40" fmla="*/ 603314 h 704659"/>
                <a:gd name="connsiteX41" fmla="*/ 82963 w 580739"/>
                <a:gd name="connsiteY41" fmla="*/ 653034 h 704659"/>
                <a:gd name="connsiteX42" fmla="*/ 424053 w 580739"/>
                <a:gd name="connsiteY42" fmla="*/ 671513 h 704659"/>
                <a:gd name="connsiteX43" fmla="*/ 424053 w 580739"/>
                <a:gd name="connsiteY43" fmla="*/ 704659 h 704659"/>
                <a:gd name="connsiteX44" fmla="*/ 437007 w 580739"/>
                <a:gd name="connsiteY44" fmla="*/ 704659 h 704659"/>
                <a:gd name="connsiteX45" fmla="*/ 451675 w 580739"/>
                <a:gd name="connsiteY45" fmla="*/ 669703 h 704659"/>
                <a:gd name="connsiteX46" fmla="*/ 451675 w 580739"/>
                <a:gd name="connsiteY46" fmla="*/ 634651 h 704659"/>
                <a:gd name="connsiteX47" fmla="*/ 525494 w 580739"/>
                <a:gd name="connsiteY47" fmla="*/ 653034 h 704659"/>
                <a:gd name="connsiteX48" fmla="*/ 516255 w 580739"/>
                <a:gd name="connsiteY48" fmla="*/ 623602 h 704659"/>
                <a:gd name="connsiteX49" fmla="*/ 505206 w 580739"/>
                <a:gd name="connsiteY49" fmla="*/ 623602 h 704659"/>
                <a:gd name="connsiteX50" fmla="*/ 495967 w 580739"/>
                <a:gd name="connsiteY50" fmla="*/ 608838 h 704659"/>
                <a:gd name="connsiteX51" fmla="*/ 514350 w 580739"/>
                <a:gd name="connsiteY51" fmla="*/ 597789 h 704659"/>
                <a:gd name="connsiteX52" fmla="*/ 534638 w 580739"/>
                <a:gd name="connsiteY52" fmla="*/ 575691 h 704659"/>
                <a:gd name="connsiteX53" fmla="*/ 534638 w 580739"/>
                <a:gd name="connsiteY53" fmla="*/ 566452 h 704659"/>
                <a:gd name="connsiteX54" fmla="*/ 534638 w 580739"/>
                <a:gd name="connsiteY54" fmla="*/ 546164 h 704659"/>
                <a:gd name="connsiteX55" fmla="*/ 534638 w 580739"/>
                <a:gd name="connsiteY55" fmla="*/ 520351 h 704659"/>
                <a:gd name="connsiteX56" fmla="*/ 534638 w 580739"/>
                <a:gd name="connsiteY56" fmla="*/ 505587 h 704659"/>
                <a:gd name="connsiteX57" fmla="*/ 553117 w 580739"/>
                <a:gd name="connsiteY57" fmla="*/ 505587 h 704659"/>
                <a:gd name="connsiteX58" fmla="*/ 580263 w 580739"/>
                <a:gd name="connsiteY58" fmla="*/ 476059 h 704659"/>
                <a:gd name="connsiteX59" fmla="*/ 580263 w 580739"/>
                <a:gd name="connsiteY59" fmla="*/ 453962 h 704659"/>
                <a:gd name="connsiteX60" fmla="*/ 580740 w 580739"/>
                <a:gd name="connsiteY60" fmla="*/ 450342 h 704659"/>
                <a:gd name="connsiteX61" fmla="*/ 567880 w 580739"/>
                <a:gd name="connsiteY61" fmla="*/ 445389 h 704659"/>
                <a:gd name="connsiteX62" fmla="*/ 556832 w 580739"/>
                <a:gd name="connsiteY62" fmla="*/ 433673 h 704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80739" h="704659">
                  <a:moveTo>
                    <a:pt x="556832" y="433673"/>
                  </a:moveTo>
                  <a:lnTo>
                    <a:pt x="556165" y="420148"/>
                  </a:lnTo>
                  <a:lnTo>
                    <a:pt x="559880" y="407860"/>
                  </a:lnTo>
                  <a:lnTo>
                    <a:pt x="550640" y="397478"/>
                  </a:lnTo>
                  <a:lnTo>
                    <a:pt x="542640" y="384524"/>
                  </a:lnTo>
                  <a:lnTo>
                    <a:pt x="533400" y="374714"/>
                  </a:lnTo>
                  <a:lnTo>
                    <a:pt x="527875" y="366713"/>
                  </a:lnTo>
                  <a:lnTo>
                    <a:pt x="527304" y="347663"/>
                  </a:lnTo>
                  <a:lnTo>
                    <a:pt x="523018" y="336614"/>
                  </a:lnTo>
                  <a:lnTo>
                    <a:pt x="516255" y="324326"/>
                  </a:lnTo>
                  <a:lnTo>
                    <a:pt x="512540" y="310134"/>
                  </a:lnTo>
                  <a:lnTo>
                    <a:pt x="502063" y="298514"/>
                  </a:lnTo>
                  <a:lnTo>
                    <a:pt x="483680" y="286798"/>
                  </a:lnTo>
                  <a:lnTo>
                    <a:pt x="470154" y="277654"/>
                  </a:lnTo>
                  <a:lnTo>
                    <a:pt x="459105" y="261652"/>
                  </a:lnTo>
                  <a:lnTo>
                    <a:pt x="452342" y="235839"/>
                  </a:lnTo>
                  <a:lnTo>
                    <a:pt x="441293" y="229648"/>
                  </a:lnTo>
                  <a:lnTo>
                    <a:pt x="417957" y="214979"/>
                  </a:lnTo>
                  <a:lnTo>
                    <a:pt x="403765" y="202025"/>
                  </a:lnTo>
                  <a:lnTo>
                    <a:pt x="390240" y="179260"/>
                  </a:lnTo>
                  <a:lnTo>
                    <a:pt x="381000" y="166402"/>
                  </a:lnTo>
                  <a:lnTo>
                    <a:pt x="369380" y="149162"/>
                  </a:lnTo>
                  <a:lnTo>
                    <a:pt x="355187" y="127635"/>
                  </a:lnTo>
                  <a:lnTo>
                    <a:pt x="350901" y="104966"/>
                  </a:lnTo>
                  <a:lnTo>
                    <a:pt x="340519" y="89535"/>
                  </a:lnTo>
                  <a:lnTo>
                    <a:pt x="313468" y="82772"/>
                  </a:lnTo>
                  <a:lnTo>
                    <a:pt x="290703" y="62484"/>
                  </a:lnTo>
                  <a:lnTo>
                    <a:pt x="275940" y="52673"/>
                  </a:lnTo>
                  <a:lnTo>
                    <a:pt x="282702" y="30004"/>
                  </a:lnTo>
                  <a:lnTo>
                    <a:pt x="298037" y="15812"/>
                  </a:lnTo>
                  <a:lnTo>
                    <a:pt x="312039" y="0"/>
                  </a:lnTo>
                  <a:lnTo>
                    <a:pt x="300038" y="1429"/>
                  </a:lnTo>
                  <a:lnTo>
                    <a:pt x="154400" y="9239"/>
                  </a:lnTo>
                  <a:lnTo>
                    <a:pt x="0" y="6001"/>
                  </a:lnTo>
                  <a:lnTo>
                    <a:pt x="25813" y="199549"/>
                  </a:lnTo>
                  <a:lnTo>
                    <a:pt x="44291" y="313849"/>
                  </a:lnTo>
                  <a:lnTo>
                    <a:pt x="82963" y="409766"/>
                  </a:lnTo>
                  <a:lnTo>
                    <a:pt x="55340" y="472440"/>
                  </a:lnTo>
                  <a:lnTo>
                    <a:pt x="62770" y="522160"/>
                  </a:lnTo>
                  <a:lnTo>
                    <a:pt x="62770" y="557213"/>
                  </a:lnTo>
                  <a:lnTo>
                    <a:pt x="62770" y="603314"/>
                  </a:lnTo>
                  <a:lnTo>
                    <a:pt x="82963" y="653034"/>
                  </a:lnTo>
                  <a:lnTo>
                    <a:pt x="424053" y="671513"/>
                  </a:lnTo>
                  <a:lnTo>
                    <a:pt x="424053" y="704659"/>
                  </a:lnTo>
                  <a:lnTo>
                    <a:pt x="437007" y="704659"/>
                  </a:lnTo>
                  <a:lnTo>
                    <a:pt x="451675" y="669703"/>
                  </a:lnTo>
                  <a:lnTo>
                    <a:pt x="451675" y="634651"/>
                  </a:lnTo>
                  <a:lnTo>
                    <a:pt x="525494" y="653034"/>
                  </a:lnTo>
                  <a:lnTo>
                    <a:pt x="516255" y="623602"/>
                  </a:lnTo>
                  <a:lnTo>
                    <a:pt x="505206" y="623602"/>
                  </a:lnTo>
                  <a:lnTo>
                    <a:pt x="495967" y="608838"/>
                  </a:lnTo>
                  <a:lnTo>
                    <a:pt x="514350" y="597789"/>
                  </a:lnTo>
                  <a:lnTo>
                    <a:pt x="534638" y="575691"/>
                  </a:lnTo>
                  <a:lnTo>
                    <a:pt x="534638" y="566452"/>
                  </a:lnTo>
                  <a:lnTo>
                    <a:pt x="534638" y="546164"/>
                  </a:lnTo>
                  <a:lnTo>
                    <a:pt x="534638" y="520351"/>
                  </a:lnTo>
                  <a:lnTo>
                    <a:pt x="534638" y="505587"/>
                  </a:lnTo>
                  <a:lnTo>
                    <a:pt x="553117" y="505587"/>
                  </a:lnTo>
                  <a:lnTo>
                    <a:pt x="580263" y="476059"/>
                  </a:lnTo>
                  <a:lnTo>
                    <a:pt x="580263" y="453962"/>
                  </a:lnTo>
                  <a:lnTo>
                    <a:pt x="580740" y="450342"/>
                  </a:lnTo>
                  <a:lnTo>
                    <a:pt x="567880" y="445389"/>
                  </a:lnTo>
                  <a:lnTo>
                    <a:pt x="556832" y="433673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A4E3881-4DDB-DD83-5975-C20F90A1E2D7}"/>
                </a:ext>
              </a:extLst>
            </p:cNvPr>
            <p:cNvSpPr/>
            <p:nvPr/>
          </p:nvSpPr>
          <p:spPr>
            <a:xfrm>
              <a:off x="5370671" y="4900620"/>
              <a:ext cx="947547" cy="835818"/>
            </a:xfrm>
            <a:custGeom>
              <a:avLst/>
              <a:gdLst>
                <a:gd name="connsiteX0" fmla="*/ 14764 w 947547"/>
                <a:gd name="connsiteY0" fmla="*/ 92202 h 835818"/>
                <a:gd name="connsiteX1" fmla="*/ 14764 w 947547"/>
                <a:gd name="connsiteY1" fmla="*/ 51626 h 835818"/>
                <a:gd name="connsiteX2" fmla="*/ 0 w 947547"/>
                <a:gd name="connsiteY2" fmla="*/ 0 h 835818"/>
                <a:gd name="connsiteX3" fmla="*/ 320802 w 947547"/>
                <a:gd name="connsiteY3" fmla="*/ 0 h 835818"/>
                <a:gd name="connsiteX4" fmla="*/ 337280 w 947547"/>
                <a:gd name="connsiteY4" fmla="*/ 40577 h 835818"/>
                <a:gd name="connsiteX5" fmla="*/ 678371 w 947547"/>
                <a:gd name="connsiteY5" fmla="*/ 59055 h 835818"/>
                <a:gd name="connsiteX6" fmla="*/ 678371 w 947547"/>
                <a:gd name="connsiteY6" fmla="*/ 92202 h 835818"/>
                <a:gd name="connsiteX7" fmla="*/ 691229 w 947547"/>
                <a:gd name="connsiteY7" fmla="*/ 92202 h 835818"/>
                <a:gd name="connsiteX8" fmla="*/ 705993 w 947547"/>
                <a:gd name="connsiteY8" fmla="*/ 57150 h 835818"/>
                <a:gd name="connsiteX9" fmla="*/ 705993 w 947547"/>
                <a:gd name="connsiteY9" fmla="*/ 22098 h 835818"/>
                <a:gd name="connsiteX10" fmla="*/ 773240 w 947547"/>
                <a:gd name="connsiteY10" fmla="*/ 38862 h 835818"/>
                <a:gd name="connsiteX11" fmla="*/ 773240 w 947547"/>
                <a:gd name="connsiteY11" fmla="*/ 92107 h 835818"/>
                <a:gd name="connsiteX12" fmla="*/ 790765 w 947547"/>
                <a:gd name="connsiteY12" fmla="*/ 143732 h 835818"/>
                <a:gd name="connsiteX13" fmla="*/ 811054 w 947547"/>
                <a:gd name="connsiteY13" fmla="*/ 208217 h 835818"/>
                <a:gd name="connsiteX14" fmla="*/ 834580 w 947547"/>
                <a:gd name="connsiteY14" fmla="*/ 270891 h 835818"/>
                <a:gd name="connsiteX15" fmla="*/ 846582 w 947547"/>
                <a:gd name="connsiteY15" fmla="*/ 291655 h 835818"/>
                <a:gd name="connsiteX16" fmla="*/ 860869 w 947547"/>
                <a:gd name="connsiteY16" fmla="*/ 353854 h 835818"/>
                <a:gd name="connsiteX17" fmla="*/ 860869 w 947547"/>
                <a:gd name="connsiteY17" fmla="*/ 377857 h 835818"/>
                <a:gd name="connsiteX18" fmla="*/ 880205 w 947547"/>
                <a:gd name="connsiteY18" fmla="*/ 426720 h 835818"/>
                <a:gd name="connsiteX19" fmla="*/ 906494 w 947547"/>
                <a:gd name="connsiteY19" fmla="*/ 472821 h 835818"/>
                <a:gd name="connsiteX20" fmla="*/ 925354 w 947547"/>
                <a:gd name="connsiteY20" fmla="*/ 523494 h 835818"/>
                <a:gd name="connsiteX21" fmla="*/ 933640 w 947547"/>
                <a:gd name="connsiteY21" fmla="*/ 547021 h 835818"/>
                <a:gd name="connsiteX22" fmla="*/ 933640 w 947547"/>
                <a:gd name="connsiteY22" fmla="*/ 557594 h 835818"/>
                <a:gd name="connsiteX23" fmla="*/ 937355 w 947547"/>
                <a:gd name="connsiteY23" fmla="*/ 564547 h 835818"/>
                <a:gd name="connsiteX24" fmla="*/ 941546 w 947547"/>
                <a:gd name="connsiteY24" fmla="*/ 583025 h 835818"/>
                <a:gd name="connsiteX25" fmla="*/ 947547 w 947547"/>
                <a:gd name="connsiteY25" fmla="*/ 598265 h 835818"/>
                <a:gd name="connsiteX26" fmla="*/ 947547 w 947547"/>
                <a:gd name="connsiteY26" fmla="*/ 706564 h 835818"/>
                <a:gd name="connsiteX27" fmla="*/ 942499 w 947547"/>
                <a:gd name="connsiteY27" fmla="*/ 710279 h 835818"/>
                <a:gd name="connsiteX28" fmla="*/ 943451 w 947547"/>
                <a:gd name="connsiteY28" fmla="*/ 722757 h 835818"/>
                <a:gd name="connsiteX29" fmla="*/ 935641 w 947547"/>
                <a:gd name="connsiteY29" fmla="*/ 740283 h 835818"/>
                <a:gd name="connsiteX30" fmla="*/ 930592 w 947547"/>
                <a:gd name="connsiteY30" fmla="*/ 757333 h 835818"/>
                <a:gd name="connsiteX31" fmla="*/ 918115 w 947547"/>
                <a:gd name="connsiteY31" fmla="*/ 773049 h 835818"/>
                <a:gd name="connsiteX32" fmla="*/ 915353 w 947547"/>
                <a:gd name="connsiteY32" fmla="*/ 797052 h 835818"/>
                <a:gd name="connsiteX33" fmla="*/ 912590 w 947547"/>
                <a:gd name="connsiteY33" fmla="*/ 811816 h 835818"/>
                <a:gd name="connsiteX34" fmla="*/ 893255 w 947547"/>
                <a:gd name="connsiteY34" fmla="*/ 823341 h 835818"/>
                <a:gd name="connsiteX35" fmla="*/ 865632 w 947547"/>
                <a:gd name="connsiteY35" fmla="*/ 830294 h 835818"/>
                <a:gd name="connsiteX36" fmla="*/ 831056 w 947547"/>
                <a:gd name="connsiteY36" fmla="*/ 835819 h 835818"/>
                <a:gd name="connsiteX37" fmla="*/ 812577 w 947547"/>
                <a:gd name="connsiteY37" fmla="*/ 835819 h 835818"/>
                <a:gd name="connsiteX38" fmla="*/ 809815 w 947547"/>
                <a:gd name="connsiteY38" fmla="*/ 821055 h 835818"/>
                <a:gd name="connsiteX39" fmla="*/ 809815 w 947547"/>
                <a:gd name="connsiteY39" fmla="*/ 811816 h 835818"/>
                <a:gd name="connsiteX40" fmla="*/ 826389 w 947547"/>
                <a:gd name="connsiteY40" fmla="*/ 813245 h 835818"/>
                <a:gd name="connsiteX41" fmla="*/ 832866 w 947547"/>
                <a:gd name="connsiteY41" fmla="*/ 810482 h 835818"/>
                <a:gd name="connsiteX42" fmla="*/ 831056 w 947547"/>
                <a:gd name="connsiteY42" fmla="*/ 799910 h 835818"/>
                <a:gd name="connsiteX43" fmla="*/ 833819 w 947547"/>
                <a:gd name="connsiteY43" fmla="*/ 792956 h 835818"/>
                <a:gd name="connsiteX44" fmla="*/ 802005 w 947547"/>
                <a:gd name="connsiteY44" fmla="*/ 792004 h 835818"/>
                <a:gd name="connsiteX45" fmla="*/ 793718 w 947547"/>
                <a:gd name="connsiteY45" fmla="*/ 746855 h 835818"/>
                <a:gd name="connsiteX46" fmla="*/ 778002 w 947547"/>
                <a:gd name="connsiteY46" fmla="*/ 735806 h 835818"/>
                <a:gd name="connsiteX47" fmla="*/ 748951 w 947547"/>
                <a:gd name="connsiteY47" fmla="*/ 731615 h 835818"/>
                <a:gd name="connsiteX48" fmla="*/ 731425 w 947547"/>
                <a:gd name="connsiteY48" fmla="*/ 713137 h 835818"/>
                <a:gd name="connsiteX49" fmla="*/ 722661 w 947547"/>
                <a:gd name="connsiteY49" fmla="*/ 674465 h 835818"/>
                <a:gd name="connsiteX50" fmla="*/ 719899 w 947547"/>
                <a:gd name="connsiteY50" fmla="*/ 650081 h 835818"/>
                <a:gd name="connsiteX51" fmla="*/ 699135 w 947547"/>
                <a:gd name="connsiteY51" fmla="*/ 635794 h 835818"/>
                <a:gd name="connsiteX52" fmla="*/ 696849 w 947547"/>
                <a:gd name="connsiteY52" fmla="*/ 618268 h 835818"/>
                <a:gd name="connsiteX53" fmla="*/ 699611 w 947547"/>
                <a:gd name="connsiteY53" fmla="*/ 599789 h 835818"/>
                <a:gd name="connsiteX54" fmla="*/ 703326 w 947547"/>
                <a:gd name="connsiteY54" fmla="*/ 591503 h 835818"/>
                <a:gd name="connsiteX55" fmla="*/ 697801 w 947547"/>
                <a:gd name="connsiteY55" fmla="*/ 579501 h 835818"/>
                <a:gd name="connsiteX56" fmla="*/ 694086 w 947547"/>
                <a:gd name="connsiteY56" fmla="*/ 578072 h 835818"/>
                <a:gd name="connsiteX57" fmla="*/ 679799 w 947547"/>
                <a:gd name="connsiteY57" fmla="*/ 586835 h 835818"/>
                <a:gd name="connsiteX58" fmla="*/ 670560 w 947547"/>
                <a:gd name="connsiteY58" fmla="*/ 597884 h 835818"/>
                <a:gd name="connsiteX59" fmla="*/ 655796 w 947547"/>
                <a:gd name="connsiteY59" fmla="*/ 581787 h 835818"/>
                <a:gd name="connsiteX60" fmla="*/ 651605 w 947547"/>
                <a:gd name="connsiteY60" fmla="*/ 564261 h 835818"/>
                <a:gd name="connsiteX61" fmla="*/ 648367 w 947547"/>
                <a:gd name="connsiteY61" fmla="*/ 551783 h 835818"/>
                <a:gd name="connsiteX62" fmla="*/ 632269 w 947547"/>
                <a:gd name="connsiteY62" fmla="*/ 513493 h 835818"/>
                <a:gd name="connsiteX63" fmla="*/ 623506 w 947547"/>
                <a:gd name="connsiteY63" fmla="*/ 497396 h 835818"/>
                <a:gd name="connsiteX64" fmla="*/ 647034 w 947547"/>
                <a:gd name="connsiteY64" fmla="*/ 463772 h 835818"/>
                <a:gd name="connsiteX65" fmla="*/ 649319 w 947547"/>
                <a:gd name="connsiteY65" fmla="*/ 446246 h 835818"/>
                <a:gd name="connsiteX66" fmla="*/ 630841 w 947547"/>
                <a:gd name="connsiteY66" fmla="*/ 434721 h 835818"/>
                <a:gd name="connsiteX67" fmla="*/ 603694 w 947547"/>
                <a:gd name="connsiteY67" fmla="*/ 420434 h 835818"/>
                <a:gd name="connsiteX68" fmla="*/ 603218 w 947547"/>
                <a:gd name="connsiteY68" fmla="*/ 405194 h 835818"/>
                <a:gd name="connsiteX69" fmla="*/ 626268 w 947547"/>
                <a:gd name="connsiteY69" fmla="*/ 343471 h 835818"/>
                <a:gd name="connsiteX70" fmla="*/ 623983 w 947547"/>
                <a:gd name="connsiteY70" fmla="*/ 308896 h 835818"/>
                <a:gd name="connsiteX71" fmla="*/ 604647 w 947547"/>
                <a:gd name="connsiteY71" fmla="*/ 276130 h 835818"/>
                <a:gd name="connsiteX72" fmla="*/ 593598 w 947547"/>
                <a:gd name="connsiteY72" fmla="*/ 265557 h 835818"/>
                <a:gd name="connsiteX73" fmla="*/ 571024 w 947547"/>
                <a:gd name="connsiteY73" fmla="*/ 258604 h 835818"/>
                <a:gd name="connsiteX74" fmla="*/ 547973 w 947547"/>
                <a:gd name="connsiteY74" fmla="*/ 232315 h 835818"/>
                <a:gd name="connsiteX75" fmla="*/ 544735 w 947547"/>
                <a:gd name="connsiteY75" fmla="*/ 221266 h 835818"/>
                <a:gd name="connsiteX76" fmla="*/ 529114 w 947547"/>
                <a:gd name="connsiteY76" fmla="*/ 210217 h 835818"/>
                <a:gd name="connsiteX77" fmla="*/ 525399 w 947547"/>
                <a:gd name="connsiteY77" fmla="*/ 186690 h 835818"/>
                <a:gd name="connsiteX78" fmla="*/ 520351 w 947547"/>
                <a:gd name="connsiteY78" fmla="*/ 178403 h 835818"/>
                <a:gd name="connsiteX79" fmla="*/ 515779 w 947547"/>
                <a:gd name="connsiteY79" fmla="*/ 175165 h 835818"/>
                <a:gd name="connsiteX80" fmla="*/ 501491 w 947547"/>
                <a:gd name="connsiteY80" fmla="*/ 172879 h 835818"/>
                <a:gd name="connsiteX81" fmla="*/ 494157 w 947547"/>
                <a:gd name="connsiteY81" fmla="*/ 154877 h 835818"/>
                <a:gd name="connsiteX82" fmla="*/ 484918 w 947547"/>
                <a:gd name="connsiteY82" fmla="*/ 149828 h 835818"/>
                <a:gd name="connsiteX83" fmla="*/ 468821 w 947547"/>
                <a:gd name="connsiteY83" fmla="*/ 137351 h 835818"/>
                <a:gd name="connsiteX84" fmla="*/ 461010 w 947547"/>
                <a:gd name="connsiteY84" fmla="*/ 135541 h 835818"/>
                <a:gd name="connsiteX85" fmla="*/ 449008 w 947547"/>
                <a:gd name="connsiteY85" fmla="*/ 125825 h 835818"/>
                <a:gd name="connsiteX86" fmla="*/ 434721 w 947547"/>
                <a:gd name="connsiteY86" fmla="*/ 131826 h 835818"/>
                <a:gd name="connsiteX87" fmla="*/ 429196 w 947547"/>
                <a:gd name="connsiteY87" fmla="*/ 122587 h 835818"/>
                <a:gd name="connsiteX88" fmla="*/ 426910 w 947547"/>
                <a:gd name="connsiteY88" fmla="*/ 110109 h 835818"/>
                <a:gd name="connsiteX89" fmla="*/ 419576 w 947547"/>
                <a:gd name="connsiteY89" fmla="*/ 112395 h 835818"/>
                <a:gd name="connsiteX90" fmla="*/ 416814 w 947547"/>
                <a:gd name="connsiteY90" fmla="*/ 125730 h 835818"/>
                <a:gd name="connsiteX91" fmla="*/ 415862 w 947547"/>
                <a:gd name="connsiteY91" fmla="*/ 136303 h 835818"/>
                <a:gd name="connsiteX92" fmla="*/ 405765 w 947547"/>
                <a:gd name="connsiteY92" fmla="*/ 136303 h 835818"/>
                <a:gd name="connsiteX93" fmla="*/ 394240 w 947547"/>
                <a:gd name="connsiteY93" fmla="*/ 145542 h 835818"/>
                <a:gd name="connsiteX94" fmla="*/ 398431 w 947547"/>
                <a:gd name="connsiteY94" fmla="*/ 155638 h 835818"/>
                <a:gd name="connsiteX95" fmla="*/ 388334 w 947547"/>
                <a:gd name="connsiteY95" fmla="*/ 157448 h 835818"/>
                <a:gd name="connsiteX96" fmla="*/ 376809 w 947547"/>
                <a:gd name="connsiteY96" fmla="*/ 161639 h 835818"/>
                <a:gd name="connsiteX97" fmla="*/ 363474 w 947547"/>
                <a:gd name="connsiteY97" fmla="*/ 167164 h 835818"/>
                <a:gd name="connsiteX98" fmla="*/ 346424 w 947547"/>
                <a:gd name="connsiteY98" fmla="*/ 178213 h 835818"/>
                <a:gd name="connsiteX99" fmla="*/ 327565 w 947547"/>
                <a:gd name="connsiteY99" fmla="*/ 183737 h 835818"/>
                <a:gd name="connsiteX100" fmla="*/ 290227 w 947547"/>
                <a:gd name="connsiteY100" fmla="*/ 186023 h 835818"/>
                <a:gd name="connsiteX101" fmla="*/ 276892 w 947547"/>
                <a:gd name="connsiteY101" fmla="*/ 153734 h 835818"/>
                <a:gd name="connsiteX102" fmla="*/ 267176 w 947547"/>
                <a:gd name="connsiteY102" fmla="*/ 139922 h 835818"/>
                <a:gd name="connsiteX103" fmla="*/ 241840 w 947547"/>
                <a:gd name="connsiteY103" fmla="*/ 125159 h 835818"/>
                <a:gd name="connsiteX104" fmla="*/ 227552 w 947547"/>
                <a:gd name="connsiteY104" fmla="*/ 112300 h 835818"/>
                <a:gd name="connsiteX105" fmla="*/ 178689 w 947547"/>
                <a:gd name="connsiteY105" fmla="*/ 92012 h 835818"/>
                <a:gd name="connsiteX106" fmla="*/ 167640 w 947547"/>
                <a:gd name="connsiteY106" fmla="*/ 86011 h 835818"/>
                <a:gd name="connsiteX107" fmla="*/ 172212 w 947547"/>
                <a:gd name="connsiteY107" fmla="*/ 77724 h 835818"/>
                <a:gd name="connsiteX108" fmla="*/ 162496 w 947547"/>
                <a:gd name="connsiteY108" fmla="*/ 65246 h 835818"/>
                <a:gd name="connsiteX109" fmla="*/ 145923 w 947547"/>
                <a:gd name="connsiteY109" fmla="*/ 71247 h 835818"/>
                <a:gd name="connsiteX110" fmla="*/ 133921 w 947547"/>
                <a:gd name="connsiteY110" fmla="*/ 64770 h 835818"/>
                <a:gd name="connsiteX111" fmla="*/ 118681 w 947547"/>
                <a:gd name="connsiteY111" fmla="*/ 72580 h 835818"/>
                <a:gd name="connsiteX112" fmla="*/ 115443 w 947547"/>
                <a:gd name="connsiteY112" fmla="*/ 80391 h 835818"/>
                <a:gd name="connsiteX113" fmla="*/ 86392 w 947547"/>
                <a:gd name="connsiteY113" fmla="*/ 84963 h 835818"/>
                <a:gd name="connsiteX114" fmla="*/ 76295 w 947547"/>
                <a:gd name="connsiteY114" fmla="*/ 82201 h 835818"/>
                <a:gd name="connsiteX115" fmla="*/ 70295 w 947547"/>
                <a:gd name="connsiteY115" fmla="*/ 65151 h 835818"/>
                <a:gd name="connsiteX116" fmla="*/ 60579 w 947547"/>
                <a:gd name="connsiteY116" fmla="*/ 71628 h 835818"/>
                <a:gd name="connsiteX117" fmla="*/ 51340 w 947547"/>
                <a:gd name="connsiteY117" fmla="*/ 72580 h 835818"/>
                <a:gd name="connsiteX118" fmla="*/ 46768 w 947547"/>
                <a:gd name="connsiteY118" fmla="*/ 82677 h 835818"/>
                <a:gd name="connsiteX119" fmla="*/ 38957 w 947547"/>
                <a:gd name="connsiteY119" fmla="*/ 91916 h 835818"/>
                <a:gd name="connsiteX120" fmla="*/ 14954 w 947547"/>
                <a:gd name="connsiteY120" fmla="*/ 91916 h 835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47547" h="835818">
                  <a:moveTo>
                    <a:pt x="14764" y="92202"/>
                  </a:moveTo>
                  <a:lnTo>
                    <a:pt x="14764" y="51626"/>
                  </a:lnTo>
                  <a:lnTo>
                    <a:pt x="0" y="0"/>
                  </a:lnTo>
                  <a:lnTo>
                    <a:pt x="320802" y="0"/>
                  </a:lnTo>
                  <a:lnTo>
                    <a:pt x="337280" y="40577"/>
                  </a:lnTo>
                  <a:lnTo>
                    <a:pt x="678371" y="59055"/>
                  </a:lnTo>
                  <a:lnTo>
                    <a:pt x="678371" y="92202"/>
                  </a:lnTo>
                  <a:lnTo>
                    <a:pt x="691229" y="92202"/>
                  </a:lnTo>
                  <a:lnTo>
                    <a:pt x="705993" y="57150"/>
                  </a:lnTo>
                  <a:lnTo>
                    <a:pt x="705993" y="22098"/>
                  </a:lnTo>
                  <a:lnTo>
                    <a:pt x="773240" y="38862"/>
                  </a:lnTo>
                  <a:lnTo>
                    <a:pt x="773240" y="92107"/>
                  </a:lnTo>
                  <a:lnTo>
                    <a:pt x="790765" y="143732"/>
                  </a:lnTo>
                  <a:lnTo>
                    <a:pt x="811054" y="208217"/>
                  </a:lnTo>
                  <a:lnTo>
                    <a:pt x="834580" y="270891"/>
                  </a:lnTo>
                  <a:lnTo>
                    <a:pt x="846582" y="291655"/>
                  </a:lnTo>
                  <a:lnTo>
                    <a:pt x="860869" y="353854"/>
                  </a:lnTo>
                  <a:lnTo>
                    <a:pt x="860869" y="377857"/>
                  </a:lnTo>
                  <a:lnTo>
                    <a:pt x="880205" y="426720"/>
                  </a:lnTo>
                  <a:lnTo>
                    <a:pt x="906494" y="472821"/>
                  </a:lnTo>
                  <a:lnTo>
                    <a:pt x="925354" y="523494"/>
                  </a:lnTo>
                  <a:lnTo>
                    <a:pt x="933640" y="547021"/>
                  </a:lnTo>
                  <a:lnTo>
                    <a:pt x="933640" y="557594"/>
                  </a:lnTo>
                  <a:lnTo>
                    <a:pt x="937355" y="564547"/>
                  </a:lnTo>
                  <a:lnTo>
                    <a:pt x="941546" y="583025"/>
                  </a:lnTo>
                  <a:lnTo>
                    <a:pt x="947547" y="598265"/>
                  </a:lnTo>
                  <a:lnTo>
                    <a:pt x="947547" y="706564"/>
                  </a:lnTo>
                  <a:lnTo>
                    <a:pt x="942499" y="710279"/>
                  </a:lnTo>
                  <a:lnTo>
                    <a:pt x="943451" y="722757"/>
                  </a:lnTo>
                  <a:lnTo>
                    <a:pt x="935641" y="740283"/>
                  </a:lnTo>
                  <a:lnTo>
                    <a:pt x="930592" y="757333"/>
                  </a:lnTo>
                  <a:lnTo>
                    <a:pt x="918115" y="773049"/>
                  </a:lnTo>
                  <a:lnTo>
                    <a:pt x="915353" y="797052"/>
                  </a:lnTo>
                  <a:lnTo>
                    <a:pt x="912590" y="811816"/>
                  </a:lnTo>
                  <a:lnTo>
                    <a:pt x="893255" y="823341"/>
                  </a:lnTo>
                  <a:lnTo>
                    <a:pt x="865632" y="830294"/>
                  </a:lnTo>
                  <a:lnTo>
                    <a:pt x="831056" y="835819"/>
                  </a:lnTo>
                  <a:lnTo>
                    <a:pt x="812577" y="835819"/>
                  </a:lnTo>
                  <a:lnTo>
                    <a:pt x="809815" y="821055"/>
                  </a:lnTo>
                  <a:lnTo>
                    <a:pt x="809815" y="811816"/>
                  </a:lnTo>
                  <a:lnTo>
                    <a:pt x="826389" y="813245"/>
                  </a:lnTo>
                  <a:lnTo>
                    <a:pt x="832866" y="810482"/>
                  </a:lnTo>
                  <a:cubicBezTo>
                    <a:pt x="832866" y="810482"/>
                    <a:pt x="831056" y="801243"/>
                    <a:pt x="831056" y="799910"/>
                  </a:cubicBezTo>
                  <a:cubicBezTo>
                    <a:pt x="831056" y="798576"/>
                    <a:pt x="833819" y="792956"/>
                    <a:pt x="833819" y="792956"/>
                  </a:cubicBezTo>
                  <a:lnTo>
                    <a:pt x="802005" y="792004"/>
                  </a:lnTo>
                  <a:lnTo>
                    <a:pt x="793718" y="746855"/>
                  </a:lnTo>
                  <a:cubicBezTo>
                    <a:pt x="793718" y="746855"/>
                    <a:pt x="779431" y="735806"/>
                    <a:pt x="778002" y="735806"/>
                  </a:cubicBezTo>
                  <a:cubicBezTo>
                    <a:pt x="776573" y="735806"/>
                    <a:pt x="748951" y="731615"/>
                    <a:pt x="748951" y="731615"/>
                  </a:cubicBezTo>
                  <a:lnTo>
                    <a:pt x="731425" y="713137"/>
                  </a:lnTo>
                  <a:lnTo>
                    <a:pt x="722661" y="674465"/>
                  </a:lnTo>
                  <a:lnTo>
                    <a:pt x="719899" y="650081"/>
                  </a:lnTo>
                  <a:lnTo>
                    <a:pt x="699135" y="635794"/>
                  </a:lnTo>
                  <a:lnTo>
                    <a:pt x="696849" y="618268"/>
                  </a:lnTo>
                  <a:lnTo>
                    <a:pt x="699611" y="599789"/>
                  </a:lnTo>
                  <a:lnTo>
                    <a:pt x="703326" y="591503"/>
                  </a:lnTo>
                  <a:lnTo>
                    <a:pt x="697801" y="579501"/>
                  </a:lnTo>
                  <a:cubicBezTo>
                    <a:pt x="697801" y="579501"/>
                    <a:pt x="695992" y="577691"/>
                    <a:pt x="694086" y="578072"/>
                  </a:cubicBezTo>
                  <a:cubicBezTo>
                    <a:pt x="692182" y="578453"/>
                    <a:pt x="681609" y="585406"/>
                    <a:pt x="679799" y="586835"/>
                  </a:cubicBezTo>
                  <a:cubicBezTo>
                    <a:pt x="677990" y="588264"/>
                    <a:pt x="670560" y="597884"/>
                    <a:pt x="670560" y="597884"/>
                  </a:cubicBezTo>
                  <a:lnTo>
                    <a:pt x="655796" y="581787"/>
                  </a:lnTo>
                  <a:lnTo>
                    <a:pt x="651605" y="564261"/>
                  </a:lnTo>
                  <a:lnTo>
                    <a:pt x="648367" y="551783"/>
                  </a:lnTo>
                  <a:cubicBezTo>
                    <a:pt x="648367" y="551783"/>
                    <a:pt x="633127" y="514921"/>
                    <a:pt x="632269" y="513493"/>
                  </a:cubicBezTo>
                  <a:cubicBezTo>
                    <a:pt x="631412" y="512064"/>
                    <a:pt x="623506" y="497396"/>
                    <a:pt x="623506" y="497396"/>
                  </a:cubicBezTo>
                  <a:lnTo>
                    <a:pt x="647034" y="463772"/>
                  </a:lnTo>
                  <a:lnTo>
                    <a:pt x="649319" y="446246"/>
                  </a:lnTo>
                  <a:lnTo>
                    <a:pt x="630841" y="434721"/>
                  </a:lnTo>
                  <a:lnTo>
                    <a:pt x="603694" y="420434"/>
                  </a:lnTo>
                  <a:lnTo>
                    <a:pt x="603218" y="405194"/>
                  </a:lnTo>
                  <a:lnTo>
                    <a:pt x="626268" y="343471"/>
                  </a:lnTo>
                  <a:lnTo>
                    <a:pt x="623983" y="308896"/>
                  </a:lnTo>
                  <a:lnTo>
                    <a:pt x="604647" y="276130"/>
                  </a:lnTo>
                  <a:lnTo>
                    <a:pt x="593598" y="265557"/>
                  </a:lnTo>
                  <a:cubicBezTo>
                    <a:pt x="593598" y="265557"/>
                    <a:pt x="572357" y="259080"/>
                    <a:pt x="571024" y="258604"/>
                  </a:cubicBezTo>
                  <a:cubicBezTo>
                    <a:pt x="569690" y="258128"/>
                    <a:pt x="547973" y="232315"/>
                    <a:pt x="547973" y="232315"/>
                  </a:cubicBezTo>
                  <a:lnTo>
                    <a:pt x="544735" y="221266"/>
                  </a:lnTo>
                  <a:cubicBezTo>
                    <a:pt x="544735" y="221266"/>
                    <a:pt x="529590" y="217075"/>
                    <a:pt x="529114" y="210217"/>
                  </a:cubicBezTo>
                  <a:cubicBezTo>
                    <a:pt x="528637" y="203359"/>
                    <a:pt x="525399" y="186690"/>
                    <a:pt x="525399" y="186690"/>
                  </a:cubicBezTo>
                  <a:lnTo>
                    <a:pt x="520351" y="178403"/>
                  </a:lnTo>
                  <a:lnTo>
                    <a:pt x="515779" y="175165"/>
                  </a:lnTo>
                  <a:lnTo>
                    <a:pt x="501491" y="172879"/>
                  </a:lnTo>
                  <a:lnTo>
                    <a:pt x="494157" y="154877"/>
                  </a:lnTo>
                  <a:lnTo>
                    <a:pt x="484918" y="149828"/>
                  </a:lnTo>
                  <a:lnTo>
                    <a:pt x="468821" y="137351"/>
                  </a:lnTo>
                  <a:lnTo>
                    <a:pt x="461010" y="135541"/>
                  </a:lnTo>
                  <a:lnTo>
                    <a:pt x="449008" y="125825"/>
                  </a:lnTo>
                  <a:lnTo>
                    <a:pt x="434721" y="131826"/>
                  </a:lnTo>
                  <a:lnTo>
                    <a:pt x="429196" y="122587"/>
                  </a:lnTo>
                  <a:lnTo>
                    <a:pt x="426910" y="110109"/>
                  </a:lnTo>
                  <a:lnTo>
                    <a:pt x="419576" y="112395"/>
                  </a:lnTo>
                  <a:lnTo>
                    <a:pt x="416814" y="125730"/>
                  </a:lnTo>
                  <a:cubicBezTo>
                    <a:pt x="416814" y="125730"/>
                    <a:pt x="417290" y="136303"/>
                    <a:pt x="415862" y="136303"/>
                  </a:cubicBezTo>
                  <a:lnTo>
                    <a:pt x="405765" y="136303"/>
                  </a:lnTo>
                  <a:lnTo>
                    <a:pt x="394240" y="145542"/>
                  </a:lnTo>
                  <a:lnTo>
                    <a:pt x="398431" y="155638"/>
                  </a:lnTo>
                  <a:lnTo>
                    <a:pt x="388334" y="157448"/>
                  </a:lnTo>
                  <a:lnTo>
                    <a:pt x="376809" y="161639"/>
                  </a:lnTo>
                  <a:cubicBezTo>
                    <a:pt x="376809" y="161639"/>
                    <a:pt x="364808" y="167164"/>
                    <a:pt x="363474" y="167164"/>
                  </a:cubicBezTo>
                  <a:cubicBezTo>
                    <a:pt x="362140" y="167164"/>
                    <a:pt x="346424" y="178213"/>
                    <a:pt x="346424" y="178213"/>
                  </a:cubicBezTo>
                  <a:lnTo>
                    <a:pt x="327565" y="183737"/>
                  </a:lnTo>
                  <a:lnTo>
                    <a:pt x="290227" y="186023"/>
                  </a:lnTo>
                  <a:lnTo>
                    <a:pt x="276892" y="153734"/>
                  </a:lnTo>
                  <a:lnTo>
                    <a:pt x="267176" y="139922"/>
                  </a:lnTo>
                  <a:lnTo>
                    <a:pt x="241840" y="125159"/>
                  </a:lnTo>
                  <a:lnTo>
                    <a:pt x="227552" y="112300"/>
                  </a:lnTo>
                  <a:lnTo>
                    <a:pt x="178689" y="92012"/>
                  </a:lnTo>
                  <a:lnTo>
                    <a:pt x="167640" y="86011"/>
                  </a:lnTo>
                  <a:lnTo>
                    <a:pt x="172212" y="77724"/>
                  </a:lnTo>
                  <a:lnTo>
                    <a:pt x="162496" y="65246"/>
                  </a:lnTo>
                  <a:lnTo>
                    <a:pt x="145923" y="71247"/>
                  </a:lnTo>
                  <a:lnTo>
                    <a:pt x="133921" y="64770"/>
                  </a:lnTo>
                  <a:lnTo>
                    <a:pt x="118681" y="72580"/>
                  </a:lnTo>
                  <a:lnTo>
                    <a:pt x="115443" y="80391"/>
                  </a:lnTo>
                  <a:lnTo>
                    <a:pt x="86392" y="84963"/>
                  </a:lnTo>
                  <a:lnTo>
                    <a:pt x="76295" y="82201"/>
                  </a:lnTo>
                  <a:lnTo>
                    <a:pt x="70295" y="65151"/>
                  </a:lnTo>
                  <a:lnTo>
                    <a:pt x="60579" y="71628"/>
                  </a:lnTo>
                  <a:lnTo>
                    <a:pt x="51340" y="72580"/>
                  </a:lnTo>
                  <a:lnTo>
                    <a:pt x="46768" y="82677"/>
                  </a:lnTo>
                  <a:lnTo>
                    <a:pt x="38957" y="91916"/>
                  </a:lnTo>
                  <a:lnTo>
                    <a:pt x="14954" y="91916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C6C86FD-ABB7-06BB-B316-45E5680AC05C}"/>
                </a:ext>
              </a:extLst>
            </p:cNvPr>
            <p:cNvSpPr/>
            <p:nvPr/>
          </p:nvSpPr>
          <p:spPr>
            <a:xfrm>
              <a:off x="5260085" y="4294163"/>
              <a:ext cx="447961" cy="712184"/>
            </a:xfrm>
            <a:custGeom>
              <a:avLst/>
              <a:gdLst>
                <a:gd name="connsiteX0" fmla="*/ 431482 w 447961"/>
                <a:gd name="connsiteY0" fmla="*/ 606552 h 712184"/>
                <a:gd name="connsiteX1" fmla="*/ 427768 w 447961"/>
                <a:gd name="connsiteY1" fmla="*/ 597313 h 712184"/>
                <a:gd name="connsiteX2" fmla="*/ 427768 w 447961"/>
                <a:gd name="connsiteY2" fmla="*/ 551212 h 712184"/>
                <a:gd name="connsiteX3" fmla="*/ 427768 w 447961"/>
                <a:gd name="connsiteY3" fmla="*/ 516160 h 712184"/>
                <a:gd name="connsiteX4" fmla="*/ 420338 w 447961"/>
                <a:gd name="connsiteY4" fmla="*/ 466439 h 712184"/>
                <a:gd name="connsiteX5" fmla="*/ 447961 w 447961"/>
                <a:gd name="connsiteY5" fmla="*/ 403765 h 712184"/>
                <a:gd name="connsiteX6" fmla="*/ 409290 w 447961"/>
                <a:gd name="connsiteY6" fmla="*/ 307848 h 712184"/>
                <a:gd name="connsiteX7" fmla="*/ 390811 w 447961"/>
                <a:gd name="connsiteY7" fmla="*/ 193548 h 712184"/>
                <a:gd name="connsiteX8" fmla="*/ 364998 w 447961"/>
                <a:gd name="connsiteY8" fmla="*/ 0 h 712184"/>
                <a:gd name="connsiteX9" fmla="*/ 43625 w 447961"/>
                <a:gd name="connsiteY9" fmla="*/ 0 h 712184"/>
                <a:gd name="connsiteX10" fmla="*/ 37529 w 447961"/>
                <a:gd name="connsiteY10" fmla="*/ 63246 h 712184"/>
                <a:gd name="connsiteX11" fmla="*/ 16002 w 447961"/>
                <a:gd name="connsiteY11" fmla="*/ 282702 h 712184"/>
                <a:gd name="connsiteX12" fmla="*/ 0 w 447961"/>
                <a:gd name="connsiteY12" fmla="*/ 440626 h 712184"/>
                <a:gd name="connsiteX13" fmla="*/ 6191 w 447961"/>
                <a:gd name="connsiteY13" fmla="*/ 698659 h 712184"/>
                <a:gd name="connsiteX14" fmla="*/ 10478 w 447961"/>
                <a:gd name="connsiteY14" fmla="*/ 691325 h 712184"/>
                <a:gd name="connsiteX15" fmla="*/ 27718 w 447961"/>
                <a:gd name="connsiteY15" fmla="*/ 694373 h 712184"/>
                <a:gd name="connsiteX16" fmla="*/ 38100 w 447961"/>
                <a:gd name="connsiteY16" fmla="*/ 702374 h 712184"/>
                <a:gd name="connsiteX17" fmla="*/ 43053 w 447961"/>
                <a:gd name="connsiteY17" fmla="*/ 693801 h 712184"/>
                <a:gd name="connsiteX18" fmla="*/ 43625 w 447961"/>
                <a:gd name="connsiteY18" fmla="*/ 672846 h 712184"/>
                <a:gd name="connsiteX19" fmla="*/ 50387 w 447961"/>
                <a:gd name="connsiteY19" fmla="*/ 653225 h 712184"/>
                <a:gd name="connsiteX20" fmla="*/ 60198 w 447961"/>
                <a:gd name="connsiteY20" fmla="*/ 648938 h 712184"/>
                <a:gd name="connsiteX21" fmla="*/ 63913 w 447961"/>
                <a:gd name="connsiteY21" fmla="*/ 650748 h 712184"/>
                <a:gd name="connsiteX22" fmla="*/ 66961 w 447961"/>
                <a:gd name="connsiteY22" fmla="*/ 663035 h 712184"/>
                <a:gd name="connsiteX23" fmla="*/ 66961 w 447961"/>
                <a:gd name="connsiteY23" fmla="*/ 680847 h 712184"/>
                <a:gd name="connsiteX24" fmla="*/ 73152 w 447961"/>
                <a:gd name="connsiteY24" fmla="*/ 695039 h 712184"/>
                <a:gd name="connsiteX25" fmla="*/ 84201 w 447961"/>
                <a:gd name="connsiteY25" fmla="*/ 705422 h 712184"/>
                <a:gd name="connsiteX26" fmla="*/ 83629 w 447961"/>
                <a:gd name="connsiteY26" fmla="*/ 712184 h 712184"/>
                <a:gd name="connsiteX27" fmla="*/ 102013 w 447961"/>
                <a:gd name="connsiteY27" fmla="*/ 712184 h 712184"/>
                <a:gd name="connsiteX28" fmla="*/ 105728 w 447961"/>
                <a:gd name="connsiteY28" fmla="*/ 703040 h 712184"/>
                <a:gd name="connsiteX29" fmla="*/ 115538 w 447961"/>
                <a:gd name="connsiteY29" fmla="*/ 707326 h 712184"/>
                <a:gd name="connsiteX30" fmla="*/ 125349 w 447961"/>
                <a:gd name="connsiteY30" fmla="*/ 698659 h 712184"/>
                <a:gd name="connsiteX31" fmla="*/ 125349 w 447961"/>
                <a:gd name="connsiteY31" fmla="*/ 658177 h 712184"/>
                <a:gd name="connsiteX32" fmla="*/ 110585 w 447961"/>
                <a:gd name="connsiteY32" fmla="*/ 606552 h 712184"/>
                <a:gd name="connsiteX33" fmla="*/ 431482 w 447961"/>
                <a:gd name="connsiteY33" fmla="*/ 606552 h 712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47961" h="712184">
                  <a:moveTo>
                    <a:pt x="431482" y="606552"/>
                  </a:moveTo>
                  <a:lnTo>
                    <a:pt x="427768" y="597313"/>
                  </a:lnTo>
                  <a:lnTo>
                    <a:pt x="427768" y="551212"/>
                  </a:lnTo>
                  <a:lnTo>
                    <a:pt x="427768" y="516160"/>
                  </a:lnTo>
                  <a:lnTo>
                    <a:pt x="420338" y="466439"/>
                  </a:lnTo>
                  <a:lnTo>
                    <a:pt x="447961" y="403765"/>
                  </a:lnTo>
                  <a:lnTo>
                    <a:pt x="409290" y="307848"/>
                  </a:lnTo>
                  <a:lnTo>
                    <a:pt x="390811" y="193548"/>
                  </a:lnTo>
                  <a:lnTo>
                    <a:pt x="364998" y="0"/>
                  </a:lnTo>
                  <a:lnTo>
                    <a:pt x="43625" y="0"/>
                  </a:lnTo>
                  <a:lnTo>
                    <a:pt x="37529" y="63246"/>
                  </a:lnTo>
                  <a:lnTo>
                    <a:pt x="16002" y="282702"/>
                  </a:lnTo>
                  <a:lnTo>
                    <a:pt x="0" y="440626"/>
                  </a:lnTo>
                  <a:lnTo>
                    <a:pt x="6191" y="698659"/>
                  </a:lnTo>
                  <a:lnTo>
                    <a:pt x="10478" y="691325"/>
                  </a:lnTo>
                  <a:lnTo>
                    <a:pt x="27718" y="694373"/>
                  </a:lnTo>
                  <a:lnTo>
                    <a:pt x="38100" y="702374"/>
                  </a:lnTo>
                  <a:lnTo>
                    <a:pt x="43053" y="693801"/>
                  </a:lnTo>
                  <a:lnTo>
                    <a:pt x="43625" y="672846"/>
                  </a:lnTo>
                  <a:lnTo>
                    <a:pt x="50387" y="653225"/>
                  </a:lnTo>
                  <a:lnTo>
                    <a:pt x="60198" y="648938"/>
                  </a:lnTo>
                  <a:lnTo>
                    <a:pt x="63913" y="650748"/>
                  </a:lnTo>
                  <a:lnTo>
                    <a:pt x="66961" y="663035"/>
                  </a:lnTo>
                  <a:lnTo>
                    <a:pt x="66961" y="680847"/>
                  </a:lnTo>
                  <a:lnTo>
                    <a:pt x="73152" y="695039"/>
                  </a:lnTo>
                  <a:lnTo>
                    <a:pt x="84201" y="705422"/>
                  </a:lnTo>
                  <a:lnTo>
                    <a:pt x="83629" y="712184"/>
                  </a:lnTo>
                  <a:lnTo>
                    <a:pt x="102013" y="712184"/>
                  </a:lnTo>
                  <a:lnTo>
                    <a:pt x="105728" y="703040"/>
                  </a:lnTo>
                  <a:lnTo>
                    <a:pt x="115538" y="707326"/>
                  </a:lnTo>
                  <a:lnTo>
                    <a:pt x="125349" y="698659"/>
                  </a:lnTo>
                  <a:lnTo>
                    <a:pt x="125349" y="658177"/>
                  </a:lnTo>
                  <a:lnTo>
                    <a:pt x="110585" y="606552"/>
                  </a:lnTo>
                  <a:lnTo>
                    <a:pt x="431482" y="60655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8BBE2FEB-2790-992C-611E-68D1F9E3C76C}"/>
                </a:ext>
              </a:extLst>
            </p:cNvPr>
            <p:cNvSpPr/>
            <p:nvPr/>
          </p:nvSpPr>
          <p:spPr>
            <a:xfrm>
              <a:off x="4557426" y="4597249"/>
              <a:ext cx="594359" cy="578929"/>
            </a:xfrm>
            <a:custGeom>
              <a:avLst/>
              <a:gdLst>
                <a:gd name="connsiteX0" fmla="*/ 560641 w 594359"/>
                <a:gd name="connsiteY0" fmla="*/ 420053 h 578929"/>
                <a:gd name="connsiteX1" fmla="*/ 554546 w 594359"/>
                <a:gd name="connsiteY1" fmla="*/ 422720 h 578929"/>
                <a:gd name="connsiteX2" fmla="*/ 542830 w 594359"/>
                <a:gd name="connsiteY2" fmla="*/ 422720 h 578929"/>
                <a:gd name="connsiteX3" fmla="*/ 525018 w 594359"/>
                <a:gd name="connsiteY3" fmla="*/ 417767 h 578929"/>
                <a:gd name="connsiteX4" fmla="*/ 506539 w 594359"/>
                <a:gd name="connsiteY4" fmla="*/ 398145 h 578929"/>
                <a:gd name="connsiteX5" fmla="*/ 486251 w 594359"/>
                <a:gd name="connsiteY5" fmla="*/ 390144 h 578929"/>
                <a:gd name="connsiteX6" fmla="*/ 464153 w 594359"/>
                <a:gd name="connsiteY6" fmla="*/ 406432 h 578929"/>
                <a:gd name="connsiteX7" fmla="*/ 453676 w 594359"/>
                <a:gd name="connsiteY7" fmla="*/ 422720 h 578929"/>
                <a:gd name="connsiteX8" fmla="*/ 453676 w 594359"/>
                <a:gd name="connsiteY8" fmla="*/ 433197 h 578929"/>
                <a:gd name="connsiteX9" fmla="*/ 481965 w 594359"/>
                <a:gd name="connsiteY9" fmla="*/ 443008 h 578929"/>
                <a:gd name="connsiteX10" fmla="*/ 513302 w 594359"/>
                <a:gd name="connsiteY10" fmla="*/ 437483 h 578929"/>
                <a:gd name="connsiteX11" fmla="*/ 527399 w 594359"/>
                <a:gd name="connsiteY11" fmla="*/ 428911 h 578929"/>
                <a:gd name="connsiteX12" fmla="*/ 531686 w 594359"/>
                <a:gd name="connsiteY12" fmla="*/ 433864 h 578929"/>
                <a:gd name="connsiteX13" fmla="*/ 527399 w 594359"/>
                <a:gd name="connsiteY13" fmla="*/ 443103 h 578929"/>
                <a:gd name="connsiteX14" fmla="*/ 526828 w 594359"/>
                <a:gd name="connsiteY14" fmla="*/ 454819 h 578929"/>
                <a:gd name="connsiteX15" fmla="*/ 538544 w 594359"/>
                <a:gd name="connsiteY15" fmla="*/ 463391 h 578929"/>
                <a:gd name="connsiteX16" fmla="*/ 557022 w 594359"/>
                <a:gd name="connsiteY16" fmla="*/ 465868 h 578929"/>
                <a:gd name="connsiteX17" fmla="*/ 565595 w 594359"/>
                <a:gd name="connsiteY17" fmla="*/ 446818 h 578929"/>
                <a:gd name="connsiteX18" fmla="*/ 571119 w 594359"/>
                <a:gd name="connsiteY18" fmla="*/ 441865 h 578929"/>
                <a:gd name="connsiteX19" fmla="*/ 574834 w 594359"/>
                <a:gd name="connsiteY19" fmla="*/ 452914 h 578929"/>
                <a:gd name="connsiteX20" fmla="*/ 574262 w 594359"/>
                <a:gd name="connsiteY20" fmla="*/ 459677 h 578929"/>
                <a:gd name="connsiteX21" fmla="*/ 581311 w 594359"/>
                <a:gd name="connsiteY21" fmla="*/ 465868 h 578929"/>
                <a:gd name="connsiteX22" fmla="*/ 585883 w 594359"/>
                <a:gd name="connsiteY22" fmla="*/ 474440 h 578929"/>
                <a:gd name="connsiteX23" fmla="*/ 581311 w 594359"/>
                <a:gd name="connsiteY23" fmla="*/ 481775 h 578929"/>
                <a:gd name="connsiteX24" fmla="*/ 573596 w 594359"/>
                <a:gd name="connsiteY24" fmla="*/ 481775 h 578929"/>
                <a:gd name="connsiteX25" fmla="*/ 574167 w 594359"/>
                <a:gd name="connsiteY25" fmla="*/ 491014 h 578929"/>
                <a:gd name="connsiteX26" fmla="*/ 558165 w 594359"/>
                <a:gd name="connsiteY26" fmla="*/ 481775 h 578929"/>
                <a:gd name="connsiteX27" fmla="*/ 553879 w 594359"/>
                <a:gd name="connsiteY27" fmla="*/ 486728 h 578929"/>
                <a:gd name="connsiteX28" fmla="*/ 556355 w 594359"/>
                <a:gd name="connsiteY28" fmla="*/ 494729 h 578929"/>
                <a:gd name="connsiteX29" fmla="*/ 545306 w 594359"/>
                <a:gd name="connsiteY29" fmla="*/ 499682 h 578929"/>
                <a:gd name="connsiteX30" fmla="*/ 538544 w 594359"/>
                <a:gd name="connsiteY30" fmla="*/ 490442 h 578929"/>
                <a:gd name="connsiteX31" fmla="*/ 532352 w 594359"/>
                <a:gd name="connsiteY31" fmla="*/ 489871 h 578929"/>
                <a:gd name="connsiteX32" fmla="*/ 537305 w 594359"/>
                <a:gd name="connsiteY32" fmla="*/ 503968 h 578929"/>
                <a:gd name="connsiteX33" fmla="*/ 546545 w 594359"/>
                <a:gd name="connsiteY33" fmla="*/ 510730 h 578929"/>
                <a:gd name="connsiteX34" fmla="*/ 550831 w 594359"/>
                <a:gd name="connsiteY34" fmla="*/ 525494 h 578929"/>
                <a:gd name="connsiteX35" fmla="*/ 558165 w 594359"/>
                <a:gd name="connsiteY35" fmla="*/ 529209 h 578929"/>
                <a:gd name="connsiteX36" fmla="*/ 570452 w 594359"/>
                <a:gd name="connsiteY36" fmla="*/ 534734 h 578929"/>
                <a:gd name="connsiteX37" fmla="*/ 587026 w 594359"/>
                <a:gd name="connsiteY37" fmla="*/ 539687 h 578929"/>
                <a:gd name="connsiteX38" fmla="*/ 594360 w 594359"/>
                <a:gd name="connsiteY38" fmla="*/ 543973 h 578929"/>
                <a:gd name="connsiteX39" fmla="*/ 591883 w 594359"/>
                <a:gd name="connsiteY39" fmla="*/ 553212 h 578929"/>
                <a:gd name="connsiteX40" fmla="*/ 581120 w 594359"/>
                <a:gd name="connsiteY40" fmla="*/ 566738 h 578929"/>
                <a:gd name="connsiteX41" fmla="*/ 573405 w 594359"/>
                <a:gd name="connsiteY41" fmla="*/ 550736 h 578929"/>
                <a:gd name="connsiteX42" fmla="*/ 564832 w 594359"/>
                <a:gd name="connsiteY42" fmla="*/ 540258 h 578929"/>
                <a:gd name="connsiteX43" fmla="*/ 551974 w 594359"/>
                <a:gd name="connsiteY43" fmla="*/ 532257 h 578929"/>
                <a:gd name="connsiteX44" fmla="*/ 544639 w 594359"/>
                <a:gd name="connsiteY44" fmla="*/ 529209 h 578929"/>
                <a:gd name="connsiteX45" fmla="*/ 529304 w 594359"/>
                <a:gd name="connsiteY45" fmla="*/ 532924 h 578929"/>
                <a:gd name="connsiteX46" fmla="*/ 523113 w 594359"/>
                <a:gd name="connsiteY46" fmla="*/ 527971 h 578929"/>
                <a:gd name="connsiteX47" fmla="*/ 520065 w 594359"/>
                <a:gd name="connsiteY47" fmla="*/ 519970 h 578929"/>
                <a:gd name="connsiteX48" fmla="*/ 515112 w 594359"/>
                <a:gd name="connsiteY48" fmla="*/ 515398 h 578929"/>
                <a:gd name="connsiteX49" fmla="*/ 506539 w 594359"/>
                <a:gd name="connsiteY49" fmla="*/ 521875 h 578929"/>
                <a:gd name="connsiteX50" fmla="*/ 502253 w 594359"/>
                <a:gd name="connsiteY50" fmla="*/ 515398 h 578929"/>
                <a:gd name="connsiteX51" fmla="*/ 496062 w 594359"/>
                <a:gd name="connsiteY51" fmla="*/ 515398 h 578929"/>
                <a:gd name="connsiteX52" fmla="*/ 490538 w 594359"/>
                <a:gd name="connsiteY52" fmla="*/ 509588 h 578929"/>
                <a:gd name="connsiteX53" fmla="*/ 489966 w 594359"/>
                <a:gd name="connsiteY53" fmla="*/ 502825 h 578929"/>
                <a:gd name="connsiteX54" fmla="*/ 489395 w 594359"/>
                <a:gd name="connsiteY54" fmla="*/ 494824 h 578929"/>
                <a:gd name="connsiteX55" fmla="*/ 486346 w 594359"/>
                <a:gd name="connsiteY55" fmla="*/ 486251 h 578929"/>
                <a:gd name="connsiteX56" fmla="*/ 485108 w 594359"/>
                <a:gd name="connsiteY56" fmla="*/ 478536 h 578929"/>
                <a:gd name="connsiteX57" fmla="*/ 472821 w 594359"/>
                <a:gd name="connsiteY57" fmla="*/ 482537 h 578929"/>
                <a:gd name="connsiteX58" fmla="*/ 462344 w 594359"/>
                <a:gd name="connsiteY58" fmla="*/ 491776 h 578929"/>
                <a:gd name="connsiteX59" fmla="*/ 469678 w 594359"/>
                <a:gd name="connsiteY59" fmla="*/ 494824 h 578929"/>
                <a:gd name="connsiteX60" fmla="*/ 479488 w 594359"/>
                <a:gd name="connsiteY60" fmla="*/ 493586 h 578929"/>
                <a:gd name="connsiteX61" fmla="*/ 483775 w 594359"/>
                <a:gd name="connsiteY61" fmla="*/ 500348 h 578929"/>
                <a:gd name="connsiteX62" fmla="*/ 483775 w 594359"/>
                <a:gd name="connsiteY62" fmla="*/ 510159 h 578929"/>
                <a:gd name="connsiteX63" fmla="*/ 477583 w 594359"/>
                <a:gd name="connsiteY63" fmla="*/ 515398 h 578929"/>
                <a:gd name="connsiteX64" fmla="*/ 487394 w 594359"/>
                <a:gd name="connsiteY64" fmla="*/ 523685 h 578929"/>
                <a:gd name="connsiteX65" fmla="*/ 501491 w 594359"/>
                <a:gd name="connsiteY65" fmla="*/ 529876 h 578929"/>
                <a:gd name="connsiteX66" fmla="*/ 501491 w 594359"/>
                <a:gd name="connsiteY66" fmla="*/ 538448 h 578929"/>
                <a:gd name="connsiteX67" fmla="*/ 494729 w 594359"/>
                <a:gd name="connsiteY67" fmla="*/ 540258 h 578929"/>
                <a:gd name="connsiteX68" fmla="*/ 491014 w 594359"/>
                <a:gd name="connsiteY68" fmla="*/ 541496 h 578929"/>
                <a:gd name="connsiteX69" fmla="*/ 491014 w 594359"/>
                <a:gd name="connsiteY69" fmla="*/ 550069 h 578929"/>
                <a:gd name="connsiteX70" fmla="*/ 494062 w 594359"/>
                <a:gd name="connsiteY70" fmla="*/ 557403 h 578929"/>
                <a:gd name="connsiteX71" fmla="*/ 491585 w 594359"/>
                <a:gd name="connsiteY71" fmla="*/ 561118 h 578929"/>
                <a:gd name="connsiteX72" fmla="*/ 491585 w 594359"/>
                <a:gd name="connsiteY72" fmla="*/ 566642 h 578929"/>
                <a:gd name="connsiteX73" fmla="*/ 495871 w 594359"/>
                <a:gd name="connsiteY73" fmla="*/ 571595 h 578929"/>
                <a:gd name="connsiteX74" fmla="*/ 482346 w 594359"/>
                <a:gd name="connsiteY74" fmla="*/ 578930 h 578929"/>
                <a:gd name="connsiteX75" fmla="*/ 476821 w 594359"/>
                <a:gd name="connsiteY75" fmla="*/ 569690 h 578929"/>
                <a:gd name="connsiteX76" fmla="*/ 474345 w 594359"/>
                <a:gd name="connsiteY76" fmla="*/ 555593 h 578929"/>
                <a:gd name="connsiteX77" fmla="*/ 468154 w 594359"/>
                <a:gd name="connsiteY77" fmla="*/ 553784 h 578929"/>
                <a:gd name="connsiteX78" fmla="*/ 461963 w 594359"/>
                <a:gd name="connsiteY78" fmla="*/ 543306 h 578929"/>
                <a:gd name="connsiteX79" fmla="*/ 460153 w 594359"/>
                <a:gd name="connsiteY79" fmla="*/ 549497 h 578929"/>
                <a:gd name="connsiteX80" fmla="*/ 453390 w 594359"/>
                <a:gd name="connsiteY80" fmla="*/ 543973 h 578929"/>
                <a:gd name="connsiteX81" fmla="*/ 449104 w 594359"/>
                <a:gd name="connsiteY81" fmla="*/ 544544 h 578929"/>
                <a:gd name="connsiteX82" fmla="*/ 442341 w 594359"/>
                <a:gd name="connsiteY82" fmla="*/ 536543 h 578929"/>
                <a:gd name="connsiteX83" fmla="*/ 436816 w 594359"/>
                <a:gd name="connsiteY83" fmla="*/ 542735 h 578929"/>
                <a:gd name="connsiteX84" fmla="*/ 435007 w 594359"/>
                <a:gd name="connsiteY84" fmla="*/ 550069 h 578929"/>
                <a:gd name="connsiteX85" fmla="*/ 428244 w 594359"/>
                <a:gd name="connsiteY85" fmla="*/ 551307 h 578929"/>
                <a:gd name="connsiteX86" fmla="*/ 424529 w 594359"/>
                <a:gd name="connsiteY86" fmla="*/ 561118 h 578929"/>
                <a:gd name="connsiteX87" fmla="*/ 419005 w 594359"/>
                <a:gd name="connsiteY87" fmla="*/ 570357 h 578929"/>
                <a:gd name="connsiteX88" fmla="*/ 397478 w 594359"/>
                <a:gd name="connsiteY88" fmla="*/ 575310 h 578929"/>
                <a:gd name="connsiteX89" fmla="*/ 390715 w 594359"/>
                <a:gd name="connsiteY89" fmla="*/ 570357 h 578929"/>
                <a:gd name="connsiteX90" fmla="*/ 398716 w 594359"/>
                <a:gd name="connsiteY90" fmla="*/ 560546 h 578929"/>
                <a:gd name="connsiteX91" fmla="*/ 400526 w 594359"/>
                <a:gd name="connsiteY91" fmla="*/ 553784 h 578929"/>
                <a:gd name="connsiteX92" fmla="*/ 390715 w 594359"/>
                <a:gd name="connsiteY92" fmla="*/ 545783 h 578929"/>
                <a:gd name="connsiteX93" fmla="*/ 383381 w 594359"/>
                <a:gd name="connsiteY93" fmla="*/ 550069 h 578929"/>
                <a:gd name="connsiteX94" fmla="*/ 383381 w 594359"/>
                <a:gd name="connsiteY94" fmla="*/ 556260 h 578929"/>
                <a:gd name="connsiteX95" fmla="*/ 378428 w 594359"/>
                <a:gd name="connsiteY95" fmla="*/ 559308 h 578929"/>
                <a:gd name="connsiteX96" fmla="*/ 372237 w 594359"/>
                <a:gd name="connsiteY96" fmla="*/ 563023 h 578929"/>
                <a:gd name="connsiteX97" fmla="*/ 359950 w 594359"/>
                <a:gd name="connsiteY97" fmla="*/ 559308 h 578929"/>
                <a:gd name="connsiteX98" fmla="*/ 343948 w 594359"/>
                <a:gd name="connsiteY98" fmla="*/ 553784 h 578929"/>
                <a:gd name="connsiteX99" fmla="*/ 343948 w 594359"/>
                <a:gd name="connsiteY99" fmla="*/ 548259 h 578929"/>
                <a:gd name="connsiteX100" fmla="*/ 350711 w 594359"/>
                <a:gd name="connsiteY100" fmla="*/ 543973 h 578929"/>
                <a:gd name="connsiteX101" fmla="*/ 359283 w 594359"/>
                <a:gd name="connsiteY101" fmla="*/ 547688 h 578929"/>
                <a:gd name="connsiteX102" fmla="*/ 366331 w 594359"/>
                <a:gd name="connsiteY102" fmla="*/ 543973 h 578929"/>
                <a:gd name="connsiteX103" fmla="*/ 351282 w 594359"/>
                <a:gd name="connsiteY103" fmla="*/ 532924 h 578929"/>
                <a:gd name="connsiteX104" fmla="*/ 350044 w 594359"/>
                <a:gd name="connsiteY104" fmla="*/ 527399 h 578929"/>
                <a:gd name="connsiteX105" fmla="*/ 343853 w 594359"/>
                <a:gd name="connsiteY105" fmla="*/ 521208 h 578929"/>
                <a:gd name="connsiteX106" fmla="*/ 337661 w 594359"/>
                <a:gd name="connsiteY106" fmla="*/ 518732 h 578929"/>
                <a:gd name="connsiteX107" fmla="*/ 321659 w 594359"/>
                <a:gd name="connsiteY107" fmla="*/ 515398 h 578929"/>
                <a:gd name="connsiteX108" fmla="*/ 317373 w 594359"/>
                <a:gd name="connsiteY108" fmla="*/ 515398 h 578929"/>
                <a:gd name="connsiteX109" fmla="*/ 310610 w 594359"/>
                <a:gd name="connsiteY109" fmla="*/ 510159 h 578929"/>
                <a:gd name="connsiteX110" fmla="*/ 310610 w 594359"/>
                <a:gd name="connsiteY110" fmla="*/ 499110 h 578929"/>
                <a:gd name="connsiteX111" fmla="*/ 301371 w 594359"/>
                <a:gd name="connsiteY111" fmla="*/ 500920 h 578929"/>
                <a:gd name="connsiteX112" fmla="*/ 301371 w 594359"/>
                <a:gd name="connsiteY112" fmla="*/ 484632 h 578929"/>
                <a:gd name="connsiteX113" fmla="*/ 286036 w 594359"/>
                <a:gd name="connsiteY113" fmla="*/ 484632 h 578929"/>
                <a:gd name="connsiteX114" fmla="*/ 271272 w 594359"/>
                <a:gd name="connsiteY114" fmla="*/ 491109 h 578929"/>
                <a:gd name="connsiteX115" fmla="*/ 271272 w 594359"/>
                <a:gd name="connsiteY115" fmla="*/ 481870 h 578929"/>
                <a:gd name="connsiteX116" fmla="*/ 276796 w 594359"/>
                <a:gd name="connsiteY116" fmla="*/ 468344 h 578929"/>
                <a:gd name="connsiteX117" fmla="*/ 259556 w 594359"/>
                <a:gd name="connsiteY117" fmla="*/ 468344 h 578929"/>
                <a:gd name="connsiteX118" fmla="*/ 259556 w 594359"/>
                <a:gd name="connsiteY118" fmla="*/ 477584 h 578929"/>
                <a:gd name="connsiteX119" fmla="*/ 241078 w 594359"/>
                <a:gd name="connsiteY119" fmla="*/ 482537 h 578929"/>
                <a:gd name="connsiteX120" fmla="*/ 230600 w 594359"/>
                <a:gd name="connsiteY120" fmla="*/ 489299 h 578929"/>
                <a:gd name="connsiteX121" fmla="*/ 234887 w 594359"/>
                <a:gd name="connsiteY121" fmla="*/ 497300 h 578929"/>
                <a:gd name="connsiteX122" fmla="*/ 242221 w 594359"/>
                <a:gd name="connsiteY122" fmla="*/ 497300 h 578929"/>
                <a:gd name="connsiteX123" fmla="*/ 245269 w 594359"/>
                <a:gd name="connsiteY123" fmla="*/ 501015 h 578929"/>
                <a:gd name="connsiteX124" fmla="*/ 249555 w 594359"/>
                <a:gd name="connsiteY124" fmla="*/ 505301 h 578929"/>
                <a:gd name="connsiteX125" fmla="*/ 242792 w 594359"/>
                <a:gd name="connsiteY125" fmla="*/ 509588 h 578929"/>
                <a:gd name="connsiteX126" fmla="*/ 223742 w 594359"/>
                <a:gd name="connsiteY126" fmla="*/ 510826 h 578929"/>
                <a:gd name="connsiteX127" fmla="*/ 206502 w 594359"/>
                <a:gd name="connsiteY127" fmla="*/ 515398 h 578929"/>
                <a:gd name="connsiteX128" fmla="*/ 190500 w 594359"/>
                <a:gd name="connsiteY128" fmla="*/ 508921 h 578929"/>
                <a:gd name="connsiteX129" fmla="*/ 168402 w 594359"/>
                <a:gd name="connsiteY129" fmla="*/ 501587 h 578929"/>
                <a:gd name="connsiteX130" fmla="*/ 138874 w 594359"/>
                <a:gd name="connsiteY130" fmla="*/ 489871 h 578929"/>
                <a:gd name="connsiteX131" fmla="*/ 108109 w 594359"/>
                <a:gd name="connsiteY131" fmla="*/ 480060 h 578929"/>
                <a:gd name="connsiteX132" fmla="*/ 77343 w 594359"/>
                <a:gd name="connsiteY132" fmla="*/ 478250 h 578929"/>
                <a:gd name="connsiteX133" fmla="*/ 42958 w 594359"/>
                <a:gd name="connsiteY133" fmla="*/ 484727 h 578929"/>
                <a:gd name="connsiteX134" fmla="*/ 17716 w 594359"/>
                <a:gd name="connsiteY134" fmla="*/ 491204 h 578929"/>
                <a:gd name="connsiteX135" fmla="*/ 17716 w 594359"/>
                <a:gd name="connsiteY135" fmla="*/ 476441 h 578929"/>
                <a:gd name="connsiteX136" fmla="*/ 20764 w 594359"/>
                <a:gd name="connsiteY136" fmla="*/ 462344 h 578929"/>
                <a:gd name="connsiteX137" fmla="*/ 17716 w 594359"/>
                <a:gd name="connsiteY137" fmla="*/ 454343 h 578929"/>
                <a:gd name="connsiteX138" fmla="*/ 25718 w 594359"/>
                <a:gd name="connsiteY138" fmla="*/ 447580 h 578929"/>
                <a:gd name="connsiteX139" fmla="*/ 33052 w 594359"/>
                <a:gd name="connsiteY139" fmla="*/ 445103 h 578929"/>
                <a:gd name="connsiteX140" fmla="*/ 39814 w 594359"/>
                <a:gd name="connsiteY140" fmla="*/ 435293 h 578929"/>
                <a:gd name="connsiteX141" fmla="*/ 39243 w 594359"/>
                <a:gd name="connsiteY141" fmla="*/ 412528 h 578929"/>
                <a:gd name="connsiteX142" fmla="*/ 39243 w 594359"/>
                <a:gd name="connsiteY142" fmla="*/ 403955 h 578929"/>
                <a:gd name="connsiteX143" fmla="*/ 34957 w 594359"/>
                <a:gd name="connsiteY143" fmla="*/ 395954 h 578929"/>
                <a:gd name="connsiteX144" fmla="*/ 37433 w 594359"/>
                <a:gd name="connsiteY144" fmla="*/ 385477 h 578929"/>
                <a:gd name="connsiteX145" fmla="*/ 41720 w 594359"/>
                <a:gd name="connsiteY145" fmla="*/ 374999 h 578929"/>
                <a:gd name="connsiteX146" fmla="*/ 42958 w 594359"/>
                <a:gd name="connsiteY146" fmla="*/ 358426 h 578929"/>
                <a:gd name="connsiteX147" fmla="*/ 50959 w 594359"/>
                <a:gd name="connsiteY147" fmla="*/ 339947 h 578929"/>
                <a:gd name="connsiteX148" fmla="*/ 55245 w 594359"/>
                <a:gd name="connsiteY148" fmla="*/ 330137 h 578929"/>
                <a:gd name="connsiteX149" fmla="*/ 58960 w 594359"/>
                <a:gd name="connsiteY149" fmla="*/ 319659 h 578929"/>
                <a:gd name="connsiteX150" fmla="*/ 60198 w 594359"/>
                <a:gd name="connsiteY150" fmla="*/ 306134 h 578929"/>
                <a:gd name="connsiteX151" fmla="*/ 60198 w 594359"/>
                <a:gd name="connsiteY151" fmla="*/ 275368 h 578929"/>
                <a:gd name="connsiteX152" fmla="*/ 43624 w 594359"/>
                <a:gd name="connsiteY152" fmla="*/ 231077 h 578929"/>
                <a:gd name="connsiteX153" fmla="*/ 27622 w 594359"/>
                <a:gd name="connsiteY153" fmla="*/ 212598 h 578929"/>
                <a:gd name="connsiteX154" fmla="*/ 17812 w 594359"/>
                <a:gd name="connsiteY154" fmla="*/ 176308 h 578929"/>
                <a:gd name="connsiteX155" fmla="*/ 0 w 594359"/>
                <a:gd name="connsiteY155" fmla="*/ 154210 h 578929"/>
                <a:gd name="connsiteX156" fmla="*/ 0 w 594359"/>
                <a:gd name="connsiteY156" fmla="*/ 0 h 578929"/>
                <a:gd name="connsiteX157" fmla="*/ 365951 w 594359"/>
                <a:gd name="connsiteY157" fmla="*/ 0 h 578929"/>
                <a:gd name="connsiteX158" fmla="*/ 365951 w 594359"/>
                <a:gd name="connsiteY158" fmla="*/ 8001 h 578929"/>
                <a:gd name="connsiteX159" fmla="*/ 363188 w 594359"/>
                <a:gd name="connsiteY159" fmla="*/ 17240 h 578929"/>
                <a:gd name="connsiteX160" fmla="*/ 361950 w 594359"/>
                <a:gd name="connsiteY160" fmla="*/ 22765 h 578929"/>
                <a:gd name="connsiteX161" fmla="*/ 365951 w 594359"/>
                <a:gd name="connsiteY161" fmla="*/ 32576 h 578929"/>
                <a:gd name="connsiteX162" fmla="*/ 365951 w 594359"/>
                <a:gd name="connsiteY162" fmla="*/ 36862 h 578929"/>
                <a:gd name="connsiteX163" fmla="*/ 369951 w 594359"/>
                <a:gd name="connsiteY163" fmla="*/ 43625 h 578929"/>
                <a:gd name="connsiteX164" fmla="*/ 371761 w 594359"/>
                <a:gd name="connsiteY164" fmla="*/ 48578 h 578929"/>
                <a:gd name="connsiteX165" fmla="*/ 372999 w 594359"/>
                <a:gd name="connsiteY165" fmla="*/ 54769 h 578929"/>
                <a:gd name="connsiteX166" fmla="*/ 371761 w 594359"/>
                <a:gd name="connsiteY166" fmla="*/ 59055 h 578929"/>
                <a:gd name="connsiteX167" fmla="*/ 369951 w 594359"/>
                <a:gd name="connsiteY167" fmla="*/ 67056 h 578929"/>
                <a:gd name="connsiteX168" fmla="*/ 372428 w 594359"/>
                <a:gd name="connsiteY168" fmla="*/ 73819 h 578929"/>
                <a:gd name="connsiteX169" fmla="*/ 376142 w 594359"/>
                <a:gd name="connsiteY169" fmla="*/ 78772 h 578929"/>
                <a:gd name="connsiteX170" fmla="*/ 380429 w 594359"/>
                <a:gd name="connsiteY170" fmla="*/ 83725 h 578929"/>
                <a:gd name="connsiteX171" fmla="*/ 382238 w 594359"/>
                <a:gd name="connsiteY171" fmla="*/ 88678 h 578929"/>
                <a:gd name="connsiteX172" fmla="*/ 387191 w 594359"/>
                <a:gd name="connsiteY172" fmla="*/ 95441 h 578929"/>
                <a:gd name="connsiteX173" fmla="*/ 389001 w 594359"/>
                <a:gd name="connsiteY173" fmla="*/ 99155 h 578929"/>
                <a:gd name="connsiteX174" fmla="*/ 389572 w 594359"/>
                <a:gd name="connsiteY174" fmla="*/ 107156 h 578929"/>
                <a:gd name="connsiteX175" fmla="*/ 381571 w 594359"/>
                <a:gd name="connsiteY175" fmla="*/ 121920 h 578929"/>
                <a:gd name="connsiteX176" fmla="*/ 377857 w 594359"/>
                <a:gd name="connsiteY176" fmla="*/ 124968 h 578929"/>
                <a:gd name="connsiteX177" fmla="*/ 374809 w 594359"/>
                <a:gd name="connsiteY177" fmla="*/ 141542 h 578929"/>
                <a:gd name="connsiteX178" fmla="*/ 369284 w 594359"/>
                <a:gd name="connsiteY178" fmla="*/ 146495 h 578929"/>
                <a:gd name="connsiteX179" fmla="*/ 360045 w 594359"/>
                <a:gd name="connsiteY179" fmla="*/ 152019 h 578929"/>
                <a:gd name="connsiteX180" fmla="*/ 356997 w 594359"/>
                <a:gd name="connsiteY180" fmla="*/ 155734 h 578929"/>
                <a:gd name="connsiteX181" fmla="*/ 353949 w 594359"/>
                <a:gd name="connsiteY181" fmla="*/ 165545 h 578929"/>
                <a:gd name="connsiteX182" fmla="*/ 349663 w 594359"/>
                <a:gd name="connsiteY182" fmla="*/ 176594 h 578929"/>
                <a:gd name="connsiteX183" fmla="*/ 346615 w 594359"/>
                <a:gd name="connsiteY183" fmla="*/ 179642 h 578929"/>
                <a:gd name="connsiteX184" fmla="*/ 336804 w 594359"/>
                <a:gd name="connsiteY184" fmla="*/ 185166 h 578929"/>
                <a:gd name="connsiteX185" fmla="*/ 331851 w 594359"/>
                <a:gd name="connsiteY185" fmla="*/ 188214 h 578929"/>
                <a:gd name="connsiteX186" fmla="*/ 330613 w 594359"/>
                <a:gd name="connsiteY186" fmla="*/ 195548 h 578929"/>
                <a:gd name="connsiteX187" fmla="*/ 331851 w 594359"/>
                <a:gd name="connsiteY187" fmla="*/ 200501 h 578929"/>
                <a:gd name="connsiteX188" fmla="*/ 328803 w 594359"/>
                <a:gd name="connsiteY188" fmla="*/ 208502 h 578929"/>
                <a:gd name="connsiteX189" fmla="*/ 323279 w 594359"/>
                <a:gd name="connsiteY189" fmla="*/ 215265 h 578929"/>
                <a:gd name="connsiteX190" fmla="*/ 316516 w 594359"/>
                <a:gd name="connsiteY190" fmla="*/ 225743 h 578929"/>
                <a:gd name="connsiteX191" fmla="*/ 316516 w 594359"/>
                <a:gd name="connsiteY191" fmla="*/ 230696 h 578929"/>
                <a:gd name="connsiteX192" fmla="*/ 317087 w 594359"/>
                <a:gd name="connsiteY192" fmla="*/ 234982 h 578929"/>
                <a:gd name="connsiteX193" fmla="*/ 315849 w 594359"/>
                <a:gd name="connsiteY193" fmla="*/ 244221 h 578929"/>
                <a:gd name="connsiteX194" fmla="*/ 314611 w 594359"/>
                <a:gd name="connsiteY194" fmla="*/ 249746 h 578929"/>
                <a:gd name="connsiteX195" fmla="*/ 316421 w 594359"/>
                <a:gd name="connsiteY195" fmla="*/ 257746 h 578929"/>
                <a:gd name="connsiteX196" fmla="*/ 316421 w 594359"/>
                <a:gd name="connsiteY196" fmla="*/ 260795 h 578929"/>
                <a:gd name="connsiteX197" fmla="*/ 305943 w 594359"/>
                <a:gd name="connsiteY197" fmla="*/ 271844 h 578929"/>
                <a:gd name="connsiteX198" fmla="*/ 302895 w 594359"/>
                <a:gd name="connsiteY198" fmla="*/ 274320 h 578929"/>
                <a:gd name="connsiteX199" fmla="*/ 312134 w 594359"/>
                <a:gd name="connsiteY199" fmla="*/ 295180 h 578929"/>
                <a:gd name="connsiteX200" fmla="*/ 302895 w 594359"/>
                <a:gd name="connsiteY200" fmla="*/ 300704 h 578929"/>
                <a:gd name="connsiteX201" fmla="*/ 538258 w 594359"/>
                <a:gd name="connsiteY201" fmla="*/ 300704 h 578929"/>
                <a:gd name="connsiteX202" fmla="*/ 537686 w 594359"/>
                <a:gd name="connsiteY202" fmla="*/ 306896 h 578929"/>
                <a:gd name="connsiteX203" fmla="*/ 539496 w 594359"/>
                <a:gd name="connsiteY203" fmla="*/ 313658 h 578929"/>
                <a:gd name="connsiteX204" fmla="*/ 537686 w 594359"/>
                <a:gd name="connsiteY204" fmla="*/ 318611 h 578929"/>
                <a:gd name="connsiteX205" fmla="*/ 536448 w 594359"/>
                <a:gd name="connsiteY205" fmla="*/ 323564 h 578929"/>
                <a:gd name="connsiteX206" fmla="*/ 535877 w 594359"/>
                <a:gd name="connsiteY206" fmla="*/ 329089 h 578929"/>
                <a:gd name="connsiteX207" fmla="*/ 529685 w 594359"/>
                <a:gd name="connsiteY207" fmla="*/ 336423 h 578929"/>
                <a:gd name="connsiteX208" fmla="*/ 527876 w 594359"/>
                <a:gd name="connsiteY208" fmla="*/ 340709 h 578929"/>
                <a:gd name="connsiteX209" fmla="*/ 526637 w 594359"/>
                <a:gd name="connsiteY209" fmla="*/ 349282 h 578929"/>
                <a:gd name="connsiteX210" fmla="*/ 529114 w 594359"/>
                <a:gd name="connsiteY210" fmla="*/ 360331 h 578929"/>
                <a:gd name="connsiteX211" fmla="*/ 530352 w 594359"/>
                <a:gd name="connsiteY211" fmla="*/ 364046 h 578929"/>
                <a:gd name="connsiteX212" fmla="*/ 535305 w 594359"/>
                <a:gd name="connsiteY212" fmla="*/ 368332 h 578929"/>
                <a:gd name="connsiteX213" fmla="*/ 542068 w 594359"/>
                <a:gd name="connsiteY213" fmla="*/ 375095 h 578929"/>
                <a:gd name="connsiteX214" fmla="*/ 547592 w 594359"/>
                <a:gd name="connsiteY214" fmla="*/ 379381 h 578929"/>
                <a:gd name="connsiteX215" fmla="*/ 550640 w 594359"/>
                <a:gd name="connsiteY215" fmla="*/ 383096 h 578929"/>
                <a:gd name="connsiteX216" fmla="*/ 550069 w 594359"/>
                <a:gd name="connsiteY216" fmla="*/ 391668 h 578929"/>
                <a:gd name="connsiteX217" fmla="*/ 549497 w 594359"/>
                <a:gd name="connsiteY217" fmla="*/ 395383 h 578929"/>
                <a:gd name="connsiteX218" fmla="*/ 550069 w 594359"/>
                <a:gd name="connsiteY218" fmla="*/ 401574 h 578929"/>
                <a:gd name="connsiteX219" fmla="*/ 553117 w 594359"/>
                <a:gd name="connsiteY219" fmla="*/ 404622 h 578929"/>
                <a:gd name="connsiteX220" fmla="*/ 556165 w 594359"/>
                <a:gd name="connsiteY220" fmla="*/ 406432 h 578929"/>
                <a:gd name="connsiteX221" fmla="*/ 559213 w 594359"/>
                <a:gd name="connsiteY221" fmla="*/ 412623 h 578929"/>
                <a:gd name="connsiteX222" fmla="*/ 559213 w 594359"/>
                <a:gd name="connsiteY222" fmla="*/ 416909 h 578929"/>
                <a:gd name="connsiteX223" fmla="*/ 559784 w 594359"/>
                <a:gd name="connsiteY223" fmla="*/ 420434 h 578929"/>
                <a:gd name="connsiteX224" fmla="*/ 559784 w 594359"/>
                <a:gd name="connsiteY224" fmla="*/ 420434 h 578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</a:cxnLst>
              <a:rect l="l" t="t" r="r" b="b"/>
              <a:pathLst>
                <a:path w="594359" h="578929">
                  <a:moveTo>
                    <a:pt x="560641" y="420053"/>
                  </a:moveTo>
                  <a:lnTo>
                    <a:pt x="554546" y="422720"/>
                  </a:lnTo>
                  <a:lnTo>
                    <a:pt x="542830" y="422720"/>
                  </a:lnTo>
                  <a:lnTo>
                    <a:pt x="525018" y="417767"/>
                  </a:lnTo>
                  <a:lnTo>
                    <a:pt x="506539" y="398145"/>
                  </a:lnTo>
                  <a:lnTo>
                    <a:pt x="486251" y="390144"/>
                  </a:lnTo>
                  <a:lnTo>
                    <a:pt x="464153" y="406432"/>
                  </a:lnTo>
                  <a:lnTo>
                    <a:pt x="453676" y="422720"/>
                  </a:lnTo>
                  <a:lnTo>
                    <a:pt x="453676" y="433197"/>
                  </a:lnTo>
                  <a:lnTo>
                    <a:pt x="481965" y="443008"/>
                  </a:lnTo>
                  <a:lnTo>
                    <a:pt x="513302" y="437483"/>
                  </a:lnTo>
                  <a:lnTo>
                    <a:pt x="527399" y="428911"/>
                  </a:lnTo>
                  <a:lnTo>
                    <a:pt x="531686" y="433864"/>
                  </a:lnTo>
                  <a:lnTo>
                    <a:pt x="527399" y="443103"/>
                  </a:lnTo>
                  <a:lnTo>
                    <a:pt x="526828" y="454819"/>
                  </a:lnTo>
                  <a:lnTo>
                    <a:pt x="538544" y="463391"/>
                  </a:lnTo>
                  <a:lnTo>
                    <a:pt x="557022" y="465868"/>
                  </a:lnTo>
                  <a:lnTo>
                    <a:pt x="565595" y="446818"/>
                  </a:lnTo>
                  <a:lnTo>
                    <a:pt x="571119" y="441865"/>
                  </a:lnTo>
                  <a:lnTo>
                    <a:pt x="574834" y="452914"/>
                  </a:lnTo>
                  <a:lnTo>
                    <a:pt x="574262" y="459677"/>
                  </a:lnTo>
                  <a:lnTo>
                    <a:pt x="581311" y="465868"/>
                  </a:lnTo>
                  <a:lnTo>
                    <a:pt x="585883" y="474440"/>
                  </a:lnTo>
                  <a:lnTo>
                    <a:pt x="581311" y="481775"/>
                  </a:lnTo>
                  <a:lnTo>
                    <a:pt x="573596" y="481775"/>
                  </a:lnTo>
                  <a:lnTo>
                    <a:pt x="574167" y="491014"/>
                  </a:lnTo>
                  <a:lnTo>
                    <a:pt x="558165" y="481775"/>
                  </a:lnTo>
                  <a:lnTo>
                    <a:pt x="553879" y="486728"/>
                  </a:lnTo>
                  <a:lnTo>
                    <a:pt x="556355" y="494729"/>
                  </a:lnTo>
                  <a:lnTo>
                    <a:pt x="545306" y="499682"/>
                  </a:lnTo>
                  <a:lnTo>
                    <a:pt x="538544" y="490442"/>
                  </a:lnTo>
                  <a:lnTo>
                    <a:pt x="532352" y="489871"/>
                  </a:lnTo>
                  <a:lnTo>
                    <a:pt x="537305" y="503968"/>
                  </a:lnTo>
                  <a:lnTo>
                    <a:pt x="546545" y="510730"/>
                  </a:lnTo>
                  <a:lnTo>
                    <a:pt x="550831" y="525494"/>
                  </a:lnTo>
                  <a:lnTo>
                    <a:pt x="558165" y="529209"/>
                  </a:lnTo>
                  <a:lnTo>
                    <a:pt x="570452" y="534734"/>
                  </a:lnTo>
                  <a:lnTo>
                    <a:pt x="587026" y="539687"/>
                  </a:lnTo>
                  <a:lnTo>
                    <a:pt x="594360" y="543973"/>
                  </a:lnTo>
                  <a:lnTo>
                    <a:pt x="591883" y="553212"/>
                  </a:lnTo>
                  <a:lnTo>
                    <a:pt x="581120" y="566738"/>
                  </a:lnTo>
                  <a:lnTo>
                    <a:pt x="573405" y="550736"/>
                  </a:lnTo>
                  <a:lnTo>
                    <a:pt x="564832" y="540258"/>
                  </a:lnTo>
                  <a:cubicBezTo>
                    <a:pt x="564832" y="540258"/>
                    <a:pt x="554355" y="533495"/>
                    <a:pt x="551974" y="532257"/>
                  </a:cubicBezTo>
                  <a:cubicBezTo>
                    <a:pt x="549593" y="531019"/>
                    <a:pt x="544639" y="529209"/>
                    <a:pt x="544639" y="529209"/>
                  </a:cubicBezTo>
                  <a:lnTo>
                    <a:pt x="529304" y="532924"/>
                  </a:lnTo>
                  <a:lnTo>
                    <a:pt x="523113" y="527971"/>
                  </a:lnTo>
                  <a:lnTo>
                    <a:pt x="520065" y="519970"/>
                  </a:lnTo>
                  <a:lnTo>
                    <a:pt x="515112" y="515398"/>
                  </a:lnTo>
                  <a:lnTo>
                    <a:pt x="506539" y="521875"/>
                  </a:lnTo>
                  <a:lnTo>
                    <a:pt x="502253" y="515398"/>
                  </a:lnTo>
                  <a:lnTo>
                    <a:pt x="496062" y="515398"/>
                  </a:lnTo>
                  <a:lnTo>
                    <a:pt x="490538" y="509588"/>
                  </a:lnTo>
                  <a:lnTo>
                    <a:pt x="489966" y="502825"/>
                  </a:lnTo>
                  <a:lnTo>
                    <a:pt x="489395" y="494824"/>
                  </a:lnTo>
                  <a:lnTo>
                    <a:pt x="486346" y="486251"/>
                  </a:lnTo>
                  <a:lnTo>
                    <a:pt x="485108" y="478536"/>
                  </a:lnTo>
                  <a:lnTo>
                    <a:pt x="472821" y="482537"/>
                  </a:lnTo>
                  <a:lnTo>
                    <a:pt x="462344" y="491776"/>
                  </a:lnTo>
                  <a:lnTo>
                    <a:pt x="469678" y="494824"/>
                  </a:lnTo>
                  <a:lnTo>
                    <a:pt x="479488" y="493586"/>
                  </a:lnTo>
                  <a:lnTo>
                    <a:pt x="483775" y="500348"/>
                  </a:lnTo>
                  <a:lnTo>
                    <a:pt x="483775" y="510159"/>
                  </a:lnTo>
                  <a:lnTo>
                    <a:pt x="477583" y="515398"/>
                  </a:lnTo>
                  <a:lnTo>
                    <a:pt x="487394" y="523685"/>
                  </a:lnTo>
                  <a:lnTo>
                    <a:pt x="501491" y="529876"/>
                  </a:lnTo>
                  <a:lnTo>
                    <a:pt x="501491" y="538448"/>
                  </a:lnTo>
                  <a:lnTo>
                    <a:pt x="494729" y="540258"/>
                  </a:lnTo>
                  <a:lnTo>
                    <a:pt x="491014" y="541496"/>
                  </a:lnTo>
                  <a:lnTo>
                    <a:pt x="491014" y="550069"/>
                  </a:lnTo>
                  <a:lnTo>
                    <a:pt x="494062" y="557403"/>
                  </a:lnTo>
                  <a:lnTo>
                    <a:pt x="491585" y="561118"/>
                  </a:lnTo>
                  <a:lnTo>
                    <a:pt x="491585" y="566642"/>
                  </a:lnTo>
                  <a:lnTo>
                    <a:pt x="495871" y="571595"/>
                  </a:lnTo>
                  <a:lnTo>
                    <a:pt x="482346" y="578930"/>
                  </a:lnTo>
                  <a:lnTo>
                    <a:pt x="476821" y="569690"/>
                  </a:lnTo>
                  <a:lnTo>
                    <a:pt x="474345" y="555593"/>
                  </a:lnTo>
                  <a:lnTo>
                    <a:pt x="468154" y="553784"/>
                  </a:lnTo>
                  <a:lnTo>
                    <a:pt x="461963" y="543306"/>
                  </a:lnTo>
                  <a:lnTo>
                    <a:pt x="460153" y="549497"/>
                  </a:lnTo>
                  <a:lnTo>
                    <a:pt x="453390" y="543973"/>
                  </a:lnTo>
                  <a:lnTo>
                    <a:pt x="449104" y="544544"/>
                  </a:lnTo>
                  <a:lnTo>
                    <a:pt x="442341" y="536543"/>
                  </a:lnTo>
                  <a:lnTo>
                    <a:pt x="436816" y="542735"/>
                  </a:lnTo>
                  <a:cubicBezTo>
                    <a:pt x="436816" y="542735"/>
                    <a:pt x="436816" y="549497"/>
                    <a:pt x="435007" y="550069"/>
                  </a:cubicBezTo>
                  <a:cubicBezTo>
                    <a:pt x="433197" y="550640"/>
                    <a:pt x="428244" y="551307"/>
                    <a:pt x="428244" y="551307"/>
                  </a:cubicBezTo>
                  <a:lnTo>
                    <a:pt x="424529" y="561118"/>
                  </a:lnTo>
                  <a:lnTo>
                    <a:pt x="419005" y="570357"/>
                  </a:lnTo>
                  <a:lnTo>
                    <a:pt x="397478" y="575310"/>
                  </a:lnTo>
                  <a:lnTo>
                    <a:pt x="390715" y="570357"/>
                  </a:lnTo>
                  <a:lnTo>
                    <a:pt x="398716" y="560546"/>
                  </a:lnTo>
                  <a:lnTo>
                    <a:pt x="400526" y="553784"/>
                  </a:lnTo>
                  <a:lnTo>
                    <a:pt x="390715" y="545783"/>
                  </a:lnTo>
                  <a:lnTo>
                    <a:pt x="383381" y="550069"/>
                  </a:lnTo>
                  <a:lnTo>
                    <a:pt x="383381" y="556260"/>
                  </a:lnTo>
                  <a:lnTo>
                    <a:pt x="378428" y="559308"/>
                  </a:lnTo>
                  <a:lnTo>
                    <a:pt x="372237" y="563023"/>
                  </a:lnTo>
                  <a:lnTo>
                    <a:pt x="359950" y="559308"/>
                  </a:lnTo>
                  <a:lnTo>
                    <a:pt x="343948" y="553784"/>
                  </a:lnTo>
                  <a:lnTo>
                    <a:pt x="343948" y="548259"/>
                  </a:lnTo>
                  <a:lnTo>
                    <a:pt x="350711" y="543973"/>
                  </a:lnTo>
                  <a:lnTo>
                    <a:pt x="359283" y="547688"/>
                  </a:lnTo>
                  <a:lnTo>
                    <a:pt x="366331" y="543973"/>
                  </a:lnTo>
                  <a:lnTo>
                    <a:pt x="351282" y="532924"/>
                  </a:lnTo>
                  <a:lnTo>
                    <a:pt x="350044" y="527399"/>
                  </a:lnTo>
                  <a:lnTo>
                    <a:pt x="343853" y="521208"/>
                  </a:lnTo>
                  <a:lnTo>
                    <a:pt x="337661" y="518732"/>
                  </a:lnTo>
                  <a:lnTo>
                    <a:pt x="321659" y="515398"/>
                  </a:lnTo>
                  <a:lnTo>
                    <a:pt x="317373" y="515398"/>
                  </a:lnTo>
                  <a:lnTo>
                    <a:pt x="310610" y="510159"/>
                  </a:lnTo>
                  <a:lnTo>
                    <a:pt x="310610" y="499110"/>
                  </a:lnTo>
                  <a:lnTo>
                    <a:pt x="301371" y="500920"/>
                  </a:lnTo>
                  <a:lnTo>
                    <a:pt x="301371" y="484632"/>
                  </a:lnTo>
                  <a:lnTo>
                    <a:pt x="286036" y="484632"/>
                  </a:lnTo>
                  <a:lnTo>
                    <a:pt x="271272" y="491109"/>
                  </a:lnTo>
                  <a:lnTo>
                    <a:pt x="271272" y="481870"/>
                  </a:lnTo>
                  <a:lnTo>
                    <a:pt x="276796" y="468344"/>
                  </a:lnTo>
                  <a:lnTo>
                    <a:pt x="259556" y="468344"/>
                  </a:lnTo>
                  <a:lnTo>
                    <a:pt x="259556" y="477584"/>
                  </a:lnTo>
                  <a:lnTo>
                    <a:pt x="241078" y="482537"/>
                  </a:lnTo>
                  <a:lnTo>
                    <a:pt x="230600" y="489299"/>
                  </a:lnTo>
                  <a:lnTo>
                    <a:pt x="234887" y="497300"/>
                  </a:lnTo>
                  <a:lnTo>
                    <a:pt x="242221" y="497300"/>
                  </a:lnTo>
                  <a:lnTo>
                    <a:pt x="245269" y="501015"/>
                  </a:lnTo>
                  <a:lnTo>
                    <a:pt x="249555" y="505301"/>
                  </a:lnTo>
                  <a:lnTo>
                    <a:pt x="242792" y="509588"/>
                  </a:lnTo>
                  <a:lnTo>
                    <a:pt x="223742" y="510826"/>
                  </a:lnTo>
                  <a:lnTo>
                    <a:pt x="206502" y="515398"/>
                  </a:lnTo>
                  <a:lnTo>
                    <a:pt x="190500" y="508921"/>
                  </a:lnTo>
                  <a:lnTo>
                    <a:pt x="168402" y="501587"/>
                  </a:lnTo>
                  <a:lnTo>
                    <a:pt x="138874" y="489871"/>
                  </a:lnTo>
                  <a:lnTo>
                    <a:pt x="108109" y="480060"/>
                  </a:lnTo>
                  <a:lnTo>
                    <a:pt x="77343" y="478250"/>
                  </a:lnTo>
                  <a:lnTo>
                    <a:pt x="42958" y="484727"/>
                  </a:lnTo>
                  <a:lnTo>
                    <a:pt x="17716" y="491204"/>
                  </a:lnTo>
                  <a:lnTo>
                    <a:pt x="17716" y="476441"/>
                  </a:lnTo>
                  <a:lnTo>
                    <a:pt x="20764" y="462344"/>
                  </a:lnTo>
                  <a:lnTo>
                    <a:pt x="17716" y="454343"/>
                  </a:lnTo>
                  <a:lnTo>
                    <a:pt x="25718" y="447580"/>
                  </a:lnTo>
                  <a:lnTo>
                    <a:pt x="33052" y="445103"/>
                  </a:lnTo>
                  <a:lnTo>
                    <a:pt x="39814" y="435293"/>
                  </a:lnTo>
                  <a:lnTo>
                    <a:pt x="39243" y="412528"/>
                  </a:lnTo>
                  <a:lnTo>
                    <a:pt x="39243" y="403955"/>
                  </a:lnTo>
                  <a:lnTo>
                    <a:pt x="34957" y="395954"/>
                  </a:lnTo>
                  <a:lnTo>
                    <a:pt x="37433" y="385477"/>
                  </a:lnTo>
                  <a:lnTo>
                    <a:pt x="41720" y="374999"/>
                  </a:lnTo>
                  <a:lnTo>
                    <a:pt x="42958" y="358426"/>
                  </a:lnTo>
                  <a:lnTo>
                    <a:pt x="50959" y="339947"/>
                  </a:lnTo>
                  <a:lnTo>
                    <a:pt x="55245" y="330137"/>
                  </a:lnTo>
                  <a:lnTo>
                    <a:pt x="58960" y="319659"/>
                  </a:lnTo>
                  <a:lnTo>
                    <a:pt x="60198" y="306134"/>
                  </a:lnTo>
                  <a:lnTo>
                    <a:pt x="60198" y="275368"/>
                  </a:lnTo>
                  <a:lnTo>
                    <a:pt x="43624" y="231077"/>
                  </a:lnTo>
                  <a:lnTo>
                    <a:pt x="27622" y="212598"/>
                  </a:lnTo>
                  <a:lnTo>
                    <a:pt x="17812" y="176308"/>
                  </a:lnTo>
                  <a:lnTo>
                    <a:pt x="0" y="154210"/>
                  </a:lnTo>
                  <a:lnTo>
                    <a:pt x="0" y="0"/>
                  </a:lnTo>
                  <a:lnTo>
                    <a:pt x="365951" y="0"/>
                  </a:lnTo>
                  <a:lnTo>
                    <a:pt x="365951" y="8001"/>
                  </a:lnTo>
                  <a:lnTo>
                    <a:pt x="363188" y="17240"/>
                  </a:lnTo>
                  <a:lnTo>
                    <a:pt x="361950" y="22765"/>
                  </a:lnTo>
                  <a:lnTo>
                    <a:pt x="365951" y="32576"/>
                  </a:lnTo>
                  <a:cubicBezTo>
                    <a:pt x="365951" y="32576"/>
                    <a:pt x="364998" y="35052"/>
                    <a:pt x="365951" y="36862"/>
                  </a:cubicBezTo>
                  <a:cubicBezTo>
                    <a:pt x="366903" y="38671"/>
                    <a:pt x="369951" y="43625"/>
                    <a:pt x="369951" y="43625"/>
                  </a:cubicBezTo>
                  <a:lnTo>
                    <a:pt x="371761" y="48578"/>
                  </a:lnTo>
                  <a:lnTo>
                    <a:pt x="372999" y="54769"/>
                  </a:lnTo>
                  <a:cubicBezTo>
                    <a:pt x="372999" y="54769"/>
                    <a:pt x="372999" y="57245"/>
                    <a:pt x="371761" y="59055"/>
                  </a:cubicBezTo>
                  <a:cubicBezTo>
                    <a:pt x="370522" y="60865"/>
                    <a:pt x="369284" y="65246"/>
                    <a:pt x="369951" y="67056"/>
                  </a:cubicBezTo>
                  <a:cubicBezTo>
                    <a:pt x="370618" y="68866"/>
                    <a:pt x="371761" y="72009"/>
                    <a:pt x="372428" y="73819"/>
                  </a:cubicBezTo>
                  <a:cubicBezTo>
                    <a:pt x="373094" y="75629"/>
                    <a:pt x="376142" y="78772"/>
                    <a:pt x="376142" y="78772"/>
                  </a:cubicBezTo>
                  <a:lnTo>
                    <a:pt x="380429" y="83725"/>
                  </a:lnTo>
                  <a:lnTo>
                    <a:pt x="382238" y="88678"/>
                  </a:lnTo>
                  <a:lnTo>
                    <a:pt x="387191" y="95441"/>
                  </a:lnTo>
                  <a:lnTo>
                    <a:pt x="389001" y="99155"/>
                  </a:lnTo>
                  <a:lnTo>
                    <a:pt x="389572" y="107156"/>
                  </a:lnTo>
                  <a:lnTo>
                    <a:pt x="381571" y="121920"/>
                  </a:lnTo>
                  <a:lnTo>
                    <a:pt x="377857" y="124968"/>
                  </a:lnTo>
                  <a:lnTo>
                    <a:pt x="374809" y="141542"/>
                  </a:lnTo>
                  <a:cubicBezTo>
                    <a:pt x="374809" y="141542"/>
                    <a:pt x="371094" y="145828"/>
                    <a:pt x="369284" y="146495"/>
                  </a:cubicBezTo>
                  <a:cubicBezTo>
                    <a:pt x="367474" y="147161"/>
                    <a:pt x="360045" y="152019"/>
                    <a:pt x="360045" y="152019"/>
                  </a:cubicBezTo>
                  <a:lnTo>
                    <a:pt x="356997" y="155734"/>
                  </a:lnTo>
                  <a:cubicBezTo>
                    <a:pt x="356997" y="155734"/>
                    <a:pt x="357569" y="163068"/>
                    <a:pt x="353949" y="165545"/>
                  </a:cubicBezTo>
                  <a:cubicBezTo>
                    <a:pt x="350330" y="168021"/>
                    <a:pt x="349663" y="176594"/>
                    <a:pt x="349663" y="176594"/>
                  </a:cubicBezTo>
                  <a:lnTo>
                    <a:pt x="346615" y="179642"/>
                  </a:lnTo>
                  <a:lnTo>
                    <a:pt x="336804" y="185166"/>
                  </a:lnTo>
                  <a:lnTo>
                    <a:pt x="331851" y="188214"/>
                  </a:lnTo>
                  <a:cubicBezTo>
                    <a:pt x="331851" y="188214"/>
                    <a:pt x="330041" y="193738"/>
                    <a:pt x="330613" y="195548"/>
                  </a:cubicBezTo>
                  <a:cubicBezTo>
                    <a:pt x="331184" y="197358"/>
                    <a:pt x="331851" y="200501"/>
                    <a:pt x="331851" y="200501"/>
                  </a:cubicBezTo>
                  <a:cubicBezTo>
                    <a:pt x="331851" y="200501"/>
                    <a:pt x="331280" y="206026"/>
                    <a:pt x="328803" y="208502"/>
                  </a:cubicBezTo>
                  <a:cubicBezTo>
                    <a:pt x="326327" y="210979"/>
                    <a:pt x="323279" y="215265"/>
                    <a:pt x="323279" y="215265"/>
                  </a:cubicBezTo>
                  <a:lnTo>
                    <a:pt x="316516" y="225743"/>
                  </a:lnTo>
                  <a:lnTo>
                    <a:pt x="316516" y="230696"/>
                  </a:lnTo>
                  <a:lnTo>
                    <a:pt x="317087" y="234982"/>
                  </a:lnTo>
                  <a:lnTo>
                    <a:pt x="315849" y="244221"/>
                  </a:lnTo>
                  <a:cubicBezTo>
                    <a:pt x="315849" y="244221"/>
                    <a:pt x="314611" y="247936"/>
                    <a:pt x="314611" y="249746"/>
                  </a:cubicBezTo>
                  <a:cubicBezTo>
                    <a:pt x="314611" y="251555"/>
                    <a:pt x="316421" y="257746"/>
                    <a:pt x="316421" y="257746"/>
                  </a:cubicBezTo>
                  <a:cubicBezTo>
                    <a:pt x="316421" y="257746"/>
                    <a:pt x="316992" y="258985"/>
                    <a:pt x="316421" y="260795"/>
                  </a:cubicBezTo>
                  <a:cubicBezTo>
                    <a:pt x="315849" y="262604"/>
                    <a:pt x="307181" y="270034"/>
                    <a:pt x="305943" y="271844"/>
                  </a:cubicBezTo>
                  <a:cubicBezTo>
                    <a:pt x="304705" y="273653"/>
                    <a:pt x="302895" y="274320"/>
                    <a:pt x="302895" y="274320"/>
                  </a:cubicBezTo>
                  <a:lnTo>
                    <a:pt x="312134" y="295180"/>
                  </a:lnTo>
                  <a:lnTo>
                    <a:pt x="302895" y="300704"/>
                  </a:lnTo>
                  <a:lnTo>
                    <a:pt x="538258" y="300704"/>
                  </a:lnTo>
                  <a:lnTo>
                    <a:pt x="537686" y="306896"/>
                  </a:lnTo>
                  <a:lnTo>
                    <a:pt x="539496" y="313658"/>
                  </a:lnTo>
                  <a:lnTo>
                    <a:pt x="537686" y="318611"/>
                  </a:lnTo>
                  <a:lnTo>
                    <a:pt x="536448" y="323564"/>
                  </a:lnTo>
                  <a:lnTo>
                    <a:pt x="535877" y="329089"/>
                  </a:lnTo>
                  <a:lnTo>
                    <a:pt x="529685" y="336423"/>
                  </a:lnTo>
                  <a:lnTo>
                    <a:pt x="527876" y="340709"/>
                  </a:lnTo>
                  <a:lnTo>
                    <a:pt x="526637" y="349282"/>
                  </a:lnTo>
                  <a:lnTo>
                    <a:pt x="529114" y="360331"/>
                  </a:lnTo>
                  <a:lnTo>
                    <a:pt x="530352" y="364046"/>
                  </a:lnTo>
                  <a:lnTo>
                    <a:pt x="535305" y="368332"/>
                  </a:lnTo>
                  <a:lnTo>
                    <a:pt x="542068" y="375095"/>
                  </a:lnTo>
                  <a:lnTo>
                    <a:pt x="547592" y="379381"/>
                  </a:lnTo>
                  <a:lnTo>
                    <a:pt x="550640" y="383096"/>
                  </a:lnTo>
                  <a:lnTo>
                    <a:pt x="550069" y="391668"/>
                  </a:lnTo>
                  <a:cubicBezTo>
                    <a:pt x="550069" y="391668"/>
                    <a:pt x="550069" y="393478"/>
                    <a:pt x="549497" y="395383"/>
                  </a:cubicBezTo>
                  <a:cubicBezTo>
                    <a:pt x="548926" y="397288"/>
                    <a:pt x="550069" y="401574"/>
                    <a:pt x="550069" y="401574"/>
                  </a:cubicBezTo>
                  <a:lnTo>
                    <a:pt x="553117" y="404622"/>
                  </a:lnTo>
                  <a:lnTo>
                    <a:pt x="556165" y="406432"/>
                  </a:lnTo>
                  <a:lnTo>
                    <a:pt x="559213" y="412623"/>
                  </a:lnTo>
                  <a:lnTo>
                    <a:pt x="559213" y="416909"/>
                  </a:lnTo>
                  <a:lnTo>
                    <a:pt x="559784" y="420434"/>
                  </a:lnTo>
                  <a:lnTo>
                    <a:pt x="559784" y="420434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35FADA66-C57A-F785-2CFB-C9C526B92D34}"/>
                </a:ext>
              </a:extLst>
            </p:cNvPr>
            <p:cNvSpPr/>
            <p:nvPr/>
          </p:nvSpPr>
          <p:spPr>
            <a:xfrm>
              <a:off x="4861178" y="4294163"/>
              <a:ext cx="442626" cy="722852"/>
            </a:xfrm>
            <a:custGeom>
              <a:avLst/>
              <a:gdLst>
                <a:gd name="connsiteX0" fmla="*/ 414909 w 442626"/>
                <a:gd name="connsiteY0" fmla="*/ 282702 h 722852"/>
                <a:gd name="connsiteX1" fmla="*/ 436436 w 442626"/>
                <a:gd name="connsiteY1" fmla="*/ 63341 h 722852"/>
                <a:gd name="connsiteX2" fmla="*/ 442627 w 442626"/>
                <a:gd name="connsiteY2" fmla="*/ 0 h 722852"/>
                <a:gd name="connsiteX3" fmla="*/ 163068 w 442626"/>
                <a:gd name="connsiteY3" fmla="*/ 0 h 722852"/>
                <a:gd name="connsiteX4" fmla="*/ 163068 w 442626"/>
                <a:gd name="connsiteY4" fmla="*/ 20288 h 722852"/>
                <a:gd name="connsiteX5" fmla="*/ 155067 w 442626"/>
                <a:gd name="connsiteY5" fmla="*/ 23336 h 722852"/>
                <a:gd name="connsiteX6" fmla="*/ 145256 w 442626"/>
                <a:gd name="connsiteY6" fmla="*/ 20288 h 722852"/>
                <a:gd name="connsiteX7" fmla="*/ 134208 w 442626"/>
                <a:gd name="connsiteY7" fmla="*/ 34385 h 722852"/>
                <a:gd name="connsiteX8" fmla="*/ 134779 w 442626"/>
                <a:gd name="connsiteY8" fmla="*/ 44863 h 722852"/>
                <a:gd name="connsiteX9" fmla="*/ 131064 w 442626"/>
                <a:gd name="connsiteY9" fmla="*/ 65723 h 722852"/>
                <a:gd name="connsiteX10" fmla="*/ 131636 w 442626"/>
                <a:gd name="connsiteY10" fmla="*/ 86582 h 722852"/>
                <a:gd name="connsiteX11" fmla="*/ 113157 w 442626"/>
                <a:gd name="connsiteY11" fmla="*/ 96393 h 722852"/>
                <a:gd name="connsiteX12" fmla="*/ 95345 w 442626"/>
                <a:gd name="connsiteY12" fmla="*/ 124016 h 722852"/>
                <a:gd name="connsiteX13" fmla="*/ 88583 w 442626"/>
                <a:gd name="connsiteY13" fmla="*/ 127064 h 722852"/>
                <a:gd name="connsiteX14" fmla="*/ 83630 w 442626"/>
                <a:gd name="connsiteY14" fmla="*/ 137541 h 722852"/>
                <a:gd name="connsiteX15" fmla="*/ 82391 w 442626"/>
                <a:gd name="connsiteY15" fmla="*/ 151638 h 722852"/>
                <a:gd name="connsiteX16" fmla="*/ 73819 w 442626"/>
                <a:gd name="connsiteY16" fmla="*/ 154686 h 722852"/>
                <a:gd name="connsiteX17" fmla="*/ 72009 w 442626"/>
                <a:gd name="connsiteY17" fmla="*/ 165164 h 722852"/>
                <a:gd name="connsiteX18" fmla="*/ 69533 w 442626"/>
                <a:gd name="connsiteY18" fmla="*/ 174974 h 722852"/>
                <a:gd name="connsiteX19" fmla="*/ 63056 w 442626"/>
                <a:gd name="connsiteY19" fmla="*/ 195263 h 722852"/>
                <a:gd name="connsiteX20" fmla="*/ 63056 w 442626"/>
                <a:gd name="connsiteY20" fmla="*/ 198977 h 722852"/>
                <a:gd name="connsiteX21" fmla="*/ 65818 w 442626"/>
                <a:gd name="connsiteY21" fmla="*/ 214313 h 722852"/>
                <a:gd name="connsiteX22" fmla="*/ 63056 w 442626"/>
                <a:gd name="connsiteY22" fmla="*/ 225361 h 722852"/>
                <a:gd name="connsiteX23" fmla="*/ 63056 w 442626"/>
                <a:gd name="connsiteY23" fmla="*/ 256699 h 722852"/>
                <a:gd name="connsiteX24" fmla="*/ 70104 w 442626"/>
                <a:gd name="connsiteY24" fmla="*/ 273272 h 722852"/>
                <a:gd name="connsiteX25" fmla="*/ 59055 w 442626"/>
                <a:gd name="connsiteY25" fmla="*/ 283083 h 722852"/>
                <a:gd name="connsiteX26" fmla="*/ 63056 w 442626"/>
                <a:gd name="connsiteY26" fmla="*/ 302705 h 722852"/>
                <a:gd name="connsiteX27" fmla="*/ 63056 w 442626"/>
                <a:gd name="connsiteY27" fmla="*/ 310706 h 722852"/>
                <a:gd name="connsiteX28" fmla="*/ 60293 w 442626"/>
                <a:gd name="connsiteY28" fmla="*/ 319945 h 722852"/>
                <a:gd name="connsiteX29" fmla="*/ 59055 w 442626"/>
                <a:gd name="connsiteY29" fmla="*/ 325469 h 722852"/>
                <a:gd name="connsiteX30" fmla="*/ 63056 w 442626"/>
                <a:gd name="connsiteY30" fmla="*/ 335280 h 722852"/>
                <a:gd name="connsiteX31" fmla="*/ 63056 w 442626"/>
                <a:gd name="connsiteY31" fmla="*/ 339566 h 722852"/>
                <a:gd name="connsiteX32" fmla="*/ 67056 w 442626"/>
                <a:gd name="connsiteY32" fmla="*/ 346329 h 722852"/>
                <a:gd name="connsiteX33" fmla="*/ 68866 w 442626"/>
                <a:gd name="connsiteY33" fmla="*/ 351282 h 722852"/>
                <a:gd name="connsiteX34" fmla="*/ 70104 w 442626"/>
                <a:gd name="connsiteY34" fmla="*/ 357473 h 722852"/>
                <a:gd name="connsiteX35" fmla="*/ 68866 w 442626"/>
                <a:gd name="connsiteY35" fmla="*/ 361759 h 722852"/>
                <a:gd name="connsiteX36" fmla="*/ 67056 w 442626"/>
                <a:gd name="connsiteY36" fmla="*/ 369760 h 722852"/>
                <a:gd name="connsiteX37" fmla="*/ 69533 w 442626"/>
                <a:gd name="connsiteY37" fmla="*/ 376523 h 722852"/>
                <a:gd name="connsiteX38" fmla="*/ 73247 w 442626"/>
                <a:gd name="connsiteY38" fmla="*/ 381476 h 722852"/>
                <a:gd name="connsiteX39" fmla="*/ 77534 w 442626"/>
                <a:gd name="connsiteY39" fmla="*/ 386429 h 722852"/>
                <a:gd name="connsiteX40" fmla="*/ 79343 w 442626"/>
                <a:gd name="connsiteY40" fmla="*/ 391382 h 722852"/>
                <a:gd name="connsiteX41" fmla="*/ 84296 w 442626"/>
                <a:gd name="connsiteY41" fmla="*/ 398145 h 722852"/>
                <a:gd name="connsiteX42" fmla="*/ 86106 w 442626"/>
                <a:gd name="connsiteY42" fmla="*/ 401860 h 722852"/>
                <a:gd name="connsiteX43" fmla="*/ 86678 w 442626"/>
                <a:gd name="connsiteY43" fmla="*/ 409861 h 722852"/>
                <a:gd name="connsiteX44" fmla="*/ 78677 w 442626"/>
                <a:gd name="connsiteY44" fmla="*/ 424625 h 722852"/>
                <a:gd name="connsiteX45" fmla="*/ 74962 w 442626"/>
                <a:gd name="connsiteY45" fmla="*/ 427673 h 722852"/>
                <a:gd name="connsiteX46" fmla="*/ 71914 w 442626"/>
                <a:gd name="connsiteY46" fmla="*/ 444246 h 722852"/>
                <a:gd name="connsiteX47" fmla="*/ 66389 w 442626"/>
                <a:gd name="connsiteY47" fmla="*/ 449199 h 722852"/>
                <a:gd name="connsiteX48" fmla="*/ 57150 w 442626"/>
                <a:gd name="connsiteY48" fmla="*/ 454724 h 722852"/>
                <a:gd name="connsiteX49" fmla="*/ 54102 w 442626"/>
                <a:gd name="connsiteY49" fmla="*/ 458438 h 722852"/>
                <a:gd name="connsiteX50" fmla="*/ 51054 w 442626"/>
                <a:gd name="connsiteY50" fmla="*/ 468249 h 722852"/>
                <a:gd name="connsiteX51" fmla="*/ 46768 w 442626"/>
                <a:gd name="connsiteY51" fmla="*/ 479298 h 722852"/>
                <a:gd name="connsiteX52" fmla="*/ 43720 w 442626"/>
                <a:gd name="connsiteY52" fmla="*/ 482346 h 722852"/>
                <a:gd name="connsiteX53" fmla="*/ 33909 w 442626"/>
                <a:gd name="connsiteY53" fmla="*/ 487871 h 722852"/>
                <a:gd name="connsiteX54" fmla="*/ 28956 w 442626"/>
                <a:gd name="connsiteY54" fmla="*/ 490918 h 722852"/>
                <a:gd name="connsiteX55" fmla="*/ 27718 w 442626"/>
                <a:gd name="connsiteY55" fmla="*/ 498253 h 722852"/>
                <a:gd name="connsiteX56" fmla="*/ 28956 w 442626"/>
                <a:gd name="connsiteY56" fmla="*/ 503206 h 722852"/>
                <a:gd name="connsiteX57" fmla="*/ 25908 w 442626"/>
                <a:gd name="connsiteY57" fmla="*/ 511207 h 722852"/>
                <a:gd name="connsiteX58" fmla="*/ 20384 w 442626"/>
                <a:gd name="connsiteY58" fmla="*/ 517969 h 722852"/>
                <a:gd name="connsiteX59" fmla="*/ 13621 w 442626"/>
                <a:gd name="connsiteY59" fmla="*/ 528447 h 722852"/>
                <a:gd name="connsiteX60" fmla="*/ 13621 w 442626"/>
                <a:gd name="connsiteY60" fmla="*/ 533400 h 722852"/>
                <a:gd name="connsiteX61" fmla="*/ 14192 w 442626"/>
                <a:gd name="connsiteY61" fmla="*/ 537686 h 722852"/>
                <a:gd name="connsiteX62" fmla="*/ 12954 w 442626"/>
                <a:gd name="connsiteY62" fmla="*/ 546926 h 722852"/>
                <a:gd name="connsiteX63" fmla="*/ 11716 w 442626"/>
                <a:gd name="connsiteY63" fmla="*/ 552450 h 722852"/>
                <a:gd name="connsiteX64" fmla="*/ 13526 w 442626"/>
                <a:gd name="connsiteY64" fmla="*/ 560451 h 722852"/>
                <a:gd name="connsiteX65" fmla="*/ 13526 w 442626"/>
                <a:gd name="connsiteY65" fmla="*/ 563499 h 722852"/>
                <a:gd name="connsiteX66" fmla="*/ 3048 w 442626"/>
                <a:gd name="connsiteY66" fmla="*/ 574548 h 722852"/>
                <a:gd name="connsiteX67" fmla="*/ 0 w 442626"/>
                <a:gd name="connsiteY67" fmla="*/ 577025 h 722852"/>
                <a:gd name="connsiteX68" fmla="*/ 9239 w 442626"/>
                <a:gd name="connsiteY68" fmla="*/ 597884 h 722852"/>
                <a:gd name="connsiteX69" fmla="*/ 0 w 442626"/>
                <a:gd name="connsiteY69" fmla="*/ 603409 h 722852"/>
                <a:gd name="connsiteX70" fmla="*/ 235363 w 442626"/>
                <a:gd name="connsiteY70" fmla="*/ 603409 h 722852"/>
                <a:gd name="connsiteX71" fmla="*/ 234791 w 442626"/>
                <a:gd name="connsiteY71" fmla="*/ 609600 h 722852"/>
                <a:gd name="connsiteX72" fmla="*/ 236601 w 442626"/>
                <a:gd name="connsiteY72" fmla="*/ 616363 h 722852"/>
                <a:gd name="connsiteX73" fmla="*/ 234791 w 442626"/>
                <a:gd name="connsiteY73" fmla="*/ 621316 h 722852"/>
                <a:gd name="connsiteX74" fmla="*/ 233553 w 442626"/>
                <a:gd name="connsiteY74" fmla="*/ 626269 h 722852"/>
                <a:gd name="connsiteX75" fmla="*/ 232982 w 442626"/>
                <a:gd name="connsiteY75" fmla="*/ 631793 h 722852"/>
                <a:gd name="connsiteX76" fmla="*/ 226791 w 442626"/>
                <a:gd name="connsiteY76" fmla="*/ 639127 h 722852"/>
                <a:gd name="connsiteX77" fmla="*/ 224981 w 442626"/>
                <a:gd name="connsiteY77" fmla="*/ 643414 h 722852"/>
                <a:gd name="connsiteX78" fmla="*/ 223742 w 442626"/>
                <a:gd name="connsiteY78" fmla="*/ 651986 h 722852"/>
                <a:gd name="connsiteX79" fmla="*/ 226219 w 442626"/>
                <a:gd name="connsiteY79" fmla="*/ 663035 h 722852"/>
                <a:gd name="connsiteX80" fmla="*/ 227457 w 442626"/>
                <a:gd name="connsiteY80" fmla="*/ 666750 h 722852"/>
                <a:gd name="connsiteX81" fmla="*/ 232410 w 442626"/>
                <a:gd name="connsiteY81" fmla="*/ 671036 h 722852"/>
                <a:gd name="connsiteX82" fmla="*/ 239173 w 442626"/>
                <a:gd name="connsiteY82" fmla="*/ 677799 h 722852"/>
                <a:gd name="connsiteX83" fmla="*/ 244697 w 442626"/>
                <a:gd name="connsiteY83" fmla="*/ 682085 h 722852"/>
                <a:gd name="connsiteX84" fmla="*/ 247745 w 442626"/>
                <a:gd name="connsiteY84" fmla="*/ 685800 h 722852"/>
                <a:gd name="connsiteX85" fmla="*/ 247174 w 442626"/>
                <a:gd name="connsiteY85" fmla="*/ 694373 h 722852"/>
                <a:gd name="connsiteX86" fmla="*/ 246602 w 442626"/>
                <a:gd name="connsiteY86" fmla="*/ 698087 h 722852"/>
                <a:gd name="connsiteX87" fmla="*/ 247174 w 442626"/>
                <a:gd name="connsiteY87" fmla="*/ 704278 h 722852"/>
                <a:gd name="connsiteX88" fmla="*/ 250222 w 442626"/>
                <a:gd name="connsiteY88" fmla="*/ 707326 h 722852"/>
                <a:gd name="connsiteX89" fmla="*/ 253270 w 442626"/>
                <a:gd name="connsiteY89" fmla="*/ 709136 h 722852"/>
                <a:gd name="connsiteX90" fmla="*/ 256318 w 442626"/>
                <a:gd name="connsiteY90" fmla="*/ 715327 h 722852"/>
                <a:gd name="connsiteX91" fmla="*/ 256318 w 442626"/>
                <a:gd name="connsiteY91" fmla="*/ 719614 h 722852"/>
                <a:gd name="connsiteX92" fmla="*/ 256699 w 442626"/>
                <a:gd name="connsiteY92" fmla="*/ 722281 h 722852"/>
                <a:gd name="connsiteX93" fmla="*/ 257461 w 442626"/>
                <a:gd name="connsiteY93" fmla="*/ 722852 h 722852"/>
                <a:gd name="connsiteX94" fmla="*/ 273463 w 442626"/>
                <a:gd name="connsiteY94" fmla="*/ 715899 h 722852"/>
                <a:gd name="connsiteX95" fmla="*/ 282702 w 442626"/>
                <a:gd name="connsiteY95" fmla="*/ 706088 h 722852"/>
                <a:gd name="connsiteX96" fmla="*/ 298704 w 442626"/>
                <a:gd name="connsiteY96" fmla="*/ 698754 h 722852"/>
                <a:gd name="connsiteX97" fmla="*/ 336233 w 442626"/>
                <a:gd name="connsiteY97" fmla="*/ 693230 h 722852"/>
                <a:gd name="connsiteX98" fmla="*/ 357092 w 442626"/>
                <a:gd name="connsiteY98" fmla="*/ 695992 h 722852"/>
                <a:gd name="connsiteX99" fmla="*/ 376714 w 442626"/>
                <a:gd name="connsiteY99" fmla="*/ 693230 h 722852"/>
                <a:gd name="connsiteX100" fmla="*/ 382238 w 442626"/>
                <a:gd name="connsiteY100" fmla="*/ 693230 h 722852"/>
                <a:gd name="connsiteX101" fmla="*/ 382238 w 442626"/>
                <a:gd name="connsiteY101" fmla="*/ 698754 h 722852"/>
                <a:gd name="connsiteX102" fmla="*/ 405003 w 442626"/>
                <a:gd name="connsiteY102" fmla="*/ 698754 h 722852"/>
                <a:gd name="connsiteX103" fmla="*/ 398812 w 442626"/>
                <a:gd name="connsiteY103" fmla="*/ 440626 h 722852"/>
                <a:gd name="connsiteX104" fmla="*/ 414814 w 442626"/>
                <a:gd name="connsiteY104" fmla="*/ 282702 h 72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42626" h="722852">
                  <a:moveTo>
                    <a:pt x="414909" y="282702"/>
                  </a:moveTo>
                  <a:lnTo>
                    <a:pt x="436436" y="63341"/>
                  </a:lnTo>
                  <a:lnTo>
                    <a:pt x="442627" y="0"/>
                  </a:lnTo>
                  <a:lnTo>
                    <a:pt x="163068" y="0"/>
                  </a:lnTo>
                  <a:lnTo>
                    <a:pt x="163068" y="20288"/>
                  </a:lnTo>
                  <a:lnTo>
                    <a:pt x="155067" y="23336"/>
                  </a:lnTo>
                  <a:lnTo>
                    <a:pt x="145256" y="20288"/>
                  </a:lnTo>
                  <a:lnTo>
                    <a:pt x="134208" y="34385"/>
                  </a:lnTo>
                  <a:lnTo>
                    <a:pt x="134779" y="44863"/>
                  </a:lnTo>
                  <a:lnTo>
                    <a:pt x="131064" y="65723"/>
                  </a:lnTo>
                  <a:lnTo>
                    <a:pt x="131636" y="86582"/>
                  </a:lnTo>
                  <a:lnTo>
                    <a:pt x="113157" y="96393"/>
                  </a:lnTo>
                  <a:lnTo>
                    <a:pt x="95345" y="124016"/>
                  </a:lnTo>
                  <a:lnTo>
                    <a:pt x="88583" y="127064"/>
                  </a:lnTo>
                  <a:lnTo>
                    <a:pt x="83630" y="137541"/>
                  </a:lnTo>
                  <a:lnTo>
                    <a:pt x="82391" y="151638"/>
                  </a:lnTo>
                  <a:lnTo>
                    <a:pt x="73819" y="154686"/>
                  </a:lnTo>
                  <a:lnTo>
                    <a:pt x="72009" y="165164"/>
                  </a:lnTo>
                  <a:lnTo>
                    <a:pt x="69533" y="174974"/>
                  </a:lnTo>
                  <a:lnTo>
                    <a:pt x="63056" y="195263"/>
                  </a:lnTo>
                  <a:lnTo>
                    <a:pt x="63056" y="198977"/>
                  </a:lnTo>
                  <a:cubicBezTo>
                    <a:pt x="63056" y="198977"/>
                    <a:pt x="65818" y="212503"/>
                    <a:pt x="65818" y="214313"/>
                  </a:cubicBezTo>
                  <a:cubicBezTo>
                    <a:pt x="65818" y="216122"/>
                    <a:pt x="63056" y="225361"/>
                    <a:pt x="63056" y="225361"/>
                  </a:cubicBezTo>
                  <a:lnTo>
                    <a:pt x="63056" y="256699"/>
                  </a:lnTo>
                  <a:lnTo>
                    <a:pt x="70104" y="273272"/>
                  </a:lnTo>
                  <a:lnTo>
                    <a:pt x="59055" y="283083"/>
                  </a:lnTo>
                  <a:lnTo>
                    <a:pt x="63056" y="302705"/>
                  </a:lnTo>
                  <a:lnTo>
                    <a:pt x="63056" y="310706"/>
                  </a:lnTo>
                  <a:lnTo>
                    <a:pt x="60293" y="319945"/>
                  </a:lnTo>
                  <a:lnTo>
                    <a:pt x="59055" y="325469"/>
                  </a:lnTo>
                  <a:lnTo>
                    <a:pt x="63056" y="335280"/>
                  </a:lnTo>
                  <a:cubicBezTo>
                    <a:pt x="63056" y="335280"/>
                    <a:pt x="62103" y="337757"/>
                    <a:pt x="63056" y="339566"/>
                  </a:cubicBezTo>
                  <a:cubicBezTo>
                    <a:pt x="64008" y="341376"/>
                    <a:pt x="67056" y="346329"/>
                    <a:pt x="67056" y="346329"/>
                  </a:cubicBezTo>
                  <a:lnTo>
                    <a:pt x="68866" y="351282"/>
                  </a:lnTo>
                  <a:lnTo>
                    <a:pt x="70104" y="357473"/>
                  </a:lnTo>
                  <a:cubicBezTo>
                    <a:pt x="70104" y="357473"/>
                    <a:pt x="70104" y="359950"/>
                    <a:pt x="68866" y="361759"/>
                  </a:cubicBezTo>
                  <a:cubicBezTo>
                    <a:pt x="67628" y="363569"/>
                    <a:pt x="66389" y="367951"/>
                    <a:pt x="67056" y="369760"/>
                  </a:cubicBezTo>
                  <a:cubicBezTo>
                    <a:pt x="67628" y="371570"/>
                    <a:pt x="68866" y="374714"/>
                    <a:pt x="69533" y="376523"/>
                  </a:cubicBezTo>
                  <a:cubicBezTo>
                    <a:pt x="70199" y="378333"/>
                    <a:pt x="73247" y="381476"/>
                    <a:pt x="73247" y="381476"/>
                  </a:cubicBezTo>
                  <a:lnTo>
                    <a:pt x="77534" y="386429"/>
                  </a:lnTo>
                  <a:lnTo>
                    <a:pt x="79343" y="391382"/>
                  </a:lnTo>
                  <a:lnTo>
                    <a:pt x="84296" y="398145"/>
                  </a:lnTo>
                  <a:lnTo>
                    <a:pt x="86106" y="401860"/>
                  </a:lnTo>
                  <a:lnTo>
                    <a:pt x="86678" y="409861"/>
                  </a:lnTo>
                  <a:lnTo>
                    <a:pt x="78677" y="424625"/>
                  </a:lnTo>
                  <a:lnTo>
                    <a:pt x="74962" y="427673"/>
                  </a:lnTo>
                  <a:lnTo>
                    <a:pt x="71914" y="444246"/>
                  </a:lnTo>
                  <a:cubicBezTo>
                    <a:pt x="71914" y="444246"/>
                    <a:pt x="68199" y="448532"/>
                    <a:pt x="66389" y="449199"/>
                  </a:cubicBezTo>
                  <a:cubicBezTo>
                    <a:pt x="64580" y="449771"/>
                    <a:pt x="57150" y="454724"/>
                    <a:pt x="57150" y="454724"/>
                  </a:cubicBezTo>
                  <a:lnTo>
                    <a:pt x="54102" y="458438"/>
                  </a:lnTo>
                  <a:cubicBezTo>
                    <a:pt x="54102" y="458438"/>
                    <a:pt x="54674" y="465773"/>
                    <a:pt x="51054" y="468249"/>
                  </a:cubicBezTo>
                  <a:cubicBezTo>
                    <a:pt x="47435" y="470725"/>
                    <a:pt x="46768" y="479298"/>
                    <a:pt x="46768" y="479298"/>
                  </a:cubicBezTo>
                  <a:lnTo>
                    <a:pt x="43720" y="482346"/>
                  </a:lnTo>
                  <a:lnTo>
                    <a:pt x="33909" y="487871"/>
                  </a:lnTo>
                  <a:lnTo>
                    <a:pt x="28956" y="490918"/>
                  </a:lnTo>
                  <a:cubicBezTo>
                    <a:pt x="28956" y="490918"/>
                    <a:pt x="27146" y="496443"/>
                    <a:pt x="27718" y="498253"/>
                  </a:cubicBezTo>
                  <a:cubicBezTo>
                    <a:pt x="28289" y="500063"/>
                    <a:pt x="28956" y="503206"/>
                    <a:pt x="28956" y="503206"/>
                  </a:cubicBezTo>
                  <a:cubicBezTo>
                    <a:pt x="28956" y="503206"/>
                    <a:pt x="28385" y="508730"/>
                    <a:pt x="25908" y="511207"/>
                  </a:cubicBezTo>
                  <a:cubicBezTo>
                    <a:pt x="23432" y="513683"/>
                    <a:pt x="20384" y="517969"/>
                    <a:pt x="20384" y="517969"/>
                  </a:cubicBezTo>
                  <a:lnTo>
                    <a:pt x="13621" y="528447"/>
                  </a:lnTo>
                  <a:lnTo>
                    <a:pt x="13621" y="533400"/>
                  </a:lnTo>
                  <a:lnTo>
                    <a:pt x="14192" y="537686"/>
                  </a:lnTo>
                  <a:lnTo>
                    <a:pt x="12954" y="546926"/>
                  </a:lnTo>
                  <a:cubicBezTo>
                    <a:pt x="12954" y="546926"/>
                    <a:pt x="11716" y="550640"/>
                    <a:pt x="11716" y="552450"/>
                  </a:cubicBezTo>
                  <a:cubicBezTo>
                    <a:pt x="11716" y="554260"/>
                    <a:pt x="13526" y="560451"/>
                    <a:pt x="13526" y="560451"/>
                  </a:cubicBezTo>
                  <a:cubicBezTo>
                    <a:pt x="13526" y="560451"/>
                    <a:pt x="14097" y="561689"/>
                    <a:pt x="13526" y="563499"/>
                  </a:cubicBezTo>
                  <a:cubicBezTo>
                    <a:pt x="12954" y="565309"/>
                    <a:pt x="4286" y="572738"/>
                    <a:pt x="3048" y="574548"/>
                  </a:cubicBezTo>
                  <a:cubicBezTo>
                    <a:pt x="1810" y="576358"/>
                    <a:pt x="0" y="577025"/>
                    <a:pt x="0" y="577025"/>
                  </a:cubicBezTo>
                  <a:lnTo>
                    <a:pt x="9239" y="597884"/>
                  </a:lnTo>
                  <a:lnTo>
                    <a:pt x="0" y="603409"/>
                  </a:lnTo>
                  <a:lnTo>
                    <a:pt x="235363" y="603409"/>
                  </a:lnTo>
                  <a:lnTo>
                    <a:pt x="234791" y="609600"/>
                  </a:lnTo>
                  <a:lnTo>
                    <a:pt x="236601" y="616363"/>
                  </a:lnTo>
                  <a:lnTo>
                    <a:pt x="234791" y="621316"/>
                  </a:lnTo>
                  <a:lnTo>
                    <a:pt x="233553" y="626269"/>
                  </a:lnTo>
                  <a:lnTo>
                    <a:pt x="232982" y="631793"/>
                  </a:lnTo>
                  <a:lnTo>
                    <a:pt x="226791" y="639127"/>
                  </a:lnTo>
                  <a:lnTo>
                    <a:pt x="224981" y="643414"/>
                  </a:lnTo>
                  <a:lnTo>
                    <a:pt x="223742" y="651986"/>
                  </a:lnTo>
                  <a:lnTo>
                    <a:pt x="226219" y="663035"/>
                  </a:lnTo>
                  <a:lnTo>
                    <a:pt x="227457" y="666750"/>
                  </a:lnTo>
                  <a:lnTo>
                    <a:pt x="232410" y="671036"/>
                  </a:lnTo>
                  <a:lnTo>
                    <a:pt x="239173" y="677799"/>
                  </a:lnTo>
                  <a:lnTo>
                    <a:pt x="244697" y="682085"/>
                  </a:lnTo>
                  <a:lnTo>
                    <a:pt x="247745" y="685800"/>
                  </a:lnTo>
                  <a:lnTo>
                    <a:pt x="247174" y="694373"/>
                  </a:lnTo>
                  <a:cubicBezTo>
                    <a:pt x="247174" y="694373"/>
                    <a:pt x="247174" y="696182"/>
                    <a:pt x="246602" y="698087"/>
                  </a:cubicBezTo>
                  <a:cubicBezTo>
                    <a:pt x="246031" y="699992"/>
                    <a:pt x="247174" y="704278"/>
                    <a:pt x="247174" y="704278"/>
                  </a:cubicBezTo>
                  <a:lnTo>
                    <a:pt x="250222" y="707326"/>
                  </a:lnTo>
                  <a:lnTo>
                    <a:pt x="253270" y="709136"/>
                  </a:lnTo>
                  <a:lnTo>
                    <a:pt x="256318" y="715327"/>
                  </a:lnTo>
                  <a:lnTo>
                    <a:pt x="256318" y="719614"/>
                  </a:lnTo>
                  <a:lnTo>
                    <a:pt x="256699" y="722281"/>
                  </a:lnTo>
                  <a:lnTo>
                    <a:pt x="257461" y="722852"/>
                  </a:lnTo>
                  <a:lnTo>
                    <a:pt x="273463" y="715899"/>
                  </a:lnTo>
                  <a:lnTo>
                    <a:pt x="282702" y="706088"/>
                  </a:lnTo>
                  <a:lnTo>
                    <a:pt x="298704" y="698754"/>
                  </a:lnTo>
                  <a:lnTo>
                    <a:pt x="336233" y="693230"/>
                  </a:lnTo>
                  <a:lnTo>
                    <a:pt x="357092" y="695992"/>
                  </a:lnTo>
                  <a:lnTo>
                    <a:pt x="376714" y="693230"/>
                  </a:lnTo>
                  <a:lnTo>
                    <a:pt x="382238" y="693230"/>
                  </a:lnTo>
                  <a:lnTo>
                    <a:pt x="382238" y="698754"/>
                  </a:lnTo>
                  <a:lnTo>
                    <a:pt x="405003" y="698754"/>
                  </a:lnTo>
                  <a:lnTo>
                    <a:pt x="398812" y="440626"/>
                  </a:lnTo>
                  <a:lnTo>
                    <a:pt x="414814" y="28270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1BE2476-E0E7-733E-9ADC-0DBE9B2074C7}"/>
                </a:ext>
              </a:extLst>
            </p:cNvPr>
            <p:cNvSpPr/>
            <p:nvPr/>
          </p:nvSpPr>
          <p:spPr>
            <a:xfrm>
              <a:off x="2967513" y="4059182"/>
              <a:ext cx="1651063" cy="1570672"/>
            </a:xfrm>
            <a:custGeom>
              <a:avLst/>
              <a:gdLst>
                <a:gd name="connsiteX0" fmla="*/ 1599438 w 1651063"/>
                <a:gd name="connsiteY0" fmla="*/ 1006221 h 1570672"/>
                <a:gd name="connsiteX1" fmla="*/ 1601248 w 1651063"/>
                <a:gd name="connsiteY1" fmla="*/ 994505 h 1570672"/>
                <a:gd name="connsiteX2" fmla="*/ 1608582 w 1651063"/>
                <a:gd name="connsiteY2" fmla="*/ 992029 h 1570672"/>
                <a:gd name="connsiteX3" fmla="*/ 1616583 w 1651063"/>
                <a:gd name="connsiteY3" fmla="*/ 985266 h 1570672"/>
                <a:gd name="connsiteX4" fmla="*/ 1623917 w 1651063"/>
                <a:gd name="connsiteY4" fmla="*/ 982789 h 1570672"/>
                <a:gd name="connsiteX5" fmla="*/ 1630680 w 1651063"/>
                <a:gd name="connsiteY5" fmla="*/ 972979 h 1570672"/>
                <a:gd name="connsiteX6" fmla="*/ 1630109 w 1651063"/>
                <a:gd name="connsiteY6" fmla="*/ 950214 h 1570672"/>
                <a:gd name="connsiteX7" fmla="*/ 1630109 w 1651063"/>
                <a:gd name="connsiteY7" fmla="*/ 941641 h 1570672"/>
                <a:gd name="connsiteX8" fmla="*/ 1625822 w 1651063"/>
                <a:gd name="connsiteY8" fmla="*/ 933640 h 1570672"/>
                <a:gd name="connsiteX9" fmla="*/ 1628299 w 1651063"/>
                <a:gd name="connsiteY9" fmla="*/ 923163 h 1570672"/>
                <a:gd name="connsiteX10" fmla="*/ 1632585 w 1651063"/>
                <a:gd name="connsiteY10" fmla="*/ 912686 h 1570672"/>
                <a:gd name="connsiteX11" fmla="*/ 1633823 w 1651063"/>
                <a:gd name="connsiteY11" fmla="*/ 896112 h 1570672"/>
                <a:gd name="connsiteX12" fmla="*/ 1641824 w 1651063"/>
                <a:gd name="connsiteY12" fmla="*/ 877634 h 1570672"/>
                <a:gd name="connsiteX13" fmla="*/ 1646110 w 1651063"/>
                <a:gd name="connsiteY13" fmla="*/ 867823 h 1570672"/>
                <a:gd name="connsiteX14" fmla="*/ 1649825 w 1651063"/>
                <a:gd name="connsiteY14" fmla="*/ 857345 h 1570672"/>
                <a:gd name="connsiteX15" fmla="*/ 1651064 w 1651063"/>
                <a:gd name="connsiteY15" fmla="*/ 843820 h 1570672"/>
                <a:gd name="connsiteX16" fmla="*/ 1651064 w 1651063"/>
                <a:gd name="connsiteY16" fmla="*/ 813054 h 1570672"/>
                <a:gd name="connsiteX17" fmla="*/ 1634490 w 1651063"/>
                <a:gd name="connsiteY17" fmla="*/ 768763 h 1570672"/>
                <a:gd name="connsiteX18" fmla="*/ 1618488 w 1651063"/>
                <a:gd name="connsiteY18" fmla="*/ 750284 h 1570672"/>
                <a:gd name="connsiteX19" fmla="*/ 1608677 w 1651063"/>
                <a:gd name="connsiteY19" fmla="*/ 713994 h 1570672"/>
                <a:gd name="connsiteX20" fmla="*/ 1590866 w 1651063"/>
                <a:gd name="connsiteY20" fmla="*/ 691896 h 1570672"/>
                <a:gd name="connsiteX21" fmla="*/ 1590866 w 1651063"/>
                <a:gd name="connsiteY21" fmla="*/ 537686 h 1570672"/>
                <a:gd name="connsiteX22" fmla="*/ 1587818 w 1651063"/>
                <a:gd name="connsiteY22" fmla="*/ 497110 h 1570672"/>
                <a:gd name="connsiteX23" fmla="*/ 1583531 w 1651063"/>
                <a:gd name="connsiteY23" fmla="*/ 456533 h 1570672"/>
                <a:gd name="connsiteX24" fmla="*/ 1550956 w 1651063"/>
                <a:gd name="connsiteY24" fmla="*/ 456533 h 1570672"/>
                <a:gd name="connsiteX25" fmla="*/ 1532477 w 1651063"/>
                <a:gd name="connsiteY25" fmla="*/ 444246 h 1570672"/>
                <a:gd name="connsiteX26" fmla="*/ 1519618 w 1651063"/>
                <a:gd name="connsiteY26" fmla="*/ 438055 h 1570672"/>
                <a:gd name="connsiteX27" fmla="*/ 1497235 w 1651063"/>
                <a:gd name="connsiteY27" fmla="*/ 427577 h 1570672"/>
                <a:gd name="connsiteX28" fmla="*/ 1485233 w 1651063"/>
                <a:gd name="connsiteY28" fmla="*/ 420243 h 1570672"/>
                <a:gd name="connsiteX29" fmla="*/ 1465612 w 1651063"/>
                <a:gd name="connsiteY29" fmla="*/ 406146 h 1570672"/>
                <a:gd name="connsiteX30" fmla="*/ 1450277 w 1651063"/>
                <a:gd name="connsiteY30" fmla="*/ 397573 h 1570672"/>
                <a:gd name="connsiteX31" fmla="*/ 1441704 w 1651063"/>
                <a:gd name="connsiteY31" fmla="*/ 397573 h 1570672"/>
                <a:gd name="connsiteX32" fmla="*/ 1422083 w 1651063"/>
                <a:gd name="connsiteY32" fmla="*/ 408051 h 1570672"/>
                <a:gd name="connsiteX33" fmla="*/ 1410367 w 1651063"/>
                <a:gd name="connsiteY33" fmla="*/ 409289 h 1570672"/>
                <a:gd name="connsiteX34" fmla="*/ 1391888 w 1651063"/>
                <a:gd name="connsiteY34" fmla="*/ 400717 h 1570672"/>
                <a:gd name="connsiteX35" fmla="*/ 1382077 w 1651063"/>
                <a:gd name="connsiteY35" fmla="*/ 397002 h 1570672"/>
                <a:gd name="connsiteX36" fmla="*/ 1369790 w 1651063"/>
                <a:gd name="connsiteY36" fmla="*/ 406241 h 1570672"/>
                <a:gd name="connsiteX37" fmla="*/ 1359313 w 1651063"/>
                <a:gd name="connsiteY37" fmla="*/ 407480 h 1570672"/>
                <a:gd name="connsiteX38" fmla="*/ 1333500 w 1651063"/>
                <a:gd name="connsiteY38" fmla="*/ 408051 h 1570672"/>
                <a:gd name="connsiteX39" fmla="*/ 1325499 w 1651063"/>
                <a:gd name="connsiteY39" fmla="*/ 408622 h 1570672"/>
                <a:gd name="connsiteX40" fmla="*/ 1311974 w 1651063"/>
                <a:gd name="connsiteY40" fmla="*/ 426434 h 1570672"/>
                <a:gd name="connsiteX41" fmla="*/ 1299115 w 1651063"/>
                <a:gd name="connsiteY41" fmla="*/ 427672 h 1570672"/>
                <a:gd name="connsiteX42" fmla="*/ 1289876 w 1651063"/>
                <a:gd name="connsiteY42" fmla="*/ 432626 h 1570672"/>
                <a:gd name="connsiteX43" fmla="*/ 1282541 w 1651063"/>
                <a:gd name="connsiteY43" fmla="*/ 430149 h 1570672"/>
                <a:gd name="connsiteX44" fmla="*/ 1268444 w 1651063"/>
                <a:gd name="connsiteY44" fmla="*/ 414147 h 1570672"/>
                <a:gd name="connsiteX45" fmla="*/ 1259872 w 1651063"/>
                <a:gd name="connsiteY45" fmla="*/ 402431 h 1570672"/>
                <a:gd name="connsiteX46" fmla="*/ 1249394 w 1651063"/>
                <a:gd name="connsiteY46" fmla="*/ 399955 h 1570672"/>
                <a:gd name="connsiteX47" fmla="*/ 1238917 w 1651063"/>
                <a:gd name="connsiteY47" fmla="*/ 412813 h 1570672"/>
                <a:gd name="connsiteX48" fmla="*/ 1224820 w 1651063"/>
                <a:gd name="connsiteY48" fmla="*/ 401764 h 1570672"/>
                <a:gd name="connsiteX49" fmla="*/ 1213771 w 1651063"/>
                <a:gd name="connsiteY49" fmla="*/ 396812 h 1570672"/>
                <a:gd name="connsiteX50" fmla="*/ 1206436 w 1651063"/>
                <a:gd name="connsiteY50" fmla="*/ 409099 h 1570672"/>
                <a:gd name="connsiteX51" fmla="*/ 1199102 w 1651063"/>
                <a:gd name="connsiteY51" fmla="*/ 429387 h 1570672"/>
                <a:gd name="connsiteX52" fmla="*/ 1189863 w 1651063"/>
                <a:gd name="connsiteY52" fmla="*/ 409099 h 1570672"/>
                <a:gd name="connsiteX53" fmla="*/ 1186815 w 1651063"/>
                <a:gd name="connsiteY53" fmla="*/ 402907 h 1570672"/>
                <a:gd name="connsiteX54" fmla="*/ 1164050 w 1651063"/>
                <a:gd name="connsiteY54" fmla="*/ 409099 h 1570672"/>
                <a:gd name="connsiteX55" fmla="*/ 1153001 w 1651063"/>
                <a:gd name="connsiteY55" fmla="*/ 407289 h 1570672"/>
                <a:gd name="connsiteX56" fmla="*/ 1141285 w 1651063"/>
                <a:gd name="connsiteY56" fmla="*/ 396812 h 1570672"/>
                <a:gd name="connsiteX57" fmla="*/ 1124045 w 1651063"/>
                <a:gd name="connsiteY57" fmla="*/ 388239 h 1570672"/>
                <a:gd name="connsiteX58" fmla="*/ 1108710 w 1651063"/>
                <a:gd name="connsiteY58" fmla="*/ 406051 h 1570672"/>
                <a:gd name="connsiteX59" fmla="*/ 1096994 w 1651063"/>
                <a:gd name="connsiteY59" fmla="*/ 405479 h 1570672"/>
                <a:gd name="connsiteX60" fmla="*/ 1089660 w 1651063"/>
                <a:gd name="connsiteY60" fmla="*/ 391382 h 1570672"/>
                <a:gd name="connsiteX61" fmla="*/ 1079183 w 1651063"/>
                <a:gd name="connsiteY61" fmla="*/ 376047 h 1570672"/>
                <a:gd name="connsiteX62" fmla="*/ 1068705 w 1651063"/>
                <a:gd name="connsiteY62" fmla="*/ 366808 h 1570672"/>
                <a:gd name="connsiteX63" fmla="*/ 1035558 w 1651063"/>
                <a:gd name="connsiteY63" fmla="*/ 366808 h 1570672"/>
                <a:gd name="connsiteX64" fmla="*/ 1027557 w 1651063"/>
                <a:gd name="connsiteY64" fmla="*/ 377285 h 1570672"/>
                <a:gd name="connsiteX65" fmla="*/ 1015841 w 1651063"/>
                <a:gd name="connsiteY65" fmla="*/ 374809 h 1570672"/>
                <a:gd name="connsiteX66" fmla="*/ 1008507 w 1651063"/>
                <a:gd name="connsiteY66" fmla="*/ 366808 h 1570672"/>
                <a:gd name="connsiteX67" fmla="*/ 974693 w 1651063"/>
                <a:gd name="connsiteY67" fmla="*/ 366808 h 1570672"/>
                <a:gd name="connsiteX68" fmla="*/ 969169 w 1651063"/>
                <a:gd name="connsiteY68" fmla="*/ 355092 h 1570672"/>
                <a:gd name="connsiteX69" fmla="*/ 953167 w 1651063"/>
                <a:gd name="connsiteY69" fmla="*/ 355092 h 1570672"/>
                <a:gd name="connsiteX70" fmla="*/ 941451 w 1651063"/>
                <a:gd name="connsiteY70" fmla="*/ 347758 h 1570672"/>
                <a:gd name="connsiteX71" fmla="*/ 936498 w 1651063"/>
                <a:gd name="connsiteY71" fmla="*/ 341566 h 1570672"/>
                <a:gd name="connsiteX72" fmla="*/ 929735 w 1651063"/>
                <a:gd name="connsiteY72" fmla="*/ 327470 h 1570672"/>
                <a:gd name="connsiteX73" fmla="*/ 919258 w 1651063"/>
                <a:gd name="connsiteY73" fmla="*/ 318897 h 1570672"/>
                <a:gd name="connsiteX74" fmla="*/ 911924 w 1651063"/>
                <a:gd name="connsiteY74" fmla="*/ 318897 h 1570672"/>
                <a:gd name="connsiteX75" fmla="*/ 894112 w 1651063"/>
                <a:gd name="connsiteY75" fmla="*/ 331184 h 1570672"/>
                <a:gd name="connsiteX76" fmla="*/ 878776 w 1651063"/>
                <a:gd name="connsiteY76" fmla="*/ 329946 h 1570672"/>
                <a:gd name="connsiteX77" fmla="*/ 867061 w 1651063"/>
                <a:gd name="connsiteY77" fmla="*/ 324421 h 1570672"/>
                <a:gd name="connsiteX78" fmla="*/ 854774 w 1651063"/>
                <a:gd name="connsiteY78" fmla="*/ 309658 h 1570672"/>
                <a:gd name="connsiteX79" fmla="*/ 833914 w 1651063"/>
                <a:gd name="connsiteY79" fmla="*/ 288798 h 1570672"/>
                <a:gd name="connsiteX80" fmla="*/ 833914 w 1651063"/>
                <a:gd name="connsiteY80" fmla="*/ 0 h 1570672"/>
                <a:gd name="connsiteX81" fmla="*/ 454152 w 1651063"/>
                <a:gd name="connsiteY81" fmla="*/ 0 h 1570672"/>
                <a:gd name="connsiteX82" fmla="*/ 454152 w 1651063"/>
                <a:gd name="connsiteY82" fmla="*/ 685229 h 1570672"/>
                <a:gd name="connsiteX83" fmla="*/ 4286 w 1651063"/>
                <a:gd name="connsiteY83" fmla="*/ 685229 h 1570672"/>
                <a:gd name="connsiteX84" fmla="*/ 0 w 1651063"/>
                <a:gd name="connsiteY84" fmla="*/ 696278 h 1570672"/>
                <a:gd name="connsiteX85" fmla="*/ 0 w 1651063"/>
                <a:gd name="connsiteY85" fmla="*/ 707993 h 1570672"/>
                <a:gd name="connsiteX86" fmla="*/ 13525 w 1651063"/>
                <a:gd name="connsiteY86" fmla="*/ 719709 h 1570672"/>
                <a:gd name="connsiteX87" fmla="*/ 58388 w 1651063"/>
                <a:gd name="connsiteY87" fmla="*/ 771906 h 1570672"/>
                <a:gd name="connsiteX88" fmla="*/ 76200 w 1651063"/>
                <a:gd name="connsiteY88" fmla="*/ 776192 h 1570672"/>
                <a:gd name="connsiteX89" fmla="*/ 113729 w 1651063"/>
                <a:gd name="connsiteY89" fmla="*/ 812482 h 1570672"/>
                <a:gd name="connsiteX90" fmla="*/ 150019 w 1651063"/>
                <a:gd name="connsiteY90" fmla="*/ 854297 h 1570672"/>
                <a:gd name="connsiteX91" fmla="*/ 177070 w 1651063"/>
                <a:gd name="connsiteY91" fmla="*/ 873347 h 1570672"/>
                <a:gd name="connsiteX92" fmla="*/ 216979 w 1651063"/>
                <a:gd name="connsiteY92" fmla="*/ 897350 h 1570672"/>
                <a:gd name="connsiteX93" fmla="*/ 216408 w 1651063"/>
                <a:gd name="connsiteY93" fmla="*/ 916972 h 1570672"/>
                <a:gd name="connsiteX94" fmla="*/ 226885 w 1651063"/>
                <a:gd name="connsiteY94" fmla="*/ 934784 h 1570672"/>
                <a:gd name="connsiteX95" fmla="*/ 244126 w 1651063"/>
                <a:gd name="connsiteY95" fmla="*/ 950119 h 1570672"/>
                <a:gd name="connsiteX96" fmla="*/ 245364 w 1651063"/>
                <a:gd name="connsiteY96" fmla="*/ 996791 h 1570672"/>
                <a:gd name="connsiteX97" fmla="*/ 256413 w 1651063"/>
                <a:gd name="connsiteY97" fmla="*/ 1015841 h 1570672"/>
                <a:gd name="connsiteX98" fmla="*/ 262604 w 1651063"/>
                <a:gd name="connsiteY98" fmla="*/ 1029367 h 1570672"/>
                <a:gd name="connsiteX99" fmla="*/ 273653 w 1651063"/>
                <a:gd name="connsiteY99" fmla="*/ 1042892 h 1570672"/>
                <a:gd name="connsiteX100" fmla="*/ 291465 w 1651063"/>
                <a:gd name="connsiteY100" fmla="*/ 1062514 h 1570672"/>
                <a:gd name="connsiteX101" fmla="*/ 314230 w 1651063"/>
                <a:gd name="connsiteY101" fmla="*/ 1071753 h 1570672"/>
                <a:gd name="connsiteX102" fmla="*/ 322231 w 1651063"/>
                <a:gd name="connsiteY102" fmla="*/ 1083469 h 1570672"/>
                <a:gd name="connsiteX103" fmla="*/ 338233 w 1651063"/>
                <a:gd name="connsiteY103" fmla="*/ 1087184 h 1570672"/>
                <a:gd name="connsiteX104" fmla="*/ 356044 w 1651063"/>
                <a:gd name="connsiteY104" fmla="*/ 1087755 h 1570672"/>
                <a:gd name="connsiteX105" fmla="*/ 368332 w 1651063"/>
                <a:gd name="connsiteY105" fmla="*/ 1102519 h 1570672"/>
                <a:gd name="connsiteX106" fmla="*/ 389858 w 1651063"/>
                <a:gd name="connsiteY106" fmla="*/ 1103757 h 1570672"/>
                <a:gd name="connsiteX107" fmla="*/ 397859 w 1651063"/>
                <a:gd name="connsiteY107" fmla="*/ 1112330 h 1570672"/>
                <a:gd name="connsiteX108" fmla="*/ 408908 w 1651063"/>
                <a:gd name="connsiteY108" fmla="*/ 1120331 h 1570672"/>
                <a:gd name="connsiteX109" fmla="*/ 418148 w 1651063"/>
                <a:gd name="connsiteY109" fmla="*/ 1131380 h 1570672"/>
                <a:gd name="connsiteX110" fmla="*/ 442722 w 1651063"/>
                <a:gd name="connsiteY110" fmla="*/ 1131380 h 1570672"/>
                <a:gd name="connsiteX111" fmla="*/ 459295 w 1651063"/>
                <a:gd name="connsiteY111" fmla="*/ 1114139 h 1570672"/>
                <a:gd name="connsiteX112" fmla="*/ 471011 w 1651063"/>
                <a:gd name="connsiteY112" fmla="*/ 1093851 h 1570672"/>
                <a:gd name="connsiteX113" fmla="*/ 474059 w 1651063"/>
                <a:gd name="connsiteY113" fmla="*/ 1074230 h 1570672"/>
                <a:gd name="connsiteX114" fmla="*/ 480822 w 1651063"/>
                <a:gd name="connsiteY114" fmla="*/ 1066895 h 1570672"/>
                <a:gd name="connsiteX115" fmla="*/ 482060 w 1651063"/>
                <a:gd name="connsiteY115" fmla="*/ 1042321 h 1570672"/>
                <a:gd name="connsiteX116" fmla="*/ 491300 w 1651063"/>
                <a:gd name="connsiteY116" fmla="*/ 1029462 h 1570672"/>
                <a:gd name="connsiteX117" fmla="*/ 498634 w 1651063"/>
                <a:gd name="connsiteY117" fmla="*/ 1018985 h 1570672"/>
                <a:gd name="connsiteX118" fmla="*/ 510921 w 1651063"/>
                <a:gd name="connsiteY118" fmla="*/ 1018413 h 1570672"/>
                <a:gd name="connsiteX119" fmla="*/ 536734 w 1651063"/>
                <a:gd name="connsiteY119" fmla="*/ 1018985 h 1570672"/>
                <a:gd name="connsiteX120" fmla="*/ 543496 w 1651063"/>
                <a:gd name="connsiteY120" fmla="*/ 1001173 h 1570672"/>
                <a:gd name="connsiteX121" fmla="*/ 557022 w 1651063"/>
                <a:gd name="connsiteY121" fmla="*/ 1005459 h 1570672"/>
                <a:gd name="connsiteX122" fmla="*/ 576643 w 1651063"/>
                <a:gd name="connsiteY122" fmla="*/ 1015937 h 1570672"/>
                <a:gd name="connsiteX123" fmla="*/ 600646 w 1651063"/>
                <a:gd name="connsiteY123" fmla="*/ 1011650 h 1570672"/>
                <a:gd name="connsiteX124" fmla="*/ 610457 w 1651063"/>
                <a:gd name="connsiteY124" fmla="*/ 1012222 h 1570672"/>
                <a:gd name="connsiteX125" fmla="*/ 627031 w 1651063"/>
                <a:gd name="connsiteY125" fmla="*/ 1022699 h 1570672"/>
                <a:gd name="connsiteX126" fmla="*/ 638080 w 1651063"/>
                <a:gd name="connsiteY126" fmla="*/ 1015937 h 1570672"/>
                <a:gd name="connsiteX127" fmla="*/ 654082 w 1651063"/>
                <a:gd name="connsiteY127" fmla="*/ 1018413 h 1570672"/>
                <a:gd name="connsiteX128" fmla="*/ 659606 w 1651063"/>
                <a:gd name="connsiteY128" fmla="*/ 1021461 h 1570672"/>
                <a:gd name="connsiteX129" fmla="*/ 671322 w 1651063"/>
                <a:gd name="connsiteY129" fmla="*/ 1041082 h 1570672"/>
                <a:gd name="connsiteX130" fmla="*/ 688562 w 1651063"/>
                <a:gd name="connsiteY130" fmla="*/ 1055180 h 1570672"/>
                <a:gd name="connsiteX131" fmla="*/ 703898 w 1651063"/>
                <a:gd name="connsiteY131" fmla="*/ 1071181 h 1570672"/>
                <a:gd name="connsiteX132" fmla="*/ 721138 w 1651063"/>
                <a:gd name="connsiteY132" fmla="*/ 1083469 h 1570672"/>
                <a:gd name="connsiteX133" fmla="*/ 733425 w 1651063"/>
                <a:gd name="connsiteY133" fmla="*/ 1089660 h 1570672"/>
                <a:gd name="connsiteX134" fmla="*/ 741426 w 1651063"/>
                <a:gd name="connsiteY134" fmla="*/ 1102519 h 1570672"/>
                <a:gd name="connsiteX135" fmla="*/ 750665 w 1651063"/>
                <a:gd name="connsiteY135" fmla="*/ 1120331 h 1570672"/>
                <a:gd name="connsiteX136" fmla="*/ 755618 w 1651063"/>
                <a:gd name="connsiteY136" fmla="*/ 1149191 h 1570672"/>
                <a:gd name="connsiteX137" fmla="*/ 764858 w 1651063"/>
                <a:gd name="connsiteY137" fmla="*/ 1161479 h 1570672"/>
                <a:gd name="connsiteX138" fmla="*/ 769810 w 1651063"/>
                <a:gd name="connsiteY138" fmla="*/ 1169480 h 1570672"/>
                <a:gd name="connsiteX139" fmla="*/ 776573 w 1651063"/>
                <a:gd name="connsiteY139" fmla="*/ 1179957 h 1570672"/>
                <a:gd name="connsiteX140" fmla="*/ 787051 w 1651063"/>
                <a:gd name="connsiteY140" fmla="*/ 1194721 h 1570672"/>
                <a:gd name="connsiteX141" fmla="*/ 797528 w 1651063"/>
                <a:gd name="connsiteY141" fmla="*/ 1201484 h 1570672"/>
                <a:gd name="connsiteX142" fmla="*/ 796957 w 1651063"/>
                <a:gd name="connsiteY142" fmla="*/ 1232249 h 1570672"/>
                <a:gd name="connsiteX143" fmla="*/ 824579 w 1651063"/>
                <a:gd name="connsiteY143" fmla="*/ 1259300 h 1570672"/>
                <a:gd name="connsiteX144" fmla="*/ 847916 w 1651063"/>
                <a:gd name="connsiteY144" fmla="*/ 1278922 h 1570672"/>
                <a:gd name="connsiteX145" fmla="*/ 854678 w 1651063"/>
                <a:gd name="connsiteY145" fmla="*/ 1299210 h 1570672"/>
                <a:gd name="connsiteX146" fmla="*/ 860203 w 1651063"/>
                <a:gd name="connsiteY146" fmla="*/ 1315784 h 1570672"/>
                <a:gd name="connsiteX147" fmla="*/ 871918 w 1651063"/>
                <a:gd name="connsiteY147" fmla="*/ 1315784 h 1570672"/>
                <a:gd name="connsiteX148" fmla="*/ 894017 w 1651063"/>
                <a:gd name="connsiteY148" fmla="*/ 1327499 h 1570672"/>
                <a:gd name="connsiteX149" fmla="*/ 898303 w 1651063"/>
                <a:gd name="connsiteY149" fmla="*/ 1365599 h 1570672"/>
                <a:gd name="connsiteX150" fmla="*/ 906875 w 1651063"/>
                <a:gd name="connsiteY150" fmla="*/ 1376648 h 1570672"/>
                <a:gd name="connsiteX151" fmla="*/ 909352 w 1651063"/>
                <a:gd name="connsiteY151" fmla="*/ 1416558 h 1570672"/>
                <a:gd name="connsiteX152" fmla="*/ 920401 w 1651063"/>
                <a:gd name="connsiteY152" fmla="*/ 1428845 h 1570672"/>
                <a:gd name="connsiteX153" fmla="*/ 928402 w 1651063"/>
                <a:gd name="connsiteY153" fmla="*/ 1435608 h 1570672"/>
                <a:gd name="connsiteX154" fmla="*/ 936974 w 1651063"/>
                <a:gd name="connsiteY154" fmla="*/ 1471231 h 1570672"/>
                <a:gd name="connsiteX155" fmla="*/ 936403 w 1651063"/>
                <a:gd name="connsiteY155" fmla="*/ 1490281 h 1570672"/>
                <a:gd name="connsiteX156" fmla="*/ 961644 w 1651063"/>
                <a:gd name="connsiteY156" fmla="*/ 1499521 h 1570672"/>
                <a:gd name="connsiteX157" fmla="*/ 985647 w 1651063"/>
                <a:gd name="connsiteY157" fmla="*/ 1503807 h 1570672"/>
                <a:gd name="connsiteX158" fmla="*/ 1000411 w 1651063"/>
                <a:gd name="connsiteY158" fmla="*/ 1511141 h 1570672"/>
                <a:gd name="connsiteX159" fmla="*/ 1003459 w 1651063"/>
                <a:gd name="connsiteY159" fmla="*/ 1519714 h 1570672"/>
                <a:gd name="connsiteX160" fmla="*/ 1033558 w 1651063"/>
                <a:gd name="connsiteY160" fmla="*/ 1523429 h 1570672"/>
                <a:gd name="connsiteX161" fmla="*/ 1039749 w 1651063"/>
                <a:gd name="connsiteY161" fmla="*/ 1528953 h 1570672"/>
                <a:gd name="connsiteX162" fmla="*/ 1050798 w 1651063"/>
                <a:gd name="connsiteY162" fmla="*/ 1540002 h 1570672"/>
                <a:gd name="connsiteX163" fmla="*/ 1080326 w 1651063"/>
                <a:gd name="connsiteY163" fmla="*/ 1543050 h 1570672"/>
                <a:gd name="connsiteX164" fmla="*/ 1105567 w 1651063"/>
                <a:gd name="connsiteY164" fmla="*/ 1548003 h 1570672"/>
                <a:gd name="connsiteX165" fmla="*/ 1117854 w 1651063"/>
                <a:gd name="connsiteY165" fmla="*/ 1548003 h 1570672"/>
                <a:gd name="connsiteX166" fmla="*/ 1130713 w 1651063"/>
                <a:gd name="connsiteY166" fmla="*/ 1560290 h 1570672"/>
                <a:gd name="connsiteX167" fmla="*/ 1151573 w 1651063"/>
                <a:gd name="connsiteY167" fmla="*/ 1567624 h 1570672"/>
                <a:gd name="connsiteX168" fmla="*/ 1163860 w 1651063"/>
                <a:gd name="connsiteY168" fmla="*/ 1570673 h 1570672"/>
                <a:gd name="connsiteX169" fmla="*/ 1184719 w 1651063"/>
                <a:gd name="connsiteY169" fmla="*/ 1565148 h 1570672"/>
                <a:gd name="connsiteX170" fmla="*/ 1191482 w 1651063"/>
                <a:gd name="connsiteY170" fmla="*/ 1557147 h 1570672"/>
                <a:gd name="connsiteX171" fmla="*/ 1181671 w 1651063"/>
                <a:gd name="connsiteY171" fmla="*/ 1540573 h 1570672"/>
                <a:gd name="connsiteX172" fmla="*/ 1169384 w 1651063"/>
                <a:gd name="connsiteY172" fmla="*/ 1512284 h 1570672"/>
                <a:gd name="connsiteX173" fmla="*/ 1166336 w 1651063"/>
                <a:gd name="connsiteY173" fmla="*/ 1497521 h 1570672"/>
                <a:gd name="connsiteX174" fmla="*/ 1158335 w 1651063"/>
                <a:gd name="connsiteY174" fmla="*/ 1471708 h 1570672"/>
                <a:gd name="connsiteX175" fmla="*/ 1154620 w 1651063"/>
                <a:gd name="connsiteY175" fmla="*/ 1450848 h 1570672"/>
                <a:gd name="connsiteX176" fmla="*/ 1147858 w 1651063"/>
                <a:gd name="connsiteY176" fmla="*/ 1437989 h 1570672"/>
                <a:gd name="connsiteX177" fmla="*/ 1147286 w 1651063"/>
                <a:gd name="connsiteY177" fmla="*/ 1418368 h 1570672"/>
                <a:gd name="connsiteX178" fmla="*/ 1159002 w 1651063"/>
                <a:gd name="connsiteY178" fmla="*/ 1412177 h 1570672"/>
                <a:gd name="connsiteX179" fmla="*/ 1159574 w 1651063"/>
                <a:gd name="connsiteY179" fmla="*/ 1387602 h 1570672"/>
                <a:gd name="connsiteX180" fmla="*/ 1143000 w 1651063"/>
                <a:gd name="connsiteY180" fmla="*/ 1375886 h 1570672"/>
                <a:gd name="connsiteX181" fmla="*/ 1143571 w 1651063"/>
                <a:gd name="connsiteY181" fmla="*/ 1368552 h 1570672"/>
                <a:gd name="connsiteX182" fmla="*/ 1160145 w 1651063"/>
                <a:gd name="connsiteY182" fmla="*/ 1366076 h 1570672"/>
                <a:gd name="connsiteX183" fmla="*/ 1169956 w 1651063"/>
                <a:gd name="connsiteY183" fmla="*/ 1356836 h 1570672"/>
                <a:gd name="connsiteX184" fmla="*/ 1173004 w 1651063"/>
                <a:gd name="connsiteY184" fmla="*/ 1303401 h 1570672"/>
                <a:gd name="connsiteX185" fmla="*/ 1144715 w 1651063"/>
                <a:gd name="connsiteY185" fmla="*/ 1293590 h 1570672"/>
                <a:gd name="connsiteX186" fmla="*/ 1152049 w 1651063"/>
                <a:gd name="connsiteY186" fmla="*/ 1290542 h 1570672"/>
                <a:gd name="connsiteX187" fmla="*/ 1181576 w 1651063"/>
                <a:gd name="connsiteY187" fmla="*/ 1291781 h 1570672"/>
                <a:gd name="connsiteX188" fmla="*/ 1194435 w 1651063"/>
                <a:gd name="connsiteY188" fmla="*/ 1287494 h 1570672"/>
                <a:gd name="connsiteX189" fmla="*/ 1204246 w 1651063"/>
                <a:gd name="connsiteY189" fmla="*/ 1270254 h 1570672"/>
                <a:gd name="connsiteX190" fmla="*/ 1206056 w 1651063"/>
                <a:gd name="connsiteY190" fmla="*/ 1257967 h 1570672"/>
                <a:gd name="connsiteX191" fmla="*/ 1197483 w 1651063"/>
                <a:gd name="connsiteY191" fmla="*/ 1252442 h 1570672"/>
                <a:gd name="connsiteX192" fmla="*/ 1212818 w 1651063"/>
                <a:gd name="connsiteY192" fmla="*/ 1243870 h 1570672"/>
                <a:gd name="connsiteX193" fmla="*/ 1223867 w 1651063"/>
                <a:gd name="connsiteY193" fmla="*/ 1248156 h 1570672"/>
                <a:gd name="connsiteX194" fmla="*/ 1238631 w 1651063"/>
                <a:gd name="connsiteY194" fmla="*/ 1234059 h 1570672"/>
                <a:gd name="connsiteX195" fmla="*/ 1240441 w 1651063"/>
                <a:gd name="connsiteY195" fmla="*/ 1220534 h 1570672"/>
                <a:gd name="connsiteX196" fmla="*/ 1241679 w 1651063"/>
                <a:gd name="connsiteY196" fmla="*/ 1209485 h 1570672"/>
                <a:gd name="connsiteX197" fmla="*/ 1258252 w 1651063"/>
                <a:gd name="connsiteY197" fmla="*/ 1213771 h 1570672"/>
                <a:gd name="connsiteX198" fmla="*/ 1260729 w 1651063"/>
                <a:gd name="connsiteY198" fmla="*/ 1223010 h 1570672"/>
                <a:gd name="connsiteX199" fmla="*/ 1285303 w 1651063"/>
                <a:gd name="connsiteY199" fmla="*/ 1211961 h 1570672"/>
                <a:gd name="connsiteX200" fmla="*/ 1287113 w 1651063"/>
                <a:gd name="connsiteY200" fmla="*/ 1202150 h 1570672"/>
                <a:gd name="connsiteX201" fmla="*/ 1273588 w 1651063"/>
                <a:gd name="connsiteY201" fmla="*/ 1191673 h 1570672"/>
                <a:gd name="connsiteX202" fmla="*/ 1265015 w 1651063"/>
                <a:gd name="connsiteY202" fmla="*/ 1184910 h 1570672"/>
                <a:gd name="connsiteX203" fmla="*/ 1268063 w 1651063"/>
                <a:gd name="connsiteY203" fmla="*/ 1179957 h 1570672"/>
                <a:gd name="connsiteX204" fmla="*/ 1284065 w 1651063"/>
                <a:gd name="connsiteY204" fmla="*/ 1182434 h 1570672"/>
                <a:gd name="connsiteX205" fmla="*/ 1294543 w 1651063"/>
                <a:gd name="connsiteY205" fmla="*/ 1181195 h 1570672"/>
                <a:gd name="connsiteX206" fmla="*/ 1303782 w 1651063"/>
                <a:gd name="connsiteY206" fmla="*/ 1176242 h 1570672"/>
                <a:gd name="connsiteX207" fmla="*/ 1316069 w 1651063"/>
                <a:gd name="connsiteY207" fmla="*/ 1169480 h 1570672"/>
                <a:gd name="connsiteX208" fmla="*/ 1313593 w 1651063"/>
                <a:gd name="connsiteY208" fmla="*/ 1178052 h 1570672"/>
                <a:gd name="connsiteX209" fmla="*/ 1308735 w 1651063"/>
                <a:gd name="connsiteY209" fmla="*/ 1187291 h 1570672"/>
                <a:gd name="connsiteX210" fmla="*/ 1335119 w 1651063"/>
                <a:gd name="connsiteY210" fmla="*/ 1178719 h 1570672"/>
                <a:gd name="connsiteX211" fmla="*/ 1354169 w 1651063"/>
                <a:gd name="connsiteY211" fmla="*/ 1171385 h 1570672"/>
                <a:gd name="connsiteX212" fmla="*/ 1376267 w 1651063"/>
                <a:gd name="connsiteY212" fmla="*/ 1167098 h 1570672"/>
                <a:gd name="connsiteX213" fmla="*/ 1405795 w 1651063"/>
                <a:gd name="connsiteY213" fmla="*/ 1154239 h 1570672"/>
                <a:gd name="connsiteX214" fmla="*/ 1427893 w 1651063"/>
                <a:gd name="connsiteY214" fmla="*/ 1140143 h 1570672"/>
                <a:gd name="connsiteX215" fmla="*/ 1443895 w 1651063"/>
                <a:gd name="connsiteY215" fmla="*/ 1127855 h 1570672"/>
                <a:gd name="connsiteX216" fmla="*/ 1443895 w 1651063"/>
                <a:gd name="connsiteY216" fmla="*/ 1102043 h 1570672"/>
                <a:gd name="connsiteX217" fmla="*/ 1461135 w 1651063"/>
                <a:gd name="connsiteY217" fmla="*/ 1102043 h 1570672"/>
                <a:gd name="connsiteX218" fmla="*/ 1472184 w 1651063"/>
                <a:gd name="connsiteY218" fmla="*/ 1085469 h 1570672"/>
                <a:gd name="connsiteX219" fmla="*/ 1482661 w 1651063"/>
                <a:gd name="connsiteY219" fmla="*/ 1080516 h 1570672"/>
                <a:gd name="connsiteX220" fmla="*/ 1482661 w 1651063"/>
                <a:gd name="connsiteY220" fmla="*/ 1070705 h 1570672"/>
                <a:gd name="connsiteX221" fmla="*/ 1477709 w 1651063"/>
                <a:gd name="connsiteY221" fmla="*/ 1063943 h 1570672"/>
                <a:gd name="connsiteX222" fmla="*/ 1471517 w 1651063"/>
                <a:gd name="connsiteY222" fmla="*/ 1053179 h 1570672"/>
                <a:gd name="connsiteX223" fmla="*/ 1465993 w 1651063"/>
                <a:gd name="connsiteY223" fmla="*/ 1047940 h 1570672"/>
                <a:gd name="connsiteX224" fmla="*/ 1465421 w 1651063"/>
                <a:gd name="connsiteY224" fmla="*/ 1033177 h 1570672"/>
                <a:gd name="connsiteX225" fmla="*/ 1468469 w 1651063"/>
                <a:gd name="connsiteY225" fmla="*/ 1025843 h 1570672"/>
                <a:gd name="connsiteX226" fmla="*/ 1475232 w 1651063"/>
                <a:gd name="connsiteY226" fmla="*/ 1030796 h 1570672"/>
                <a:gd name="connsiteX227" fmla="*/ 1482566 w 1651063"/>
                <a:gd name="connsiteY227" fmla="*/ 1028986 h 1570672"/>
                <a:gd name="connsiteX228" fmla="*/ 1492377 w 1651063"/>
                <a:gd name="connsiteY228" fmla="*/ 1020413 h 1570672"/>
                <a:gd name="connsiteX229" fmla="*/ 1497902 w 1651063"/>
                <a:gd name="connsiteY229" fmla="*/ 1006316 h 1570672"/>
                <a:gd name="connsiteX230" fmla="*/ 1504093 w 1651063"/>
                <a:gd name="connsiteY230" fmla="*/ 1014889 h 1570672"/>
                <a:gd name="connsiteX231" fmla="*/ 1506569 w 1651063"/>
                <a:gd name="connsiteY231" fmla="*/ 1022890 h 1570672"/>
                <a:gd name="connsiteX232" fmla="*/ 1506569 w 1651063"/>
                <a:gd name="connsiteY232" fmla="*/ 1038225 h 1570672"/>
                <a:gd name="connsiteX233" fmla="*/ 1495520 w 1651063"/>
                <a:gd name="connsiteY233" fmla="*/ 1057275 h 1570672"/>
                <a:gd name="connsiteX234" fmla="*/ 1514570 w 1651063"/>
                <a:gd name="connsiteY234" fmla="*/ 1050512 h 1570672"/>
                <a:gd name="connsiteX235" fmla="*/ 1526286 w 1651063"/>
                <a:gd name="connsiteY235" fmla="*/ 1048703 h 1570672"/>
                <a:gd name="connsiteX236" fmla="*/ 1530001 w 1651063"/>
                <a:gd name="connsiteY236" fmla="*/ 1053274 h 1570672"/>
                <a:gd name="connsiteX237" fmla="*/ 1509141 w 1651063"/>
                <a:gd name="connsiteY237" fmla="*/ 1062799 h 1570672"/>
                <a:gd name="connsiteX238" fmla="*/ 1500759 w 1651063"/>
                <a:gd name="connsiteY238" fmla="*/ 1070229 h 1570672"/>
                <a:gd name="connsiteX239" fmla="*/ 1493806 w 1651063"/>
                <a:gd name="connsiteY239" fmla="*/ 1076325 h 1570672"/>
                <a:gd name="connsiteX240" fmla="*/ 1487615 w 1651063"/>
                <a:gd name="connsiteY240" fmla="*/ 1086803 h 1570672"/>
                <a:gd name="connsiteX241" fmla="*/ 1460564 w 1651063"/>
                <a:gd name="connsiteY241" fmla="*/ 1109567 h 1570672"/>
                <a:gd name="connsiteX242" fmla="*/ 1493710 w 1651063"/>
                <a:gd name="connsiteY242" fmla="*/ 1088707 h 1570672"/>
                <a:gd name="connsiteX243" fmla="*/ 1499235 w 1651063"/>
                <a:gd name="connsiteY243" fmla="*/ 1076992 h 1570672"/>
                <a:gd name="connsiteX244" fmla="*/ 1513999 w 1651063"/>
                <a:gd name="connsiteY244" fmla="*/ 1065943 h 1570672"/>
                <a:gd name="connsiteX245" fmla="*/ 1539811 w 1651063"/>
                <a:gd name="connsiteY245" fmla="*/ 1053370 h 1570672"/>
                <a:gd name="connsiteX246" fmla="*/ 1609249 w 1651063"/>
                <a:gd name="connsiteY246" fmla="*/ 1029081 h 1570672"/>
                <a:gd name="connsiteX247" fmla="*/ 1605534 w 1651063"/>
                <a:gd name="connsiteY247" fmla="*/ 1013746 h 1570672"/>
                <a:gd name="connsiteX248" fmla="*/ 1600010 w 1651063"/>
                <a:gd name="connsiteY248" fmla="*/ 1006412 h 1570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</a:cxnLst>
              <a:rect l="l" t="t" r="r" b="b"/>
              <a:pathLst>
                <a:path w="1651063" h="1570672">
                  <a:moveTo>
                    <a:pt x="1599438" y="1006221"/>
                  </a:moveTo>
                  <a:lnTo>
                    <a:pt x="1601248" y="994505"/>
                  </a:lnTo>
                  <a:lnTo>
                    <a:pt x="1608582" y="992029"/>
                  </a:lnTo>
                  <a:lnTo>
                    <a:pt x="1616583" y="985266"/>
                  </a:lnTo>
                  <a:lnTo>
                    <a:pt x="1623917" y="982789"/>
                  </a:lnTo>
                  <a:lnTo>
                    <a:pt x="1630680" y="972979"/>
                  </a:lnTo>
                  <a:lnTo>
                    <a:pt x="1630109" y="950214"/>
                  </a:lnTo>
                  <a:lnTo>
                    <a:pt x="1630109" y="941641"/>
                  </a:lnTo>
                  <a:lnTo>
                    <a:pt x="1625822" y="933640"/>
                  </a:lnTo>
                  <a:lnTo>
                    <a:pt x="1628299" y="923163"/>
                  </a:lnTo>
                  <a:lnTo>
                    <a:pt x="1632585" y="912686"/>
                  </a:lnTo>
                  <a:lnTo>
                    <a:pt x="1633823" y="896112"/>
                  </a:lnTo>
                  <a:lnTo>
                    <a:pt x="1641824" y="877634"/>
                  </a:lnTo>
                  <a:lnTo>
                    <a:pt x="1646110" y="867823"/>
                  </a:lnTo>
                  <a:lnTo>
                    <a:pt x="1649825" y="857345"/>
                  </a:lnTo>
                  <a:lnTo>
                    <a:pt x="1651064" y="843820"/>
                  </a:lnTo>
                  <a:lnTo>
                    <a:pt x="1651064" y="813054"/>
                  </a:lnTo>
                  <a:lnTo>
                    <a:pt x="1634490" y="768763"/>
                  </a:lnTo>
                  <a:lnTo>
                    <a:pt x="1618488" y="750284"/>
                  </a:lnTo>
                  <a:lnTo>
                    <a:pt x="1608677" y="713994"/>
                  </a:lnTo>
                  <a:lnTo>
                    <a:pt x="1590866" y="691896"/>
                  </a:lnTo>
                  <a:lnTo>
                    <a:pt x="1590866" y="537686"/>
                  </a:lnTo>
                  <a:lnTo>
                    <a:pt x="1587818" y="497110"/>
                  </a:lnTo>
                  <a:lnTo>
                    <a:pt x="1583531" y="456533"/>
                  </a:lnTo>
                  <a:lnTo>
                    <a:pt x="1550956" y="456533"/>
                  </a:lnTo>
                  <a:lnTo>
                    <a:pt x="1532477" y="444246"/>
                  </a:lnTo>
                  <a:lnTo>
                    <a:pt x="1519618" y="438055"/>
                  </a:lnTo>
                  <a:lnTo>
                    <a:pt x="1497235" y="427577"/>
                  </a:lnTo>
                  <a:lnTo>
                    <a:pt x="1485233" y="420243"/>
                  </a:lnTo>
                  <a:lnTo>
                    <a:pt x="1465612" y="406146"/>
                  </a:lnTo>
                  <a:lnTo>
                    <a:pt x="1450277" y="397573"/>
                  </a:lnTo>
                  <a:lnTo>
                    <a:pt x="1441704" y="397573"/>
                  </a:lnTo>
                  <a:lnTo>
                    <a:pt x="1422083" y="408051"/>
                  </a:lnTo>
                  <a:lnTo>
                    <a:pt x="1410367" y="409289"/>
                  </a:lnTo>
                  <a:lnTo>
                    <a:pt x="1391888" y="400717"/>
                  </a:lnTo>
                  <a:lnTo>
                    <a:pt x="1382077" y="397002"/>
                  </a:lnTo>
                  <a:lnTo>
                    <a:pt x="1369790" y="406241"/>
                  </a:lnTo>
                  <a:lnTo>
                    <a:pt x="1359313" y="407480"/>
                  </a:lnTo>
                  <a:lnTo>
                    <a:pt x="1333500" y="408051"/>
                  </a:lnTo>
                  <a:lnTo>
                    <a:pt x="1325499" y="408622"/>
                  </a:lnTo>
                  <a:lnTo>
                    <a:pt x="1311974" y="426434"/>
                  </a:lnTo>
                  <a:lnTo>
                    <a:pt x="1299115" y="427672"/>
                  </a:lnTo>
                  <a:lnTo>
                    <a:pt x="1289876" y="432626"/>
                  </a:lnTo>
                  <a:lnTo>
                    <a:pt x="1282541" y="430149"/>
                  </a:lnTo>
                  <a:lnTo>
                    <a:pt x="1268444" y="414147"/>
                  </a:lnTo>
                  <a:lnTo>
                    <a:pt x="1259872" y="402431"/>
                  </a:lnTo>
                  <a:lnTo>
                    <a:pt x="1249394" y="399955"/>
                  </a:lnTo>
                  <a:lnTo>
                    <a:pt x="1238917" y="412813"/>
                  </a:lnTo>
                  <a:lnTo>
                    <a:pt x="1224820" y="401764"/>
                  </a:lnTo>
                  <a:lnTo>
                    <a:pt x="1213771" y="396812"/>
                  </a:lnTo>
                  <a:lnTo>
                    <a:pt x="1206436" y="409099"/>
                  </a:lnTo>
                  <a:lnTo>
                    <a:pt x="1199102" y="429387"/>
                  </a:lnTo>
                  <a:lnTo>
                    <a:pt x="1189863" y="409099"/>
                  </a:lnTo>
                  <a:lnTo>
                    <a:pt x="1186815" y="402907"/>
                  </a:lnTo>
                  <a:lnTo>
                    <a:pt x="1164050" y="409099"/>
                  </a:lnTo>
                  <a:lnTo>
                    <a:pt x="1153001" y="407289"/>
                  </a:lnTo>
                  <a:lnTo>
                    <a:pt x="1141285" y="396812"/>
                  </a:lnTo>
                  <a:lnTo>
                    <a:pt x="1124045" y="388239"/>
                  </a:lnTo>
                  <a:lnTo>
                    <a:pt x="1108710" y="406051"/>
                  </a:lnTo>
                  <a:lnTo>
                    <a:pt x="1096994" y="405479"/>
                  </a:lnTo>
                  <a:lnTo>
                    <a:pt x="1089660" y="391382"/>
                  </a:lnTo>
                  <a:lnTo>
                    <a:pt x="1079183" y="376047"/>
                  </a:lnTo>
                  <a:lnTo>
                    <a:pt x="1068705" y="366808"/>
                  </a:lnTo>
                  <a:lnTo>
                    <a:pt x="1035558" y="366808"/>
                  </a:lnTo>
                  <a:lnTo>
                    <a:pt x="1027557" y="377285"/>
                  </a:lnTo>
                  <a:lnTo>
                    <a:pt x="1015841" y="374809"/>
                  </a:lnTo>
                  <a:lnTo>
                    <a:pt x="1008507" y="366808"/>
                  </a:lnTo>
                  <a:lnTo>
                    <a:pt x="974693" y="366808"/>
                  </a:lnTo>
                  <a:lnTo>
                    <a:pt x="969169" y="355092"/>
                  </a:lnTo>
                  <a:lnTo>
                    <a:pt x="953167" y="355092"/>
                  </a:lnTo>
                  <a:lnTo>
                    <a:pt x="941451" y="347758"/>
                  </a:lnTo>
                  <a:lnTo>
                    <a:pt x="936498" y="341566"/>
                  </a:lnTo>
                  <a:lnTo>
                    <a:pt x="929735" y="327470"/>
                  </a:lnTo>
                  <a:lnTo>
                    <a:pt x="919258" y="318897"/>
                  </a:lnTo>
                  <a:lnTo>
                    <a:pt x="911924" y="318897"/>
                  </a:lnTo>
                  <a:lnTo>
                    <a:pt x="894112" y="331184"/>
                  </a:lnTo>
                  <a:lnTo>
                    <a:pt x="878776" y="329946"/>
                  </a:lnTo>
                  <a:lnTo>
                    <a:pt x="867061" y="324421"/>
                  </a:lnTo>
                  <a:lnTo>
                    <a:pt x="854774" y="309658"/>
                  </a:lnTo>
                  <a:lnTo>
                    <a:pt x="833914" y="288798"/>
                  </a:lnTo>
                  <a:lnTo>
                    <a:pt x="833914" y="0"/>
                  </a:lnTo>
                  <a:lnTo>
                    <a:pt x="454152" y="0"/>
                  </a:lnTo>
                  <a:lnTo>
                    <a:pt x="454152" y="685229"/>
                  </a:lnTo>
                  <a:lnTo>
                    <a:pt x="4286" y="685229"/>
                  </a:lnTo>
                  <a:lnTo>
                    <a:pt x="0" y="696278"/>
                  </a:lnTo>
                  <a:lnTo>
                    <a:pt x="0" y="707993"/>
                  </a:lnTo>
                  <a:lnTo>
                    <a:pt x="13525" y="719709"/>
                  </a:lnTo>
                  <a:lnTo>
                    <a:pt x="58388" y="771906"/>
                  </a:lnTo>
                  <a:lnTo>
                    <a:pt x="76200" y="776192"/>
                  </a:lnTo>
                  <a:lnTo>
                    <a:pt x="113729" y="812482"/>
                  </a:lnTo>
                  <a:lnTo>
                    <a:pt x="150019" y="854297"/>
                  </a:lnTo>
                  <a:lnTo>
                    <a:pt x="177070" y="873347"/>
                  </a:lnTo>
                  <a:lnTo>
                    <a:pt x="216979" y="897350"/>
                  </a:lnTo>
                  <a:lnTo>
                    <a:pt x="216408" y="916972"/>
                  </a:lnTo>
                  <a:lnTo>
                    <a:pt x="226885" y="934784"/>
                  </a:lnTo>
                  <a:lnTo>
                    <a:pt x="244126" y="950119"/>
                  </a:lnTo>
                  <a:lnTo>
                    <a:pt x="245364" y="996791"/>
                  </a:lnTo>
                  <a:lnTo>
                    <a:pt x="256413" y="1015841"/>
                  </a:lnTo>
                  <a:lnTo>
                    <a:pt x="262604" y="1029367"/>
                  </a:lnTo>
                  <a:lnTo>
                    <a:pt x="273653" y="1042892"/>
                  </a:lnTo>
                  <a:lnTo>
                    <a:pt x="291465" y="1062514"/>
                  </a:lnTo>
                  <a:lnTo>
                    <a:pt x="314230" y="1071753"/>
                  </a:lnTo>
                  <a:lnTo>
                    <a:pt x="322231" y="1083469"/>
                  </a:lnTo>
                  <a:lnTo>
                    <a:pt x="338233" y="1087184"/>
                  </a:lnTo>
                  <a:lnTo>
                    <a:pt x="356044" y="1087755"/>
                  </a:lnTo>
                  <a:lnTo>
                    <a:pt x="368332" y="1102519"/>
                  </a:lnTo>
                  <a:lnTo>
                    <a:pt x="389858" y="1103757"/>
                  </a:lnTo>
                  <a:lnTo>
                    <a:pt x="397859" y="1112330"/>
                  </a:lnTo>
                  <a:lnTo>
                    <a:pt x="408908" y="1120331"/>
                  </a:lnTo>
                  <a:lnTo>
                    <a:pt x="418148" y="1131380"/>
                  </a:lnTo>
                  <a:lnTo>
                    <a:pt x="442722" y="1131380"/>
                  </a:lnTo>
                  <a:lnTo>
                    <a:pt x="459295" y="1114139"/>
                  </a:lnTo>
                  <a:lnTo>
                    <a:pt x="471011" y="1093851"/>
                  </a:lnTo>
                  <a:lnTo>
                    <a:pt x="474059" y="1074230"/>
                  </a:lnTo>
                  <a:lnTo>
                    <a:pt x="480822" y="1066895"/>
                  </a:lnTo>
                  <a:lnTo>
                    <a:pt x="482060" y="1042321"/>
                  </a:lnTo>
                  <a:lnTo>
                    <a:pt x="491300" y="1029462"/>
                  </a:lnTo>
                  <a:lnTo>
                    <a:pt x="498634" y="1018985"/>
                  </a:lnTo>
                  <a:cubicBezTo>
                    <a:pt x="498634" y="1018985"/>
                    <a:pt x="509111" y="1017746"/>
                    <a:pt x="510921" y="1018413"/>
                  </a:cubicBezTo>
                  <a:cubicBezTo>
                    <a:pt x="512731" y="1018985"/>
                    <a:pt x="536734" y="1018985"/>
                    <a:pt x="536734" y="1018985"/>
                  </a:cubicBezTo>
                  <a:lnTo>
                    <a:pt x="543496" y="1001173"/>
                  </a:lnTo>
                  <a:lnTo>
                    <a:pt x="557022" y="1005459"/>
                  </a:lnTo>
                  <a:lnTo>
                    <a:pt x="576643" y="1015937"/>
                  </a:lnTo>
                  <a:lnTo>
                    <a:pt x="600646" y="1011650"/>
                  </a:lnTo>
                  <a:lnTo>
                    <a:pt x="610457" y="1012222"/>
                  </a:lnTo>
                  <a:lnTo>
                    <a:pt x="627031" y="1022699"/>
                  </a:lnTo>
                  <a:lnTo>
                    <a:pt x="638080" y="1015937"/>
                  </a:lnTo>
                  <a:lnTo>
                    <a:pt x="654082" y="1018413"/>
                  </a:lnTo>
                  <a:lnTo>
                    <a:pt x="659606" y="1021461"/>
                  </a:lnTo>
                  <a:lnTo>
                    <a:pt x="671322" y="1041082"/>
                  </a:lnTo>
                  <a:lnTo>
                    <a:pt x="688562" y="1055180"/>
                  </a:lnTo>
                  <a:lnTo>
                    <a:pt x="703898" y="1071181"/>
                  </a:lnTo>
                  <a:lnTo>
                    <a:pt x="721138" y="1083469"/>
                  </a:lnTo>
                  <a:lnTo>
                    <a:pt x="733425" y="1089660"/>
                  </a:lnTo>
                  <a:lnTo>
                    <a:pt x="741426" y="1102519"/>
                  </a:lnTo>
                  <a:lnTo>
                    <a:pt x="750665" y="1120331"/>
                  </a:lnTo>
                  <a:lnTo>
                    <a:pt x="755618" y="1149191"/>
                  </a:lnTo>
                  <a:lnTo>
                    <a:pt x="764858" y="1161479"/>
                  </a:lnTo>
                  <a:lnTo>
                    <a:pt x="769810" y="1169480"/>
                  </a:lnTo>
                  <a:lnTo>
                    <a:pt x="776573" y="1179957"/>
                  </a:lnTo>
                  <a:lnTo>
                    <a:pt x="787051" y="1194721"/>
                  </a:lnTo>
                  <a:lnTo>
                    <a:pt x="797528" y="1201484"/>
                  </a:lnTo>
                  <a:lnTo>
                    <a:pt x="796957" y="1232249"/>
                  </a:lnTo>
                  <a:lnTo>
                    <a:pt x="824579" y="1259300"/>
                  </a:lnTo>
                  <a:lnTo>
                    <a:pt x="847916" y="1278922"/>
                  </a:lnTo>
                  <a:lnTo>
                    <a:pt x="854678" y="1299210"/>
                  </a:lnTo>
                  <a:lnTo>
                    <a:pt x="860203" y="1315784"/>
                  </a:lnTo>
                  <a:lnTo>
                    <a:pt x="871918" y="1315784"/>
                  </a:lnTo>
                  <a:lnTo>
                    <a:pt x="894017" y="1327499"/>
                  </a:lnTo>
                  <a:cubicBezTo>
                    <a:pt x="894017" y="1327499"/>
                    <a:pt x="898969" y="1363123"/>
                    <a:pt x="898303" y="1365599"/>
                  </a:cubicBezTo>
                  <a:cubicBezTo>
                    <a:pt x="897731" y="1368076"/>
                    <a:pt x="906875" y="1376648"/>
                    <a:pt x="906875" y="1376648"/>
                  </a:cubicBezTo>
                  <a:lnTo>
                    <a:pt x="909352" y="1416558"/>
                  </a:lnTo>
                  <a:lnTo>
                    <a:pt x="920401" y="1428845"/>
                  </a:lnTo>
                  <a:lnTo>
                    <a:pt x="928402" y="1435608"/>
                  </a:lnTo>
                  <a:lnTo>
                    <a:pt x="936974" y="1471231"/>
                  </a:lnTo>
                  <a:lnTo>
                    <a:pt x="936403" y="1490281"/>
                  </a:lnTo>
                  <a:lnTo>
                    <a:pt x="961644" y="1499521"/>
                  </a:lnTo>
                  <a:lnTo>
                    <a:pt x="985647" y="1503807"/>
                  </a:lnTo>
                  <a:lnTo>
                    <a:pt x="1000411" y="1511141"/>
                  </a:lnTo>
                  <a:lnTo>
                    <a:pt x="1003459" y="1519714"/>
                  </a:lnTo>
                  <a:lnTo>
                    <a:pt x="1033558" y="1523429"/>
                  </a:lnTo>
                  <a:cubicBezTo>
                    <a:pt x="1033558" y="1523429"/>
                    <a:pt x="1039749" y="1527143"/>
                    <a:pt x="1039749" y="1528953"/>
                  </a:cubicBezTo>
                  <a:cubicBezTo>
                    <a:pt x="1039749" y="1530763"/>
                    <a:pt x="1050798" y="1540002"/>
                    <a:pt x="1050798" y="1540002"/>
                  </a:cubicBezTo>
                  <a:lnTo>
                    <a:pt x="1080326" y="1543050"/>
                  </a:lnTo>
                  <a:lnTo>
                    <a:pt x="1105567" y="1548003"/>
                  </a:lnTo>
                  <a:lnTo>
                    <a:pt x="1117854" y="1548003"/>
                  </a:lnTo>
                  <a:lnTo>
                    <a:pt x="1130713" y="1560290"/>
                  </a:lnTo>
                  <a:lnTo>
                    <a:pt x="1151573" y="1567624"/>
                  </a:lnTo>
                  <a:lnTo>
                    <a:pt x="1163860" y="1570673"/>
                  </a:lnTo>
                  <a:lnTo>
                    <a:pt x="1184719" y="1565148"/>
                  </a:lnTo>
                  <a:lnTo>
                    <a:pt x="1191482" y="1557147"/>
                  </a:lnTo>
                  <a:lnTo>
                    <a:pt x="1181671" y="1540573"/>
                  </a:lnTo>
                  <a:lnTo>
                    <a:pt x="1169384" y="1512284"/>
                  </a:lnTo>
                  <a:lnTo>
                    <a:pt x="1166336" y="1497521"/>
                  </a:lnTo>
                  <a:lnTo>
                    <a:pt x="1158335" y="1471708"/>
                  </a:lnTo>
                  <a:lnTo>
                    <a:pt x="1154620" y="1450848"/>
                  </a:lnTo>
                  <a:lnTo>
                    <a:pt x="1147858" y="1437989"/>
                  </a:lnTo>
                  <a:lnTo>
                    <a:pt x="1147286" y="1418368"/>
                  </a:lnTo>
                  <a:lnTo>
                    <a:pt x="1159002" y="1412177"/>
                  </a:lnTo>
                  <a:lnTo>
                    <a:pt x="1159574" y="1387602"/>
                  </a:lnTo>
                  <a:lnTo>
                    <a:pt x="1143000" y="1375886"/>
                  </a:lnTo>
                  <a:lnTo>
                    <a:pt x="1143571" y="1368552"/>
                  </a:lnTo>
                  <a:lnTo>
                    <a:pt x="1160145" y="1366076"/>
                  </a:lnTo>
                  <a:lnTo>
                    <a:pt x="1169956" y="1356836"/>
                  </a:lnTo>
                  <a:lnTo>
                    <a:pt x="1173004" y="1303401"/>
                  </a:lnTo>
                  <a:lnTo>
                    <a:pt x="1144715" y="1293590"/>
                  </a:lnTo>
                  <a:lnTo>
                    <a:pt x="1152049" y="1290542"/>
                  </a:lnTo>
                  <a:lnTo>
                    <a:pt x="1181576" y="1291781"/>
                  </a:lnTo>
                  <a:lnTo>
                    <a:pt x="1194435" y="1287494"/>
                  </a:lnTo>
                  <a:lnTo>
                    <a:pt x="1204246" y="1270254"/>
                  </a:lnTo>
                  <a:lnTo>
                    <a:pt x="1206056" y="1257967"/>
                  </a:lnTo>
                  <a:lnTo>
                    <a:pt x="1197483" y="1252442"/>
                  </a:lnTo>
                  <a:lnTo>
                    <a:pt x="1212818" y="1243870"/>
                  </a:lnTo>
                  <a:lnTo>
                    <a:pt x="1223867" y="1248156"/>
                  </a:lnTo>
                  <a:lnTo>
                    <a:pt x="1238631" y="1234059"/>
                  </a:lnTo>
                  <a:lnTo>
                    <a:pt x="1240441" y="1220534"/>
                  </a:lnTo>
                  <a:lnTo>
                    <a:pt x="1241679" y="1209485"/>
                  </a:lnTo>
                  <a:lnTo>
                    <a:pt x="1258252" y="1213771"/>
                  </a:lnTo>
                  <a:lnTo>
                    <a:pt x="1260729" y="1223010"/>
                  </a:lnTo>
                  <a:lnTo>
                    <a:pt x="1285303" y="1211961"/>
                  </a:lnTo>
                  <a:lnTo>
                    <a:pt x="1287113" y="1202150"/>
                  </a:lnTo>
                  <a:lnTo>
                    <a:pt x="1273588" y="1191673"/>
                  </a:lnTo>
                  <a:lnTo>
                    <a:pt x="1265015" y="1184910"/>
                  </a:lnTo>
                  <a:lnTo>
                    <a:pt x="1268063" y="1179957"/>
                  </a:lnTo>
                  <a:lnTo>
                    <a:pt x="1284065" y="1182434"/>
                  </a:lnTo>
                  <a:lnTo>
                    <a:pt x="1294543" y="1181195"/>
                  </a:lnTo>
                  <a:lnTo>
                    <a:pt x="1303782" y="1176242"/>
                  </a:lnTo>
                  <a:lnTo>
                    <a:pt x="1316069" y="1169480"/>
                  </a:lnTo>
                  <a:lnTo>
                    <a:pt x="1313593" y="1178052"/>
                  </a:lnTo>
                  <a:lnTo>
                    <a:pt x="1308735" y="1187291"/>
                  </a:lnTo>
                  <a:lnTo>
                    <a:pt x="1335119" y="1178719"/>
                  </a:lnTo>
                  <a:lnTo>
                    <a:pt x="1354169" y="1171385"/>
                  </a:lnTo>
                  <a:lnTo>
                    <a:pt x="1376267" y="1167098"/>
                  </a:lnTo>
                  <a:lnTo>
                    <a:pt x="1405795" y="1154239"/>
                  </a:lnTo>
                  <a:lnTo>
                    <a:pt x="1427893" y="1140143"/>
                  </a:lnTo>
                  <a:lnTo>
                    <a:pt x="1443895" y="1127855"/>
                  </a:lnTo>
                  <a:lnTo>
                    <a:pt x="1443895" y="1102043"/>
                  </a:lnTo>
                  <a:lnTo>
                    <a:pt x="1461135" y="1102043"/>
                  </a:lnTo>
                  <a:lnTo>
                    <a:pt x="1472184" y="1085469"/>
                  </a:lnTo>
                  <a:lnTo>
                    <a:pt x="1482661" y="1080516"/>
                  </a:lnTo>
                  <a:lnTo>
                    <a:pt x="1482661" y="1070705"/>
                  </a:lnTo>
                  <a:lnTo>
                    <a:pt x="1477709" y="1063943"/>
                  </a:lnTo>
                  <a:lnTo>
                    <a:pt x="1471517" y="1053179"/>
                  </a:lnTo>
                  <a:lnTo>
                    <a:pt x="1465993" y="1047940"/>
                  </a:lnTo>
                  <a:lnTo>
                    <a:pt x="1465421" y="1033177"/>
                  </a:lnTo>
                  <a:lnTo>
                    <a:pt x="1468469" y="1025843"/>
                  </a:lnTo>
                  <a:lnTo>
                    <a:pt x="1475232" y="1030796"/>
                  </a:lnTo>
                  <a:lnTo>
                    <a:pt x="1482566" y="1028986"/>
                  </a:lnTo>
                  <a:lnTo>
                    <a:pt x="1492377" y="1020413"/>
                  </a:lnTo>
                  <a:lnTo>
                    <a:pt x="1497902" y="1006316"/>
                  </a:lnTo>
                  <a:lnTo>
                    <a:pt x="1504093" y="1014889"/>
                  </a:lnTo>
                  <a:lnTo>
                    <a:pt x="1506569" y="1022890"/>
                  </a:lnTo>
                  <a:lnTo>
                    <a:pt x="1506569" y="1038225"/>
                  </a:lnTo>
                  <a:lnTo>
                    <a:pt x="1495520" y="1057275"/>
                  </a:lnTo>
                  <a:lnTo>
                    <a:pt x="1514570" y="1050512"/>
                  </a:lnTo>
                  <a:lnTo>
                    <a:pt x="1526286" y="1048703"/>
                  </a:lnTo>
                  <a:lnTo>
                    <a:pt x="1530001" y="1053274"/>
                  </a:lnTo>
                  <a:lnTo>
                    <a:pt x="1509141" y="1062799"/>
                  </a:lnTo>
                  <a:lnTo>
                    <a:pt x="1500759" y="1070229"/>
                  </a:lnTo>
                  <a:lnTo>
                    <a:pt x="1493806" y="1076325"/>
                  </a:lnTo>
                  <a:lnTo>
                    <a:pt x="1487615" y="1086803"/>
                  </a:lnTo>
                  <a:lnTo>
                    <a:pt x="1460564" y="1109567"/>
                  </a:lnTo>
                  <a:lnTo>
                    <a:pt x="1493710" y="1088707"/>
                  </a:lnTo>
                  <a:lnTo>
                    <a:pt x="1499235" y="1076992"/>
                  </a:lnTo>
                  <a:lnTo>
                    <a:pt x="1513999" y="1065943"/>
                  </a:lnTo>
                  <a:lnTo>
                    <a:pt x="1539811" y="1053370"/>
                  </a:lnTo>
                  <a:lnTo>
                    <a:pt x="1609249" y="1029081"/>
                  </a:lnTo>
                  <a:lnTo>
                    <a:pt x="1605534" y="1013746"/>
                  </a:lnTo>
                  <a:lnTo>
                    <a:pt x="1600010" y="100641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B980224-99B2-C387-D018-2461C7E512C9}"/>
                </a:ext>
              </a:extLst>
            </p:cNvPr>
            <p:cNvSpPr/>
            <p:nvPr/>
          </p:nvSpPr>
          <p:spPr>
            <a:xfrm>
              <a:off x="3420236" y="3980791"/>
              <a:ext cx="1081278" cy="523970"/>
            </a:xfrm>
            <a:custGeom>
              <a:avLst/>
              <a:gdLst>
                <a:gd name="connsiteX0" fmla="*/ 381000 w 1081278"/>
                <a:gd name="connsiteY0" fmla="*/ 78581 h 523970"/>
                <a:gd name="connsiteX1" fmla="*/ 381000 w 1081278"/>
                <a:gd name="connsiteY1" fmla="*/ 367475 h 523970"/>
                <a:gd name="connsiteX2" fmla="*/ 401860 w 1081278"/>
                <a:gd name="connsiteY2" fmla="*/ 388334 h 523970"/>
                <a:gd name="connsiteX3" fmla="*/ 414147 w 1081278"/>
                <a:gd name="connsiteY3" fmla="*/ 403098 h 523970"/>
                <a:gd name="connsiteX4" fmla="*/ 425863 w 1081278"/>
                <a:gd name="connsiteY4" fmla="*/ 408623 h 523970"/>
                <a:gd name="connsiteX5" fmla="*/ 441198 w 1081278"/>
                <a:gd name="connsiteY5" fmla="*/ 409861 h 523970"/>
                <a:gd name="connsiteX6" fmla="*/ 459010 w 1081278"/>
                <a:gd name="connsiteY6" fmla="*/ 397574 h 523970"/>
                <a:gd name="connsiteX7" fmla="*/ 466439 w 1081278"/>
                <a:gd name="connsiteY7" fmla="*/ 397574 h 523970"/>
                <a:gd name="connsiteX8" fmla="*/ 476917 w 1081278"/>
                <a:gd name="connsiteY8" fmla="*/ 406146 h 523970"/>
                <a:gd name="connsiteX9" fmla="*/ 483584 w 1081278"/>
                <a:gd name="connsiteY9" fmla="*/ 420338 h 523970"/>
                <a:gd name="connsiteX10" fmla="*/ 488537 w 1081278"/>
                <a:gd name="connsiteY10" fmla="*/ 426434 h 523970"/>
                <a:gd name="connsiteX11" fmla="*/ 500253 w 1081278"/>
                <a:gd name="connsiteY11" fmla="*/ 433768 h 523970"/>
                <a:gd name="connsiteX12" fmla="*/ 516160 w 1081278"/>
                <a:gd name="connsiteY12" fmla="*/ 433768 h 523970"/>
                <a:gd name="connsiteX13" fmla="*/ 521684 w 1081278"/>
                <a:gd name="connsiteY13" fmla="*/ 445484 h 523970"/>
                <a:gd name="connsiteX14" fmla="*/ 540734 w 1081278"/>
                <a:gd name="connsiteY14" fmla="*/ 445484 h 523970"/>
                <a:gd name="connsiteX15" fmla="*/ 555498 w 1081278"/>
                <a:gd name="connsiteY15" fmla="*/ 445484 h 523970"/>
                <a:gd name="connsiteX16" fmla="*/ 562928 w 1081278"/>
                <a:gd name="connsiteY16" fmla="*/ 453485 h 523970"/>
                <a:gd name="connsiteX17" fmla="*/ 574548 w 1081278"/>
                <a:gd name="connsiteY17" fmla="*/ 455962 h 523970"/>
                <a:gd name="connsiteX18" fmla="*/ 582549 w 1081278"/>
                <a:gd name="connsiteY18" fmla="*/ 445484 h 523970"/>
                <a:gd name="connsiteX19" fmla="*/ 597313 w 1081278"/>
                <a:gd name="connsiteY19" fmla="*/ 445484 h 523970"/>
                <a:gd name="connsiteX20" fmla="*/ 615792 w 1081278"/>
                <a:gd name="connsiteY20" fmla="*/ 445484 h 523970"/>
                <a:gd name="connsiteX21" fmla="*/ 626174 w 1081278"/>
                <a:gd name="connsiteY21" fmla="*/ 454724 h 523970"/>
                <a:gd name="connsiteX22" fmla="*/ 636651 w 1081278"/>
                <a:gd name="connsiteY22" fmla="*/ 470059 h 523970"/>
                <a:gd name="connsiteX23" fmla="*/ 643985 w 1081278"/>
                <a:gd name="connsiteY23" fmla="*/ 484156 h 523970"/>
                <a:gd name="connsiteX24" fmla="*/ 655701 w 1081278"/>
                <a:gd name="connsiteY24" fmla="*/ 484823 h 523970"/>
                <a:gd name="connsiteX25" fmla="*/ 671036 w 1081278"/>
                <a:gd name="connsiteY25" fmla="*/ 467011 h 523970"/>
                <a:gd name="connsiteX26" fmla="*/ 688277 w 1081278"/>
                <a:gd name="connsiteY26" fmla="*/ 475583 h 523970"/>
                <a:gd name="connsiteX27" fmla="*/ 699897 w 1081278"/>
                <a:gd name="connsiteY27" fmla="*/ 486061 h 523970"/>
                <a:gd name="connsiteX28" fmla="*/ 711042 w 1081278"/>
                <a:gd name="connsiteY28" fmla="*/ 487870 h 523970"/>
                <a:gd name="connsiteX29" fmla="*/ 733711 w 1081278"/>
                <a:gd name="connsiteY29" fmla="*/ 481775 h 523970"/>
                <a:gd name="connsiteX30" fmla="*/ 736854 w 1081278"/>
                <a:gd name="connsiteY30" fmla="*/ 487870 h 523970"/>
                <a:gd name="connsiteX31" fmla="*/ 745998 w 1081278"/>
                <a:gd name="connsiteY31" fmla="*/ 508159 h 523970"/>
                <a:gd name="connsiteX32" fmla="*/ 753428 w 1081278"/>
                <a:gd name="connsiteY32" fmla="*/ 487870 h 523970"/>
                <a:gd name="connsiteX33" fmla="*/ 760762 w 1081278"/>
                <a:gd name="connsiteY33" fmla="*/ 475583 h 523970"/>
                <a:gd name="connsiteX34" fmla="*/ 771811 w 1081278"/>
                <a:gd name="connsiteY34" fmla="*/ 480536 h 523970"/>
                <a:gd name="connsiteX35" fmla="*/ 786003 w 1081278"/>
                <a:gd name="connsiteY35" fmla="*/ 491585 h 523970"/>
                <a:gd name="connsiteX36" fmla="*/ 796385 w 1081278"/>
                <a:gd name="connsiteY36" fmla="*/ 478631 h 523970"/>
                <a:gd name="connsiteX37" fmla="*/ 806863 w 1081278"/>
                <a:gd name="connsiteY37" fmla="*/ 481108 h 523970"/>
                <a:gd name="connsiteX38" fmla="*/ 815435 w 1081278"/>
                <a:gd name="connsiteY38" fmla="*/ 492824 h 523970"/>
                <a:gd name="connsiteX39" fmla="*/ 829628 w 1081278"/>
                <a:gd name="connsiteY39" fmla="*/ 508825 h 523970"/>
                <a:gd name="connsiteX40" fmla="*/ 836962 w 1081278"/>
                <a:gd name="connsiteY40" fmla="*/ 511207 h 523970"/>
                <a:gd name="connsiteX41" fmla="*/ 846201 w 1081278"/>
                <a:gd name="connsiteY41" fmla="*/ 506349 h 523970"/>
                <a:gd name="connsiteX42" fmla="*/ 859060 w 1081278"/>
                <a:gd name="connsiteY42" fmla="*/ 505111 h 523970"/>
                <a:gd name="connsiteX43" fmla="*/ 872585 w 1081278"/>
                <a:gd name="connsiteY43" fmla="*/ 487299 h 523970"/>
                <a:gd name="connsiteX44" fmla="*/ 880586 w 1081278"/>
                <a:gd name="connsiteY44" fmla="*/ 486632 h 523970"/>
                <a:gd name="connsiteX45" fmla="*/ 906399 w 1081278"/>
                <a:gd name="connsiteY45" fmla="*/ 486061 h 523970"/>
                <a:gd name="connsiteX46" fmla="*/ 916877 w 1081278"/>
                <a:gd name="connsiteY46" fmla="*/ 484823 h 523970"/>
                <a:gd name="connsiteX47" fmla="*/ 929164 w 1081278"/>
                <a:gd name="connsiteY47" fmla="*/ 475583 h 523970"/>
                <a:gd name="connsiteX48" fmla="*/ 938975 w 1081278"/>
                <a:gd name="connsiteY48" fmla="*/ 479298 h 523970"/>
                <a:gd name="connsiteX49" fmla="*/ 957453 w 1081278"/>
                <a:gd name="connsiteY49" fmla="*/ 487870 h 523970"/>
                <a:gd name="connsiteX50" fmla="*/ 969074 w 1081278"/>
                <a:gd name="connsiteY50" fmla="*/ 486632 h 523970"/>
                <a:gd name="connsiteX51" fmla="*/ 988791 w 1081278"/>
                <a:gd name="connsiteY51" fmla="*/ 476250 h 523970"/>
                <a:gd name="connsiteX52" fmla="*/ 997363 w 1081278"/>
                <a:gd name="connsiteY52" fmla="*/ 476250 h 523970"/>
                <a:gd name="connsiteX53" fmla="*/ 1012698 w 1081278"/>
                <a:gd name="connsiteY53" fmla="*/ 484823 h 523970"/>
                <a:gd name="connsiteX54" fmla="*/ 1032415 w 1081278"/>
                <a:gd name="connsiteY54" fmla="*/ 498919 h 523970"/>
                <a:gd name="connsiteX55" fmla="*/ 1044417 w 1081278"/>
                <a:gd name="connsiteY55" fmla="*/ 506349 h 523970"/>
                <a:gd name="connsiteX56" fmla="*/ 1066800 w 1081278"/>
                <a:gd name="connsiteY56" fmla="*/ 516731 h 523970"/>
                <a:gd name="connsiteX57" fmla="*/ 1079754 w 1081278"/>
                <a:gd name="connsiteY57" fmla="*/ 522923 h 523970"/>
                <a:gd name="connsiteX58" fmla="*/ 1081278 w 1081278"/>
                <a:gd name="connsiteY58" fmla="*/ 523970 h 523970"/>
                <a:gd name="connsiteX59" fmla="*/ 1081278 w 1081278"/>
                <a:gd name="connsiteY59" fmla="*/ 517969 h 523970"/>
                <a:gd name="connsiteX60" fmla="*/ 1081278 w 1081278"/>
                <a:gd name="connsiteY60" fmla="*/ 476536 h 523970"/>
                <a:gd name="connsiteX61" fmla="*/ 1081278 w 1081278"/>
                <a:gd name="connsiteY61" fmla="*/ 420338 h 523970"/>
                <a:gd name="connsiteX62" fmla="*/ 1081278 w 1081278"/>
                <a:gd name="connsiteY62" fmla="*/ 336423 h 523970"/>
                <a:gd name="connsiteX63" fmla="*/ 1081278 w 1081278"/>
                <a:gd name="connsiteY63" fmla="*/ 256222 h 523970"/>
                <a:gd name="connsiteX64" fmla="*/ 1076611 w 1081278"/>
                <a:gd name="connsiteY64" fmla="*/ 212884 h 523970"/>
                <a:gd name="connsiteX65" fmla="*/ 1069277 w 1081278"/>
                <a:gd name="connsiteY65" fmla="*/ 140113 h 523970"/>
                <a:gd name="connsiteX66" fmla="*/ 1060037 w 1081278"/>
                <a:gd name="connsiteY66" fmla="*/ 78581 h 523970"/>
                <a:gd name="connsiteX67" fmla="*/ 1060037 w 1081278"/>
                <a:gd name="connsiteY67" fmla="*/ 0 h 523970"/>
                <a:gd name="connsiteX68" fmla="*/ 0 w 1081278"/>
                <a:gd name="connsiteY68" fmla="*/ 0 h 523970"/>
                <a:gd name="connsiteX69" fmla="*/ 1238 w 1081278"/>
                <a:gd name="connsiteY69" fmla="*/ 78581 h 523970"/>
                <a:gd name="connsiteX70" fmla="*/ 381000 w 1081278"/>
                <a:gd name="connsiteY70" fmla="*/ 78581 h 52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081278" h="523970">
                  <a:moveTo>
                    <a:pt x="381000" y="78581"/>
                  </a:moveTo>
                  <a:lnTo>
                    <a:pt x="381000" y="367475"/>
                  </a:lnTo>
                  <a:lnTo>
                    <a:pt x="401860" y="388334"/>
                  </a:lnTo>
                  <a:lnTo>
                    <a:pt x="414147" y="403098"/>
                  </a:lnTo>
                  <a:lnTo>
                    <a:pt x="425863" y="408623"/>
                  </a:lnTo>
                  <a:lnTo>
                    <a:pt x="441198" y="409861"/>
                  </a:lnTo>
                  <a:lnTo>
                    <a:pt x="459010" y="397574"/>
                  </a:lnTo>
                  <a:lnTo>
                    <a:pt x="466439" y="397574"/>
                  </a:lnTo>
                  <a:lnTo>
                    <a:pt x="476917" y="406146"/>
                  </a:lnTo>
                  <a:lnTo>
                    <a:pt x="483584" y="420338"/>
                  </a:lnTo>
                  <a:lnTo>
                    <a:pt x="488537" y="426434"/>
                  </a:lnTo>
                  <a:lnTo>
                    <a:pt x="500253" y="433768"/>
                  </a:lnTo>
                  <a:lnTo>
                    <a:pt x="516160" y="433768"/>
                  </a:lnTo>
                  <a:lnTo>
                    <a:pt x="521684" y="445484"/>
                  </a:lnTo>
                  <a:lnTo>
                    <a:pt x="540734" y="445484"/>
                  </a:lnTo>
                  <a:lnTo>
                    <a:pt x="555498" y="445484"/>
                  </a:lnTo>
                  <a:lnTo>
                    <a:pt x="562928" y="453485"/>
                  </a:lnTo>
                  <a:lnTo>
                    <a:pt x="574548" y="455962"/>
                  </a:lnTo>
                  <a:lnTo>
                    <a:pt x="582549" y="445484"/>
                  </a:lnTo>
                  <a:lnTo>
                    <a:pt x="597313" y="445484"/>
                  </a:lnTo>
                  <a:lnTo>
                    <a:pt x="615792" y="445484"/>
                  </a:lnTo>
                  <a:lnTo>
                    <a:pt x="626174" y="454724"/>
                  </a:lnTo>
                  <a:lnTo>
                    <a:pt x="636651" y="470059"/>
                  </a:lnTo>
                  <a:lnTo>
                    <a:pt x="643985" y="484156"/>
                  </a:lnTo>
                  <a:lnTo>
                    <a:pt x="655701" y="484823"/>
                  </a:lnTo>
                  <a:lnTo>
                    <a:pt x="671036" y="467011"/>
                  </a:lnTo>
                  <a:lnTo>
                    <a:pt x="688277" y="475583"/>
                  </a:lnTo>
                  <a:lnTo>
                    <a:pt x="699897" y="486061"/>
                  </a:lnTo>
                  <a:lnTo>
                    <a:pt x="711042" y="487870"/>
                  </a:lnTo>
                  <a:lnTo>
                    <a:pt x="733711" y="481775"/>
                  </a:lnTo>
                  <a:lnTo>
                    <a:pt x="736854" y="487870"/>
                  </a:lnTo>
                  <a:lnTo>
                    <a:pt x="745998" y="508159"/>
                  </a:lnTo>
                  <a:lnTo>
                    <a:pt x="753428" y="487870"/>
                  </a:lnTo>
                  <a:lnTo>
                    <a:pt x="760762" y="475583"/>
                  </a:lnTo>
                  <a:lnTo>
                    <a:pt x="771811" y="480536"/>
                  </a:lnTo>
                  <a:lnTo>
                    <a:pt x="786003" y="491585"/>
                  </a:lnTo>
                  <a:lnTo>
                    <a:pt x="796385" y="478631"/>
                  </a:lnTo>
                  <a:lnTo>
                    <a:pt x="806863" y="481108"/>
                  </a:lnTo>
                  <a:lnTo>
                    <a:pt x="815435" y="492824"/>
                  </a:lnTo>
                  <a:lnTo>
                    <a:pt x="829628" y="508825"/>
                  </a:lnTo>
                  <a:lnTo>
                    <a:pt x="836962" y="511207"/>
                  </a:lnTo>
                  <a:lnTo>
                    <a:pt x="846201" y="506349"/>
                  </a:lnTo>
                  <a:lnTo>
                    <a:pt x="859060" y="505111"/>
                  </a:lnTo>
                  <a:lnTo>
                    <a:pt x="872585" y="487299"/>
                  </a:lnTo>
                  <a:lnTo>
                    <a:pt x="880586" y="486632"/>
                  </a:lnTo>
                  <a:lnTo>
                    <a:pt x="906399" y="486061"/>
                  </a:lnTo>
                  <a:lnTo>
                    <a:pt x="916877" y="484823"/>
                  </a:lnTo>
                  <a:lnTo>
                    <a:pt x="929164" y="475583"/>
                  </a:lnTo>
                  <a:lnTo>
                    <a:pt x="938975" y="479298"/>
                  </a:lnTo>
                  <a:lnTo>
                    <a:pt x="957453" y="487870"/>
                  </a:lnTo>
                  <a:lnTo>
                    <a:pt x="969074" y="486632"/>
                  </a:lnTo>
                  <a:lnTo>
                    <a:pt x="988791" y="476250"/>
                  </a:lnTo>
                  <a:lnTo>
                    <a:pt x="997363" y="476250"/>
                  </a:lnTo>
                  <a:lnTo>
                    <a:pt x="1012698" y="484823"/>
                  </a:lnTo>
                  <a:lnTo>
                    <a:pt x="1032415" y="498919"/>
                  </a:lnTo>
                  <a:lnTo>
                    <a:pt x="1044417" y="506349"/>
                  </a:lnTo>
                  <a:lnTo>
                    <a:pt x="1066800" y="516731"/>
                  </a:lnTo>
                  <a:lnTo>
                    <a:pt x="1079754" y="522923"/>
                  </a:lnTo>
                  <a:lnTo>
                    <a:pt x="1081278" y="523970"/>
                  </a:lnTo>
                  <a:lnTo>
                    <a:pt x="1081278" y="517969"/>
                  </a:lnTo>
                  <a:lnTo>
                    <a:pt x="1081278" y="476536"/>
                  </a:lnTo>
                  <a:lnTo>
                    <a:pt x="1081278" y="420338"/>
                  </a:lnTo>
                  <a:lnTo>
                    <a:pt x="1081278" y="336423"/>
                  </a:lnTo>
                  <a:lnTo>
                    <a:pt x="1081278" y="256222"/>
                  </a:lnTo>
                  <a:lnTo>
                    <a:pt x="1076611" y="212884"/>
                  </a:lnTo>
                  <a:lnTo>
                    <a:pt x="1069277" y="140113"/>
                  </a:lnTo>
                  <a:lnTo>
                    <a:pt x="1060037" y="78581"/>
                  </a:lnTo>
                  <a:lnTo>
                    <a:pt x="1060037" y="0"/>
                  </a:lnTo>
                  <a:lnTo>
                    <a:pt x="0" y="0"/>
                  </a:lnTo>
                  <a:lnTo>
                    <a:pt x="1238" y="78581"/>
                  </a:lnTo>
                  <a:lnTo>
                    <a:pt x="381000" y="78581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618A2D6C-EF3E-1189-05A7-9CB296353FF0}"/>
                </a:ext>
              </a:extLst>
            </p:cNvPr>
            <p:cNvSpPr/>
            <p:nvPr/>
          </p:nvSpPr>
          <p:spPr>
            <a:xfrm>
              <a:off x="4480559" y="4059753"/>
              <a:ext cx="628554" cy="537686"/>
            </a:xfrm>
            <a:custGeom>
              <a:avLst/>
              <a:gdLst>
                <a:gd name="connsiteX0" fmla="*/ 439674 w 628554"/>
                <a:gd name="connsiteY0" fmla="*/ 517684 h 537686"/>
                <a:gd name="connsiteX1" fmla="*/ 450723 w 628554"/>
                <a:gd name="connsiteY1" fmla="*/ 507873 h 537686"/>
                <a:gd name="connsiteX2" fmla="*/ 443675 w 628554"/>
                <a:gd name="connsiteY2" fmla="*/ 491300 h 537686"/>
                <a:gd name="connsiteX3" fmla="*/ 443675 w 628554"/>
                <a:gd name="connsiteY3" fmla="*/ 459962 h 537686"/>
                <a:gd name="connsiteX4" fmla="*/ 446437 w 628554"/>
                <a:gd name="connsiteY4" fmla="*/ 448913 h 537686"/>
                <a:gd name="connsiteX5" fmla="*/ 443675 w 628554"/>
                <a:gd name="connsiteY5" fmla="*/ 433578 h 537686"/>
                <a:gd name="connsiteX6" fmla="*/ 443675 w 628554"/>
                <a:gd name="connsiteY6" fmla="*/ 429863 h 537686"/>
                <a:gd name="connsiteX7" fmla="*/ 450152 w 628554"/>
                <a:gd name="connsiteY7" fmla="*/ 409575 h 537686"/>
                <a:gd name="connsiteX8" fmla="*/ 452628 w 628554"/>
                <a:gd name="connsiteY8" fmla="*/ 399764 h 537686"/>
                <a:gd name="connsiteX9" fmla="*/ 454438 w 628554"/>
                <a:gd name="connsiteY9" fmla="*/ 389287 h 537686"/>
                <a:gd name="connsiteX10" fmla="*/ 463010 w 628554"/>
                <a:gd name="connsiteY10" fmla="*/ 386239 h 537686"/>
                <a:gd name="connsiteX11" fmla="*/ 464249 w 628554"/>
                <a:gd name="connsiteY11" fmla="*/ 372142 h 537686"/>
                <a:gd name="connsiteX12" fmla="*/ 469202 w 628554"/>
                <a:gd name="connsiteY12" fmla="*/ 361664 h 537686"/>
                <a:gd name="connsiteX13" fmla="*/ 475964 w 628554"/>
                <a:gd name="connsiteY13" fmla="*/ 358616 h 537686"/>
                <a:gd name="connsiteX14" fmla="*/ 493776 w 628554"/>
                <a:gd name="connsiteY14" fmla="*/ 330994 h 537686"/>
                <a:gd name="connsiteX15" fmla="*/ 512255 w 628554"/>
                <a:gd name="connsiteY15" fmla="*/ 321183 h 537686"/>
                <a:gd name="connsiteX16" fmla="*/ 511683 w 628554"/>
                <a:gd name="connsiteY16" fmla="*/ 300323 h 537686"/>
                <a:gd name="connsiteX17" fmla="*/ 515398 w 628554"/>
                <a:gd name="connsiteY17" fmla="*/ 279463 h 537686"/>
                <a:gd name="connsiteX18" fmla="*/ 514826 w 628554"/>
                <a:gd name="connsiteY18" fmla="*/ 268986 h 537686"/>
                <a:gd name="connsiteX19" fmla="*/ 525875 w 628554"/>
                <a:gd name="connsiteY19" fmla="*/ 254889 h 537686"/>
                <a:gd name="connsiteX20" fmla="*/ 535686 w 628554"/>
                <a:gd name="connsiteY20" fmla="*/ 257937 h 537686"/>
                <a:gd name="connsiteX21" fmla="*/ 543687 w 628554"/>
                <a:gd name="connsiteY21" fmla="*/ 254889 h 537686"/>
                <a:gd name="connsiteX22" fmla="*/ 543687 w 628554"/>
                <a:gd name="connsiteY22" fmla="*/ 234601 h 537686"/>
                <a:gd name="connsiteX23" fmla="*/ 551402 w 628554"/>
                <a:gd name="connsiteY23" fmla="*/ 234601 h 537686"/>
                <a:gd name="connsiteX24" fmla="*/ 560356 w 628554"/>
                <a:gd name="connsiteY24" fmla="*/ 226314 h 537686"/>
                <a:gd name="connsiteX25" fmla="*/ 572357 w 628554"/>
                <a:gd name="connsiteY25" fmla="*/ 226314 h 537686"/>
                <a:gd name="connsiteX26" fmla="*/ 569595 w 628554"/>
                <a:gd name="connsiteY26" fmla="*/ 218980 h 537686"/>
                <a:gd name="connsiteX27" fmla="*/ 565023 w 628554"/>
                <a:gd name="connsiteY27" fmla="*/ 213455 h 537686"/>
                <a:gd name="connsiteX28" fmla="*/ 565023 w 628554"/>
                <a:gd name="connsiteY28" fmla="*/ 206121 h 537686"/>
                <a:gd name="connsiteX29" fmla="*/ 570547 w 628554"/>
                <a:gd name="connsiteY29" fmla="*/ 206121 h 537686"/>
                <a:gd name="connsiteX30" fmla="*/ 571500 w 628554"/>
                <a:gd name="connsiteY30" fmla="*/ 196882 h 537686"/>
                <a:gd name="connsiteX31" fmla="*/ 566928 w 628554"/>
                <a:gd name="connsiteY31" fmla="*/ 183261 h 537686"/>
                <a:gd name="connsiteX32" fmla="*/ 565976 w 628554"/>
                <a:gd name="connsiteY32" fmla="*/ 173831 h 537686"/>
                <a:gd name="connsiteX33" fmla="*/ 566928 w 628554"/>
                <a:gd name="connsiteY33" fmla="*/ 166497 h 537686"/>
                <a:gd name="connsiteX34" fmla="*/ 572453 w 628554"/>
                <a:gd name="connsiteY34" fmla="*/ 166497 h 537686"/>
                <a:gd name="connsiteX35" fmla="*/ 571500 w 628554"/>
                <a:gd name="connsiteY35" fmla="*/ 160020 h 537686"/>
                <a:gd name="connsiteX36" fmla="*/ 569690 w 628554"/>
                <a:gd name="connsiteY36" fmla="*/ 153543 h 537686"/>
                <a:gd name="connsiteX37" fmla="*/ 584454 w 628554"/>
                <a:gd name="connsiteY37" fmla="*/ 143446 h 537686"/>
                <a:gd name="connsiteX38" fmla="*/ 594551 w 628554"/>
                <a:gd name="connsiteY38" fmla="*/ 143446 h 537686"/>
                <a:gd name="connsiteX39" fmla="*/ 594551 w 628554"/>
                <a:gd name="connsiteY39" fmla="*/ 136970 h 537686"/>
                <a:gd name="connsiteX40" fmla="*/ 590836 w 628554"/>
                <a:gd name="connsiteY40" fmla="*/ 131445 h 537686"/>
                <a:gd name="connsiteX41" fmla="*/ 588074 w 628554"/>
                <a:gd name="connsiteY41" fmla="*/ 125921 h 537686"/>
                <a:gd name="connsiteX42" fmla="*/ 590836 w 628554"/>
                <a:gd name="connsiteY42" fmla="*/ 117634 h 537686"/>
                <a:gd name="connsiteX43" fmla="*/ 602171 w 628554"/>
                <a:gd name="connsiteY43" fmla="*/ 113919 h 537686"/>
                <a:gd name="connsiteX44" fmla="*/ 609219 w 628554"/>
                <a:gd name="connsiteY44" fmla="*/ 117634 h 537686"/>
                <a:gd name="connsiteX45" fmla="*/ 611029 w 628554"/>
                <a:gd name="connsiteY45" fmla="*/ 105632 h 537686"/>
                <a:gd name="connsiteX46" fmla="*/ 617506 w 628554"/>
                <a:gd name="connsiteY46" fmla="*/ 105632 h 537686"/>
                <a:gd name="connsiteX47" fmla="*/ 623030 w 628554"/>
                <a:gd name="connsiteY47" fmla="*/ 97346 h 537686"/>
                <a:gd name="connsiteX48" fmla="*/ 617506 w 628554"/>
                <a:gd name="connsiteY48" fmla="*/ 90869 h 537686"/>
                <a:gd name="connsiteX49" fmla="*/ 628555 w 628554"/>
                <a:gd name="connsiteY49" fmla="*/ 77057 h 537686"/>
                <a:gd name="connsiteX50" fmla="*/ 542830 w 628554"/>
                <a:gd name="connsiteY50" fmla="*/ 77057 h 537686"/>
                <a:gd name="connsiteX51" fmla="*/ 557594 w 628554"/>
                <a:gd name="connsiteY51" fmla="*/ 54007 h 537686"/>
                <a:gd name="connsiteX52" fmla="*/ 569595 w 628554"/>
                <a:gd name="connsiteY52" fmla="*/ 39243 h 537686"/>
                <a:gd name="connsiteX53" fmla="*/ 575120 w 628554"/>
                <a:gd name="connsiteY53" fmla="*/ 29146 h 537686"/>
                <a:gd name="connsiteX54" fmla="*/ 575120 w 628554"/>
                <a:gd name="connsiteY54" fmla="*/ 15335 h 537686"/>
                <a:gd name="connsiteX55" fmla="*/ 567785 w 628554"/>
                <a:gd name="connsiteY55" fmla="*/ 0 h 537686"/>
                <a:gd name="connsiteX56" fmla="*/ 0 w 628554"/>
                <a:gd name="connsiteY56" fmla="*/ 0 h 537686"/>
                <a:gd name="connsiteX57" fmla="*/ 5905 w 628554"/>
                <a:gd name="connsiteY57" fmla="*/ 39433 h 537686"/>
                <a:gd name="connsiteX58" fmla="*/ 11811 w 628554"/>
                <a:gd name="connsiteY58" fmla="*/ 87440 h 537686"/>
                <a:gd name="connsiteX59" fmla="*/ 16574 w 628554"/>
                <a:gd name="connsiteY59" fmla="*/ 134207 h 537686"/>
                <a:gd name="connsiteX60" fmla="*/ 21146 w 628554"/>
                <a:gd name="connsiteY60" fmla="*/ 177546 h 537686"/>
                <a:gd name="connsiteX61" fmla="*/ 19621 w 628554"/>
                <a:gd name="connsiteY61" fmla="*/ 444246 h 537686"/>
                <a:gd name="connsiteX62" fmla="*/ 38100 w 628554"/>
                <a:gd name="connsiteY62" fmla="*/ 456533 h 537686"/>
                <a:gd name="connsiteX63" fmla="*/ 70676 w 628554"/>
                <a:gd name="connsiteY63" fmla="*/ 456533 h 537686"/>
                <a:gd name="connsiteX64" fmla="*/ 78010 w 628554"/>
                <a:gd name="connsiteY64" fmla="*/ 537686 h 537686"/>
                <a:gd name="connsiteX65" fmla="*/ 443960 w 628554"/>
                <a:gd name="connsiteY65" fmla="*/ 537686 h 537686"/>
                <a:gd name="connsiteX66" fmla="*/ 439960 w 628554"/>
                <a:gd name="connsiteY66" fmla="*/ 518065 h 53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628554" h="537686">
                  <a:moveTo>
                    <a:pt x="439674" y="517684"/>
                  </a:moveTo>
                  <a:lnTo>
                    <a:pt x="450723" y="507873"/>
                  </a:lnTo>
                  <a:lnTo>
                    <a:pt x="443675" y="491300"/>
                  </a:lnTo>
                  <a:lnTo>
                    <a:pt x="443675" y="459962"/>
                  </a:lnTo>
                  <a:cubicBezTo>
                    <a:pt x="443675" y="459962"/>
                    <a:pt x="446437" y="450723"/>
                    <a:pt x="446437" y="448913"/>
                  </a:cubicBezTo>
                  <a:cubicBezTo>
                    <a:pt x="446437" y="447104"/>
                    <a:pt x="443675" y="433578"/>
                    <a:pt x="443675" y="433578"/>
                  </a:cubicBezTo>
                  <a:lnTo>
                    <a:pt x="443675" y="429863"/>
                  </a:lnTo>
                  <a:lnTo>
                    <a:pt x="450152" y="409575"/>
                  </a:lnTo>
                  <a:lnTo>
                    <a:pt x="452628" y="399764"/>
                  </a:lnTo>
                  <a:lnTo>
                    <a:pt x="454438" y="389287"/>
                  </a:lnTo>
                  <a:lnTo>
                    <a:pt x="463010" y="386239"/>
                  </a:lnTo>
                  <a:lnTo>
                    <a:pt x="464249" y="372142"/>
                  </a:lnTo>
                  <a:lnTo>
                    <a:pt x="469202" y="361664"/>
                  </a:lnTo>
                  <a:lnTo>
                    <a:pt x="475964" y="358616"/>
                  </a:lnTo>
                  <a:lnTo>
                    <a:pt x="493776" y="330994"/>
                  </a:lnTo>
                  <a:lnTo>
                    <a:pt x="512255" y="321183"/>
                  </a:lnTo>
                  <a:lnTo>
                    <a:pt x="511683" y="300323"/>
                  </a:lnTo>
                  <a:lnTo>
                    <a:pt x="515398" y="279463"/>
                  </a:lnTo>
                  <a:lnTo>
                    <a:pt x="514826" y="268986"/>
                  </a:lnTo>
                  <a:lnTo>
                    <a:pt x="525875" y="254889"/>
                  </a:lnTo>
                  <a:lnTo>
                    <a:pt x="535686" y="257937"/>
                  </a:lnTo>
                  <a:lnTo>
                    <a:pt x="543687" y="254889"/>
                  </a:lnTo>
                  <a:lnTo>
                    <a:pt x="543687" y="234601"/>
                  </a:lnTo>
                  <a:lnTo>
                    <a:pt x="551402" y="234601"/>
                  </a:lnTo>
                  <a:lnTo>
                    <a:pt x="560356" y="226314"/>
                  </a:lnTo>
                  <a:lnTo>
                    <a:pt x="572357" y="226314"/>
                  </a:lnTo>
                  <a:lnTo>
                    <a:pt x="569595" y="218980"/>
                  </a:lnTo>
                  <a:lnTo>
                    <a:pt x="565023" y="213455"/>
                  </a:lnTo>
                  <a:lnTo>
                    <a:pt x="565023" y="206121"/>
                  </a:lnTo>
                  <a:lnTo>
                    <a:pt x="570547" y="206121"/>
                  </a:lnTo>
                  <a:lnTo>
                    <a:pt x="571500" y="196882"/>
                  </a:lnTo>
                  <a:lnTo>
                    <a:pt x="566928" y="183261"/>
                  </a:lnTo>
                  <a:lnTo>
                    <a:pt x="565976" y="173831"/>
                  </a:lnTo>
                  <a:lnTo>
                    <a:pt x="566928" y="166497"/>
                  </a:lnTo>
                  <a:lnTo>
                    <a:pt x="572453" y="166497"/>
                  </a:lnTo>
                  <a:lnTo>
                    <a:pt x="571500" y="160020"/>
                  </a:lnTo>
                  <a:lnTo>
                    <a:pt x="569690" y="153543"/>
                  </a:lnTo>
                  <a:lnTo>
                    <a:pt x="584454" y="143446"/>
                  </a:lnTo>
                  <a:lnTo>
                    <a:pt x="594551" y="143446"/>
                  </a:lnTo>
                  <a:lnTo>
                    <a:pt x="594551" y="136970"/>
                  </a:lnTo>
                  <a:lnTo>
                    <a:pt x="590836" y="131445"/>
                  </a:lnTo>
                  <a:lnTo>
                    <a:pt x="588074" y="125921"/>
                  </a:lnTo>
                  <a:lnTo>
                    <a:pt x="590836" y="117634"/>
                  </a:lnTo>
                  <a:lnTo>
                    <a:pt x="602171" y="113919"/>
                  </a:lnTo>
                  <a:lnTo>
                    <a:pt x="609219" y="117634"/>
                  </a:lnTo>
                  <a:lnTo>
                    <a:pt x="611029" y="105632"/>
                  </a:lnTo>
                  <a:lnTo>
                    <a:pt x="617506" y="105632"/>
                  </a:lnTo>
                  <a:lnTo>
                    <a:pt x="623030" y="97346"/>
                  </a:lnTo>
                  <a:lnTo>
                    <a:pt x="617506" y="90869"/>
                  </a:lnTo>
                  <a:lnTo>
                    <a:pt x="628555" y="77057"/>
                  </a:lnTo>
                  <a:lnTo>
                    <a:pt x="542830" y="77057"/>
                  </a:lnTo>
                  <a:lnTo>
                    <a:pt x="557594" y="54007"/>
                  </a:lnTo>
                  <a:lnTo>
                    <a:pt x="569595" y="39243"/>
                  </a:lnTo>
                  <a:lnTo>
                    <a:pt x="575120" y="29146"/>
                  </a:lnTo>
                  <a:lnTo>
                    <a:pt x="575120" y="15335"/>
                  </a:lnTo>
                  <a:lnTo>
                    <a:pt x="567785" y="0"/>
                  </a:lnTo>
                  <a:lnTo>
                    <a:pt x="0" y="0"/>
                  </a:lnTo>
                  <a:lnTo>
                    <a:pt x="5905" y="39433"/>
                  </a:lnTo>
                  <a:lnTo>
                    <a:pt x="11811" y="87440"/>
                  </a:lnTo>
                  <a:lnTo>
                    <a:pt x="16574" y="134207"/>
                  </a:lnTo>
                  <a:lnTo>
                    <a:pt x="21146" y="177546"/>
                  </a:lnTo>
                  <a:lnTo>
                    <a:pt x="19621" y="444246"/>
                  </a:lnTo>
                  <a:lnTo>
                    <a:pt x="38100" y="456533"/>
                  </a:lnTo>
                  <a:lnTo>
                    <a:pt x="70676" y="456533"/>
                  </a:lnTo>
                  <a:lnTo>
                    <a:pt x="78010" y="537686"/>
                  </a:lnTo>
                  <a:lnTo>
                    <a:pt x="443960" y="537686"/>
                  </a:lnTo>
                  <a:lnTo>
                    <a:pt x="439960" y="518065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C0F430A-DA87-A353-1FC5-963D47004AD8}"/>
                </a:ext>
              </a:extLst>
            </p:cNvPr>
            <p:cNvSpPr/>
            <p:nvPr/>
          </p:nvSpPr>
          <p:spPr>
            <a:xfrm>
              <a:off x="5032057" y="4033464"/>
              <a:ext cx="1086707" cy="264033"/>
            </a:xfrm>
            <a:custGeom>
              <a:avLst/>
              <a:gdLst>
                <a:gd name="connsiteX0" fmla="*/ 784765 w 1086707"/>
                <a:gd name="connsiteY0" fmla="*/ 213265 h 264033"/>
                <a:gd name="connsiteX1" fmla="*/ 795338 w 1086707"/>
                <a:gd name="connsiteY1" fmla="*/ 194405 h 264033"/>
                <a:gd name="connsiteX2" fmla="*/ 805053 w 1086707"/>
                <a:gd name="connsiteY2" fmla="*/ 182880 h 264033"/>
                <a:gd name="connsiteX3" fmla="*/ 913829 w 1086707"/>
                <a:gd name="connsiteY3" fmla="*/ 141446 h 264033"/>
                <a:gd name="connsiteX4" fmla="*/ 935450 w 1086707"/>
                <a:gd name="connsiteY4" fmla="*/ 118396 h 264033"/>
                <a:gd name="connsiteX5" fmla="*/ 952500 w 1086707"/>
                <a:gd name="connsiteY5" fmla="*/ 98584 h 264033"/>
                <a:gd name="connsiteX6" fmla="*/ 968217 w 1086707"/>
                <a:gd name="connsiteY6" fmla="*/ 107347 h 264033"/>
                <a:gd name="connsiteX7" fmla="*/ 978789 w 1086707"/>
                <a:gd name="connsiteY7" fmla="*/ 99536 h 264033"/>
                <a:gd name="connsiteX8" fmla="*/ 1004602 w 1086707"/>
                <a:gd name="connsiteY8" fmla="*/ 82487 h 264033"/>
                <a:gd name="connsiteX9" fmla="*/ 1036891 w 1086707"/>
                <a:gd name="connsiteY9" fmla="*/ 85725 h 264033"/>
                <a:gd name="connsiteX10" fmla="*/ 1066419 w 1086707"/>
                <a:gd name="connsiteY10" fmla="*/ 53912 h 264033"/>
                <a:gd name="connsiteX11" fmla="*/ 1081183 w 1086707"/>
                <a:gd name="connsiteY11" fmla="*/ 41910 h 264033"/>
                <a:gd name="connsiteX12" fmla="*/ 1086231 w 1086707"/>
                <a:gd name="connsiteY12" fmla="*/ 23050 h 264033"/>
                <a:gd name="connsiteX13" fmla="*/ 1086708 w 1086707"/>
                <a:gd name="connsiteY13" fmla="*/ 14097 h 264033"/>
                <a:gd name="connsiteX14" fmla="*/ 848773 w 1086707"/>
                <a:gd name="connsiteY14" fmla="*/ 13240 h 264033"/>
                <a:gd name="connsiteX15" fmla="*/ 317564 w 1086707"/>
                <a:gd name="connsiteY15" fmla="*/ 9239 h 264033"/>
                <a:gd name="connsiteX16" fmla="*/ 300990 w 1086707"/>
                <a:gd name="connsiteY16" fmla="*/ 0 h 264033"/>
                <a:gd name="connsiteX17" fmla="*/ 277940 w 1086707"/>
                <a:gd name="connsiteY17" fmla="*/ 0 h 264033"/>
                <a:gd name="connsiteX18" fmla="*/ 277940 w 1086707"/>
                <a:gd name="connsiteY18" fmla="*/ 26098 h 264033"/>
                <a:gd name="connsiteX19" fmla="*/ 104680 w 1086707"/>
                <a:gd name="connsiteY19" fmla="*/ 26098 h 264033"/>
                <a:gd name="connsiteX20" fmla="*/ 91821 w 1086707"/>
                <a:gd name="connsiteY20" fmla="*/ 16573 h 264033"/>
                <a:gd name="connsiteX21" fmla="*/ 91821 w 1086707"/>
                <a:gd name="connsiteY21" fmla="*/ 31337 h 264033"/>
                <a:gd name="connsiteX22" fmla="*/ 86296 w 1086707"/>
                <a:gd name="connsiteY22" fmla="*/ 37814 h 264033"/>
                <a:gd name="connsiteX23" fmla="*/ 86296 w 1086707"/>
                <a:gd name="connsiteY23" fmla="*/ 53530 h 264033"/>
                <a:gd name="connsiteX24" fmla="*/ 81725 w 1086707"/>
                <a:gd name="connsiteY24" fmla="*/ 61817 h 264033"/>
                <a:gd name="connsiteX25" fmla="*/ 77153 w 1086707"/>
                <a:gd name="connsiteY25" fmla="*/ 61817 h 264033"/>
                <a:gd name="connsiteX26" fmla="*/ 66104 w 1086707"/>
                <a:gd name="connsiteY26" fmla="*/ 64579 h 264033"/>
                <a:gd name="connsiteX27" fmla="*/ 66104 w 1086707"/>
                <a:gd name="connsiteY27" fmla="*/ 70104 h 264033"/>
                <a:gd name="connsiteX28" fmla="*/ 77153 w 1086707"/>
                <a:gd name="connsiteY28" fmla="*/ 77438 h 264033"/>
                <a:gd name="connsiteX29" fmla="*/ 81725 w 1086707"/>
                <a:gd name="connsiteY29" fmla="*/ 86677 h 264033"/>
                <a:gd name="connsiteX30" fmla="*/ 77153 w 1086707"/>
                <a:gd name="connsiteY30" fmla="*/ 103251 h 264033"/>
                <a:gd name="connsiteX31" fmla="*/ 66104 w 1086707"/>
                <a:gd name="connsiteY31" fmla="*/ 117062 h 264033"/>
                <a:gd name="connsiteX32" fmla="*/ 71628 w 1086707"/>
                <a:gd name="connsiteY32" fmla="*/ 123539 h 264033"/>
                <a:gd name="connsiteX33" fmla="*/ 66104 w 1086707"/>
                <a:gd name="connsiteY33" fmla="*/ 131826 h 264033"/>
                <a:gd name="connsiteX34" fmla="*/ 59627 w 1086707"/>
                <a:gd name="connsiteY34" fmla="*/ 131826 h 264033"/>
                <a:gd name="connsiteX35" fmla="*/ 57817 w 1086707"/>
                <a:gd name="connsiteY35" fmla="*/ 143827 h 264033"/>
                <a:gd name="connsiteX36" fmla="*/ 50768 w 1086707"/>
                <a:gd name="connsiteY36" fmla="*/ 140113 h 264033"/>
                <a:gd name="connsiteX37" fmla="*/ 39434 w 1086707"/>
                <a:gd name="connsiteY37" fmla="*/ 143827 h 264033"/>
                <a:gd name="connsiteX38" fmla="*/ 36671 w 1086707"/>
                <a:gd name="connsiteY38" fmla="*/ 152114 h 264033"/>
                <a:gd name="connsiteX39" fmla="*/ 39434 w 1086707"/>
                <a:gd name="connsiteY39" fmla="*/ 157639 h 264033"/>
                <a:gd name="connsiteX40" fmla="*/ 43148 w 1086707"/>
                <a:gd name="connsiteY40" fmla="*/ 163163 h 264033"/>
                <a:gd name="connsiteX41" fmla="*/ 43148 w 1086707"/>
                <a:gd name="connsiteY41" fmla="*/ 169640 h 264033"/>
                <a:gd name="connsiteX42" fmla="*/ 33052 w 1086707"/>
                <a:gd name="connsiteY42" fmla="*/ 169640 h 264033"/>
                <a:gd name="connsiteX43" fmla="*/ 18288 w 1086707"/>
                <a:gd name="connsiteY43" fmla="*/ 179737 h 264033"/>
                <a:gd name="connsiteX44" fmla="*/ 20098 w 1086707"/>
                <a:gd name="connsiteY44" fmla="*/ 186214 h 264033"/>
                <a:gd name="connsiteX45" fmla="*/ 21050 w 1086707"/>
                <a:gd name="connsiteY45" fmla="*/ 192691 h 264033"/>
                <a:gd name="connsiteX46" fmla="*/ 15526 w 1086707"/>
                <a:gd name="connsiteY46" fmla="*/ 192691 h 264033"/>
                <a:gd name="connsiteX47" fmla="*/ 14573 w 1086707"/>
                <a:gd name="connsiteY47" fmla="*/ 200025 h 264033"/>
                <a:gd name="connsiteX48" fmla="*/ 15526 w 1086707"/>
                <a:gd name="connsiteY48" fmla="*/ 209455 h 264033"/>
                <a:gd name="connsiteX49" fmla="*/ 20098 w 1086707"/>
                <a:gd name="connsiteY49" fmla="*/ 223075 h 264033"/>
                <a:gd name="connsiteX50" fmla="*/ 19145 w 1086707"/>
                <a:gd name="connsiteY50" fmla="*/ 232315 h 264033"/>
                <a:gd name="connsiteX51" fmla="*/ 13621 w 1086707"/>
                <a:gd name="connsiteY51" fmla="*/ 232315 h 264033"/>
                <a:gd name="connsiteX52" fmla="*/ 13621 w 1086707"/>
                <a:gd name="connsiteY52" fmla="*/ 239649 h 264033"/>
                <a:gd name="connsiteX53" fmla="*/ 18193 w 1086707"/>
                <a:gd name="connsiteY53" fmla="*/ 245173 h 264033"/>
                <a:gd name="connsiteX54" fmla="*/ 20955 w 1086707"/>
                <a:gd name="connsiteY54" fmla="*/ 252508 h 264033"/>
                <a:gd name="connsiteX55" fmla="*/ 8954 w 1086707"/>
                <a:gd name="connsiteY55" fmla="*/ 252508 h 264033"/>
                <a:gd name="connsiteX56" fmla="*/ 0 w 1086707"/>
                <a:gd name="connsiteY56" fmla="*/ 260794 h 264033"/>
                <a:gd name="connsiteX57" fmla="*/ 593313 w 1086707"/>
                <a:gd name="connsiteY57" fmla="*/ 260794 h 264033"/>
                <a:gd name="connsiteX58" fmla="*/ 747713 w 1086707"/>
                <a:gd name="connsiteY58" fmla="*/ 264033 h 264033"/>
                <a:gd name="connsiteX59" fmla="*/ 759714 w 1086707"/>
                <a:gd name="connsiteY59" fmla="*/ 223361 h 264033"/>
                <a:gd name="connsiteX60" fmla="*/ 785050 w 1086707"/>
                <a:gd name="connsiteY60" fmla="*/ 213265 h 264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86707" h="264033">
                  <a:moveTo>
                    <a:pt x="784765" y="213265"/>
                  </a:moveTo>
                  <a:lnTo>
                    <a:pt x="795338" y="194405"/>
                  </a:lnTo>
                  <a:lnTo>
                    <a:pt x="805053" y="182880"/>
                  </a:lnTo>
                  <a:lnTo>
                    <a:pt x="913829" y="141446"/>
                  </a:lnTo>
                  <a:lnTo>
                    <a:pt x="935450" y="118396"/>
                  </a:lnTo>
                  <a:lnTo>
                    <a:pt x="952500" y="98584"/>
                  </a:lnTo>
                  <a:cubicBezTo>
                    <a:pt x="952500" y="98584"/>
                    <a:pt x="967264" y="108680"/>
                    <a:pt x="968217" y="107347"/>
                  </a:cubicBezTo>
                  <a:cubicBezTo>
                    <a:pt x="969169" y="105918"/>
                    <a:pt x="977455" y="102298"/>
                    <a:pt x="978789" y="99536"/>
                  </a:cubicBezTo>
                  <a:cubicBezTo>
                    <a:pt x="980218" y="96774"/>
                    <a:pt x="1004602" y="82487"/>
                    <a:pt x="1004602" y="82487"/>
                  </a:cubicBezTo>
                  <a:lnTo>
                    <a:pt x="1036891" y="85725"/>
                  </a:lnTo>
                  <a:lnTo>
                    <a:pt x="1066419" y="53912"/>
                  </a:lnTo>
                  <a:lnTo>
                    <a:pt x="1081183" y="41910"/>
                  </a:lnTo>
                  <a:lnTo>
                    <a:pt x="1086231" y="23050"/>
                  </a:lnTo>
                  <a:lnTo>
                    <a:pt x="1086708" y="14097"/>
                  </a:lnTo>
                  <a:lnTo>
                    <a:pt x="848773" y="13240"/>
                  </a:lnTo>
                  <a:lnTo>
                    <a:pt x="317564" y="9239"/>
                  </a:lnTo>
                  <a:lnTo>
                    <a:pt x="300990" y="0"/>
                  </a:lnTo>
                  <a:lnTo>
                    <a:pt x="277940" y="0"/>
                  </a:lnTo>
                  <a:lnTo>
                    <a:pt x="277940" y="26098"/>
                  </a:lnTo>
                  <a:lnTo>
                    <a:pt x="104680" y="26098"/>
                  </a:lnTo>
                  <a:lnTo>
                    <a:pt x="91821" y="16573"/>
                  </a:lnTo>
                  <a:lnTo>
                    <a:pt x="91821" y="31337"/>
                  </a:lnTo>
                  <a:lnTo>
                    <a:pt x="86296" y="37814"/>
                  </a:lnTo>
                  <a:lnTo>
                    <a:pt x="86296" y="53530"/>
                  </a:lnTo>
                  <a:lnTo>
                    <a:pt x="81725" y="61817"/>
                  </a:lnTo>
                  <a:lnTo>
                    <a:pt x="77153" y="61817"/>
                  </a:lnTo>
                  <a:lnTo>
                    <a:pt x="66104" y="64579"/>
                  </a:lnTo>
                  <a:lnTo>
                    <a:pt x="66104" y="70104"/>
                  </a:lnTo>
                  <a:lnTo>
                    <a:pt x="77153" y="77438"/>
                  </a:lnTo>
                  <a:lnTo>
                    <a:pt x="81725" y="86677"/>
                  </a:lnTo>
                  <a:lnTo>
                    <a:pt x="77153" y="103251"/>
                  </a:lnTo>
                  <a:lnTo>
                    <a:pt x="66104" y="117062"/>
                  </a:lnTo>
                  <a:lnTo>
                    <a:pt x="71628" y="123539"/>
                  </a:lnTo>
                  <a:lnTo>
                    <a:pt x="66104" y="131826"/>
                  </a:lnTo>
                  <a:lnTo>
                    <a:pt x="59627" y="131826"/>
                  </a:lnTo>
                  <a:lnTo>
                    <a:pt x="57817" y="143827"/>
                  </a:lnTo>
                  <a:lnTo>
                    <a:pt x="50768" y="140113"/>
                  </a:lnTo>
                  <a:lnTo>
                    <a:pt x="39434" y="143827"/>
                  </a:lnTo>
                  <a:lnTo>
                    <a:pt x="36671" y="152114"/>
                  </a:lnTo>
                  <a:lnTo>
                    <a:pt x="39434" y="157639"/>
                  </a:lnTo>
                  <a:lnTo>
                    <a:pt x="43148" y="163163"/>
                  </a:lnTo>
                  <a:lnTo>
                    <a:pt x="43148" y="169640"/>
                  </a:lnTo>
                  <a:lnTo>
                    <a:pt x="33052" y="169640"/>
                  </a:lnTo>
                  <a:lnTo>
                    <a:pt x="18288" y="179737"/>
                  </a:lnTo>
                  <a:lnTo>
                    <a:pt x="20098" y="186214"/>
                  </a:lnTo>
                  <a:lnTo>
                    <a:pt x="21050" y="192691"/>
                  </a:lnTo>
                  <a:lnTo>
                    <a:pt x="15526" y="192691"/>
                  </a:lnTo>
                  <a:lnTo>
                    <a:pt x="14573" y="200025"/>
                  </a:lnTo>
                  <a:lnTo>
                    <a:pt x="15526" y="209455"/>
                  </a:lnTo>
                  <a:lnTo>
                    <a:pt x="20098" y="223075"/>
                  </a:lnTo>
                  <a:lnTo>
                    <a:pt x="19145" y="232315"/>
                  </a:lnTo>
                  <a:lnTo>
                    <a:pt x="13621" y="232315"/>
                  </a:lnTo>
                  <a:lnTo>
                    <a:pt x="13621" y="239649"/>
                  </a:lnTo>
                  <a:lnTo>
                    <a:pt x="18193" y="245173"/>
                  </a:lnTo>
                  <a:lnTo>
                    <a:pt x="20955" y="252508"/>
                  </a:lnTo>
                  <a:lnTo>
                    <a:pt x="8954" y="252508"/>
                  </a:lnTo>
                  <a:lnTo>
                    <a:pt x="0" y="260794"/>
                  </a:lnTo>
                  <a:lnTo>
                    <a:pt x="593313" y="260794"/>
                  </a:lnTo>
                  <a:lnTo>
                    <a:pt x="747713" y="264033"/>
                  </a:lnTo>
                  <a:lnTo>
                    <a:pt x="759714" y="223361"/>
                  </a:lnTo>
                  <a:lnTo>
                    <a:pt x="785050" y="213265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3CE2BB2-87C2-CD19-250B-7B126B751340}"/>
                </a:ext>
              </a:extLst>
            </p:cNvPr>
            <p:cNvSpPr/>
            <p:nvPr/>
          </p:nvSpPr>
          <p:spPr>
            <a:xfrm>
              <a:off x="5143690" y="3651988"/>
              <a:ext cx="933926" cy="407288"/>
            </a:xfrm>
            <a:custGeom>
              <a:avLst/>
              <a:gdLst>
                <a:gd name="connsiteX0" fmla="*/ 930783 w 933926"/>
                <a:gd name="connsiteY0" fmla="*/ 247650 h 407288"/>
                <a:gd name="connsiteX1" fmla="*/ 911924 w 933926"/>
                <a:gd name="connsiteY1" fmla="*/ 233363 h 407288"/>
                <a:gd name="connsiteX2" fmla="*/ 882873 w 933926"/>
                <a:gd name="connsiteY2" fmla="*/ 202978 h 407288"/>
                <a:gd name="connsiteX3" fmla="*/ 872299 w 933926"/>
                <a:gd name="connsiteY3" fmla="*/ 184118 h 407288"/>
                <a:gd name="connsiteX4" fmla="*/ 869061 w 933926"/>
                <a:gd name="connsiteY4" fmla="*/ 169831 h 407288"/>
                <a:gd name="connsiteX5" fmla="*/ 852964 w 933926"/>
                <a:gd name="connsiteY5" fmla="*/ 153734 h 407288"/>
                <a:gd name="connsiteX6" fmla="*/ 852964 w 933926"/>
                <a:gd name="connsiteY6" fmla="*/ 132493 h 407288"/>
                <a:gd name="connsiteX7" fmla="*/ 857917 w 933926"/>
                <a:gd name="connsiteY7" fmla="*/ 108966 h 407288"/>
                <a:gd name="connsiteX8" fmla="*/ 852964 w 933926"/>
                <a:gd name="connsiteY8" fmla="*/ 103061 h 407288"/>
                <a:gd name="connsiteX9" fmla="*/ 852964 w 933926"/>
                <a:gd name="connsiteY9" fmla="*/ 94774 h 407288"/>
                <a:gd name="connsiteX10" fmla="*/ 840962 w 933926"/>
                <a:gd name="connsiteY10" fmla="*/ 88297 h 407288"/>
                <a:gd name="connsiteX11" fmla="*/ 828104 w 933926"/>
                <a:gd name="connsiteY11" fmla="*/ 79058 h 407288"/>
                <a:gd name="connsiteX12" fmla="*/ 828104 w 933926"/>
                <a:gd name="connsiteY12" fmla="*/ 67056 h 407288"/>
                <a:gd name="connsiteX13" fmla="*/ 814292 w 933926"/>
                <a:gd name="connsiteY13" fmla="*/ 53245 h 407288"/>
                <a:gd name="connsiteX14" fmla="*/ 797719 w 933926"/>
                <a:gd name="connsiteY14" fmla="*/ 53245 h 407288"/>
                <a:gd name="connsiteX15" fmla="*/ 787623 w 933926"/>
                <a:gd name="connsiteY15" fmla="*/ 58769 h 407288"/>
                <a:gd name="connsiteX16" fmla="*/ 781146 w 933926"/>
                <a:gd name="connsiteY16" fmla="*/ 71628 h 407288"/>
                <a:gd name="connsiteX17" fmla="*/ 771906 w 933926"/>
                <a:gd name="connsiteY17" fmla="*/ 76200 h 407288"/>
                <a:gd name="connsiteX18" fmla="*/ 757523 w 933926"/>
                <a:gd name="connsiteY18" fmla="*/ 74390 h 407288"/>
                <a:gd name="connsiteX19" fmla="*/ 749808 w 933926"/>
                <a:gd name="connsiteY19" fmla="*/ 64294 h 407288"/>
                <a:gd name="connsiteX20" fmla="*/ 737235 w 933926"/>
                <a:gd name="connsiteY20" fmla="*/ 58769 h 407288"/>
                <a:gd name="connsiteX21" fmla="*/ 730473 w 933926"/>
                <a:gd name="connsiteY21" fmla="*/ 59722 h 407288"/>
                <a:gd name="connsiteX22" fmla="*/ 720376 w 933926"/>
                <a:gd name="connsiteY22" fmla="*/ 65246 h 407288"/>
                <a:gd name="connsiteX23" fmla="*/ 711137 w 933926"/>
                <a:gd name="connsiteY23" fmla="*/ 69818 h 407288"/>
                <a:gd name="connsiteX24" fmla="*/ 706565 w 933926"/>
                <a:gd name="connsiteY24" fmla="*/ 66104 h 407288"/>
                <a:gd name="connsiteX25" fmla="*/ 699230 w 933926"/>
                <a:gd name="connsiteY25" fmla="*/ 56007 h 407288"/>
                <a:gd name="connsiteX26" fmla="*/ 692753 w 933926"/>
                <a:gd name="connsiteY26" fmla="*/ 45911 h 407288"/>
                <a:gd name="connsiteX27" fmla="*/ 682657 w 933926"/>
                <a:gd name="connsiteY27" fmla="*/ 44101 h 407288"/>
                <a:gd name="connsiteX28" fmla="*/ 666084 w 933926"/>
                <a:gd name="connsiteY28" fmla="*/ 45053 h 407288"/>
                <a:gd name="connsiteX29" fmla="*/ 655987 w 933926"/>
                <a:gd name="connsiteY29" fmla="*/ 39529 h 407288"/>
                <a:gd name="connsiteX30" fmla="*/ 645891 w 933926"/>
                <a:gd name="connsiteY30" fmla="*/ 31242 h 407288"/>
                <a:gd name="connsiteX31" fmla="*/ 645891 w 933926"/>
                <a:gd name="connsiteY31" fmla="*/ 19431 h 407288"/>
                <a:gd name="connsiteX32" fmla="*/ 636175 w 933926"/>
                <a:gd name="connsiteY32" fmla="*/ 10096 h 407288"/>
                <a:gd name="connsiteX33" fmla="*/ 623697 w 933926"/>
                <a:gd name="connsiteY33" fmla="*/ 0 h 407288"/>
                <a:gd name="connsiteX34" fmla="*/ 596932 w 933926"/>
                <a:gd name="connsiteY34" fmla="*/ 0 h 407288"/>
                <a:gd name="connsiteX35" fmla="*/ 592360 w 933926"/>
                <a:gd name="connsiteY35" fmla="*/ 4572 h 407288"/>
                <a:gd name="connsiteX36" fmla="*/ 576644 w 933926"/>
                <a:gd name="connsiteY36" fmla="*/ 19431 h 407288"/>
                <a:gd name="connsiteX37" fmla="*/ 576644 w 933926"/>
                <a:gd name="connsiteY37" fmla="*/ 36767 h 407288"/>
                <a:gd name="connsiteX38" fmla="*/ 569309 w 933926"/>
                <a:gd name="connsiteY38" fmla="*/ 46863 h 407288"/>
                <a:gd name="connsiteX39" fmla="*/ 549021 w 933926"/>
                <a:gd name="connsiteY39" fmla="*/ 46863 h 407288"/>
                <a:gd name="connsiteX40" fmla="*/ 540734 w 933926"/>
                <a:gd name="connsiteY40" fmla="*/ 57912 h 407288"/>
                <a:gd name="connsiteX41" fmla="*/ 534257 w 933926"/>
                <a:gd name="connsiteY41" fmla="*/ 58864 h 407288"/>
                <a:gd name="connsiteX42" fmla="*/ 521399 w 933926"/>
                <a:gd name="connsiteY42" fmla="*/ 52388 h 407288"/>
                <a:gd name="connsiteX43" fmla="*/ 514064 w 933926"/>
                <a:gd name="connsiteY43" fmla="*/ 52388 h 407288"/>
                <a:gd name="connsiteX44" fmla="*/ 506730 w 933926"/>
                <a:gd name="connsiteY44" fmla="*/ 56959 h 407288"/>
                <a:gd name="connsiteX45" fmla="*/ 502158 w 933926"/>
                <a:gd name="connsiteY45" fmla="*/ 68008 h 407288"/>
                <a:gd name="connsiteX46" fmla="*/ 497586 w 933926"/>
                <a:gd name="connsiteY46" fmla="*/ 89249 h 407288"/>
                <a:gd name="connsiteX47" fmla="*/ 481870 w 933926"/>
                <a:gd name="connsiteY47" fmla="*/ 94774 h 407288"/>
                <a:gd name="connsiteX48" fmla="*/ 477298 w 933926"/>
                <a:gd name="connsiteY48" fmla="*/ 102108 h 407288"/>
                <a:gd name="connsiteX49" fmla="*/ 471773 w 933926"/>
                <a:gd name="connsiteY49" fmla="*/ 113157 h 407288"/>
                <a:gd name="connsiteX50" fmla="*/ 461677 w 933926"/>
                <a:gd name="connsiteY50" fmla="*/ 122396 h 407288"/>
                <a:gd name="connsiteX51" fmla="*/ 452438 w 933926"/>
                <a:gd name="connsiteY51" fmla="*/ 126968 h 407288"/>
                <a:gd name="connsiteX52" fmla="*/ 446913 w 933926"/>
                <a:gd name="connsiteY52" fmla="*/ 139827 h 407288"/>
                <a:gd name="connsiteX53" fmla="*/ 441388 w 933926"/>
                <a:gd name="connsiteY53" fmla="*/ 149066 h 407288"/>
                <a:gd name="connsiteX54" fmla="*/ 441388 w 933926"/>
                <a:gd name="connsiteY54" fmla="*/ 161068 h 407288"/>
                <a:gd name="connsiteX55" fmla="*/ 432054 w 933926"/>
                <a:gd name="connsiteY55" fmla="*/ 174022 h 407288"/>
                <a:gd name="connsiteX56" fmla="*/ 419196 w 933926"/>
                <a:gd name="connsiteY56" fmla="*/ 175832 h 407288"/>
                <a:gd name="connsiteX57" fmla="*/ 399860 w 933926"/>
                <a:gd name="connsiteY57" fmla="*/ 175832 h 407288"/>
                <a:gd name="connsiteX58" fmla="*/ 399860 w 933926"/>
                <a:gd name="connsiteY58" fmla="*/ 161068 h 407288"/>
                <a:gd name="connsiteX59" fmla="*/ 390620 w 933926"/>
                <a:gd name="connsiteY59" fmla="*/ 149066 h 407288"/>
                <a:gd name="connsiteX60" fmla="*/ 379571 w 933926"/>
                <a:gd name="connsiteY60" fmla="*/ 139827 h 407288"/>
                <a:gd name="connsiteX61" fmla="*/ 379571 w 933926"/>
                <a:gd name="connsiteY61" fmla="*/ 146304 h 407288"/>
                <a:gd name="connsiteX62" fmla="*/ 365760 w 933926"/>
                <a:gd name="connsiteY62" fmla="*/ 154591 h 407288"/>
                <a:gd name="connsiteX63" fmla="*/ 365760 w 933926"/>
                <a:gd name="connsiteY63" fmla="*/ 173926 h 407288"/>
                <a:gd name="connsiteX64" fmla="*/ 358426 w 933926"/>
                <a:gd name="connsiteY64" fmla="*/ 184975 h 407288"/>
                <a:gd name="connsiteX65" fmla="*/ 349187 w 933926"/>
                <a:gd name="connsiteY65" fmla="*/ 190500 h 407288"/>
                <a:gd name="connsiteX66" fmla="*/ 340900 w 933926"/>
                <a:gd name="connsiteY66" fmla="*/ 190500 h 407288"/>
                <a:gd name="connsiteX67" fmla="*/ 326136 w 933926"/>
                <a:gd name="connsiteY67" fmla="*/ 184975 h 407288"/>
                <a:gd name="connsiteX68" fmla="*/ 326136 w 933926"/>
                <a:gd name="connsiteY68" fmla="*/ 179451 h 407288"/>
                <a:gd name="connsiteX69" fmla="*/ 315087 w 933926"/>
                <a:gd name="connsiteY69" fmla="*/ 173926 h 407288"/>
                <a:gd name="connsiteX70" fmla="*/ 311372 w 933926"/>
                <a:gd name="connsiteY70" fmla="*/ 182213 h 407288"/>
                <a:gd name="connsiteX71" fmla="*/ 304038 w 933926"/>
                <a:gd name="connsiteY71" fmla="*/ 186785 h 407288"/>
                <a:gd name="connsiteX72" fmla="*/ 297561 w 933926"/>
                <a:gd name="connsiteY72" fmla="*/ 191357 h 407288"/>
                <a:gd name="connsiteX73" fmla="*/ 282797 w 933926"/>
                <a:gd name="connsiteY73" fmla="*/ 200596 h 407288"/>
                <a:gd name="connsiteX74" fmla="*/ 277273 w 933926"/>
                <a:gd name="connsiteY74" fmla="*/ 201549 h 407288"/>
                <a:gd name="connsiteX75" fmla="*/ 268034 w 933926"/>
                <a:gd name="connsiteY75" fmla="*/ 198787 h 407288"/>
                <a:gd name="connsiteX76" fmla="*/ 262509 w 933926"/>
                <a:gd name="connsiteY76" fmla="*/ 189547 h 407288"/>
                <a:gd name="connsiteX77" fmla="*/ 256985 w 933926"/>
                <a:gd name="connsiteY77" fmla="*/ 185833 h 407288"/>
                <a:gd name="connsiteX78" fmla="*/ 248698 w 933926"/>
                <a:gd name="connsiteY78" fmla="*/ 183071 h 407288"/>
                <a:gd name="connsiteX79" fmla="*/ 240411 w 933926"/>
                <a:gd name="connsiteY79" fmla="*/ 173831 h 407288"/>
                <a:gd name="connsiteX80" fmla="*/ 232125 w 933926"/>
                <a:gd name="connsiteY80" fmla="*/ 173831 h 407288"/>
                <a:gd name="connsiteX81" fmla="*/ 221075 w 933926"/>
                <a:gd name="connsiteY81" fmla="*/ 186690 h 407288"/>
                <a:gd name="connsiteX82" fmla="*/ 214598 w 933926"/>
                <a:gd name="connsiteY82" fmla="*/ 186690 h 407288"/>
                <a:gd name="connsiteX83" fmla="*/ 210026 w 933926"/>
                <a:gd name="connsiteY83" fmla="*/ 186690 h 407288"/>
                <a:gd name="connsiteX84" fmla="*/ 197168 w 933926"/>
                <a:gd name="connsiteY84" fmla="*/ 186690 h 407288"/>
                <a:gd name="connsiteX85" fmla="*/ 179642 w 933926"/>
                <a:gd name="connsiteY85" fmla="*/ 197739 h 407288"/>
                <a:gd name="connsiteX86" fmla="*/ 174117 w 933926"/>
                <a:gd name="connsiteY86" fmla="*/ 201454 h 407288"/>
                <a:gd name="connsiteX87" fmla="*/ 167640 w 933926"/>
                <a:gd name="connsiteY87" fmla="*/ 208788 h 407288"/>
                <a:gd name="connsiteX88" fmla="*/ 160592 w 933926"/>
                <a:gd name="connsiteY88" fmla="*/ 217075 h 407288"/>
                <a:gd name="connsiteX89" fmla="*/ 160592 w 933926"/>
                <a:gd name="connsiteY89" fmla="*/ 255746 h 407288"/>
                <a:gd name="connsiteX90" fmla="*/ 143732 w 933926"/>
                <a:gd name="connsiteY90" fmla="*/ 255746 h 407288"/>
                <a:gd name="connsiteX91" fmla="*/ 130874 w 933926"/>
                <a:gd name="connsiteY91" fmla="*/ 261271 h 407288"/>
                <a:gd name="connsiteX92" fmla="*/ 117062 w 933926"/>
                <a:gd name="connsiteY92" fmla="*/ 269558 h 407288"/>
                <a:gd name="connsiteX93" fmla="*/ 110585 w 933926"/>
                <a:gd name="connsiteY93" fmla="*/ 276034 h 407288"/>
                <a:gd name="connsiteX94" fmla="*/ 117062 w 933926"/>
                <a:gd name="connsiteY94" fmla="*/ 289846 h 407288"/>
                <a:gd name="connsiteX95" fmla="*/ 120777 w 933926"/>
                <a:gd name="connsiteY95" fmla="*/ 299942 h 407288"/>
                <a:gd name="connsiteX96" fmla="*/ 117062 w 933926"/>
                <a:gd name="connsiteY96" fmla="*/ 317468 h 407288"/>
                <a:gd name="connsiteX97" fmla="*/ 105061 w 933926"/>
                <a:gd name="connsiteY97" fmla="*/ 317468 h 407288"/>
                <a:gd name="connsiteX98" fmla="*/ 88487 w 933926"/>
                <a:gd name="connsiteY98" fmla="*/ 314706 h 407288"/>
                <a:gd name="connsiteX99" fmla="*/ 88487 w 933926"/>
                <a:gd name="connsiteY99" fmla="*/ 308229 h 407288"/>
                <a:gd name="connsiteX100" fmla="*/ 82010 w 933926"/>
                <a:gd name="connsiteY100" fmla="*/ 303657 h 407288"/>
                <a:gd name="connsiteX101" fmla="*/ 74676 w 933926"/>
                <a:gd name="connsiteY101" fmla="*/ 302705 h 407288"/>
                <a:gd name="connsiteX102" fmla="*/ 65437 w 933926"/>
                <a:gd name="connsiteY102" fmla="*/ 295370 h 407288"/>
                <a:gd name="connsiteX103" fmla="*/ 46958 w 933926"/>
                <a:gd name="connsiteY103" fmla="*/ 295370 h 407288"/>
                <a:gd name="connsiteX104" fmla="*/ 37719 w 933926"/>
                <a:gd name="connsiteY104" fmla="*/ 300895 h 407288"/>
                <a:gd name="connsiteX105" fmla="*/ 29432 w 933926"/>
                <a:gd name="connsiteY105" fmla="*/ 305467 h 407288"/>
                <a:gd name="connsiteX106" fmla="*/ 29432 w 933926"/>
                <a:gd name="connsiteY106" fmla="*/ 343281 h 407288"/>
                <a:gd name="connsiteX107" fmla="*/ 25718 w 933926"/>
                <a:gd name="connsiteY107" fmla="*/ 358997 h 407288"/>
                <a:gd name="connsiteX108" fmla="*/ 25718 w 933926"/>
                <a:gd name="connsiteY108" fmla="*/ 381095 h 407288"/>
                <a:gd name="connsiteX109" fmla="*/ 15621 w 933926"/>
                <a:gd name="connsiteY109" fmla="*/ 390334 h 407288"/>
                <a:gd name="connsiteX110" fmla="*/ 4572 w 933926"/>
                <a:gd name="connsiteY110" fmla="*/ 390334 h 407288"/>
                <a:gd name="connsiteX111" fmla="*/ 0 w 933926"/>
                <a:gd name="connsiteY111" fmla="*/ 395192 h 407288"/>
                <a:gd name="connsiteX112" fmla="*/ 0 w 933926"/>
                <a:gd name="connsiteY112" fmla="*/ 407289 h 407288"/>
                <a:gd name="connsiteX113" fmla="*/ 166878 w 933926"/>
                <a:gd name="connsiteY113" fmla="*/ 407289 h 407288"/>
                <a:gd name="connsiteX114" fmla="*/ 166878 w 933926"/>
                <a:gd name="connsiteY114" fmla="*/ 381191 h 407288"/>
                <a:gd name="connsiteX115" fmla="*/ 189929 w 933926"/>
                <a:gd name="connsiteY115" fmla="*/ 381191 h 407288"/>
                <a:gd name="connsiteX116" fmla="*/ 206502 w 933926"/>
                <a:gd name="connsiteY116" fmla="*/ 390430 h 407288"/>
                <a:gd name="connsiteX117" fmla="*/ 737711 w 933926"/>
                <a:gd name="connsiteY117" fmla="*/ 394430 h 407288"/>
                <a:gd name="connsiteX118" fmla="*/ 818197 w 933926"/>
                <a:gd name="connsiteY118" fmla="*/ 348996 h 407288"/>
                <a:gd name="connsiteX119" fmla="*/ 841534 w 933926"/>
                <a:gd name="connsiteY119" fmla="*/ 314611 h 407288"/>
                <a:gd name="connsiteX120" fmla="*/ 853535 w 933926"/>
                <a:gd name="connsiteY120" fmla="*/ 304133 h 407288"/>
                <a:gd name="connsiteX121" fmla="*/ 885825 w 933926"/>
                <a:gd name="connsiteY121" fmla="*/ 285083 h 407288"/>
                <a:gd name="connsiteX122" fmla="*/ 933926 w 933926"/>
                <a:gd name="connsiteY122" fmla="*/ 252127 h 407288"/>
                <a:gd name="connsiteX123" fmla="*/ 933926 w 933926"/>
                <a:gd name="connsiteY123" fmla="*/ 252127 h 407288"/>
                <a:gd name="connsiteX124" fmla="*/ 931450 w 933926"/>
                <a:gd name="connsiteY124" fmla="*/ 247650 h 407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933926" h="407288">
                  <a:moveTo>
                    <a:pt x="930783" y="247650"/>
                  </a:moveTo>
                  <a:lnTo>
                    <a:pt x="911924" y="233363"/>
                  </a:lnTo>
                  <a:lnTo>
                    <a:pt x="882873" y="202978"/>
                  </a:lnTo>
                  <a:lnTo>
                    <a:pt x="872299" y="184118"/>
                  </a:lnTo>
                  <a:lnTo>
                    <a:pt x="869061" y="169831"/>
                  </a:lnTo>
                  <a:lnTo>
                    <a:pt x="852964" y="153734"/>
                  </a:lnTo>
                  <a:lnTo>
                    <a:pt x="852964" y="132493"/>
                  </a:lnTo>
                  <a:lnTo>
                    <a:pt x="857917" y="108966"/>
                  </a:lnTo>
                  <a:lnTo>
                    <a:pt x="852964" y="103061"/>
                  </a:lnTo>
                  <a:lnTo>
                    <a:pt x="852964" y="94774"/>
                  </a:lnTo>
                  <a:lnTo>
                    <a:pt x="840962" y="88297"/>
                  </a:lnTo>
                  <a:lnTo>
                    <a:pt x="828104" y="79058"/>
                  </a:lnTo>
                  <a:lnTo>
                    <a:pt x="828104" y="67056"/>
                  </a:lnTo>
                  <a:lnTo>
                    <a:pt x="814292" y="53245"/>
                  </a:lnTo>
                  <a:lnTo>
                    <a:pt x="797719" y="53245"/>
                  </a:lnTo>
                  <a:lnTo>
                    <a:pt x="787623" y="58769"/>
                  </a:lnTo>
                  <a:lnTo>
                    <a:pt x="781146" y="71628"/>
                  </a:lnTo>
                  <a:lnTo>
                    <a:pt x="771906" y="76200"/>
                  </a:lnTo>
                  <a:lnTo>
                    <a:pt x="757523" y="74390"/>
                  </a:lnTo>
                  <a:lnTo>
                    <a:pt x="749808" y="64294"/>
                  </a:lnTo>
                  <a:lnTo>
                    <a:pt x="737235" y="58769"/>
                  </a:lnTo>
                  <a:lnTo>
                    <a:pt x="730473" y="59722"/>
                  </a:lnTo>
                  <a:lnTo>
                    <a:pt x="720376" y="65246"/>
                  </a:lnTo>
                  <a:lnTo>
                    <a:pt x="711137" y="69818"/>
                  </a:lnTo>
                  <a:lnTo>
                    <a:pt x="706565" y="66104"/>
                  </a:lnTo>
                  <a:lnTo>
                    <a:pt x="699230" y="56007"/>
                  </a:lnTo>
                  <a:lnTo>
                    <a:pt x="692753" y="45911"/>
                  </a:lnTo>
                  <a:lnTo>
                    <a:pt x="682657" y="44101"/>
                  </a:lnTo>
                  <a:lnTo>
                    <a:pt x="666084" y="45053"/>
                  </a:lnTo>
                  <a:lnTo>
                    <a:pt x="655987" y="39529"/>
                  </a:lnTo>
                  <a:lnTo>
                    <a:pt x="645891" y="31242"/>
                  </a:lnTo>
                  <a:lnTo>
                    <a:pt x="645891" y="19431"/>
                  </a:lnTo>
                  <a:lnTo>
                    <a:pt x="636175" y="10096"/>
                  </a:lnTo>
                  <a:lnTo>
                    <a:pt x="623697" y="0"/>
                  </a:lnTo>
                  <a:lnTo>
                    <a:pt x="596932" y="0"/>
                  </a:lnTo>
                  <a:lnTo>
                    <a:pt x="592360" y="4572"/>
                  </a:lnTo>
                  <a:lnTo>
                    <a:pt x="576644" y="19431"/>
                  </a:lnTo>
                  <a:lnTo>
                    <a:pt x="576644" y="36767"/>
                  </a:lnTo>
                  <a:lnTo>
                    <a:pt x="569309" y="46863"/>
                  </a:lnTo>
                  <a:lnTo>
                    <a:pt x="549021" y="46863"/>
                  </a:lnTo>
                  <a:lnTo>
                    <a:pt x="540734" y="57912"/>
                  </a:lnTo>
                  <a:lnTo>
                    <a:pt x="534257" y="58864"/>
                  </a:lnTo>
                  <a:lnTo>
                    <a:pt x="521399" y="52388"/>
                  </a:lnTo>
                  <a:lnTo>
                    <a:pt x="514064" y="52388"/>
                  </a:lnTo>
                  <a:lnTo>
                    <a:pt x="506730" y="56959"/>
                  </a:lnTo>
                  <a:lnTo>
                    <a:pt x="502158" y="68008"/>
                  </a:lnTo>
                  <a:lnTo>
                    <a:pt x="497586" y="89249"/>
                  </a:lnTo>
                  <a:lnTo>
                    <a:pt x="481870" y="94774"/>
                  </a:lnTo>
                  <a:lnTo>
                    <a:pt x="477298" y="102108"/>
                  </a:lnTo>
                  <a:lnTo>
                    <a:pt x="471773" y="113157"/>
                  </a:lnTo>
                  <a:lnTo>
                    <a:pt x="461677" y="122396"/>
                  </a:lnTo>
                  <a:lnTo>
                    <a:pt x="452438" y="126968"/>
                  </a:lnTo>
                  <a:lnTo>
                    <a:pt x="446913" y="139827"/>
                  </a:lnTo>
                  <a:lnTo>
                    <a:pt x="441388" y="149066"/>
                  </a:lnTo>
                  <a:lnTo>
                    <a:pt x="441388" y="161068"/>
                  </a:lnTo>
                  <a:lnTo>
                    <a:pt x="432054" y="174022"/>
                  </a:lnTo>
                  <a:lnTo>
                    <a:pt x="419196" y="175832"/>
                  </a:lnTo>
                  <a:lnTo>
                    <a:pt x="399860" y="175832"/>
                  </a:lnTo>
                  <a:lnTo>
                    <a:pt x="399860" y="161068"/>
                  </a:lnTo>
                  <a:lnTo>
                    <a:pt x="390620" y="149066"/>
                  </a:lnTo>
                  <a:lnTo>
                    <a:pt x="379571" y="139827"/>
                  </a:lnTo>
                  <a:lnTo>
                    <a:pt x="379571" y="146304"/>
                  </a:lnTo>
                  <a:lnTo>
                    <a:pt x="365760" y="154591"/>
                  </a:lnTo>
                  <a:lnTo>
                    <a:pt x="365760" y="173926"/>
                  </a:lnTo>
                  <a:cubicBezTo>
                    <a:pt x="365760" y="173926"/>
                    <a:pt x="362045" y="182213"/>
                    <a:pt x="358426" y="184975"/>
                  </a:cubicBezTo>
                  <a:cubicBezTo>
                    <a:pt x="354806" y="187738"/>
                    <a:pt x="349187" y="190500"/>
                    <a:pt x="349187" y="190500"/>
                  </a:cubicBezTo>
                  <a:lnTo>
                    <a:pt x="340900" y="190500"/>
                  </a:lnTo>
                  <a:lnTo>
                    <a:pt x="326136" y="184975"/>
                  </a:lnTo>
                  <a:lnTo>
                    <a:pt x="326136" y="179451"/>
                  </a:lnTo>
                  <a:lnTo>
                    <a:pt x="315087" y="173926"/>
                  </a:lnTo>
                  <a:lnTo>
                    <a:pt x="311372" y="182213"/>
                  </a:lnTo>
                  <a:lnTo>
                    <a:pt x="304038" y="186785"/>
                  </a:lnTo>
                  <a:lnTo>
                    <a:pt x="297561" y="191357"/>
                  </a:lnTo>
                  <a:lnTo>
                    <a:pt x="282797" y="200596"/>
                  </a:lnTo>
                  <a:lnTo>
                    <a:pt x="277273" y="201549"/>
                  </a:lnTo>
                  <a:lnTo>
                    <a:pt x="268034" y="198787"/>
                  </a:lnTo>
                  <a:lnTo>
                    <a:pt x="262509" y="189547"/>
                  </a:lnTo>
                  <a:lnTo>
                    <a:pt x="256985" y="185833"/>
                  </a:lnTo>
                  <a:lnTo>
                    <a:pt x="248698" y="183071"/>
                  </a:lnTo>
                  <a:lnTo>
                    <a:pt x="240411" y="173831"/>
                  </a:lnTo>
                  <a:lnTo>
                    <a:pt x="232125" y="173831"/>
                  </a:lnTo>
                  <a:lnTo>
                    <a:pt x="221075" y="186690"/>
                  </a:lnTo>
                  <a:cubicBezTo>
                    <a:pt x="221075" y="186690"/>
                    <a:pt x="217361" y="185738"/>
                    <a:pt x="214598" y="186690"/>
                  </a:cubicBezTo>
                  <a:cubicBezTo>
                    <a:pt x="211836" y="187642"/>
                    <a:pt x="210026" y="186690"/>
                    <a:pt x="210026" y="186690"/>
                  </a:cubicBezTo>
                  <a:lnTo>
                    <a:pt x="197168" y="186690"/>
                  </a:lnTo>
                  <a:lnTo>
                    <a:pt x="179642" y="197739"/>
                  </a:lnTo>
                  <a:lnTo>
                    <a:pt x="174117" y="201454"/>
                  </a:lnTo>
                  <a:lnTo>
                    <a:pt x="167640" y="208788"/>
                  </a:lnTo>
                  <a:lnTo>
                    <a:pt x="160592" y="217075"/>
                  </a:lnTo>
                  <a:lnTo>
                    <a:pt x="160592" y="255746"/>
                  </a:lnTo>
                  <a:lnTo>
                    <a:pt x="143732" y="255746"/>
                  </a:lnTo>
                  <a:lnTo>
                    <a:pt x="130874" y="261271"/>
                  </a:lnTo>
                  <a:lnTo>
                    <a:pt x="117062" y="269558"/>
                  </a:lnTo>
                  <a:lnTo>
                    <a:pt x="110585" y="276034"/>
                  </a:lnTo>
                  <a:lnTo>
                    <a:pt x="117062" y="289846"/>
                  </a:lnTo>
                  <a:lnTo>
                    <a:pt x="120777" y="299942"/>
                  </a:lnTo>
                  <a:lnTo>
                    <a:pt x="117062" y="317468"/>
                  </a:lnTo>
                  <a:lnTo>
                    <a:pt x="105061" y="317468"/>
                  </a:lnTo>
                  <a:lnTo>
                    <a:pt x="88487" y="314706"/>
                  </a:lnTo>
                  <a:lnTo>
                    <a:pt x="88487" y="308229"/>
                  </a:lnTo>
                  <a:lnTo>
                    <a:pt x="82010" y="303657"/>
                  </a:lnTo>
                  <a:lnTo>
                    <a:pt x="74676" y="302705"/>
                  </a:lnTo>
                  <a:lnTo>
                    <a:pt x="65437" y="295370"/>
                  </a:lnTo>
                  <a:lnTo>
                    <a:pt x="46958" y="295370"/>
                  </a:lnTo>
                  <a:lnTo>
                    <a:pt x="37719" y="300895"/>
                  </a:lnTo>
                  <a:lnTo>
                    <a:pt x="29432" y="305467"/>
                  </a:lnTo>
                  <a:lnTo>
                    <a:pt x="29432" y="343281"/>
                  </a:lnTo>
                  <a:lnTo>
                    <a:pt x="25718" y="358997"/>
                  </a:lnTo>
                  <a:lnTo>
                    <a:pt x="25718" y="381095"/>
                  </a:lnTo>
                  <a:lnTo>
                    <a:pt x="15621" y="390334"/>
                  </a:lnTo>
                  <a:lnTo>
                    <a:pt x="4572" y="390334"/>
                  </a:lnTo>
                  <a:lnTo>
                    <a:pt x="0" y="395192"/>
                  </a:lnTo>
                  <a:lnTo>
                    <a:pt x="0" y="407289"/>
                  </a:lnTo>
                  <a:lnTo>
                    <a:pt x="166878" y="407289"/>
                  </a:lnTo>
                  <a:lnTo>
                    <a:pt x="166878" y="381191"/>
                  </a:lnTo>
                  <a:lnTo>
                    <a:pt x="189929" y="381191"/>
                  </a:lnTo>
                  <a:lnTo>
                    <a:pt x="206502" y="390430"/>
                  </a:lnTo>
                  <a:lnTo>
                    <a:pt x="737711" y="394430"/>
                  </a:lnTo>
                  <a:lnTo>
                    <a:pt x="818197" y="348996"/>
                  </a:lnTo>
                  <a:lnTo>
                    <a:pt x="841534" y="314611"/>
                  </a:lnTo>
                  <a:lnTo>
                    <a:pt x="853535" y="304133"/>
                  </a:lnTo>
                  <a:lnTo>
                    <a:pt x="885825" y="285083"/>
                  </a:lnTo>
                  <a:lnTo>
                    <a:pt x="933926" y="252127"/>
                  </a:lnTo>
                  <a:lnTo>
                    <a:pt x="933926" y="252127"/>
                  </a:lnTo>
                  <a:lnTo>
                    <a:pt x="931450" y="24765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85108B2-8857-4D27-6782-9C8652FE42ED}"/>
                </a:ext>
              </a:extLst>
            </p:cNvPr>
            <p:cNvSpPr/>
            <p:nvPr/>
          </p:nvSpPr>
          <p:spPr>
            <a:xfrm>
              <a:off x="5718524" y="3168975"/>
              <a:ext cx="540829" cy="605694"/>
            </a:xfrm>
            <a:custGeom>
              <a:avLst/>
              <a:gdLst>
                <a:gd name="connsiteX0" fmla="*/ 278035 w 540829"/>
                <a:gd name="connsiteY0" fmla="*/ 585978 h 605694"/>
                <a:gd name="connsiteX1" fmla="*/ 283083 w 540829"/>
                <a:gd name="connsiteY1" fmla="*/ 591884 h 605694"/>
                <a:gd name="connsiteX2" fmla="*/ 280131 w 540829"/>
                <a:gd name="connsiteY2" fmla="*/ 605695 h 605694"/>
                <a:gd name="connsiteX3" fmla="*/ 280131 w 540829"/>
                <a:gd name="connsiteY3" fmla="*/ 605695 h 605694"/>
                <a:gd name="connsiteX4" fmla="*/ 284512 w 540829"/>
                <a:gd name="connsiteY4" fmla="*/ 585026 h 605694"/>
                <a:gd name="connsiteX5" fmla="*/ 306229 w 540829"/>
                <a:gd name="connsiteY5" fmla="*/ 579977 h 605694"/>
                <a:gd name="connsiteX6" fmla="*/ 318611 w 540829"/>
                <a:gd name="connsiteY6" fmla="*/ 562451 h 605694"/>
                <a:gd name="connsiteX7" fmla="*/ 332041 w 540829"/>
                <a:gd name="connsiteY7" fmla="*/ 552260 h 605694"/>
                <a:gd name="connsiteX8" fmla="*/ 337090 w 540829"/>
                <a:gd name="connsiteY8" fmla="*/ 514541 h 605694"/>
                <a:gd name="connsiteX9" fmla="*/ 343091 w 540829"/>
                <a:gd name="connsiteY9" fmla="*/ 494252 h 605694"/>
                <a:gd name="connsiteX10" fmla="*/ 354139 w 540829"/>
                <a:gd name="connsiteY10" fmla="*/ 490061 h 605694"/>
                <a:gd name="connsiteX11" fmla="*/ 372523 w 540829"/>
                <a:gd name="connsiteY11" fmla="*/ 500253 h 605694"/>
                <a:gd name="connsiteX12" fmla="*/ 379000 w 540829"/>
                <a:gd name="connsiteY12" fmla="*/ 497015 h 605694"/>
                <a:gd name="connsiteX13" fmla="*/ 387287 w 540829"/>
                <a:gd name="connsiteY13" fmla="*/ 475774 h 605694"/>
                <a:gd name="connsiteX14" fmla="*/ 389191 w 540829"/>
                <a:gd name="connsiteY14" fmla="*/ 462915 h 605694"/>
                <a:gd name="connsiteX15" fmla="*/ 398336 w 540829"/>
                <a:gd name="connsiteY15" fmla="*/ 445865 h 605694"/>
                <a:gd name="connsiteX16" fmla="*/ 413575 w 540829"/>
                <a:gd name="connsiteY16" fmla="*/ 435197 h 605694"/>
                <a:gd name="connsiteX17" fmla="*/ 429673 w 540829"/>
                <a:gd name="connsiteY17" fmla="*/ 433388 h 605694"/>
                <a:gd name="connsiteX18" fmla="*/ 445865 w 540829"/>
                <a:gd name="connsiteY18" fmla="*/ 434340 h 605694"/>
                <a:gd name="connsiteX19" fmla="*/ 473964 w 540829"/>
                <a:gd name="connsiteY19" fmla="*/ 418624 h 605694"/>
                <a:gd name="connsiteX20" fmla="*/ 489585 w 540829"/>
                <a:gd name="connsiteY20" fmla="*/ 402527 h 605694"/>
                <a:gd name="connsiteX21" fmla="*/ 499300 w 540829"/>
                <a:gd name="connsiteY21" fmla="*/ 383191 h 605694"/>
                <a:gd name="connsiteX22" fmla="*/ 503015 w 540829"/>
                <a:gd name="connsiteY22" fmla="*/ 359188 h 605694"/>
                <a:gd name="connsiteX23" fmla="*/ 521875 w 540829"/>
                <a:gd name="connsiteY23" fmla="*/ 302038 h 605694"/>
                <a:gd name="connsiteX24" fmla="*/ 527399 w 540829"/>
                <a:gd name="connsiteY24" fmla="*/ 283178 h 605694"/>
                <a:gd name="connsiteX25" fmla="*/ 530162 w 540829"/>
                <a:gd name="connsiteY25" fmla="*/ 241649 h 605694"/>
                <a:gd name="connsiteX26" fmla="*/ 540830 w 540829"/>
                <a:gd name="connsiteY26" fmla="*/ 225838 h 605694"/>
                <a:gd name="connsiteX27" fmla="*/ 537115 w 540829"/>
                <a:gd name="connsiteY27" fmla="*/ 0 h 605694"/>
                <a:gd name="connsiteX28" fmla="*/ 497777 w 540829"/>
                <a:gd name="connsiteY28" fmla="*/ 14764 h 605694"/>
                <a:gd name="connsiteX29" fmla="*/ 468249 w 540829"/>
                <a:gd name="connsiteY29" fmla="*/ 27051 h 605694"/>
                <a:gd name="connsiteX30" fmla="*/ 444913 w 540829"/>
                <a:gd name="connsiteY30" fmla="*/ 39338 h 605694"/>
                <a:gd name="connsiteX31" fmla="*/ 408051 w 540829"/>
                <a:gd name="connsiteY31" fmla="*/ 69437 h 605694"/>
                <a:gd name="connsiteX32" fmla="*/ 392049 w 540829"/>
                <a:gd name="connsiteY32" fmla="*/ 77438 h 605694"/>
                <a:gd name="connsiteX33" fmla="*/ 364998 w 540829"/>
                <a:gd name="connsiteY33" fmla="*/ 81153 h 605694"/>
                <a:gd name="connsiteX34" fmla="*/ 335566 w 540829"/>
                <a:gd name="connsiteY34" fmla="*/ 92202 h 605694"/>
                <a:gd name="connsiteX35" fmla="*/ 306038 w 540829"/>
                <a:gd name="connsiteY35" fmla="*/ 92202 h 605694"/>
                <a:gd name="connsiteX36" fmla="*/ 278035 w 540829"/>
                <a:gd name="connsiteY36" fmla="*/ 92202 h 605694"/>
                <a:gd name="connsiteX37" fmla="*/ 254413 w 540829"/>
                <a:gd name="connsiteY37" fmla="*/ 86011 h 605694"/>
                <a:gd name="connsiteX38" fmla="*/ 238411 w 540829"/>
                <a:gd name="connsiteY38" fmla="*/ 86011 h 605694"/>
                <a:gd name="connsiteX39" fmla="*/ 254413 w 540829"/>
                <a:gd name="connsiteY39" fmla="*/ 68866 h 605694"/>
                <a:gd name="connsiteX40" fmla="*/ 223647 w 540829"/>
                <a:gd name="connsiteY40" fmla="*/ 68866 h 605694"/>
                <a:gd name="connsiteX41" fmla="*/ 216313 w 540829"/>
                <a:gd name="connsiteY41" fmla="*/ 60198 h 605694"/>
                <a:gd name="connsiteX42" fmla="*/ 176975 w 540829"/>
                <a:gd name="connsiteY42" fmla="*/ 46673 h 605694"/>
                <a:gd name="connsiteX43" fmla="*/ 0 w 540829"/>
                <a:gd name="connsiteY43" fmla="*/ 46673 h 605694"/>
                <a:gd name="connsiteX44" fmla="*/ 0 w 540829"/>
                <a:gd name="connsiteY44" fmla="*/ 521684 h 605694"/>
                <a:gd name="connsiteX45" fmla="*/ 1524 w 540829"/>
                <a:gd name="connsiteY45" fmla="*/ 519589 h 605694"/>
                <a:gd name="connsiteX46" fmla="*/ 1524 w 540829"/>
                <a:gd name="connsiteY46" fmla="*/ 502253 h 605694"/>
                <a:gd name="connsiteX47" fmla="*/ 17240 w 540829"/>
                <a:gd name="connsiteY47" fmla="*/ 487299 h 605694"/>
                <a:gd name="connsiteX48" fmla="*/ 21812 w 540829"/>
                <a:gd name="connsiteY48" fmla="*/ 482727 h 605694"/>
                <a:gd name="connsiteX49" fmla="*/ 35623 w 540829"/>
                <a:gd name="connsiteY49" fmla="*/ 482727 h 605694"/>
                <a:gd name="connsiteX50" fmla="*/ 48577 w 540829"/>
                <a:gd name="connsiteY50" fmla="*/ 482727 h 605694"/>
                <a:gd name="connsiteX51" fmla="*/ 60960 w 540829"/>
                <a:gd name="connsiteY51" fmla="*/ 492824 h 605694"/>
                <a:gd name="connsiteX52" fmla="*/ 70675 w 540829"/>
                <a:gd name="connsiteY52" fmla="*/ 502253 h 605694"/>
                <a:gd name="connsiteX53" fmla="*/ 70675 w 540829"/>
                <a:gd name="connsiteY53" fmla="*/ 514064 h 605694"/>
                <a:gd name="connsiteX54" fmla="*/ 80772 w 540829"/>
                <a:gd name="connsiteY54" fmla="*/ 522351 h 605694"/>
                <a:gd name="connsiteX55" fmla="*/ 90964 w 540829"/>
                <a:gd name="connsiteY55" fmla="*/ 527876 h 605694"/>
                <a:gd name="connsiteX56" fmla="*/ 107537 w 540829"/>
                <a:gd name="connsiteY56" fmla="*/ 526923 h 605694"/>
                <a:gd name="connsiteX57" fmla="*/ 117729 w 540829"/>
                <a:gd name="connsiteY57" fmla="*/ 528828 h 605694"/>
                <a:gd name="connsiteX58" fmla="*/ 124111 w 540829"/>
                <a:gd name="connsiteY58" fmla="*/ 538925 h 605694"/>
                <a:gd name="connsiteX59" fmla="*/ 131540 w 540829"/>
                <a:gd name="connsiteY59" fmla="*/ 549116 h 605694"/>
                <a:gd name="connsiteX60" fmla="*/ 136112 w 540829"/>
                <a:gd name="connsiteY60" fmla="*/ 552736 h 605694"/>
                <a:gd name="connsiteX61" fmla="*/ 145352 w 540829"/>
                <a:gd name="connsiteY61" fmla="*/ 548164 h 605694"/>
                <a:gd name="connsiteX62" fmla="*/ 155448 w 540829"/>
                <a:gd name="connsiteY62" fmla="*/ 542639 h 605694"/>
                <a:gd name="connsiteX63" fmla="*/ 162211 w 540829"/>
                <a:gd name="connsiteY63" fmla="*/ 541687 h 605694"/>
                <a:gd name="connsiteX64" fmla="*/ 174879 w 540829"/>
                <a:gd name="connsiteY64" fmla="*/ 547211 h 605694"/>
                <a:gd name="connsiteX65" fmla="*/ 182499 w 540829"/>
                <a:gd name="connsiteY65" fmla="*/ 557403 h 605694"/>
                <a:gd name="connsiteX66" fmla="*/ 196882 w 540829"/>
                <a:gd name="connsiteY66" fmla="*/ 559213 h 605694"/>
                <a:gd name="connsiteX67" fmla="*/ 206216 w 540829"/>
                <a:gd name="connsiteY67" fmla="*/ 554641 h 605694"/>
                <a:gd name="connsiteX68" fmla="*/ 212598 w 540829"/>
                <a:gd name="connsiteY68" fmla="*/ 541687 h 605694"/>
                <a:gd name="connsiteX69" fmla="*/ 222790 w 540829"/>
                <a:gd name="connsiteY69" fmla="*/ 536162 h 605694"/>
                <a:gd name="connsiteX70" fmla="*/ 239363 w 540829"/>
                <a:gd name="connsiteY70" fmla="*/ 536162 h 605694"/>
                <a:gd name="connsiteX71" fmla="*/ 253175 w 540829"/>
                <a:gd name="connsiteY71" fmla="*/ 549974 h 605694"/>
                <a:gd name="connsiteX72" fmla="*/ 253175 w 540829"/>
                <a:gd name="connsiteY72" fmla="*/ 561975 h 605694"/>
                <a:gd name="connsiteX73" fmla="*/ 266129 w 540829"/>
                <a:gd name="connsiteY73" fmla="*/ 571214 h 605694"/>
                <a:gd name="connsiteX74" fmla="*/ 278035 w 540829"/>
                <a:gd name="connsiteY74" fmla="*/ 577691 h 605694"/>
                <a:gd name="connsiteX75" fmla="*/ 278035 w 540829"/>
                <a:gd name="connsiteY75" fmla="*/ 585978 h 605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40829" h="605694">
                  <a:moveTo>
                    <a:pt x="278035" y="585978"/>
                  </a:moveTo>
                  <a:lnTo>
                    <a:pt x="283083" y="591884"/>
                  </a:lnTo>
                  <a:lnTo>
                    <a:pt x="280131" y="605695"/>
                  </a:lnTo>
                  <a:lnTo>
                    <a:pt x="280131" y="605695"/>
                  </a:lnTo>
                  <a:lnTo>
                    <a:pt x="284512" y="585026"/>
                  </a:lnTo>
                  <a:lnTo>
                    <a:pt x="306229" y="579977"/>
                  </a:lnTo>
                  <a:lnTo>
                    <a:pt x="318611" y="562451"/>
                  </a:lnTo>
                  <a:lnTo>
                    <a:pt x="332041" y="552260"/>
                  </a:lnTo>
                  <a:lnTo>
                    <a:pt x="337090" y="514541"/>
                  </a:lnTo>
                  <a:lnTo>
                    <a:pt x="343091" y="494252"/>
                  </a:lnTo>
                  <a:lnTo>
                    <a:pt x="354139" y="490061"/>
                  </a:lnTo>
                  <a:lnTo>
                    <a:pt x="372523" y="500253"/>
                  </a:lnTo>
                  <a:lnTo>
                    <a:pt x="379000" y="497015"/>
                  </a:lnTo>
                  <a:lnTo>
                    <a:pt x="387287" y="475774"/>
                  </a:lnTo>
                  <a:lnTo>
                    <a:pt x="389191" y="462915"/>
                  </a:lnTo>
                  <a:lnTo>
                    <a:pt x="398336" y="445865"/>
                  </a:lnTo>
                  <a:lnTo>
                    <a:pt x="413575" y="435197"/>
                  </a:lnTo>
                  <a:lnTo>
                    <a:pt x="429673" y="433388"/>
                  </a:lnTo>
                  <a:lnTo>
                    <a:pt x="445865" y="434340"/>
                  </a:lnTo>
                  <a:lnTo>
                    <a:pt x="473964" y="418624"/>
                  </a:lnTo>
                  <a:lnTo>
                    <a:pt x="489585" y="402527"/>
                  </a:lnTo>
                  <a:lnTo>
                    <a:pt x="499300" y="383191"/>
                  </a:lnTo>
                  <a:lnTo>
                    <a:pt x="503015" y="359188"/>
                  </a:lnTo>
                  <a:lnTo>
                    <a:pt x="521875" y="302038"/>
                  </a:lnTo>
                  <a:lnTo>
                    <a:pt x="527399" y="283178"/>
                  </a:lnTo>
                  <a:lnTo>
                    <a:pt x="530162" y="241649"/>
                  </a:lnTo>
                  <a:lnTo>
                    <a:pt x="540830" y="225838"/>
                  </a:lnTo>
                  <a:lnTo>
                    <a:pt x="537115" y="0"/>
                  </a:lnTo>
                  <a:lnTo>
                    <a:pt x="497777" y="14764"/>
                  </a:lnTo>
                  <a:lnTo>
                    <a:pt x="468249" y="27051"/>
                  </a:lnTo>
                  <a:lnTo>
                    <a:pt x="444913" y="39338"/>
                  </a:lnTo>
                  <a:lnTo>
                    <a:pt x="408051" y="69437"/>
                  </a:lnTo>
                  <a:lnTo>
                    <a:pt x="392049" y="77438"/>
                  </a:lnTo>
                  <a:lnTo>
                    <a:pt x="364998" y="81153"/>
                  </a:lnTo>
                  <a:lnTo>
                    <a:pt x="335566" y="92202"/>
                  </a:lnTo>
                  <a:lnTo>
                    <a:pt x="306038" y="92202"/>
                  </a:lnTo>
                  <a:lnTo>
                    <a:pt x="278035" y="92202"/>
                  </a:lnTo>
                  <a:lnTo>
                    <a:pt x="254413" y="86011"/>
                  </a:lnTo>
                  <a:lnTo>
                    <a:pt x="238411" y="86011"/>
                  </a:lnTo>
                  <a:lnTo>
                    <a:pt x="254413" y="68866"/>
                  </a:lnTo>
                  <a:lnTo>
                    <a:pt x="223647" y="68866"/>
                  </a:lnTo>
                  <a:lnTo>
                    <a:pt x="216313" y="60198"/>
                  </a:lnTo>
                  <a:lnTo>
                    <a:pt x="176975" y="46673"/>
                  </a:lnTo>
                  <a:lnTo>
                    <a:pt x="0" y="46673"/>
                  </a:lnTo>
                  <a:lnTo>
                    <a:pt x="0" y="521684"/>
                  </a:lnTo>
                  <a:lnTo>
                    <a:pt x="1524" y="519589"/>
                  </a:lnTo>
                  <a:lnTo>
                    <a:pt x="1524" y="502253"/>
                  </a:lnTo>
                  <a:lnTo>
                    <a:pt x="17240" y="487299"/>
                  </a:lnTo>
                  <a:lnTo>
                    <a:pt x="21812" y="482727"/>
                  </a:lnTo>
                  <a:lnTo>
                    <a:pt x="35623" y="482727"/>
                  </a:lnTo>
                  <a:lnTo>
                    <a:pt x="48577" y="482727"/>
                  </a:lnTo>
                  <a:lnTo>
                    <a:pt x="60960" y="492824"/>
                  </a:lnTo>
                  <a:lnTo>
                    <a:pt x="70675" y="502253"/>
                  </a:lnTo>
                  <a:lnTo>
                    <a:pt x="70675" y="514064"/>
                  </a:lnTo>
                  <a:lnTo>
                    <a:pt x="80772" y="522351"/>
                  </a:lnTo>
                  <a:lnTo>
                    <a:pt x="90964" y="527876"/>
                  </a:lnTo>
                  <a:lnTo>
                    <a:pt x="107537" y="526923"/>
                  </a:lnTo>
                  <a:lnTo>
                    <a:pt x="117729" y="528828"/>
                  </a:lnTo>
                  <a:lnTo>
                    <a:pt x="124111" y="538925"/>
                  </a:lnTo>
                  <a:lnTo>
                    <a:pt x="131540" y="549116"/>
                  </a:lnTo>
                  <a:lnTo>
                    <a:pt x="136112" y="552736"/>
                  </a:lnTo>
                  <a:lnTo>
                    <a:pt x="145352" y="548164"/>
                  </a:lnTo>
                  <a:lnTo>
                    <a:pt x="155448" y="542639"/>
                  </a:lnTo>
                  <a:lnTo>
                    <a:pt x="162211" y="541687"/>
                  </a:lnTo>
                  <a:lnTo>
                    <a:pt x="174879" y="547211"/>
                  </a:lnTo>
                  <a:lnTo>
                    <a:pt x="182499" y="557403"/>
                  </a:lnTo>
                  <a:lnTo>
                    <a:pt x="196882" y="559213"/>
                  </a:lnTo>
                  <a:lnTo>
                    <a:pt x="206216" y="554641"/>
                  </a:lnTo>
                  <a:lnTo>
                    <a:pt x="212598" y="541687"/>
                  </a:lnTo>
                  <a:lnTo>
                    <a:pt x="222790" y="536162"/>
                  </a:lnTo>
                  <a:lnTo>
                    <a:pt x="239363" y="536162"/>
                  </a:lnTo>
                  <a:lnTo>
                    <a:pt x="253175" y="549974"/>
                  </a:lnTo>
                  <a:lnTo>
                    <a:pt x="253175" y="561975"/>
                  </a:lnTo>
                  <a:lnTo>
                    <a:pt x="266129" y="571214"/>
                  </a:lnTo>
                  <a:lnTo>
                    <a:pt x="278035" y="577691"/>
                  </a:lnTo>
                  <a:lnTo>
                    <a:pt x="278035" y="58597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EB927658-8054-C8B5-49E3-142C9A53DC2E}"/>
                </a:ext>
              </a:extLst>
            </p:cNvPr>
            <p:cNvSpPr/>
            <p:nvPr/>
          </p:nvSpPr>
          <p:spPr>
            <a:xfrm>
              <a:off x="5309234" y="3206218"/>
              <a:ext cx="410622" cy="651700"/>
            </a:xfrm>
            <a:custGeom>
              <a:avLst/>
              <a:gdLst>
                <a:gd name="connsiteX0" fmla="*/ 4381 w 410622"/>
                <a:gd name="connsiteY0" fmla="*/ 651510 h 651700"/>
                <a:gd name="connsiteX1" fmla="*/ 8096 w 410622"/>
                <a:gd name="connsiteY1" fmla="*/ 647319 h 651700"/>
                <a:gd name="connsiteX2" fmla="*/ 13621 w 410622"/>
                <a:gd name="connsiteY2" fmla="*/ 643604 h 651700"/>
                <a:gd name="connsiteX3" fmla="*/ 31147 w 410622"/>
                <a:gd name="connsiteY3" fmla="*/ 632555 h 651700"/>
                <a:gd name="connsiteX4" fmla="*/ 44005 w 410622"/>
                <a:gd name="connsiteY4" fmla="*/ 632555 h 651700"/>
                <a:gd name="connsiteX5" fmla="*/ 48578 w 410622"/>
                <a:gd name="connsiteY5" fmla="*/ 632555 h 651700"/>
                <a:gd name="connsiteX6" fmla="*/ 55054 w 410622"/>
                <a:gd name="connsiteY6" fmla="*/ 632555 h 651700"/>
                <a:gd name="connsiteX7" fmla="*/ 66104 w 410622"/>
                <a:gd name="connsiteY7" fmla="*/ 619697 h 651700"/>
                <a:gd name="connsiteX8" fmla="*/ 74390 w 410622"/>
                <a:gd name="connsiteY8" fmla="*/ 619697 h 651700"/>
                <a:gd name="connsiteX9" fmla="*/ 82677 w 410622"/>
                <a:gd name="connsiteY9" fmla="*/ 628936 h 651700"/>
                <a:gd name="connsiteX10" fmla="*/ 90964 w 410622"/>
                <a:gd name="connsiteY10" fmla="*/ 631698 h 651700"/>
                <a:gd name="connsiteX11" fmla="*/ 96488 w 410622"/>
                <a:gd name="connsiteY11" fmla="*/ 635413 h 651700"/>
                <a:gd name="connsiteX12" fmla="*/ 102013 w 410622"/>
                <a:gd name="connsiteY12" fmla="*/ 644652 h 651700"/>
                <a:gd name="connsiteX13" fmla="*/ 111252 w 410622"/>
                <a:gd name="connsiteY13" fmla="*/ 647414 h 651700"/>
                <a:gd name="connsiteX14" fmla="*/ 116777 w 410622"/>
                <a:gd name="connsiteY14" fmla="*/ 646462 h 651700"/>
                <a:gd name="connsiteX15" fmla="*/ 131540 w 410622"/>
                <a:gd name="connsiteY15" fmla="*/ 637223 h 651700"/>
                <a:gd name="connsiteX16" fmla="*/ 138017 w 410622"/>
                <a:gd name="connsiteY16" fmla="*/ 632651 h 651700"/>
                <a:gd name="connsiteX17" fmla="*/ 145352 w 410622"/>
                <a:gd name="connsiteY17" fmla="*/ 628079 h 651700"/>
                <a:gd name="connsiteX18" fmla="*/ 149066 w 410622"/>
                <a:gd name="connsiteY18" fmla="*/ 619792 h 651700"/>
                <a:gd name="connsiteX19" fmla="*/ 160115 w 410622"/>
                <a:gd name="connsiteY19" fmla="*/ 625316 h 651700"/>
                <a:gd name="connsiteX20" fmla="*/ 160115 w 410622"/>
                <a:gd name="connsiteY20" fmla="*/ 630841 h 651700"/>
                <a:gd name="connsiteX21" fmla="*/ 174879 w 410622"/>
                <a:gd name="connsiteY21" fmla="*/ 636365 h 651700"/>
                <a:gd name="connsiteX22" fmla="*/ 183166 w 410622"/>
                <a:gd name="connsiteY22" fmla="*/ 636365 h 651700"/>
                <a:gd name="connsiteX23" fmla="*/ 192405 w 410622"/>
                <a:gd name="connsiteY23" fmla="*/ 630841 h 651700"/>
                <a:gd name="connsiteX24" fmla="*/ 199739 w 410622"/>
                <a:gd name="connsiteY24" fmla="*/ 619792 h 651700"/>
                <a:gd name="connsiteX25" fmla="*/ 199739 w 410622"/>
                <a:gd name="connsiteY25" fmla="*/ 600456 h 651700"/>
                <a:gd name="connsiteX26" fmla="*/ 213551 w 410622"/>
                <a:gd name="connsiteY26" fmla="*/ 592169 h 651700"/>
                <a:gd name="connsiteX27" fmla="*/ 213551 w 410622"/>
                <a:gd name="connsiteY27" fmla="*/ 585692 h 651700"/>
                <a:gd name="connsiteX28" fmla="*/ 224600 w 410622"/>
                <a:gd name="connsiteY28" fmla="*/ 594932 h 651700"/>
                <a:gd name="connsiteX29" fmla="*/ 233839 w 410622"/>
                <a:gd name="connsiteY29" fmla="*/ 606933 h 651700"/>
                <a:gd name="connsiteX30" fmla="*/ 233839 w 410622"/>
                <a:gd name="connsiteY30" fmla="*/ 621697 h 651700"/>
                <a:gd name="connsiteX31" fmla="*/ 253175 w 410622"/>
                <a:gd name="connsiteY31" fmla="*/ 621697 h 651700"/>
                <a:gd name="connsiteX32" fmla="*/ 266033 w 410622"/>
                <a:gd name="connsiteY32" fmla="*/ 619887 h 651700"/>
                <a:gd name="connsiteX33" fmla="*/ 275368 w 410622"/>
                <a:gd name="connsiteY33" fmla="*/ 606933 h 651700"/>
                <a:gd name="connsiteX34" fmla="*/ 275368 w 410622"/>
                <a:gd name="connsiteY34" fmla="*/ 594932 h 651700"/>
                <a:gd name="connsiteX35" fmla="*/ 280892 w 410622"/>
                <a:gd name="connsiteY35" fmla="*/ 585692 h 651700"/>
                <a:gd name="connsiteX36" fmla="*/ 286417 w 410622"/>
                <a:gd name="connsiteY36" fmla="*/ 572834 h 651700"/>
                <a:gd name="connsiteX37" fmla="*/ 295656 w 410622"/>
                <a:gd name="connsiteY37" fmla="*/ 568262 h 651700"/>
                <a:gd name="connsiteX38" fmla="*/ 305753 w 410622"/>
                <a:gd name="connsiteY38" fmla="*/ 559022 h 651700"/>
                <a:gd name="connsiteX39" fmla="*/ 311277 w 410622"/>
                <a:gd name="connsiteY39" fmla="*/ 547973 h 651700"/>
                <a:gd name="connsiteX40" fmla="*/ 315849 w 410622"/>
                <a:gd name="connsiteY40" fmla="*/ 540639 h 651700"/>
                <a:gd name="connsiteX41" fmla="*/ 331566 w 410622"/>
                <a:gd name="connsiteY41" fmla="*/ 535115 h 651700"/>
                <a:gd name="connsiteX42" fmla="*/ 336137 w 410622"/>
                <a:gd name="connsiteY42" fmla="*/ 513874 h 651700"/>
                <a:gd name="connsiteX43" fmla="*/ 340709 w 410622"/>
                <a:gd name="connsiteY43" fmla="*/ 502825 h 651700"/>
                <a:gd name="connsiteX44" fmla="*/ 348044 w 410622"/>
                <a:gd name="connsiteY44" fmla="*/ 498253 h 651700"/>
                <a:gd name="connsiteX45" fmla="*/ 355378 w 410622"/>
                <a:gd name="connsiteY45" fmla="*/ 498253 h 651700"/>
                <a:gd name="connsiteX46" fmla="*/ 368237 w 410622"/>
                <a:gd name="connsiteY46" fmla="*/ 504730 h 651700"/>
                <a:gd name="connsiteX47" fmla="*/ 374713 w 410622"/>
                <a:gd name="connsiteY47" fmla="*/ 503777 h 651700"/>
                <a:gd name="connsiteX48" fmla="*/ 383000 w 410622"/>
                <a:gd name="connsiteY48" fmla="*/ 492728 h 651700"/>
                <a:gd name="connsiteX49" fmla="*/ 403288 w 410622"/>
                <a:gd name="connsiteY49" fmla="*/ 492728 h 651700"/>
                <a:gd name="connsiteX50" fmla="*/ 410623 w 410622"/>
                <a:gd name="connsiteY50" fmla="*/ 482632 h 651700"/>
                <a:gd name="connsiteX51" fmla="*/ 410623 w 410622"/>
                <a:gd name="connsiteY51" fmla="*/ 465296 h 651700"/>
                <a:gd name="connsiteX52" fmla="*/ 409099 w 410622"/>
                <a:gd name="connsiteY52" fmla="*/ 0 h 651700"/>
                <a:gd name="connsiteX53" fmla="*/ 148590 w 410622"/>
                <a:gd name="connsiteY53" fmla="*/ 0 h 651700"/>
                <a:gd name="connsiteX54" fmla="*/ 125254 w 410622"/>
                <a:gd name="connsiteY54" fmla="*/ 9811 h 651700"/>
                <a:gd name="connsiteX55" fmla="*/ 103156 w 410622"/>
                <a:gd name="connsiteY55" fmla="*/ 18383 h 651700"/>
                <a:gd name="connsiteX56" fmla="*/ 78581 w 410622"/>
                <a:gd name="connsiteY56" fmla="*/ 18383 h 651700"/>
                <a:gd name="connsiteX57" fmla="*/ 71247 w 410622"/>
                <a:gd name="connsiteY57" fmla="*/ 9144 h 651700"/>
                <a:gd name="connsiteX58" fmla="*/ 71247 w 410622"/>
                <a:gd name="connsiteY58" fmla="*/ 381667 h 651700"/>
                <a:gd name="connsiteX59" fmla="*/ 54007 w 410622"/>
                <a:gd name="connsiteY59" fmla="*/ 419005 h 651700"/>
                <a:gd name="connsiteX60" fmla="*/ 54007 w 410622"/>
                <a:gd name="connsiteY60" fmla="*/ 439865 h 651700"/>
                <a:gd name="connsiteX61" fmla="*/ 63818 w 410622"/>
                <a:gd name="connsiteY61" fmla="*/ 465201 h 651700"/>
                <a:gd name="connsiteX62" fmla="*/ 63818 w 410622"/>
                <a:gd name="connsiteY62" fmla="*/ 482727 h 651700"/>
                <a:gd name="connsiteX63" fmla="*/ 65056 w 410622"/>
                <a:gd name="connsiteY63" fmla="*/ 512350 h 651700"/>
                <a:gd name="connsiteX64" fmla="*/ 54007 w 410622"/>
                <a:gd name="connsiteY64" fmla="*/ 529590 h 651700"/>
                <a:gd name="connsiteX65" fmla="*/ 34385 w 410622"/>
                <a:gd name="connsiteY65" fmla="*/ 550450 h 651700"/>
                <a:gd name="connsiteX66" fmla="*/ 13526 w 410622"/>
                <a:gd name="connsiteY66" fmla="*/ 560261 h 651700"/>
                <a:gd name="connsiteX67" fmla="*/ 13526 w 410622"/>
                <a:gd name="connsiteY67" fmla="*/ 568643 h 651700"/>
                <a:gd name="connsiteX68" fmla="*/ 20860 w 410622"/>
                <a:gd name="connsiteY68" fmla="*/ 581216 h 651700"/>
                <a:gd name="connsiteX69" fmla="*/ 13526 w 410622"/>
                <a:gd name="connsiteY69" fmla="*/ 588550 h 651700"/>
                <a:gd name="connsiteX70" fmla="*/ 8572 w 410622"/>
                <a:gd name="connsiteY70" fmla="*/ 606933 h 651700"/>
                <a:gd name="connsiteX71" fmla="*/ 0 w 410622"/>
                <a:gd name="connsiteY71" fmla="*/ 606933 h 651700"/>
                <a:gd name="connsiteX72" fmla="*/ 0 w 410622"/>
                <a:gd name="connsiteY72" fmla="*/ 626078 h 651700"/>
                <a:gd name="connsiteX73" fmla="*/ 8572 w 410622"/>
                <a:gd name="connsiteY73" fmla="*/ 631508 h 651700"/>
                <a:gd name="connsiteX74" fmla="*/ 0 w 410622"/>
                <a:gd name="connsiteY74" fmla="*/ 643795 h 651700"/>
                <a:gd name="connsiteX75" fmla="*/ 4286 w 410622"/>
                <a:gd name="connsiteY75" fmla="*/ 651701 h 65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10622" h="651700">
                  <a:moveTo>
                    <a:pt x="4381" y="651510"/>
                  </a:moveTo>
                  <a:lnTo>
                    <a:pt x="8096" y="647319"/>
                  </a:lnTo>
                  <a:lnTo>
                    <a:pt x="13621" y="643604"/>
                  </a:lnTo>
                  <a:lnTo>
                    <a:pt x="31147" y="632555"/>
                  </a:lnTo>
                  <a:lnTo>
                    <a:pt x="44005" y="632555"/>
                  </a:lnTo>
                  <a:cubicBezTo>
                    <a:pt x="44005" y="632555"/>
                    <a:pt x="45815" y="633508"/>
                    <a:pt x="48578" y="632555"/>
                  </a:cubicBezTo>
                  <a:cubicBezTo>
                    <a:pt x="51340" y="631603"/>
                    <a:pt x="55054" y="632555"/>
                    <a:pt x="55054" y="632555"/>
                  </a:cubicBezTo>
                  <a:lnTo>
                    <a:pt x="66104" y="619697"/>
                  </a:lnTo>
                  <a:lnTo>
                    <a:pt x="74390" y="619697"/>
                  </a:lnTo>
                  <a:lnTo>
                    <a:pt x="82677" y="628936"/>
                  </a:lnTo>
                  <a:lnTo>
                    <a:pt x="90964" y="631698"/>
                  </a:lnTo>
                  <a:lnTo>
                    <a:pt x="96488" y="635413"/>
                  </a:lnTo>
                  <a:lnTo>
                    <a:pt x="102013" y="644652"/>
                  </a:lnTo>
                  <a:lnTo>
                    <a:pt x="111252" y="647414"/>
                  </a:lnTo>
                  <a:lnTo>
                    <a:pt x="116777" y="646462"/>
                  </a:lnTo>
                  <a:lnTo>
                    <a:pt x="131540" y="637223"/>
                  </a:lnTo>
                  <a:lnTo>
                    <a:pt x="138017" y="632651"/>
                  </a:lnTo>
                  <a:lnTo>
                    <a:pt x="145352" y="628079"/>
                  </a:lnTo>
                  <a:lnTo>
                    <a:pt x="149066" y="619792"/>
                  </a:lnTo>
                  <a:lnTo>
                    <a:pt x="160115" y="625316"/>
                  </a:lnTo>
                  <a:lnTo>
                    <a:pt x="160115" y="630841"/>
                  </a:lnTo>
                  <a:lnTo>
                    <a:pt x="174879" y="636365"/>
                  </a:lnTo>
                  <a:lnTo>
                    <a:pt x="183166" y="636365"/>
                  </a:lnTo>
                  <a:cubicBezTo>
                    <a:pt x="183166" y="636365"/>
                    <a:pt x="188690" y="633603"/>
                    <a:pt x="192405" y="630841"/>
                  </a:cubicBezTo>
                  <a:cubicBezTo>
                    <a:pt x="196120" y="628079"/>
                    <a:pt x="199739" y="619792"/>
                    <a:pt x="199739" y="619792"/>
                  </a:cubicBezTo>
                  <a:lnTo>
                    <a:pt x="199739" y="600456"/>
                  </a:lnTo>
                  <a:lnTo>
                    <a:pt x="213551" y="592169"/>
                  </a:lnTo>
                  <a:lnTo>
                    <a:pt x="213551" y="585692"/>
                  </a:lnTo>
                  <a:lnTo>
                    <a:pt x="224600" y="594932"/>
                  </a:lnTo>
                  <a:lnTo>
                    <a:pt x="233839" y="606933"/>
                  </a:lnTo>
                  <a:lnTo>
                    <a:pt x="233839" y="621697"/>
                  </a:lnTo>
                  <a:lnTo>
                    <a:pt x="253175" y="621697"/>
                  </a:lnTo>
                  <a:lnTo>
                    <a:pt x="266033" y="619887"/>
                  </a:lnTo>
                  <a:lnTo>
                    <a:pt x="275368" y="606933"/>
                  </a:lnTo>
                  <a:lnTo>
                    <a:pt x="275368" y="594932"/>
                  </a:lnTo>
                  <a:lnTo>
                    <a:pt x="280892" y="585692"/>
                  </a:lnTo>
                  <a:lnTo>
                    <a:pt x="286417" y="572834"/>
                  </a:lnTo>
                  <a:lnTo>
                    <a:pt x="295656" y="568262"/>
                  </a:lnTo>
                  <a:lnTo>
                    <a:pt x="305753" y="559022"/>
                  </a:lnTo>
                  <a:lnTo>
                    <a:pt x="311277" y="547973"/>
                  </a:lnTo>
                  <a:lnTo>
                    <a:pt x="315849" y="540639"/>
                  </a:lnTo>
                  <a:lnTo>
                    <a:pt x="331566" y="535115"/>
                  </a:lnTo>
                  <a:lnTo>
                    <a:pt x="336137" y="513874"/>
                  </a:lnTo>
                  <a:lnTo>
                    <a:pt x="340709" y="502825"/>
                  </a:lnTo>
                  <a:lnTo>
                    <a:pt x="348044" y="498253"/>
                  </a:lnTo>
                  <a:lnTo>
                    <a:pt x="355378" y="498253"/>
                  </a:lnTo>
                  <a:lnTo>
                    <a:pt x="368237" y="504730"/>
                  </a:lnTo>
                  <a:lnTo>
                    <a:pt x="374713" y="503777"/>
                  </a:lnTo>
                  <a:lnTo>
                    <a:pt x="383000" y="492728"/>
                  </a:lnTo>
                  <a:lnTo>
                    <a:pt x="403288" y="492728"/>
                  </a:lnTo>
                  <a:lnTo>
                    <a:pt x="410623" y="482632"/>
                  </a:lnTo>
                  <a:lnTo>
                    <a:pt x="410623" y="465296"/>
                  </a:lnTo>
                  <a:lnTo>
                    <a:pt x="409099" y="0"/>
                  </a:lnTo>
                  <a:lnTo>
                    <a:pt x="148590" y="0"/>
                  </a:lnTo>
                  <a:lnTo>
                    <a:pt x="125254" y="9811"/>
                  </a:lnTo>
                  <a:lnTo>
                    <a:pt x="103156" y="18383"/>
                  </a:lnTo>
                  <a:lnTo>
                    <a:pt x="78581" y="18383"/>
                  </a:lnTo>
                  <a:lnTo>
                    <a:pt x="71247" y="9144"/>
                  </a:lnTo>
                  <a:lnTo>
                    <a:pt x="71247" y="381667"/>
                  </a:lnTo>
                  <a:lnTo>
                    <a:pt x="54007" y="419005"/>
                  </a:lnTo>
                  <a:lnTo>
                    <a:pt x="54007" y="439865"/>
                  </a:lnTo>
                  <a:lnTo>
                    <a:pt x="63818" y="465201"/>
                  </a:lnTo>
                  <a:lnTo>
                    <a:pt x="63818" y="482727"/>
                  </a:lnTo>
                  <a:lnTo>
                    <a:pt x="65056" y="512350"/>
                  </a:lnTo>
                  <a:lnTo>
                    <a:pt x="54007" y="529590"/>
                  </a:lnTo>
                  <a:lnTo>
                    <a:pt x="34385" y="550450"/>
                  </a:lnTo>
                  <a:lnTo>
                    <a:pt x="13526" y="560261"/>
                  </a:lnTo>
                  <a:lnTo>
                    <a:pt x="13526" y="568643"/>
                  </a:lnTo>
                  <a:lnTo>
                    <a:pt x="20860" y="581216"/>
                  </a:lnTo>
                  <a:lnTo>
                    <a:pt x="13526" y="588550"/>
                  </a:lnTo>
                  <a:lnTo>
                    <a:pt x="8572" y="606933"/>
                  </a:lnTo>
                  <a:lnTo>
                    <a:pt x="0" y="606933"/>
                  </a:lnTo>
                  <a:lnTo>
                    <a:pt x="0" y="626078"/>
                  </a:lnTo>
                  <a:lnTo>
                    <a:pt x="8572" y="631508"/>
                  </a:lnTo>
                  <a:lnTo>
                    <a:pt x="0" y="643795"/>
                  </a:lnTo>
                  <a:lnTo>
                    <a:pt x="4286" y="651701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6" name="Graphic 8">
              <a:extLst>
                <a:ext uri="{FF2B5EF4-FFF2-40B4-BE49-F238E27FC236}">
                  <a16:creationId xmlns:a16="http://schemas.microsoft.com/office/drawing/2014/main" id="{A6B9967E-B116-A079-D5D4-A386853BEBAC}"/>
                </a:ext>
              </a:extLst>
            </p:cNvPr>
            <p:cNvGrpSpPr/>
            <p:nvPr/>
          </p:nvGrpSpPr>
          <p:grpSpPr>
            <a:xfrm>
              <a:off x="5019484" y="2190091"/>
              <a:ext cx="997934" cy="1026033"/>
              <a:chOff x="5019484" y="2190091"/>
              <a:chExt cx="997934" cy="1026033"/>
            </a:xfrm>
            <a:grpFill/>
          </p:grpSpPr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E84539D7-03A4-E241-EFAB-0C4F240B30D8}"/>
                  </a:ext>
                </a:extLst>
              </p:cNvPr>
              <p:cNvSpPr/>
              <p:nvPr/>
            </p:nvSpPr>
            <p:spPr>
              <a:xfrm>
                <a:off x="5458015" y="2504321"/>
                <a:ext cx="559403" cy="711803"/>
              </a:xfrm>
              <a:custGeom>
                <a:avLst/>
                <a:gdLst>
                  <a:gd name="connsiteX0" fmla="*/ 0 w 559403"/>
                  <a:gd name="connsiteY0" fmla="*/ 701516 h 711803"/>
                  <a:gd name="connsiteX1" fmla="*/ 44291 w 559403"/>
                  <a:gd name="connsiteY1" fmla="*/ 653606 h 711803"/>
                  <a:gd name="connsiteX2" fmla="*/ 63913 w 559403"/>
                  <a:gd name="connsiteY2" fmla="*/ 627793 h 711803"/>
                  <a:gd name="connsiteX3" fmla="*/ 88487 w 559403"/>
                  <a:gd name="connsiteY3" fmla="*/ 561403 h 711803"/>
                  <a:gd name="connsiteX4" fmla="*/ 88487 w 559403"/>
                  <a:gd name="connsiteY4" fmla="*/ 463105 h 711803"/>
                  <a:gd name="connsiteX5" fmla="*/ 68866 w 559403"/>
                  <a:gd name="connsiteY5" fmla="*/ 429959 h 711803"/>
                  <a:gd name="connsiteX6" fmla="*/ 56769 w 559403"/>
                  <a:gd name="connsiteY6" fmla="*/ 398050 h 711803"/>
                  <a:gd name="connsiteX7" fmla="*/ 44291 w 559403"/>
                  <a:gd name="connsiteY7" fmla="*/ 377190 h 711803"/>
                  <a:gd name="connsiteX8" fmla="*/ 56769 w 559403"/>
                  <a:gd name="connsiteY8" fmla="*/ 356330 h 711803"/>
                  <a:gd name="connsiteX9" fmla="*/ 56769 w 559403"/>
                  <a:gd name="connsiteY9" fmla="*/ 331756 h 711803"/>
                  <a:gd name="connsiteX10" fmla="*/ 50483 w 559403"/>
                  <a:gd name="connsiteY10" fmla="*/ 299847 h 711803"/>
                  <a:gd name="connsiteX11" fmla="*/ 56769 w 559403"/>
                  <a:gd name="connsiteY11" fmla="*/ 285083 h 711803"/>
                  <a:gd name="connsiteX12" fmla="*/ 68866 w 559403"/>
                  <a:gd name="connsiteY12" fmla="*/ 267843 h 711803"/>
                  <a:gd name="connsiteX13" fmla="*/ 76200 w 559403"/>
                  <a:gd name="connsiteY13" fmla="*/ 254317 h 711803"/>
                  <a:gd name="connsiteX14" fmla="*/ 81153 w 559403"/>
                  <a:gd name="connsiteY14" fmla="*/ 216217 h 711803"/>
                  <a:gd name="connsiteX15" fmla="*/ 88487 w 559403"/>
                  <a:gd name="connsiteY15" fmla="*/ 183071 h 711803"/>
                  <a:gd name="connsiteX16" fmla="*/ 104489 w 559403"/>
                  <a:gd name="connsiteY16" fmla="*/ 169545 h 711803"/>
                  <a:gd name="connsiteX17" fmla="*/ 125349 w 559403"/>
                  <a:gd name="connsiteY17" fmla="*/ 146209 h 711803"/>
                  <a:gd name="connsiteX18" fmla="*/ 135160 w 559403"/>
                  <a:gd name="connsiteY18" fmla="*/ 136398 h 711803"/>
                  <a:gd name="connsiteX19" fmla="*/ 146209 w 559403"/>
                  <a:gd name="connsiteY19" fmla="*/ 129064 h 711803"/>
                  <a:gd name="connsiteX20" fmla="*/ 154210 w 559403"/>
                  <a:gd name="connsiteY20" fmla="*/ 120491 h 711803"/>
                  <a:gd name="connsiteX21" fmla="*/ 159163 w 559403"/>
                  <a:gd name="connsiteY21" fmla="*/ 120491 h 711803"/>
                  <a:gd name="connsiteX22" fmla="*/ 159163 w 559403"/>
                  <a:gd name="connsiteY22" fmla="*/ 137065 h 711803"/>
                  <a:gd name="connsiteX23" fmla="*/ 161639 w 559403"/>
                  <a:gd name="connsiteY23" fmla="*/ 153067 h 711803"/>
                  <a:gd name="connsiteX24" fmla="*/ 159163 w 559403"/>
                  <a:gd name="connsiteY24" fmla="*/ 167830 h 711803"/>
                  <a:gd name="connsiteX25" fmla="*/ 167735 w 559403"/>
                  <a:gd name="connsiteY25" fmla="*/ 177070 h 711803"/>
                  <a:gd name="connsiteX26" fmla="*/ 172689 w 559403"/>
                  <a:gd name="connsiteY26" fmla="*/ 172117 h 711803"/>
                  <a:gd name="connsiteX27" fmla="*/ 186214 w 559403"/>
                  <a:gd name="connsiteY27" fmla="*/ 154305 h 711803"/>
                  <a:gd name="connsiteX28" fmla="*/ 186214 w 559403"/>
                  <a:gd name="connsiteY28" fmla="*/ 137731 h 711803"/>
                  <a:gd name="connsiteX29" fmla="*/ 189929 w 559403"/>
                  <a:gd name="connsiteY29" fmla="*/ 120491 h 711803"/>
                  <a:gd name="connsiteX30" fmla="*/ 192405 w 559403"/>
                  <a:gd name="connsiteY30" fmla="*/ 95917 h 711803"/>
                  <a:gd name="connsiteX31" fmla="*/ 199168 w 559403"/>
                  <a:gd name="connsiteY31" fmla="*/ 84868 h 711803"/>
                  <a:gd name="connsiteX32" fmla="*/ 208407 w 559403"/>
                  <a:gd name="connsiteY32" fmla="*/ 81153 h 711803"/>
                  <a:gd name="connsiteX33" fmla="*/ 226219 w 559403"/>
                  <a:gd name="connsiteY33" fmla="*/ 74962 h 711803"/>
                  <a:gd name="connsiteX34" fmla="*/ 239744 w 559403"/>
                  <a:gd name="connsiteY34" fmla="*/ 68771 h 711803"/>
                  <a:gd name="connsiteX35" fmla="*/ 239744 w 559403"/>
                  <a:gd name="connsiteY35" fmla="*/ 63246 h 711803"/>
                  <a:gd name="connsiteX36" fmla="*/ 232981 w 559403"/>
                  <a:gd name="connsiteY36" fmla="*/ 57055 h 711803"/>
                  <a:gd name="connsiteX37" fmla="*/ 223742 w 559403"/>
                  <a:gd name="connsiteY37" fmla="*/ 48482 h 711803"/>
                  <a:gd name="connsiteX38" fmla="*/ 223742 w 559403"/>
                  <a:gd name="connsiteY38" fmla="*/ 34385 h 711803"/>
                  <a:gd name="connsiteX39" fmla="*/ 224981 w 559403"/>
                  <a:gd name="connsiteY39" fmla="*/ 23336 h 711803"/>
                  <a:gd name="connsiteX40" fmla="*/ 228029 w 559403"/>
                  <a:gd name="connsiteY40" fmla="*/ 16573 h 711803"/>
                  <a:gd name="connsiteX41" fmla="*/ 239744 w 559403"/>
                  <a:gd name="connsiteY41" fmla="*/ 14097 h 711803"/>
                  <a:gd name="connsiteX42" fmla="*/ 243459 w 559403"/>
                  <a:gd name="connsiteY42" fmla="*/ 3048 h 711803"/>
                  <a:gd name="connsiteX43" fmla="*/ 246507 w 559403"/>
                  <a:gd name="connsiteY43" fmla="*/ 0 h 711803"/>
                  <a:gd name="connsiteX44" fmla="*/ 288322 w 559403"/>
                  <a:gd name="connsiteY44" fmla="*/ 0 h 711803"/>
                  <a:gd name="connsiteX45" fmla="*/ 292037 w 559403"/>
                  <a:gd name="connsiteY45" fmla="*/ 9239 h 711803"/>
                  <a:gd name="connsiteX46" fmla="*/ 308038 w 559403"/>
                  <a:gd name="connsiteY46" fmla="*/ 17812 h 711803"/>
                  <a:gd name="connsiteX47" fmla="*/ 324612 w 559403"/>
                  <a:gd name="connsiteY47" fmla="*/ 31337 h 711803"/>
                  <a:gd name="connsiteX48" fmla="*/ 337471 w 559403"/>
                  <a:gd name="connsiteY48" fmla="*/ 36290 h 711803"/>
                  <a:gd name="connsiteX49" fmla="*/ 362712 w 559403"/>
                  <a:gd name="connsiteY49" fmla="*/ 52864 h 711803"/>
                  <a:gd name="connsiteX50" fmla="*/ 375000 w 559403"/>
                  <a:gd name="connsiteY50" fmla="*/ 61436 h 711803"/>
                  <a:gd name="connsiteX51" fmla="*/ 383000 w 559403"/>
                  <a:gd name="connsiteY51" fmla="*/ 62008 h 711803"/>
                  <a:gd name="connsiteX52" fmla="*/ 405098 w 559403"/>
                  <a:gd name="connsiteY52" fmla="*/ 65056 h 711803"/>
                  <a:gd name="connsiteX53" fmla="*/ 414338 w 559403"/>
                  <a:gd name="connsiteY53" fmla="*/ 68104 h 711803"/>
                  <a:gd name="connsiteX54" fmla="*/ 422338 w 559403"/>
                  <a:gd name="connsiteY54" fmla="*/ 76676 h 711803"/>
                  <a:gd name="connsiteX55" fmla="*/ 429101 w 559403"/>
                  <a:gd name="connsiteY55" fmla="*/ 85249 h 711803"/>
                  <a:gd name="connsiteX56" fmla="*/ 437674 w 559403"/>
                  <a:gd name="connsiteY56" fmla="*/ 90773 h 711803"/>
                  <a:gd name="connsiteX57" fmla="*/ 443198 w 559403"/>
                  <a:gd name="connsiteY57" fmla="*/ 95059 h 711803"/>
                  <a:gd name="connsiteX58" fmla="*/ 448723 w 559403"/>
                  <a:gd name="connsiteY58" fmla="*/ 110395 h 711803"/>
                  <a:gd name="connsiteX59" fmla="*/ 452438 w 559403"/>
                  <a:gd name="connsiteY59" fmla="*/ 123920 h 711803"/>
                  <a:gd name="connsiteX60" fmla="*/ 452438 w 559403"/>
                  <a:gd name="connsiteY60" fmla="*/ 135636 h 711803"/>
                  <a:gd name="connsiteX61" fmla="*/ 438912 w 559403"/>
                  <a:gd name="connsiteY61" fmla="*/ 134398 h 711803"/>
                  <a:gd name="connsiteX62" fmla="*/ 433959 w 559403"/>
                  <a:gd name="connsiteY62" fmla="*/ 143637 h 711803"/>
                  <a:gd name="connsiteX63" fmla="*/ 438246 w 559403"/>
                  <a:gd name="connsiteY63" fmla="*/ 154115 h 711803"/>
                  <a:gd name="connsiteX64" fmla="*/ 443198 w 559403"/>
                  <a:gd name="connsiteY64" fmla="*/ 160306 h 711803"/>
                  <a:gd name="connsiteX65" fmla="*/ 447485 w 559403"/>
                  <a:gd name="connsiteY65" fmla="*/ 169545 h 711803"/>
                  <a:gd name="connsiteX66" fmla="*/ 447485 w 559403"/>
                  <a:gd name="connsiteY66" fmla="*/ 181832 h 711803"/>
                  <a:gd name="connsiteX67" fmla="*/ 452438 w 559403"/>
                  <a:gd name="connsiteY67" fmla="*/ 213741 h 711803"/>
                  <a:gd name="connsiteX68" fmla="*/ 452438 w 559403"/>
                  <a:gd name="connsiteY68" fmla="*/ 257365 h 711803"/>
                  <a:gd name="connsiteX69" fmla="*/ 441960 w 559403"/>
                  <a:gd name="connsiteY69" fmla="*/ 261652 h 711803"/>
                  <a:gd name="connsiteX70" fmla="*/ 431483 w 559403"/>
                  <a:gd name="connsiteY70" fmla="*/ 268415 h 711803"/>
                  <a:gd name="connsiteX71" fmla="*/ 423481 w 559403"/>
                  <a:gd name="connsiteY71" fmla="*/ 272701 h 711803"/>
                  <a:gd name="connsiteX72" fmla="*/ 422910 w 559403"/>
                  <a:gd name="connsiteY72" fmla="*/ 282511 h 711803"/>
                  <a:gd name="connsiteX73" fmla="*/ 424148 w 559403"/>
                  <a:gd name="connsiteY73" fmla="*/ 288703 h 711803"/>
                  <a:gd name="connsiteX74" fmla="*/ 414909 w 559403"/>
                  <a:gd name="connsiteY74" fmla="*/ 296704 h 711803"/>
                  <a:gd name="connsiteX75" fmla="*/ 418624 w 559403"/>
                  <a:gd name="connsiteY75" fmla="*/ 303467 h 711803"/>
                  <a:gd name="connsiteX76" fmla="*/ 418052 w 559403"/>
                  <a:gd name="connsiteY76" fmla="*/ 308991 h 711803"/>
                  <a:gd name="connsiteX77" fmla="*/ 406337 w 559403"/>
                  <a:gd name="connsiteY77" fmla="*/ 312706 h 711803"/>
                  <a:gd name="connsiteX78" fmla="*/ 387858 w 559403"/>
                  <a:gd name="connsiteY78" fmla="*/ 318897 h 711803"/>
                  <a:gd name="connsiteX79" fmla="*/ 386048 w 559403"/>
                  <a:gd name="connsiteY79" fmla="*/ 329374 h 711803"/>
                  <a:gd name="connsiteX80" fmla="*/ 387858 w 559403"/>
                  <a:gd name="connsiteY80" fmla="*/ 359473 h 711803"/>
                  <a:gd name="connsiteX81" fmla="*/ 393383 w 559403"/>
                  <a:gd name="connsiteY81" fmla="*/ 369951 h 711803"/>
                  <a:gd name="connsiteX82" fmla="*/ 401383 w 559403"/>
                  <a:gd name="connsiteY82" fmla="*/ 377952 h 711803"/>
                  <a:gd name="connsiteX83" fmla="*/ 408146 w 559403"/>
                  <a:gd name="connsiteY83" fmla="*/ 378523 h 711803"/>
                  <a:gd name="connsiteX84" fmla="*/ 423481 w 559403"/>
                  <a:gd name="connsiteY84" fmla="*/ 360045 h 711803"/>
                  <a:gd name="connsiteX85" fmla="*/ 443770 w 559403"/>
                  <a:gd name="connsiteY85" fmla="*/ 339185 h 711803"/>
                  <a:gd name="connsiteX86" fmla="*/ 449294 w 559403"/>
                  <a:gd name="connsiteY86" fmla="*/ 326326 h 711803"/>
                  <a:gd name="connsiteX87" fmla="*/ 466535 w 559403"/>
                  <a:gd name="connsiteY87" fmla="*/ 320802 h 711803"/>
                  <a:gd name="connsiteX88" fmla="*/ 473869 w 559403"/>
                  <a:gd name="connsiteY88" fmla="*/ 319564 h 711803"/>
                  <a:gd name="connsiteX89" fmla="*/ 484346 w 559403"/>
                  <a:gd name="connsiteY89" fmla="*/ 312801 h 711803"/>
                  <a:gd name="connsiteX90" fmla="*/ 497872 w 559403"/>
                  <a:gd name="connsiteY90" fmla="*/ 307276 h 711803"/>
                  <a:gd name="connsiteX91" fmla="*/ 508921 w 559403"/>
                  <a:gd name="connsiteY91" fmla="*/ 309753 h 711803"/>
                  <a:gd name="connsiteX92" fmla="*/ 526733 w 559403"/>
                  <a:gd name="connsiteY92" fmla="*/ 326326 h 711803"/>
                  <a:gd name="connsiteX93" fmla="*/ 543973 w 559403"/>
                  <a:gd name="connsiteY93" fmla="*/ 343567 h 711803"/>
                  <a:gd name="connsiteX94" fmla="*/ 540925 w 559403"/>
                  <a:gd name="connsiteY94" fmla="*/ 355854 h 711803"/>
                  <a:gd name="connsiteX95" fmla="*/ 540925 w 559403"/>
                  <a:gd name="connsiteY95" fmla="*/ 366903 h 711803"/>
                  <a:gd name="connsiteX96" fmla="*/ 543973 w 559403"/>
                  <a:gd name="connsiteY96" fmla="*/ 398240 h 711803"/>
                  <a:gd name="connsiteX97" fmla="*/ 550164 w 559403"/>
                  <a:gd name="connsiteY97" fmla="*/ 422243 h 711803"/>
                  <a:gd name="connsiteX98" fmla="*/ 550164 w 559403"/>
                  <a:gd name="connsiteY98" fmla="*/ 440722 h 711803"/>
                  <a:gd name="connsiteX99" fmla="*/ 554450 w 559403"/>
                  <a:gd name="connsiteY99" fmla="*/ 452438 h 711803"/>
                  <a:gd name="connsiteX100" fmla="*/ 559403 w 559403"/>
                  <a:gd name="connsiteY100" fmla="*/ 468440 h 711803"/>
                  <a:gd name="connsiteX101" fmla="*/ 559403 w 559403"/>
                  <a:gd name="connsiteY101" fmla="*/ 490538 h 711803"/>
                  <a:gd name="connsiteX102" fmla="*/ 528066 w 559403"/>
                  <a:gd name="connsiteY102" fmla="*/ 545878 h 711803"/>
                  <a:gd name="connsiteX103" fmla="*/ 517017 w 559403"/>
                  <a:gd name="connsiteY103" fmla="*/ 551402 h 711803"/>
                  <a:gd name="connsiteX104" fmla="*/ 511492 w 559403"/>
                  <a:gd name="connsiteY104" fmla="*/ 560642 h 711803"/>
                  <a:gd name="connsiteX105" fmla="*/ 507207 w 559403"/>
                  <a:gd name="connsiteY105" fmla="*/ 576644 h 711803"/>
                  <a:gd name="connsiteX106" fmla="*/ 502920 w 559403"/>
                  <a:gd name="connsiteY106" fmla="*/ 580930 h 711803"/>
                  <a:gd name="connsiteX107" fmla="*/ 502920 w 559403"/>
                  <a:gd name="connsiteY107" fmla="*/ 592646 h 711803"/>
                  <a:gd name="connsiteX108" fmla="*/ 509111 w 559403"/>
                  <a:gd name="connsiteY108" fmla="*/ 601885 h 711803"/>
                  <a:gd name="connsiteX109" fmla="*/ 487014 w 559403"/>
                  <a:gd name="connsiteY109" fmla="*/ 606171 h 711803"/>
                  <a:gd name="connsiteX110" fmla="*/ 478441 w 559403"/>
                  <a:gd name="connsiteY110" fmla="*/ 607981 h 711803"/>
                  <a:gd name="connsiteX111" fmla="*/ 474726 w 559403"/>
                  <a:gd name="connsiteY111" fmla="*/ 654082 h 711803"/>
                  <a:gd name="connsiteX112" fmla="*/ 449485 w 559403"/>
                  <a:gd name="connsiteY112" fmla="*/ 674941 h 711803"/>
                  <a:gd name="connsiteX113" fmla="*/ 432245 w 559403"/>
                  <a:gd name="connsiteY113" fmla="*/ 711803 h 711803"/>
                  <a:gd name="connsiteX114" fmla="*/ 260795 w 559403"/>
                  <a:gd name="connsiteY114" fmla="*/ 711803 h 711803"/>
                  <a:gd name="connsiteX115" fmla="*/ 260795 w 559403"/>
                  <a:gd name="connsiteY115" fmla="*/ 701993 h 711803"/>
                  <a:gd name="connsiteX116" fmla="*/ 286 w 559403"/>
                  <a:gd name="connsiteY116" fmla="*/ 701993 h 711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</a:cxnLst>
                <a:rect l="l" t="t" r="r" b="b"/>
                <a:pathLst>
                  <a:path w="559403" h="711803">
                    <a:moveTo>
                      <a:pt x="0" y="701516"/>
                    </a:moveTo>
                    <a:lnTo>
                      <a:pt x="44291" y="653606"/>
                    </a:lnTo>
                    <a:lnTo>
                      <a:pt x="63913" y="627793"/>
                    </a:lnTo>
                    <a:lnTo>
                      <a:pt x="88487" y="561403"/>
                    </a:lnTo>
                    <a:lnTo>
                      <a:pt x="88487" y="463105"/>
                    </a:lnTo>
                    <a:lnTo>
                      <a:pt x="68866" y="429959"/>
                    </a:lnTo>
                    <a:lnTo>
                      <a:pt x="56769" y="398050"/>
                    </a:lnTo>
                    <a:lnTo>
                      <a:pt x="44291" y="377190"/>
                    </a:lnTo>
                    <a:lnTo>
                      <a:pt x="56769" y="356330"/>
                    </a:lnTo>
                    <a:lnTo>
                      <a:pt x="56769" y="331756"/>
                    </a:lnTo>
                    <a:lnTo>
                      <a:pt x="50483" y="299847"/>
                    </a:lnTo>
                    <a:lnTo>
                      <a:pt x="56769" y="285083"/>
                    </a:lnTo>
                    <a:lnTo>
                      <a:pt x="68866" y="267843"/>
                    </a:lnTo>
                    <a:lnTo>
                      <a:pt x="76200" y="254317"/>
                    </a:lnTo>
                    <a:lnTo>
                      <a:pt x="81153" y="216217"/>
                    </a:lnTo>
                    <a:lnTo>
                      <a:pt x="88487" y="183071"/>
                    </a:lnTo>
                    <a:lnTo>
                      <a:pt x="104489" y="169545"/>
                    </a:lnTo>
                    <a:lnTo>
                      <a:pt x="125349" y="146209"/>
                    </a:lnTo>
                    <a:lnTo>
                      <a:pt x="135160" y="136398"/>
                    </a:lnTo>
                    <a:lnTo>
                      <a:pt x="146209" y="129064"/>
                    </a:lnTo>
                    <a:lnTo>
                      <a:pt x="154210" y="120491"/>
                    </a:lnTo>
                    <a:lnTo>
                      <a:pt x="159163" y="120491"/>
                    </a:lnTo>
                    <a:lnTo>
                      <a:pt x="159163" y="137065"/>
                    </a:lnTo>
                    <a:lnTo>
                      <a:pt x="161639" y="153067"/>
                    </a:lnTo>
                    <a:lnTo>
                      <a:pt x="159163" y="167830"/>
                    </a:lnTo>
                    <a:lnTo>
                      <a:pt x="167735" y="177070"/>
                    </a:lnTo>
                    <a:lnTo>
                      <a:pt x="172689" y="172117"/>
                    </a:lnTo>
                    <a:lnTo>
                      <a:pt x="186214" y="154305"/>
                    </a:lnTo>
                    <a:lnTo>
                      <a:pt x="186214" y="137731"/>
                    </a:lnTo>
                    <a:lnTo>
                      <a:pt x="189929" y="120491"/>
                    </a:lnTo>
                    <a:lnTo>
                      <a:pt x="192405" y="95917"/>
                    </a:lnTo>
                    <a:lnTo>
                      <a:pt x="199168" y="84868"/>
                    </a:lnTo>
                    <a:lnTo>
                      <a:pt x="208407" y="81153"/>
                    </a:lnTo>
                    <a:lnTo>
                      <a:pt x="226219" y="74962"/>
                    </a:lnTo>
                    <a:lnTo>
                      <a:pt x="239744" y="68771"/>
                    </a:lnTo>
                    <a:lnTo>
                      <a:pt x="239744" y="63246"/>
                    </a:lnTo>
                    <a:lnTo>
                      <a:pt x="232981" y="57055"/>
                    </a:lnTo>
                    <a:lnTo>
                      <a:pt x="223742" y="48482"/>
                    </a:lnTo>
                    <a:lnTo>
                      <a:pt x="223742" y="34385"/>
                    </a:lnTo>
                    <a:lnTo>
                      <a:pt x="224981" y="23336"/>
                    </a:lnTo>
                    <a:lnTo>
                      <a:pt x="228029" y="16573"/>
                    </a:lnTo>
                    <a:lnTo>
                      <a:pt x="239744" y="14097"/>
                    </a:lnTo>
                    <a:lnTo>
                      <a:pt x="243459" y="3048"/>
                    </a:lnTo>
                    <a:lnTo>
                      <a:pt x="246507" y="0"/>
                    </a:lnTo>
                    <a:lnTo>
                      <a:pt x="288322" y="0"/>
                    </a:lnTo>
                    <a:lnTo>
                      <a:pt x="292037" y="9239"/>
                    </a:lnTo>
                    <a:lnTo>
                      <a:pt x="308038" y="17812"/>
                    </a:lnTo>
                    <a:lnTo>
                      <a:pt x="324612" y="31337"/>
                    </a:lnTo>
                    <a:lnTo>
                      <a:pt x="337471" y="36290"/>
                    </a:lnTo>
                    <a:lnTo>
                      <a:pt x="362712" y="52864"/>
                    </a:lnTo>
                    <a:lnTo>
                      <a:pt x="375000" y="61436"/>
                    </a:lnTo>
                    <a:lnTo>
                      <a:pt x="383000" y="62008"/>
                    </a:lnTo>
                    <a:lnTo>
                      <a:pt x="405098" y="65056"/>
                    </a:lnTo>
                    <a:lnTo>
                      <a:pt x="414338" y="68104"/>
                    </a:lnTo>
                    <a:lnTo>
                      <a:pt x="422338" y="76676"/>
                    </a:lnTo>
                    <a:lnTo>
                      <a:pt x="429101" y="85249"/>
                    </a:lnTo>
                    <a:lnTo>
                      <a:pt x="437674" y="90773"/>
                    </a:lnTo>
                    <a:lnTo>
                      <a:pt x="443198" y="95059"/>
                    </a:lnTo>
                    <a:cubicBezTo>
                      <a:pt x="443198" y="95059"/>
                      <a:pt x="448151" y="108585"/>
                      <a:pt x="448723" y="110395"/>
                    </a:cubicBezTo>
                    <a:cubicBezTo>
                      <a:pt x="449294" y="112204"/>
                      <a:pt x="452438" y="123920"/>
                      <a:pt x="452438" y="123920"/>
                    </a:cubicBezTo>
                    <a:lnTo>
                      <a:pt x="452438" y="135636"/>
                    </a:lnTo>
                    <a:lnTo>
                      <a:pt x="438912" y="134398"/>
                    </a:lnTo>
                    <a:lnTo>
                      <a:pt x="433959" y="143637"/>
                    </a:lnTo>
                    <a:lnTo>
                      <a:pt x="438246" y="154115"/>
                    </a:lnTo>
                    <a:lnTo>
                      <a:pt x="443198" y="160306"/>
                    </a:lnTo>
                    <a:lnTo>
                      <a:pt x="447485" y="169545"/>
                    </a:lnTo>
                    <a:lnTo>
                      <a:pt x="447485" y="181832"/>
                    </a:lnTo>
                    <a:cubicBezTo>
                      <a:pt x="447485" y="184309"/>
                      <a:pt x="452438" y="213741"/>
                      <a:pt x="452438" y="213741"/>
                    </a:cubicBezTo>
                    <a:lnTo>
                      <a:pt x="452438" y="257365"/>
                    </a:lnTo>
                    <a:lnTo>
                      <a:pt x="441960" y="261652"/>
                    </a:lnTo>
                    <a:lnTo>
                      <a:pt x="431483" y="268415"/>
                    </a:lnTo>
                    <a:lnTo>
                      <a:pt x="423481" y="272701"/>
                    </a:lnTo>
                    <a:lnTo>
                      <a:pt x="422910" y="282511"/>
                    </a:lnTo>
                    <a:lnTo>
                      <a:pt x="424148" y="288703"/>
                    </a:lnTo>
                    <a:lnTo>
                      <a:pt x="414909" y="296704"/>
                    </a:lnTo>
                    <a:cubicBezTo>
                      <a:pt x="414909" y="296704"/>
                      <a:pt x="417957" y="301657"/>
                      <a:pt x="418624" y="303467"/>
                    </a:cubicBezTo>
                    <a:cubicBezTo>
                      <a:pt x="419290" y="305276"/>
                      <a:pt x="418052" y="308991"/>
                      <a:pt x="418052" y="308991"/>
                    </a:cubicBezTo>
                    <a:lnTo>
                      <a:pt x="406337" y="312706"/>
                    </a:lnTo>
                    <a:lnTo>
                      <a:pt x="387858" y="318897"/>
                    </a:lnTo>
                    <a:cubicBezTo>
                      <a:pt x="387858" y="318897"/>
                      <a:pt x="386048" y="326231"/>
                      <a:pt x="386048" y="329374"/>
                    </a:cubicBezTo>
                    <a:cubicBezTo>
                      <a:pt x="386048" y="332518"/>
                      <a:pt x="387858" y="359473"/>
                      <a:pt x="387858" y="359473"/>
                    </a:cubicBezTo>
                    <a:lnTo>
                      <a:pt x="393383" y="369951"/>
                    </a:lnTo>
                    <a:lnTo>
                      <a:pt x="401383" y="377952"/>
                    </a:lnTo>
                    <a:lnTo>
                      <a:pt x="408146" y="378523"/>
                    </a:lnTo>
                    <a:lnTo>
                      <a:pt x="423481" y="360045"/>
                    </a:lnTo>
                    <a:lnTo>
                      <a:pt x="443770" y="339185"/>
                    </a:lnTo>
                    <a:lnTo>
                      <a:pt x="449294" y="326326"/>
                    </a:lnTo>
                    <a:lnTo>
                      <a:pt x="466535" y="320802"/>
                    </a:lnTo>
                    <a:lnTo>
                      <a:pt x="473869" y="319564"/>
                    </a:lnTo>
                    <a:lnTo>
                      <a:pt x="484346" y="312801"/>
                    </a:lnTo>
                    <a:lnTo>
                      <a:pt x="497872" y="307276"/>
                    </a:lnTo>
                    <a:lnTo>
                      <a:pt x="508921" y="309753"/>
                    </a:lnTo>
                    <a:lnTo>
                      <a:pt x="526733" y="326326"/>
                    </a:lnTo>
                    <a:cubicBezTo>
                      <a:pt x="526733" y="326326"/>
                      <a:pt x="543973" y="341090"/>
                      <a:pt x="543973" y="343567"/>
                    </a:cubicBezTo>
                    <a:cubicBezTo>
                      <a:pt x="543973" y="346043"/>
                      <a:pt x="540925" y="355854"/>
                      <a:pt x="540925" y="355854"/>
                    </a:cubicBezTo>
                    <a:lnTo>
                      <a:pt x="540925" y="366903"/>
                    </a:lnTo>
                    <a:cubicBezTo>
                      <a:pt x="540925" y="369380"/>
                      <a:pt x="543973" y="398240"/>
                      <a:pt x="543973" y="398240"/>
                    </a:cubicBezTo>
                    <a:cubicBezTo>
                      <a:pt x="543973" y="398240"/>
                      <a:pt x="550164" y="420338"/>
                      <a:pt x="550164" y="422243"/>
                    </a:cubicBezTo>
                    <a:lnTo>
                      <a:pt x="550164" y="440722"/>
                    </a:lnTo>
                    <a:cubicBezTo>
                      <a:pt x="550164" y="440722"/>
                      <a:pt x="553879" y="449961"/>
                      <a:pt x="554450" y="452438"/>
                    </a:cubicBezTo>
                    <a:cubicBezTo>
                      <a:pt x="555022" y="454914"/>
                      <a:pt x="559403" y="468440"/>
                      <a:pt x="559403" y="468440"/>
                    </a:cubicBezTo>
                    <a:lnTo>
                      <a:pt x="559403" y="490538"/>
                    </a:lnTo>
                    <a:lnTo>
                      <a:pt x="528066" y="545878"/>
                    </a:lnTo>
                    <a:lnTo>
                      <a:pt x="517017" y="551402"/>
                    </a:lnTo>
                    <a:lnTo>
                      <a:pt x="511492" y="560642"/>
                    </a:lnTo>
                    <a:lnTo>
                      <a:pt x="507207" y="576644"/>
                    </a:lnTo>
                    <a:lnTo>
                      <a:pt x="502920" y="580930"/>
                    </a:lnTo>
                    <a:lnTo>
                      <a:pt x="502920" y="592646"/>
                    </a:lnTo>
                    <a:lnTo>
                      <a:pt x="509111" y="601885"/>
                    </a:lnTo>
                    <a:lnTo>
                      <a:pt x="487014" y="606171"/>
                    </a:lnTo>
                    <a:lnTo>
                      <a:pt x="478441" y="607981"/>
                    </a:lnTo>
                    <a:lnTo>
                      <a:pt x="474726" y="654082"/>
                    </a:lnTo>
                    <a:lnTo>
                      <a:pt x="449485" y="674941"/>
                    </a:lnTo>
                    <a:lnTo>
                      <a:pt x="432245" y="711803"/>
                    </a:lnTo>
                    <a:lnTo>
                      <a:pt x="260795" y="711803"/>
                    </a:lnTo>
                    <a:lnTo>
                      <a:pt x="260795" y="701993"/>
                    </a:lnTo>
                    <a:lnTo>
                      <a:pt x="286" y="701993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563F6BA8-81E7-BB27-A2C7-BDB6D7CD760C}"/>
                  </a:ext>
                </a:extLst>
              </p:cNvPr>
              <p:cNvSpPr/>
              <p:nvPr/>
            </p:nvSpPr>
            <p:spPr>
              <a:xfrm>
                <a:off x="5019484" y="2190091"/>
                <a:ext cx="809053" cy="430625"/>
              </a:xfrm>
              <a:custGeom>
                <a:avLst/>
                <a:gdLst>
                  <a:gd name="connsiteX0" fmla="*/ 708851 w 809053"/>
                  <a:gd name="connsiteY0" fmla="*/ 302895 h 430625"/>
                  <a:gd name="connsiteX1" fmla="*/ 715042 w 809053"/>
                  <a:gd name="connsiteY1" fmla="*/ 270986 h 430625"/>
                  <a:gd name="connsiteX2" fmla="*/ 727901 w 809053"/>
                  <a:gd name="connsiteY2" fmla="*/ 267272 h 430625"/>
                  <a:gd name="connsiteX3" fmla="*/ 760476 w 809053"/>
                  <a:gd name="connsiteY3" fmla="*/ 270986 h 430625"/>
                  <a:gd name="connsiteX4" fmla="*/ 809053 w 809053"/>
                  <a:gd name="connsiteY4" fmla="*/ 272224 h 430625"/>
                  <a:gd name="connsiteX5" fmla="*/ 804767 w 809053"/>
                  <a:gd name="connsiteY5" fmla="*/ 256222 h 430625"/>
                  <a:gd name="connsiteX6" fmla="*/ 785717 w 809053"/>
                  <a:gd name="connsiteY6" fmla="*/ 241459 h 430625"/>
                  <a:gd name="connsiteX7" fmla="*/ 771620 w 809053"/>
                  <a:gd name="connsiteY7" fmla="*/ 233458 h 430625"/>
                  <a:gd name="connsiteX8" fmla="*/ 774097 w 809053"/>
                  <a:gd name="connsiteY8" fmla="*/ 220599 h 430625"/>
                  <a:gd name="connsiteX9" fmla="*/ 775335 w 809053"/>
                  <a:gd name="connsiteY9" fmla="*/ 213265 h 430625"/>
                  <a:gd name="connsiteX10" fmla="*/ 768572 w 809053"/>
                  <a:gd name="connsiteY10" fmla="*/ 198501 h 430625"/>
                  <a:gd name="connsiteX11" fmla="*/ 764858 w 809053"/>
                  <a:gd name="connsiteY11" fmla="*/ 182499 h 430625"/>
                  <a:gd name="connsiteX12" fmla="*/ 759047 w 809053"/>
                  <a:gd name="connsiteY12" fmla="*/ 182499 h 430625"/>
                  <a:gd name="connsiteX13" fmla="*/ 743331 w 809053"/>
                  <a:gd name="connsiteY13" fmla="*/ 188023 h 430625"/>
                  <a:gd name="connsiteX14" fmla="*/ 727995 w 809053"/>
                  <a:gd name="connsiteY14" fmla="*/ 188023 h 430625"/>
                  <a:gd name="connsiteX15" fmla="*/ 718185 w 809053"/>
                  <a:gd name="connsiteY15" fmla="*/ 182499 h 430625"/>
                  <a:gd name="connsiteX16" fmla="*/ 708945 w 809053"/>
                  <a:gd name="connsiteY16" fmla="*/ 186785 h 430625"/>
                  <a:gd name="connsiteX17" fmla="*/ 700373 w 809053"/>
                  <a:gd name="connsiteY17" fmla="*/ 187357 h 430625"/>
                  <a:gd name="connsiteX18" fmla="*/ 687514 w 809053"/>
                  <a:gd name="connsiteY18" fmla="*/ 184880 h 430625"/>
                  <a:gd name="connsiteX19" fmla="*/ 674656 w 809053"/>
                  <a:gd name="connsiteY19" fmla="*/ 182404 h 430625"/>
                  <a:gd name="connsiteX20" fmla="*/ 674656 w 809053"/>
                  <a:gd name="connsiteY20" fmla="*/ 171926 h 430625"/>
                  <a:gd name="connsiteX21" fmla="*/ 670369 w 809053"/>
                  <a:gd name="connsiteY21" fmla="*/ 164592 h 430625"/>
                  <a:gd name="connsiteX22" fmla="*/ 670369 w 809053"/>
                  <a:gd name="connsiteY22" fmla="*/ 154115 h 430625"/>
                  <a:gd name="connsiteX23" fmla="*/ 674656 w 809053"/>
                  <a:gd name="connsiteY23" fmla="*/ 143637 h 430625"/>
                  <a:gd name="connsiteX24" fmla="*/ 677132 w 809053"/>
                  <a:gd name="connsiteY24" fmla="*/ 133826 h 430625"/>
                  <a:gd name="connsiteX25" fmla="*/ 658082 w 809053"/>
                  <a:gd name="connsiteY25" fmla="*/ 130112 h 430625"/>
                  <a:gd name="connsiteX26" fmla="*/ 650748 w 809053"/>
                  <a:gd name="connsiteY26" fmla="*/ 134398 h 430625"/>
                  <a:gd name="connsiteX27" fmla="*/ 631698 w 809053"/>
                  <a:gd name="connsiteY27" fmla="*/ 139351 h 430625"/>
                  <a:gd name="connsiteX28" fmla="*/ 626173 w 809053"/>
                  <a:gd name="connsiteY28" fmla="*/ 138779 h 430625"/>
                  <a:gd name="connsiteX29" fmla="*/ 608361 w 809053"/>
                  <a:gd name="connsiteY29" fmla="*/ 145542 h 430625"/>
                  <a:gd name="connsiteX30" fmla="*/ 602171 w 809053"/>
                  <a:gd name="connsiteY30" fmla="*/ 144971 h 430625"/>
                  <a:gd name="connsiteX31" fmla="*/ 588073 w 809053"/>
                  <a:gd name="connsiteY31" fmla="*/ 144399 h 430625"/>
                  <a:gd name="connsiteX32" fmla="*/ 573310 w 809053"/>
                  <a:gd name="connsiteY32" fmla="*/ 146875 h 430625"/>
                  <a:gd name="connsiteX33" fmla="*/ 565976 w 809053"/>
                  <a:gd name="connsiteY33" fmla="*/ 149352 h 430625"/>
                  <a:gd name="connsiteX34" fmla="*/ 534638 w 809053"/>
                  <a:gd name="connsiteY34" fmla="*/ 149352 h 430625"/>
                  <a:gd name="connsiteX35" fmla="*/ 525399 w 809053"/>
                  <a:gd name="connsiteY35" fmla="*/ 151162 h 430625"/>
                  <a:gd name="connsiteX36" fmla="*/ 514350 w 809053"/>
                  <a:gd name="connsiteY36" fmla="*/ 160401 h 430625"/>
                  <a:gd name="connsiteX37" fmla="*/ 501491 w 809053"/>
                  <a:gd name="connsiteY37" fmla="*/ 170212 h 430625"/>
                  <a:gd name="connsiteX38" fmla="*/ 482441 w 809053"/>
                  <a:gd name="connsiteY38" fmla="*/ 185547 h 430625"/>
                  <a:gd name="connsiteX39" fmla="*/ 471964 w 809053"/>
                  <a:gd name="connsiteY39" fmla="*/ 192310 h 430625"/>
                  <a:gd name="connsiteX40" fmla="*/ 457867 w 809053"/>
                  <a:gd name="connsiteY40" fmla="*/ 196024 h 430625"/>
                  <a:gd name="connsiteX41" fmla="*/ 448056 w 809053"/>
                  <a:gd name="connsiteY41" fmla="*/ 188023 h 430625"/>
                  <a:gd name="connsiteX42" fmla="*/ 438245 w 809053"/>
                  <a:gd name="connsiteY42" fmla="*/ 189262 h 430625"/>
                  <a:gd name="connsiteX43" fmla="*/ 431482 w 809053"/>
                  <a:gd name="connsiteY43" fmla="*/ 189833 h 430625"/>
                  <a:gd name="connsiteX44" fmla="*/ 425958 w 809053"/>
                  <a:gd name="connsiteY44" fmla="*/ 181261 h 430625"/>
                  <a:gd name="connsiteX45" fmla="*/ 414242 w 809053"/>
                  <a:gd name="connsiteY45" fmla="*/ 176308 h 430625"/>
                  <a:gd name="connsiteX46" fmla="*/ 394621 w 809053"/>
                  <a:gd name="connsiteY46" fmla="*/ 176308 h 430625"/>
                  <a:gd name="connsiteX47" fmla="*/ 376809 w 809053"/>
                  <a:gd name="connsiteY47" fmla="*/ 175736 h 430625"/>
                  <a:gd name="connsiteX48" fmla="*/ 365760 w 809053"/>
                  <a:gd name="connsiteY48" fmla="*/ 158496 h 430625"/>
                  <a:gd name="connsiteX49" fmla="*/ 359569 w 809053"/>
                  <a:gd name="connsiteY49" fmla="*/ 146780 h 430625"/>
                  <a:gd name="connsiteX50" fmla="*/ 346710 w 809053"/>
                  <a:gd name="connsiteY50" fmla="*/ 138208 h 430625"/>
                  <a:gd name="connsiteX51" fmla="*/ 346710 w 809053"/>
                  <a:gd name="connsiteY51" fmla="*/ 130207 h 430625"/>
                  <a:gd name="connsiteX52" fmla="*/ 334994 w 809053"/>
                  <a:gd name="connsiteY52" fmla="*/ 121634 h 430625"/>
                  <a:gd name="connsiteX53" fmla="*/ 320230 w 809053"/>
                  <a:gd name="connsiteY53" fmla="*/ 113062 h 430625"/>
                  <a:gd name="connsiteX54" fmla="*/ 310420 w 809053"/>
                  <a:gd name="connsiteY54" fmla="*/ 109347 h 430625"/>
                  <a:gd name="connsiteX55" fmla="*/ 291941 w 809053"/>
                  <a:gd name="connsiteY55" fmla="*/ 105632 h 430625"/>
                  <a:gd name="connsiteX56" fmla="*/ 277177 w 809053"/>
                  <a:gd name="connsiteY56" fmla="*/ 108680 h 430625"/>
                  <a:gd name="connsiteX57" fmla="*/ 269176 w 809053"/>
                  <a:gd name="connsiteY57" fmla="*/ 105632 h 430625"/>
                  <a:gd name="connsiteX58" fmla="*/ 269176 w 809053"/>
                  <a:gd name="connsiteY58" fmla="*/ 101918 h 430625"/>
                  <a:gd name="connsiteX59" fmla="*/ 255079 w 809053"/>
                  <a:gd name="connsiteY59" fmla="*/ 109919 h 430625"/>
                  <a:gd name="connsiteX60" fmla="*/ 249555 w 809053"/>
                  <a:gd name="connsiteY60" fmla="*/ 118491 h 430625"/>
                  <a:gd name="connsiteX61" fmla="*/ 240982 w 809053"/>
                  <a:gd name="connsiteY61" fmla="*/ 124682 h 430625"/>
                  <a:gd name="connsiteX62" fmla="*/ 239744 w 809053"/>
                  <a:gd name="connsiteY62" fmla="*/ 111823 h 430625"/>
                  <a:gd name="connsiteX63" fmla="*/ 239744 w 809053"/>
                  <a:gd name="connsiteY63" fmla="*/ 98965 h 430625"/>
                  <a:gd name="connsiteX64" fmla="*/ 251460 w 809053"/>
                  <a:gd name="connsiteY64" fmla="*/ 73152 h 430625"/>
                  <a:gd name="connsiteX65" fmla="*/ 266795 w 809053"/>
                  <a:gd name="connsiteY65" fmla="*/ 58388 h 430625"/>
                  <a:gd name="connsiteX66" fmla="*/ 280892 w 809053"/>
                  <a:gd name="connsiteY66" fmla="*/ 45529 h 430625"/>
                  <a:gd name="connsiteX67" fmla="*/ 293180 w 809053"/>
                  <a:gd name="connsiteY67" fmla="*/ 30766 h 430625"/>
                  <a:gd name="connsiteX68" fmla="*/ 309753 w 809053"/>
                  <a:gd name="connsiteY68" fmla="*/ 18478 h 430625"/>
                  <a:gd name="connsiteX69" fmla="*/ 324517 w 809053"/>
                  <a:gd name="connsiteY69" fmla="*/ 13525 h 430625"/>
                  <a:gd name="connsiteX70" fmla="*/ 326326 w 809053"/>
                  <a:gd name="connsiteY70" fmla="*/ 9239 h 430625"/>
                  <a:gd name="connsiteX71" fmla="*/ 322612 w 809053"/>
                  <a:gd name="connsiteY71" fmla="*/ 4953 h 430625"/>
                  <a:gd name="connsiteX72" fmla="*/ 305371 w 809053"/>
                  <a:gd name="connsiteY72" fmla="*/ 0 h 430625"/>
                  <a:gd name="connsiteX73" fmla="*/ 291846 w 809053"/>
                  <a:gd name="connsiteY73" fmla="*/ 4953 h 430625"/>
                  <a:gd name="connsiteX74" fmla="*/ 274606 w 809053"/>
                  <a:gd name="connsiteY74" fmla="*/ 4953 h 430625"/>
                  <a:gd name="connsiteX75" fmla="*/ 260509 w 809053"/>
                  <a:gd name="connsiteY75" fmla="*/ 12287 h 430625"/>
                  <a:gd name="connsiteX76" fmla="*/ 244507 w 809053"/>
                  <a:gd name="connsiteY76" fmla="*/ 23336 h 430625"/>
                  <a:gd name="connsiteX77" fmla="*/ 234696 w 809053"/>
                  <a:gd name="connsiteY77" fmla="*/ 30671 h 430625"/>
                  <a:gd name="connsiteX78" fmla="*/ 213169 w 809053"/>
                  <a:gd name="connsiteY78" fmla="*/ 48482 h 430625"/>
                  <a:gd name="connsiteX79" fmla="*/ 202692 w 809053"/>
                  <a:gd name="connsiteY79" fmla="*/ 62008 h 430625"/>
                  <a:gd name="connsiteX80" fmla="*/ 195358 w 809053"/>
                  <a:gd name="connsiteY80" fmla="*/ 68771 h 430625"/>
                  <a:gd name="connsiteX81" fmla="*/ 175069 w 809053"/>
                  <a:gd name="connsiteY81" fmla="*/ 81629 h 430625"/>
                  <a:gd name="connsiteX82" fmla="*/ 162782 w 809053"/>
                  <a:gd name="connsiteY82" fmla="*/ 90202 h 430625"/>
                  <a:gd name="connsiteX83" fmla="*/ 146780 w 809053"/>
                  <a:gd name="connsiteY83" fmla="*/ 95726 h 430625"/>
                  <a:gd name="connsiteX84" fmla="*/ 130778 w 809053"/>
                  <a:gd name="connsiteY84" fmla="*/ 106775 h 430625"/>
                  <a:gd name="connsiteX85" fmla="*/ 122777 w 809053"/>
                  <a:gd name="connsiteY85" fmla="*/ 112967 h 430625"/>
                  <a:gd name="connsiteX86" fmla="*/ 92678 w 809053"/>
                  <a:gd name="connsiteY86" fmla="*/ 118491 h 430625"/>
                  <a:gd name="connsiteX87" fmla="*/ 76105 w 809053"/>
                  <a:gd name="connsiteY87" fmla="*/ 122777 h 430625"/>
                  <a:gd name="connsiteX88" fmla="*/ 63817 w 809053"/>
                  <a:gd name="connsiteY88" fmla="*/ 125254 h 430625"/>
                  <a:gd name="connsiteX89" fmla="*/ 52768 w 809053"/>
                  <a:gd name="connsiteY89" fmla="*/ 140018 h 430625"/>
                  <a:gd name="connsiteX90" fmla="*/ 30671 w 809053"/>
                  <a:gd name="connsiteY90" fmla="*/ 151352 h 430625"/>
                  <a:gd name="connsiteX91" fmla="*/ 14097 w 809053"/>
                  <a:gd name="connsiteY91" fmla="*/ 159068 h 430625"/>
                  <a:gd name="connsiteX92" fmla="*/ 0 w 809053"/>
                  <a:gd name="connsiteY92" fmla="*/ 168878 h 430625"/>
                  <a:gd name="connsiteX93" fmla="*/ 11716 w 809053"/>
                  <a:gd name="connsiteY93" fmla="*/ 177451 h 430625"/>
                  <a:gd name="connsiteX94" fmla="*/ 22193 w 809053"/>
                  <a:gd name="connsiteY94" fmla="*/ 189738 h 430625"/>
                  <a:gd name="connsiteX95" fmla="*/ 29527 w 809053"/>
                  <a:gd name="connsiteY95" fmla="*/ 207550 h 430625"/>
                  <a:gd name="connsiteX96" fmla="*/ 90392 w 809053"/>
                  <a:gd name="connsiteY96" fmla="*/ 230315 h 430625"/>
                  <a:gd name="connsiteX97" fmla="*/ 127921 w 809053"/>
                  <a:gd name="connsiteY97" fmla="*/ 238887 h 430625"/>
                  <a:gd name="connsiteX98" fmla="*/ 170974 w 809053"/>
                  <a:gd name="connsiteY98" fmla="*/ 256699 h 430625"/>
                  <a:gd name="connsiteX99" fmla="*/ 191833 w 809053"/>
                  <a:gd name="connsiteY99" fmla="*/ 265271 h 430625"/>
                  <a:gd name="connsiteX100" fmla="*/ 217075 w 809053"/>
                  <a:gd name="connsiteY100" fmla="*/ 270796 h 430625"/>
                  <a:gd name="connsiteX101" fmla="*/ 236125 w 809053"/>
                  <a:gd name="connsiteY101" fmla="*/ 276987 h 430625"/>
                  <a:gd name="connsiteX102" fmla="*/ 276034 w 809053"/>
                  <a:gd name="connsiteY102" fmla="*/ 280702 h 430625"/>
                  <a:gd name="connsiteX103" fmla="*/ 287750 w 809053"/>
                  <a:gd name="connsiteY103" fmla="*/ 293561 h 430625"/>
                  <a:gd name="connsiteX104" fmla="*/ 290227 w 809053"/>
                  <a:gd name="connsiteY104" fmla="*/ 308324 h 430625"/>
                  <a:gd name="connsiteX105" fmla="*/ 302514 w 809053"/>
                  <a:gd name="connsiteY105" fmla="*/ 320040 h 430625"/>
                  <a:gd name="connsiteX106" fmla="*/ 324612 w 809053"/>
                  <a:gd name="connsiteY106" fmla="*/ 320040 h 430625"/>
                  <a:gd name="connsiteX107" fmla="*/ 326422 w 809053"/>
                  <a:gd name="connsiteY107" fmla="*/ 340328 h 430625"/>
                  <a:gd name="connsiteX108" fmla="*/ 322707 w 809053"/>
                  <a:gd name="connsiteY108" fmla="*/ 353187 h 430625"/>
                  <a:gd name="connsiteX109" fmla="*/ 315944 w 809053"/>
                  <a:gd name="connsiteY109" fmla="*/ 366046 h 430625"/>
                  <a:gd name="connsiteX110" fmla="*/ 310420 w 809053"/>
                  <a:gd name="connsiteY110" fmla="*/ 375285 h 430625"/>
                  <a:gd name="connsiteX111" fmla="*/ 309181 w 809053"/>
                  <a:gd name="connsiteY111" fmla="*/ 387572 h 430625"/>
                  <a:gd name="connsiteX112" fmla="*/ 316516 w 809053"/>
                  <a:gd name="connsiteY112" fmla="*/ 390620 h 430625"/>
                  <a:gd name="connsiteX113" fmla="*/ 331280 w 809053"/>
                  <a:gd name="connsiteY113" fmla="*/ 390620 h 430625"/>
                  <a:gd name="connsiteX114" fmla="*/ 338042 w 809053"/>
                  <a:gd name="connsiteY114" fmla="*/ 395573 h 430625"/>
                  <a:gd name="connsiteX115" fmla="*/ 339280 w 809053"/>
                  <a:gd name="connsiteY115" fmla="*/ 406622 h 430625"/>
                  <a:gd name="connsiteX116" fmla="*/ 339280 w 809053"/>
                  <a:gd name="connsiteY116" fmla="*/ 418338 h 430625"/>
                  <a:gd name="connsiteX117" fmla="*/ 342329 w 809053"/>
                  <a:gd name="connsiteY117" fmla="*/ 427577 h 430625"/>
                  <a:gd name="connsiteX118" fmla="*/ 349091 w 809053"/>
                  <a:gd name="connsiteY118" fmla="*/ 430625 h 430625"/>
                  <a:gd name="connsiteX119" fmla="*/ 373094 w 809053"/>
                  <a:gd name="connsiteY119" fmla="*/ 381476 h 430625"/>
                  <a:gd name="connsiteX120" fmla="*/ 385953 w 809053"/>
                  <a:gd name="connsiteY120" fmla="*/ 355092 h 430625"/>
                  <a:gd name="connsiteX121" fmla="*/ 397002 w 809053"/>
                  <a:gd name="connsiteY121" fmla="*/ 337852 h 430625"/>
                  <a:gd name="connsiteX122" fmla="*/ 404717 w 809053"/>
                  <a:gd name="connsiteY122" fmla="*/ 327374 h 430625"/>
                  <a:gd name="connsiteX123" fmla="*/ 413671 w 809053"/>
                  <a:gd name="connsiteY123" fmla="*/ 318802 h 430625"/>
                  <a:gd name="connsiteX124" fmla="*/ 419862 w 809053"/>
                  <a:gd name="connsiteY124" fmla="*/ 307086 h 430625"/>
                  <a:gd name="connsiteX125" fmla="*/ 422338 w 809053"/>
                  <a:gd name="connsiteY125" fmla="*/ 303371 h 430625"/>
                  <a:gd name="connsiteX126" fmla="*/ 431578 w 809053"/>
                  <a:gd name="connsiteY126" fmla="*/ 318707 h 430625"/>
                  <a:gd name="connsiteX127" fmla="*/ 438912 w 809053"/>
                  <a:gd name="connsiteY127" fmla="*/ 322993 h 430625"/>
                  <a:gd name="connsiteX128" fmla="*/ 445675 w 809053"/>
                  <a:gd name="connsiteY128" fmla="*/ 305753 h 430625"/>
                  <a:gd name="connsiteX129" fmla="*/ 451866 w 809053"/>
                  <a:gd name="connsiteY129" fmla="*/ 300228 h 430625"/>
                  <a:gd name="connsiteX130" fmla="*/ 461677 w 809053"/>
                  <a:gd name="connsiteY130" fmla="*/ 298990 h 430625"/>
                  <a:gd name="connsiteX131" fmla="*/ 474535 w 809053"/>
                  <a:gd name="connsiteY131" fmla="*/ 298990 h 430625"/>
                  <a:gd name="connsiteX132" fmla="*/ 480727 w 809053"/>
                  <a:gd name="connsiteY132" fmla="*/ 299561 h 430625"/>
                  <a:gd name="connsiteX133" fmla="*/ 481965 w 809053"/>
                  <a:gd name="connsiteY133" fmla="*/ 309372 h 430625"/>
                  <a:gd name="connsiteX134" fmla="*/ 473964 w 809053"/>
                  <a:gd name="connsiteY134" fmla="*/ 313658 h 430625"/>
                  <a:gd name="connsiteX135" fmla="*/ 467773 w 809053"/>
                  <a:gd name="connsiteY135" fmla="*/ 324136 h 430625"/>
                  <a:gd name="connsiteX136" fmla="*/ 467201 w 809053"/>
                  <a:gd name="connsiteY136" fmla="*/ 341947 h 430625"/>
                  <a:gd name="connsiteX137" fmla="*/ 471488 w 809053"/>
                  <a:gd name="connsiteY137" fmla="*/ 342519 h 430625"/>
                  <a:gd name="connsiteX138" fmla="*/ 475202 w 809053"/>
                  <a:gd name="connsiteY138" fmla="*/ 328993 h 430625"/>
                  <a:gd name="connsiteX139" fmla="*/ 480727 w 809053"/>
                  <a:gd name="connsiteY139" fmla="*/ 320421 h 430625"/>
                  <a:gd name="connsiteX140" fmla="*/ 486251 w 809053"/>
                  <a:gd name="connsiteY140" fmla="*/ 317945 h 430625"/>
                  <a:gd name="connsiteX141" fmla="*/ 491204 w 809053"/>
                  <a:gd name="connsiteY141" fmla="*/ 313658 h 430625"/>
                  <a:gd name="connsiteX142" fmla="*/ 499777 w 809053"/>
                  <a:gd name="connsiteY142" fmla="*/ 302609 h 430625"/>
                  <a:gd name="connsiteX143" fmla="*/ 505301 w 809053"/>
                  <a:gd name="connsiteY143" fmla="*/ 298895 h 430625"/>
                  <a:gd name="connsiteX144" fmla="*/ 512064 w 809053"/>
                  <a:gd name="connsiteY144" fmla="*/ 294608 h 430625"/>
                  <a:gd name="connsiteX145" fmla="*/ 515112 w 809053"/>
                  <a:gd name="connsiteY145" fmla="*/ 284131 h 430625"/>
                  <a:gd name="connsiteX146" fmla="*/ 529876 w 809053"/>
                  <a:gd name="connsiteY146" fmla="*/ 282321 h 430625"/>
                  <a:gd name="connsiteX147" fmla="*/ 553879 w 809053"/>
                  <a:gd name="connsiteY147" fmla="*/ 280511 h 430625"/>
                  <a:gd name="connsiteX148" fmla="*/ 570452 w 809053"/>
                  <a:gd name="connsiteY148" fmla="*/ 279940 h 430625"/>
                  <a:gd name="connsiteX149" fmla="*/ 574738 w 809053"/>
                  <a:gd name="connsiteY149" fmla="*/ 276892 h 430625"/>
                  <a:gd name="connsiteX150" fmla="*/ 589502 w 809053"/>
                  <a:gd name="connsiteY150" fmla="*/ 270700 h 430625"/>
                  <a:gd name="connsiteX151" fmla="*/ 596837 w 809053"/>
                  <a:gd name="connsiteY151" fmla="*/ 273177 h 430625"/>
                  <a:gd name="connsiteX152" fmla="*/ 608552 w 809053"/>
                  <a:gd name="connsiteY152" fmla="*/ 262699 h 430625"/>
                  <a:gd name="connsiteX153" fmla="*/ 625792 w 809053"/>
                  <a:gd name="connsiteY153" fmla="*/ 253460 h 430625"/>
                  <a:gd name="connsiteX154" fmla="*/ 638079 w 809053"/>
                  <a:gd name="connsiteY154" fmla="*/ 255270 h 430625"/>
                  <a:gd name="connsiteX155" fmla="*/ 648557 w 809053"/>
                  <a:gd name="connsiteY155" fmla="*/ 255842 h 430625"/>
                  <a:gd name="connsiteX156" fmla="*/ 658368 w 809053"/>
                  <a:gd name="connsiteY156" fmla="*/ 260795 h 430625"/>
                  <a:gd name="connsiteX157" fmla="*/ 667607 w 809053"/>
                  <a:gd name="connsiteY157" fmla="*/ 266319 h 430625"/>
                  <a:gd name="connsiteX158" fmla="*/ 668846 w 809053"/>
                  <a:gd name="connsiteY158" fmla="*/ 273653 h 430625"/>
                  <a:gd name="connsiteX159" fmla="*/ 680561 w 809053"/>
                  <a:gd name="connsiteY159" fmla="*/ 277940 h 430625"/>
                  <a:gd name="connsiteX160" fmla="*/ 684276 w 809053"/>
                  <a:gd name="connsiteY160" fmla="*/ 277940 h 430625"/>
                  <a:gd name="connsiteX161" fmla="*/ 692848 w 809053"/>
                  <a:gd name="connsiteY161" fmla="*/ 280988 h 430625"/>
                  <a:gd name="connsiteX162" fmla="*/ 695896 w 809053"/>
                  <a:gd name="connsiteY162" fmla="*/ 286512 h 430625"/>
                  <a:gd name="connsiteX163" fmla="*/ 695896 w 809053"/>
                  <a:gd name="connsiteY163" fmla="*/ 290227 h 430625"/>
                  <a:gd name="connsiteX164" fmla="*/ 700849 w 809053"/>
                  <a:gd name="connsiteY164" fmla="*/ 301276 h 430625"/>
                  <a:gd name="connsiteX165" fmla="*/ 703897 w 809053"/>
                  <a:gd name="connsiteY165" fmla="*/ 307467 h 430625"/>
                  <a:gd name="connsiteX166" fmla="*/ 709422 w 809053"/>
                  <a:gd name="connsiteY166" fmla="*/ 309277 h 430625"/>
                  <a:gd name="connsiteX167" fmla="*/ 709422 w 809053"/>
                  <a:gd name="connsiteY167" fmla="*/ 302514 h 430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</a:cxnLst>
                <a:rect l="l" t="t" r="r" b="b"/>
                <a:pathLst>
                  <a:path w="809053" h="430625">
                    <a:moveTo>
                      <a:pt x="708851" y="302895"/>
                    </a:moveTo>
                    <a:lnTo>
                      <a:pt x="715042" y="270986"/>
                    </a:lnTo>
                    <a:lnTo>
                      <a:pt x="727901" y="267272"/>
                    </a:lnTo>
                    <a:lnTo>
                      <a:pt x="760476" y="270986"/>
                    </a:lnTo>
                    <a:lnTo>
                      <a:pt x="809053" y="272224"/>
                    </a:lnTo>
                    <a:lnTo>
                      <a:pt x="804767" y="256222"/>
                    </a:lnTo>
                    <a:lnTo>
                      <a:pt x="785717" y="241459"/>
                    </a:lnTo>
                    <a:cubicBezTo>
                      <a:pt x="785717" y="241459"/>
                      <a:pt x="771620" y="235268"/>
                      <a:pt x="771620" y="233458"/>
                    </a:cubicBezTo>
                    <a:cubicBezTo>
                      <a:pt x="771620" y="231648"/>
                      <a:pt x="774097" y="220599"/>
                      <a:pt x="774097" y="220599"/>
                    </a:cubicBezTo>
                    <a:lnTo>
                      <a:pt x="775335" y="213265"/>
                    </a:lnTo>
                    <a:lnTo>
                      <a:pt x="768572" y="198501"/>
                    </a:lnTo>
                    <a:lnTo>
                      <a:pt x="764858" y="182499"/>
                    </a:lnTo>
                    <a:lnTo>
                      <a:pt x="759047" y="182499"/>
                    </a:lnTo>
                    <a:lnTo>
                      <a:pt x="743331" y="188023"/>
                    </a:lnTo>
                    <a:lnTo>
                      <a:pt x="727995" y="188023"/>
                    </a:lnTo>
                    <a:lnTo>
                      <a:pt x="718185" y="182499"/>
                    </a:lnTo>
                    <a:lnTo>
                      <a:pt x="708945" y="186785"/>
                    </a:lnTo>
                    <a:lnTo>
                      <a:pt x="700373" y="187357"/>
                    </a:lnTo>
                    <a:lnTo>
                      <a:pt x="687514" y="184880"/>
                    </a:lnTo>
                    <a:lnTo>
                      <a:pt x="674656" y="182404"/>
                    </a:lnTo>
                    <a:lnTo>
                      <a:pt x="674656" y="171926"/>
                    </a:lnTo>
                    <a:lnTo>
                      <a:pt x="670369" y="164592"/>
                    </a:lnTo>
                    <a:lnTo>
                      <a:pt x="670369" y="154115"/>
                    </a:lnTo>
                    <a:lnTo>
                      <a:pt x="674656" y="143637"/>
                    </a:lnTo>
                    <a:lnTo>
                      <a:pt x="677132" y="133826"/>
                    </a:lnTo>
                    <a:lnTo>
                      <a:pt x="658082" y="130112"/>
                    </a:lnTo>
                    <a:cubicBezTo>
                      <a:pt x="658082" y="130112"/>
                      <a:pt x="652558" y="133160"/>
                      <a:pt x="650748" y="134398"/>
                    </a:cubicBezTo>
                    <a:cubicBezTo>
                      <a:pt x="648938" y="135636"/>
                      <a:pt x="631698" y="139351"/>
                      <a:pt x="631698" y="139351"/>
                    </a:cubicBezTo>
                    <a:lnTo>
                      <a:pt x="626173" y="138779"/>
                    </a:lnTo>
                    <a:lnTo>
                      <a:pt x="608361" y="145542"/>
                    </a:lnTo>
                    <a:cubicBezTo>
                      <a:pt x="608361" y="145542"/>
                      <a:pt x="605314" y="144971"/>
                      <a:pt x="602171" y="144971"/>
                    </a:cubicBezTo>
                    <a:cubicBezTo>
                      <a:pt x="599027" y="144971"/>
                      <a:pt x="588073" y="144399"/>
                      <a:pt x="588073" y="144399"/>
                    </a:cubicBezTo>
                    <a:lnTo>
                      <a:pt x="573310" y="146875"/>
                    </a:lnTo>
                    <a:lnTo>
                      <a:pt x="565976" y="149352"/>
                    </a:lnTo>
                    <a:lnTo>
                      <a:pt x="534638" y="149352"/>
                    </a:lnTo>
                    <a:lnTo>
                      <a:pt x="525399" y="151162"/>
                    </a:lnTo>
                    <a:lnTo>
                      <a:pt x="514350" y="160401"/>
                    </a:lnTo>
                    <a:cubicBezTo>
                      <a:pt x="514350" y="160401"/>
                      <a:pt x="503301" y="168402"/>
                      <a:pt x="501491" y="170212"/>
                    </a:cubicBezTo>
                    <a:cubicBezTo>
                      <a:pt x="499681" y="172022"/>
                      <a:pt x="482441" y="185547"/>
                      <a:pt x="482441" y="185547"/>
                    </a:cubicBezTo>
                    <a:cubicBezTo>
                      <a:pt x="482441" y="185547"/>
                      <a:pt x="474440" y="191072"/>
                      <a:pt x="471964" y="192310"/>
                    </a:cubicBezTo>
                    <a:cubicBezTo>
                      <a:pt x="469487" y="193548"/>
                      <a:pt x="457867" y="196024"/>
                      <a:pt x="457867" y="196024"/>
                    </a:cubicBezTo>
                    <a:lnTo>
                      <a:pt x="448056" y="188023"/>
                    </a:lnTo>
                    <a:lnTo>
                      <a:pt x="438245" y="189262"/>
                    </a:lnTo>
                    <a:lnTo>
                      <a:pt x="431482" y="189833"/>
                    </a:lnTo>
                    <a:lnTo>
                      <a:pt x="425958" y="181261"/>
                    </a:lnTo>
                    <a:lnTo>
                      <a:pt x="414242" y="176308"/>
                    </a:lnTo>
                    <a:lnTo>
                      <a:pt x="394621" y="176308"/>
                    </a:lnTo>
                    <a:lnTo>
                      <a:pt x="376809" y="175736"/>
                    </a:lnTo>
                    <a:lnTo>
                      <a:pt x="365760" y="158496"/>
                    </a:lnTo>
                    <a:lnTo>
                      <a:pt x="359569" y="146780"/>
                    </a:lnTo>
                    <a:lnTo>
                      <a:pt x="346710" y="138208"/>
                    </a:lnTo>
                    <a:lnTo>
                      <a:pt x="346710" y="130207"/>
                    </a:lnTo>
                    <a:cubicBezTo>
                      <a:pt x="346710" y="130207"/>
                      <a:pt x="336899" y="122872"/>
                      <a:pt x="334994" y="121634"/>
                    </a:cubicBezTo>
                    <a:cubicBezTo>
                      <a:pt x="333089" y="120396"/>
                      <a:pt x="322707" y="113633"/>
                      <a:pt x="320230" y="113062"/>
                    </a:cubicBezTo>
                    <a:cubicBezTo>
                      <a:pt x="317754" y="112490"/>
                      <a:pt x="312230" y="110014"/>
                      <a:pt x="310420" y="109347"/>
                    </a:cubicBezTo>
                    <a:cubicBezTo>
                      <a:pt x="308610" y="108680"/>
                      <a:pt x="291941" y="105632"/>
                      <a:pt x="291941" y="105632"/>
                    </a:cubicBezTo>
                    <a:lnTo>
                      <a:pt x="277177" y="108680"/>
                    </a:lnTo>
                    <a:lnTo>
                      <a:pt x="269176" y="105632"/>
                    </a:lnTo>
                    <a:cubicBezTo>
                      <a:pt x="269176" y="105632"/>
                      <a:pt x="272891" y="101346"/>
                      <a:pt x="269176" y="101918"/>
                    </a:cubicBezTo>
                    <a:cubicBezTo>
                      <a:pt x="265462" y="102489"/>
                      <a:pt x="255079" y="109919"/>
                      <a:pt x="255079" y="109919"/>
                    </a:cubicBezTo>
                    <a:lnTo>
                      <a:pt x="249555" y="118491"/>
                    </a:lnTo>
                    <a:lnTo>
                      <a:pt x="240982" y="124682"/>
                    </a:lnTo>
                    <a:lnTo>
                      <a:pt x="239744" y="111823"/>
                    </a:lnTo>
                    <a:lnTo>
                      <a:pt x="239744" y="98965"/>
                    </a:lnTo>
                    <a:lnTo>
                      <a:pt x="251460" y="73152"/>
                    </a:lnTo>
                    <a:lnTo>
                      <a:pt x="266795" y="58388"/>
                    </a:lnTo>
                    <a:lnTo>
                      <a:pt x="280892" y="45529"/>
                    </a:lnTo>
                    <a:lnTo>
                      <a:pt x="293180" y="30766"/>
                    </a:lnTo>
                    <a:lnTo>
                      <a:pt x="309753" y="18478"/>
                    </a:lnTo>
                    <a:lnTo>
                      <a:pt x="324517" y="13525"/>
                    </a:lnTo>
                    <a:lnTo>
                      <a:pt x="326326" y="9239"/>
                    </a:lnTo>
                    <a:lnTo>
                      <a:pt x="322612" y="4953"/>
                    </a:lnTo>
                    <a:lnTo>
                      <a:pt x="305371" y="0"/>
                    </a:lnTo>
                    <a:lnTo>
                      <a:pt x="291846" y="4953"/>
                    </a:lnTo>
                    <a:lnTo>
                      <a:pt x="274606" y="4953"/>
                    </a:lnTo>
                    <a:lnTo>
                      <a:pt x="260509" y="12287"/>
                    </a:lnTo>
                    <a:lnTo>
                      <a:pt x="244507" y="23336"/>
                    </a:lnTo>
                    <a:lnTo>
                      <a:pt x="234696" y="30671"/>
                    </a:lnTo>
                    <a:lnTo>
                      <a:pt x="213169" y="48482"/>
                    </a:lnTo>
                    <a:lnTo>
                      <a:pt x="202692" y="62008"/>
                    </a:lnTo>
                    <a:lnTo>
                      <a:pt x="195358" y="68771"/>
                    </a:lnTo>
                    <a:lnTo>
                      <a:pt x="175069" y="81629"/>
                    </a:lnTo>
                    <a:cubicBezTo>
                      <a:pt x="175069" y="81629"/>
                      <a:pt x="164021" y="88392"/>
                      <a:pt x="162782" y="90202"/>
                    </a:cubicBezTo>
                    <a:cubicBezTo>
                      <a:pt x="161544" y="92012"/>
                      <a:pt x="149923" y="93917"/>
                      <a:pt x="146780" y="95726"/>
                    </a:cubicBezTo>
                    <a:cubicBezTo>
                      <a:pt x="143637" y="97536"/>
                      <a:pt x="130778" y="106775"/>
                      <a:pt x="130778" y="106775"/>
                    </a:cubicBezTo>
                    <a:cubicBezTo>
                      <a:pt x="130778" y="106775"/>
                      <a:pt x="125825" y="111728"/>
                      <a:pt x="122777" y="112967"/>
                    </a:cubicBezTo>
                    <a:cubicBezTo>
                      <a:pt x="119729" y="114205"/>
                      <a:pt x="92678" y="118491"/>
                      <a:pt x="92678" y="118491"/>
                    </a:cubicBezTo>
                    <a:lnTo>
                      <a:pt x="76105" y="122777"/>
                    </a:lnTo>
                    <a:lnTo>
                      <a:pt x="63817" y="125254"/>
                    </a:lnTo>
                    <a:lnTo>
                      <a:pt x="52768" y="140018"/>
                    </a:lnTo>
                    <a:lnTo>
                      <a:pt x="30671" y="151352"/>
                    </a:lnTo>
                    <a:lnTo>
                      <a:pt x="14097" y="159068"/>
                    </a:lnTo>
                    <a:lnTo>
                      <a:pt x="0" y="168878"/>
                    </a:lnTo>
                    <a:lnTo>
                      <a:pt x="11716" y="177451"/>
                    </a:lnTo>
                    <a:lnTo>
                      <a:pt x="22193" y="189738"/>
                    </a:lnTo>
                    <a:lnTo>
                      <a:pt x="29527" y="207550"/>
                    </a:lnTo>
                    <a:lnTo>
                      <a:pt x="90392" y="230315"/>
                    </a:lnTo>
                    <a:lnTo>
                      <a:pt x="127921" y="238887"/>
                    </a:lnTo>
                    <a:lnTo>
                      <a:pt x="170974" y="256699"/>
                    </a:lnTo>
                    <a:lnTo>
                      <a:pt x="191833" y="265271"/>
                    </a:lnTo>
                    <a:lnTo>
                      <a:pt x="217075" y="270796"/>
                    </a:lnTo>
                    <a:lnTo>
                      <a:pt x="236125" y="276987"/>
                    </a:lnTo>
                    <a:lnTo>
                      <a:pt x="276034" y="280702"/>
                    </a:lnTo>
                    <a:lnTo>
                      <a:pt x="287750" y="293561"/>
                    </a:lnTo>
                    <a:lnTo>
                      <a:pt x="290227" y="308324"/>
                    </a:lnTo>
                    <a:lnTo>
                      <a:pt x="302514" y="320040"/>
                    </a:lnTo>
                    <a:lnTo>
                      <a:pt x="324612" y="320040"/>
                    </a:lnTo>
                    <a:lnTo>
                      <a:pt x="326422" y="340328"/>
                    </a:lnTo>
                    <a:lnTo>
                      <a:pt x="322707" y="353187"/>
                    </a:lnTo>
                    <a:lnTo>
                      <a:pt x="315944" y="366046"/>
                    </a:lnTo>
                    <a:lnTo>
                      <a:pt x="310420" y="375285"/>
                    </a:lnTo>
                    <a:lnTo>
                      <a:pt x="309181" y="387572"/>
                    </a:lnTo>
                    <a:lnTo>
                      <a:pt x="316516" y="390620"/>
                    </a:lnTo>
                    <a:lnTo>
                      <a:pt x="331280" y="390620"/>
                    </a:lnTo>
                    <a:lnTo>
                      <a:pt x="338042" y="395573"/>
                    </a:lnTo>
                    <a:lnTo>
                      <a:pt x="339280" y="406622"/>
                    </a:lnTo>
                    <a:lnTo>
                      <a:pt x="339280" y="418338"/>
                    </a:lnTo>
                    <a:lnTo>
                      <a:pt x="342329" y="427577"/>
                    </a:lnTo>
                    <a:lnTo>
                      <a:pt x="349091" y="430625"/>
                    </a:lnTo>
                    <a:lnTo>
                      <a:pt x="373094" y="381476"/>
                    </a:lnTo>
                    <a:lnTo>
                      <a:pt x="385953" y="355092"/>
                    </a:lnTo>
                    <a:lnTo>
                      <a:pt x="397002" y="337852"/>
                    </a:lnTo>
                    <a:lnTo>
                      <a:pt x="404717" y="327374"/>
                    </a:lnTo>
                    <a:lnTo>
                      <a:pt x="413671" y="318802"/>
                    </a:lnTo>
                    <a:lnTo>
                      <a:pt x="419862" y="307086"/>
                    </a:lnTo>
                    <a:lnTo>
                      <a:pt x="422338" y="303371"/>
                    </a:lnTo>
                    <a:lnTo>
                      <a:pt x="431578" y="318707"/>
                    </a:lnTo>
                    <a:lnTo>
                      <a:pt x="438912" y="322993"/>
                    </a:lnTo>
                    <a:lnTo>
                      <a:pt x="445675" y="305753"/>
                    </a:lnTo>
                    <a:lnTo>
                      <a:pt x="451866" y="300228"/>
                    </a:lnTo>
                    <a:cubicBezTo>
                      <a:pt x="451866" y="300228"/>
                      <a:pt x="459200" y="298990"/>
                      <a:pt x="461677" y="298990"/>
                    </a:cubicBezTo>
                    <a:lnTo>
                      <a:pt x="474535" y="298990"/>
                    </a:lnTo>
                    <a:lnTo>
                      <a:pt x="480727" y="299561"/>
                    </a:lnTo>
                    <a:lnTo>
                      <a:pt x="481965" y="309372"/>
                    </a:lnTo>
                    <a:lnTo>
                      <a:pt x="473964" y="313658"/>
                    </a:lnTo>
                    <a:cubicBezTo>
                      <a:pt x="473964" y="313658"/>
                      <a:pt x="468439" y="321659"/>
                      <a:pt x="467773" y="324136"/>
                    </a:cubicBezTo>
                    <a:cubicBezTo>
                      <a:pt x="467106" y="326612"/>
                      <a:pt x="467201" y="341947"/>
                      <a:pt x="467201" y="341947"/>
                    </a:cubicBezTo>
                    <a:lnTo>
                      <a:pt x="471488" y="342519"/>
                    </a:lnTo>
                    <a:lnTo>
                      <a:pt x="475202" y="328993"/>
                    </a:lnTo>
                    <a:lnTo>
                      <a:pt x="480727" y="320421"/>
                    </a:lnTo>
                    <a:lnTo>
                      <a:pt x="486251" y="317945"/>
                    </a:lnTo>
                    <a:lnTo>
                      <a:pt x="491204" y="313658"/>
                    </a:lnTo>
                    <a:lnTo>
                      <a:pt x="499777" y="302609"/>
                    </a:lnTo>
                    <a:lnTo>
                      <a:pt x="505301" y="298895"/>
                    </a:lnTo>
                    <a:lnTo>
                      <a:pt x="512064" y="294608"/>
                    </a:lnTo>
                    <a:lnTo>
                      <a:pt x="515112" y="284131"/>
                    </a:lnTo>
                    <a:lnTo>
                      <a:pt x="529876" y="282321"/>
                    </a:lnTo>
                    <a:lnTo>
                      <a:pt x="553879" y="280511"/>
                    </a:lnTo>
                    <a:lnTo>
                      <a:pt x="570452" y="279940"/>
                    </a:lnTo>
                    <a:lnTo>
                      <a:pt x="574738" y="276892"/>
                    </a:lnTo>
                    <a:lnTo>
                      <a:pt x="589502" y="270700"/>
                    </a:lnTo>
                    <a:lnTo>
                      <a:pt x="596837" y="273177"/>
                    </a:lnTo>
                    <a:lnTo>
                      <a:pt x="608552" y="262699"/>
                    </a:lnTo>
                    <a:lnTo>
                      <a:pt x="625792" y="253460"/>
                    </a:lnTo>
                    <a:lnTo>
                      <a:pt x="638079" y="255270"/>
                    </a:lnTo>
                    <a:lnTo>
                      <a:pt x="648557" y="255842"/>
                    </a:lnTo>
                    <a:lnTo>
                      <a:pt x="658368" y="260795"/>
                    </a:lnTo>
                    <a:lnTo>
                      <a:pt x="667607" y="266319"/>
                    </a:lnTo>
                    <a:lnTo>
                      <a:pt x="668846" y="273653"/>
                    </a:lnTo>
                    <a:lnTo>
                      <a:pt x="680561" y="277940"/>
                    </a:lnTo>
                    <a:lnTo>
                      <a:pt x="684276" y="277940"/>
                    </a:lnTo>
                    <a:lnTo>
                      <a:pt x="692848" y="280988"/>
                    </a:lnTo>
                    <a:lnTo>
                      <a:pt x="695896" y="286512"/>
                    </a:lnTo>
                    <a:lnTo>
                      <a:pt x="695896" y="290227"/>
                    </a:lnTo>
                    <a:lnTo>
                      <a:pt x="700849" y="301276"/>
                    </a:lnTo>
                    <a:lnTo>
                      <a:pt x="703897" y="307467"/>
                    </a:lnTo>
                    <a:lnTo>
                      <a:pt x="709422" y="309277"/>
                    </a:lnTo>
                    <a:lnTo>
                      <a:pt x="709422" y="302514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172BAAD3-27B0-D1A5-A0A5-882680D9D087}"/>
                </a:ext>
              </a:extLst>
            </p:cNvPr>
            <p:cNvSpPr/>
            <p:nvPr/>
          </p:nvSpPr>
          <p:spPr>
            <a:xfrm>
              <a:off x="4878419" y="3079536"/>
              <a:ext cx="501967" cy="911352"/>
            </a:xfrm>
            <a:custGeom>
              <a:avLst/>
              <a:gdLst>
                <a:gd name="connsiteX0" fmla="*/ 273844 w 501967"/>
                <a:gd name="connsiteY0" fmla="*/ 893826 h 911352"/>
                <a:gd name="connsiteX1" fmla="*/ 283940 w 501967"/>
                <a:gd name="connsiteY1" fmla="*/ 905828 h 911352"/>
                <a:gd name="connsiteX2" fmla="*/ 294037 w 501967"/>
                <a:gd name="connsiteY2" fmla="*/ 911352 h 911352"/>
                <a:gd name="connsiteX3" fmla="*/ 294037 w 501967"/>
                <a:gd name="connsiteY3" fmla="*/ 878205 h 911352"/>
                <a:gd name="connsiteX4" fmla="*/ 302323 w 501967"/>
                <a:gd name="connsiteY4" fmla="*/ 873633 h 911352"/>
                <a:gd name="connsiteX5" fmla="*/ 311563 w 501967"/>
                <a:gd name="connsiteY5" fmla="*/ 868108 h 911352"/>
                <a:gd name="connsiteX6" fmla="*/ 330041 w 501967"/>
                <a:gd name="connsiteY6" fmla="*/ 868108 h 911352"/>
                <a:gd name="connsiteX7" fmla="*/ 339280 w 501967"/>
                <a:gd name="connsiteY7" fmla="*/ 875443 h 911352"/>
                <a:gd name="connsiteX8" fmla="*/ 346615 w 501967"/>
                <a:gd name="connsiteY8" fmla="*/ 876395 h 911352"/>
                <a:gd name="connsiteX9" fmla="*/ 353092 w 501967"/>
                <a:gd name="connsiteY9" fmla="*/ 880967 h 911352"/>
                <a:gd name="connsiteX10" fmla="*/ 353092 w 501967"/>
                <a:gd name="connsiteY10" fmla="*/ 887444 h 911352"/>
                <a:gd name="connsiteX11" fmla="*/ 369665 w 501967"/>
                <a:gd name="connsiteY11" fmla="*/ 890207 h 911352"/>
                <a:gd name="connsiteX12" fmla="*/ 381667 w 501967"/>
                <a:gd name="connsiteY12" fmla="*/ 890207 h 911352"/>
                <a:gd name="connsiteX13" fmla="*/ 385381 w 501967"/>
                <a:gd name="connsiteY13" fmla="*/ 872681 h 911352"/>
                <a:gd name="connsiteX14" fmla="*/ 381667 w 501967"/>
                <a:gd name="connsiteY14" fmla="*/ 862584 h 911352"/>
                <a:gd name="connsiteX15" fmla="*/ 375190 w 501967"/>
                <a:gd name="connsiteY15" fmla="*/ 848773 h 911352"/>
                <a:gd name="connsiteX16" fmla="*/ 381667 w 501967"/>
                <a:gd name="connsiteY16" fmla="*/ 842296 h 911352"/>
                <a:gd name="connsiteX17" fmla="*/ 395478 w 501967"/>
                <a:gd name="connsiteY17" fmla="*/ 834009 h 911352"/>
                <a:gd name="connsiteX18" fmla="*/ 408337 w 501967"/>
                <a:gd name="connsiteY18" fmla="*/ 828485 h 911352"/>
                <a:gd name="connsiteX19" fmla="*/ 425196 w 501967"/>
                <a:gd name="connsiteY19" fmla="*/ 828485 h 911352"/>
                <a:gd name="connsiteX20" fmla="*/ 425196 w 501967"/>
                <a:gd name="connsiteY20" fmla="*/ 789813 h 911352"/>
                <a:gd name="connsiteX21" fmla="*/ 432244 w 501967"/>
                <a:gd name="connsiteY21" fmla="*/ 781526 h 911352"/>
                <a:gd name="connsiteX22" fmla="*/ 438721 w 501967"/>
                <a:gd name="connsiteY22" fmla="*/ 774192 h 911352"/>
                <a:gd name="connsiteX23" fmla="*/ 435007 w 501967"/>
                <a:gd name="connsiteY23" fmla="*/ 778383 h 911352"/>
                <a:gd name="connsiteX24" fmla="*/ 430721 w 501967"/>
                <a:gd name="connsiteY24" fmla="*/ 770477 h 911352"/>
                <a:gd name="connsiteX25" fmla="*/ 439293 w 501967"/>
                <a:gd name="connsiteY25" fmla="*/ 758190 h 911352"/>
                <a:gd name="connsiteX26" fmla="*/ 430721 w 501967"/>
                <a:gd name="connsiteY26" fmla="*/ 752761 h 911352"/>
                <a:gd name="connsiteX27" fmla="*/ 430721 w 501967"/>
                <a:gd name="connsiteY27" fmla="*/ 733615 h 911352"/>
                <a:gd name="connsiteX28" fmla="*/ 439293 w 501967"/>
                <a:gd name="connsiteY28" fmla="*/ 733615 h 911352"/>
                <a:gd name="connsiteX29" fmla="*/ 444246 w 501967"/>
                <a:gd name="connsiteY29" fmla="*/ 715232 h 911352"/>
                <a:gd name="connsiteX30" fmla="*/ 451580 w 501967"/>
                <a:gd name="connsiteY30" fmla="*/ 707898 h 911352"/>
                <a:gd name="connsiteX31" fmla="*/ 444246 w 501967"/>
                <a:gd name="connsiteY31" fmla="*/ 695325 h 911352"/>
                <a:gd name="connsiteX32" fmla="*/ 444246 w 501967"/>
                <a:gd name="connsiteY32" fmla="*/ 686943 h 911352"/>
                <a:gd name="connsiteX33" fmla="*/ 465106 w 501967"/>
                <a:gd name="connsiteY33" fmla="*/ 677132 h 911352"/>
                <a:gd name="connsiteX34" fmla="*/ 484727 w 501967"/>
                <a:gd name="connsiteY34" fmla="*/ 656273 h 911352"/>
                <a:gd name="connsiteX35" fmla="*/ 495776 w 501967"/>
                <a:gd name="connsiteY35" fmla="*/ 639032 h 911352"/>
                <a:gd name="connsiteX36" fmla="*/ 494538 w 501967"/>
                <a:gd name="connsiteY36" fmla="*/ 609410 h 911352"/>
                <a:gd name="connsiteX37" fmla="*/ 494538 w 501967"/>
                <a:gd name="connsiteY37" fmla="*/ 591883 h 911352"/>
                <a:gd name="connsiteX38" fmla="*/ 484727 w 501967"/>
                <a:gd name="connsiteY38" fmla="*/ 566547 h 911352"/>
                <a:gd name="connsiteX39" fmla="*/ 484727 w 501967"/>
                <a:gd name="connsiteY39" fmla="*/ 545687 h 911352"/>
                <a:gd name="connsiteX40" fmla="*/ 501967 w 501967"/>
                <a:gd name="connsiteY40" fmla="*/ 508349 h 911352"/>
                <a:gd name="connsiteX41" fmla="*/ 501967 w 501967"/>
                <a:gd name="connsiteY41" fmla="*/ 89726 h 911352"/>
                <a:gd name="connsiteX42" fmla="*/ 486632 w 501967"/>
                <a:gd name="connsiteY42" fmla="*/ 75628 h 911352"/>
                <a:gd name="connsiteX43" fmla="*/ 466344 w 501967"/>
                <a:gd name="connsiteY43" fmla="*/ 64579 h 911352"/>
                <a:gd name="connsiteX44" fmla="*/ 466344 w 501967"/>
                <a:gd name="connsiteY44" fmla="*/ 49816 h 911352"/>
                <a:gd name="connsiteX45" fmla="*/ 459009 w 501967"/>
                <a:gd name="connsiteY45" fmla="*/ 38100 h 911352"/>
                <a:gd name="connsiteX46" fmla="*/ 459009 w 501967"/>
                <a:gd name="connsiteY46" fmla="*/ 0 h 911352"/>
                <a:gd name="connsiteX47" fmla="*/ 105061 w 501967"/>
                <a:gd name="connsiteY47" fmla="*/ 0 h 911352"/>
                <a:gd name="connsiteX48" fmla="*/ 121634 w 501967"/>
                <a:gd name="connsiteY48" fmla="*/ 12859 h 911352"/>
                <a:gd name="connsiteX49" fmla="*/ 119824 w 501967"/>
                <a:gd name="connsiteY49" fmla="*/ 23908 h 911352"/>
                <a:gd name="connsiteX50" fmla="*/ 140684 w 501967"/>
                <a:gd name="connsiteY50" fmla="*/ 38005 h 911352"/>
                <a:gd name="connsiteX51" fmla="*/ 153257 w 501967"/>
                <a:gd name="connsiteY51" fmla="*/ 46006 h 911352"/>
                <a:gd name="connsiteX52" fmla="*/ 169545 w 501967"/>
                <a:gd name="connsiteY52" fmla="*/ 67818 h 911352"/>
                <a:gd name="connsiteX53" fmla="*/ 169545 w 501967"/>
                <a:gd name="connsiteY53" fmla="*/ 97631 h 911352"/>
                <a:gd name="connsiteX54" fmla="*/ 153257 w 501967"/>
                <a:gd name="connsiteY54" fmla="*/ 116110 h 911352"/>
                <a:gd name="connsiteX55" fmla="*/ 153257 w 501967"/>
                <a:gd name="connsiteY55" fmla="*/ 147447 h 911352"/>
                <a:gd name="connsiteX56" fmla="*/ 140684 w 501967"/>
                <a:gd name="connsiteY56" fmla="*/ 156686 h 911352"/>
                <a:gd name="connsiteX57" fmla="*/ 114300 w 501967"/>
                <a:gd name="connsiteY57" fmla="*/ 173260 h 911352"/>
                <a:gd name="connsiteX58" fmla="*/ 84772 w 501967"/>
                <a:gd name="connsiteY58" fmla="*/ 173260 h 911352"/>
                <a:gd name="connsiteX59" fmla="*/ 57150 w 501967"/>
                <a:gd name="connsiteY59" fmla="*/ 184309 h 911352"/>
                <a:gd name="connsiteX60" fmla="*/ 42386 w 501967"/>
                <a:gd name="connsiteY60" fmla="*/ 199073 h 911352"/>
                <a:gd name="connsiteX61" fmla="*/ 42386 w 501967"/>
                <a:gd name="connsiteY61" fmla="*/ 223076 h 911352"/>
                <a:gd name="connsiteX62" fmla="*/ 53435 w 501967"/>
                <a:gd name="connsiteY62" fmla="*/ 230410 h 911352"/>
                <a:gd name="connsiteX63" fmla="*/ 62674 w 501967"/>
                <a:gd name="connsiteY63" fmla="*/ 230410 h 911352"/>
                <a:gd name="connsiteX64" fmla="*/ 66389 w 501967"/>
                <a:gd name="connsiteY64" fmla="*/ 252031 h 911352"/>
                <a:gd name="connsiteX65" fmla="*/ 55340 w 501967"/>
                <a:gd name="connsiteY65" fmla="*/ 259842 h 911352"/>
                <a:gd name="connsiteX66" fmla="*/ 60865 w 501967"/>
                <a:gd name="connsiteY66" fmla="*/ 276415 h 911352"/>
                <a:gd name="connsiteX67" fmla="*/ 42386 w 501967"/>
                <a:gd name="connsiteY67" fmla="*/ 296037 h 911352"/>
                <a:gd name="connsiteX68" fmla="*/ 42386 w 501967"/>
                <a:gd name="connsiteY68" fmla="*/ 307753 h 911352"/>
                <a:gd name="connsiteX69" fmla="*/ 29527 w 501967"/>
                <a:gd name="connsiteY69" fmla="*/ 315468 h 911352"/>
                <a:gd name="connsiteX70" fmla="*/ 9239 w 501967"/>
                <a:gd name="connsiteY70" fmla="*/ 315468 h 911352"/>
                <a:gd name="connsiteX71" fmla="*/ 9239 w 501967"/>
                <a:gd name="connsiteY71" fmla="*/ 348329 h 911352"/>
                <a:gd name="connsiteX72" fmla="*/ 0 w 501967"/>
                <a:gd name="connsiteY72" fmla="*/ 359378 h 911352"/>
                <a:gd name="connsiteX73" fmla="*/ 0 w 501967"/>
                <a:gd name="connsiteY73" fmla="*/ 425768 h 911352"/>
                <a:gd name="connsiteX74" fmla="*/ 7334 w 501967"/>
                <a:gd name="connsiteY74" fmla="*/ 452437 h 911352"/>
                <a:gd name="connsiteX75" fmla="*/ 16573 w 501967"/>
                <a:gd name="connsiteY75" fmla="*/ 470916 h 911352"/>
                <a:gd name="connsiteX76" fmla="*/ 34099 w 501967"/>
                <a:gd name="connsiteY76" fmla="*/ 482918 h 911352"/>
                <a:gd name="connsiteX77" fmla="*/ 52578 w 501967"/>
                <a:gd name="connsiteY77" fmla="*/ 495776 h 911352"/>
                <a:gd name="connsiteX78" fmla="*/ 66389 w 501967"/>
                <a:gd name="connsiteY78" fmla="*/ 513302 h 911352"/>
                <a:gd name="connsiteX79" fmla="*/ 76486 w 501967"/>
                <a:gd name="connsiteY79" fmla="*/ 527114 h 911352"/>
                <a:gd name="connsiteX80" fmla="*/ 91249 w 501967"/>
                <a:gd name="connsiteY80" fmla="*/ 539115 h 911352"/>
                <a:gd name="connsiteX81" fmla="*/ 94964 w 501967"/>
                <a:gd name="connsiteY81" fmla="*/ 548354 h 911352"/>
                <a:gd name="connsiteX82" fmla="*/ 96774 w 501967"/>
                <a:gd name="connsiteY82" fmla="*/ 572357 h 911352"/>
                <a:gd name="connsiteX83" fmla="*/ 100489 w 501967"/>
                <a:gd name="connsiteY83" fmla="*/ 593598 h 911352"/>
                <a:gd name="connsiteX84" fmla="*/ 107823 w 501967"/>
                <a:gd name="connsiteY84" fmla="*/ 601885 h 911352"/>
                <a:gd name="connsiteX85" fmla="*/ 124396 w 501967"/>
                <a:gd name="connsiteY85" fmla="*/ 601885 h 911352"/>
                <a:gd name="connsiteX86" fmla="*/ 136398 w 501967"/>
                <a:gd name="connsiteY86" fmla="*/ 595408 h 911352"/>
                <a:gd name="connsiteX87" fmla="*/ 149257 w 501967"/>
                <a:gd name="connsiteY87" fmla="*/ 594455 h 911352"/>
                <a:gd name="connsiteX88" fmla="*/ 162115 w 501967"/>
                <a:gd name="connsiteY88" fmla="*/ 597218 h 911352"/>
                <a:gd name="connsiteX89" fmla="*/ 169450 w 501967"/>
                <a:gd name="connsiteY89" fmla="*/ 614744 h 911352"/>
                <a:gd name="connsiteX90" fmla="*/ 170402 w 501967"/>
                <a:gd name="connsiteY90" fmla="*/ 635984 h 911352"/>
                <a:gd name="connsiteX91" fmla="*/ 153829 w 501967"/>
                <a:gd name="connsiteY91" fmla="*/ 667322 h 911352"/>
                <a:gd name="connsiteX92" fmla="*/ 143732 w 501967"/>
                <a:gd name="connsiteY92" fmla="*/ 679323 h 911352"/>
                <a:gd name="connsiteX93" fmla="*/ 140970 w 501967"/>
                <a:gd name="connsiteY93" fmla="*/ 705136 h 911352"/>
                <a:gd name="connsiteX94" fmla="*/ 157543 w 501967"/>
                <a:gd name="connsiteY94" fmla="*/ 724472 h 911352"/>
                <a:gd name="connsiteX95" fmla="*/ 164878 w 501967"/>
                <a:gd name="connsiteY95" fmla="*/ 737330 h 911352"/>
                <a:gd name="connsiteX96" fmla="*/ 187928 w 501967"/>
                <a:gd name="connsiteY96" fmla="*/ 754856 h 911352"/>
                <a:gd name="connsiteX97" fmla="*/ 199930 w 501967"/>
                <a:gd name="connsiteY97" fmla="*/ 761333 h 911352"/>
                <a:gd name="connsiteX98" fmla="*/ 213741 w 501967"/>
                <a:gd name="connsiteY98" fmla="*/ 761333 h 911352"/>
                <a:gd name="connsiteX99" fmla="*/ 224790 w 501967"/>
                <a:gd name="connsiteY99" fmla="*/ 776192 h 911352"/>
                <a:gd name="connsiteX100" fmla="*/ 234029 w 501967"/>
                <a:gd name="connsiteY100" fmla="*/ 781526 h 911352"/>
                <a:gd name="connsiteX101" fmla="*/ 243268 w 501967"/>
                <a:gd name="connsiteY101" fmla="*/ 788003 h 911352"/>
                <a:gd name="connsiteX102" fmla="*/ 245078 w 501967"/>
                <a:gd name="connsiteY102" fmla="*/ 798100 h 911352"/>
                <a:gd name="connsiteX103" fmla="*/ 250888 w 501967"/>
                <a:gd name="connsiteY103" fmla="*/ 807339 h 911352"/>
                <a:gd name="connsiteX104" fmla="*/ 250888 w 501967"/>
                <a:gd name="connsiteY104" fmla="*/ 832199 h 911352"/>
                <a:gd name="connsiteX105" fmla="*/ 259842 w 501967"/>
                <a:gd name="connsiteY105" fmla="*/ 842296 h 911352"/>
                <a:gd name="connsiteX106" fmla="*/ 258032 w 501967"/>
                <a:gd name="connsiteY106" fmla="*/ 852392 h 911352"/>
                <a:gd name="connsiteX107" fmla="*/ 250984 w 501967"/>
                <a:gd name="connsiteY107" fmla="*/ 864394 h 911352"/>
                <a:gd name="connsiteX108" fmla="*/ 250984 w 501967"/>
                <a:gd name="connsiteY108" fmla="*/ 877253 h 911352"/>
                <a:gd name="connsiteX109" fmla="*/ 258032 w 501967"/>
                <a:gd name="connsiteY109" fmla="*/ 888302 h 911352"/>
                <a:gd name="connsiteX110" fmla="*/ 264509 w 501967"/>
                <a:gd name="connsiteY110" fmla="*/ 893826 h 911352"/>
                <a:gd name="connsiteX111" fmla="*/ 273748 w 501967"/>
                <a:gd name="connsiteY111" fmla="*/ 893826 h 91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501967" h="911352">
                  <a:moveTo>
                    <a:pt x="273844" y="893826"/>
                  </a:moveTo>
                  <a:lnTo>
                    <a:pt x="283940" y="905828"/>
                  </a:lnTo>
                  <a:lnTo>
                    <a:pt x="294037" y="911352"/>
                  </a:lnTo>
                  <a:lnTo>
                    <a:pt x="294037" y="878205"/>
                  </a:lnTo>
                  <a:lnTo>
                    <a:pt x="302323" y="873633"/>
                  </a:lnTo>
                  <a:lnTo>
                    <a:pt x="311563" y="868108"/>
                  </a:lnTo>
                  <a:lnTo>
                    <a:pt x="330041" y="868108"/>
                  </a:lnTo>
                  <a:lnTo>
                    <a:pt x="339280" y="875443"/>
                  </a:lnTo>
                  <a:lnTo>
                    <a:pt x="346615" y="876395"/>
                  </a:lnTo>
                  <a:lnTo>
                    <a:pt x="353092" y="880967"/>
                  </a:lnTo>
                  <a:lnTo>
                    <a:pt x="353092" y="887444"/>
                  </a:lnTo>
                  <a:lnTo>
                    <a:pt x="369665" y="890207"/>
                  </a:lnTo>
                  <a:lnTo>
                    <a:pt x="381667" y="890207"/>
                  </a:lnTo>
                  <a:lnTo>
                    <a:pt x="385381" y="872681"/>
                  </a:lnTo>
                  <a:lnTo>
                    <a:pt x="381667" y="862584"/>
                  </a:lnTo>
                  <a:lnTo>
                    <a:pt x="375190" y="848773"/>
                  </a:lnTo>
                  <a:lnTo>
                    <a:pt x="381667" y="842296"/>
                  </a:lnTo>
                  <a:lnTo>
                    <a:pt x="395478" y="834009"/>
                  </a:lnTo>
                  <a:lnTo>
                    <a:pt x="408337" y="828485"/>
                  </a:lnTo>
                  <a:lnTo>
                    <a:pt x="425196" y="828485"/>
                  </a:lnTo>
                  <a:lnTo>
                    <a:pt x="425196" y="789813"/>
                  </a:lnTo>
                  <a:lnTo>
                    <a:pt x="432244" y="781526"/>
                  </a:lnTo>
                  <a:lnTo>
                    <a:pt x="438721" y="774192"/>
                  </a:lnTo>
                  <a:lnTo>
                    <a:pt x="435007" y="778383"/>
                  </a:lnTo>
                  <a:lnTo>
                    <a:pt x="430721" y="770477"/>
                  </a:lnTo>
                  <a:lnTo>
                    <a:pt x="439293" y="758190"/>
                  </a:lnTo>
                  <a:lnTo>
                    <a:pt x="430721" y="752761"/>
                  </a:lnTo>
                  <a:lnTo>
                    <a:pt x="430721" y="733615"/>
                  </a:lnTo>
                  <a:lnTo>
                    <a:pt x="439293" y="733615"/>
                  </a:lnTo>
                  <a:lnTo>
                    <a:pt x="444246" y="715232"/>
                  </a:lnTo>
                  <a:lnTo>
                    <a:pt x="451580" y="707898"/>
                  </a:lnTo>
                  <a:lnTo>
                    <a:pt x="444246" y="695325"/>
                  </a:lnTo>
                  <a:lnTo>
                    <a:pt x="444246" y="686943"/>
                  </a:lnTo>
                  <a:lnTo>
                    <a:pt x="465106" y="677132"/>
                  </a:lnTo>
                  <a:lnTo>
                    <a:pt x="484727" y="656273"/>
                  </a:lnTo>
                  <a:lnTo>
                    <a:pt x="495776" y="639032"/>
                  </a:lnTo>
                  <a:lnTo>
                    <a:pt x="494538" y="609410"/>
                  </a:lnTo>
                  <a:lnTo>
                    <a:pt x="494538" y="591883"/>
                  </a:lnTo>
                  <a:lnTo>
                    <a:pt x="484727" y="566547"/>
                  </a:lnTo>
                  <a:lnTo>
                    <a:pt x="484727" y="545687"/>
                  </a:lnTo>
                  <a:lnTo>
                    <a:pt x="501967" y="508349"/>
                  </a:lnTo>
                  <a:lnTo>
                    <a:pt x="501967" y="89726"/>
                  </a:lnTo>
                  <a:lnTo>
                    <a:pt x="486632" y="75628"/>
                  </a:lnTo>
                  <a:lnTo>
                    <a:pt x="466344" y="64579"/>
                  </a:lnTo>
                  <a:lnTo>
                    <a:pt x="466344" y="49816"/>
                  </a:lnTo>
                  <a:lnTo>
                    <a:pt x="459009" y="38100"/>
                  </a:lnTo>
                  <a:lnTo>
                    <a:pt x="459009" y="0"/>
                  </a:lnTo>
                  <a:lnTo>
                    <a:pt x="105061" y="0"/>
                  </a:lnTo>
                  <a:lnTo>
                    <a:pt x="121634" y="12859"/>
                  </a:lnTo>
                  <a:lnTo>
                    <a:pt x="119824" y="23908"/>
                  </a:lnTo>
                  <a:lnTo>
                    <a:pt x="140684" y="38005"/>
                  </a:lnTo>
                  <a:lnTo>
                    <a:pt x="153257" y="46006"/>
                  </a:lnTo>
                  <a:lnTo>
                    <a:pt x="169545" y="67818"/>
                  </a:lnTo>
                  <a:lnTo>
                    <a:pt x="169545" y="97631"/>
                  </a:lnTo>
                  <a:lnTo>
                    <a:pt x="153257" y="116110"/>
                  </a:lnTo>
                  <a:lnTo>
                    <a:pt x="153257" y="147447"/>
                  </a:lnTo>
                  <a:lnTo>
                    <a:pt x="140684" y="156686"/>
                  </a:lnTo>
                  <a:lnTo>
                    <a:pt x="114300" y="173260"/>
                  </a:lnTo>
                  <a:lnTo>
                    <a:pt x="84772" y="173260"/>
                  </a:lnTo>
                  <a:lnTo>
                    <a:pt x="57150" y="184309"/>
                  </a:lnTo>
                  <a:lnTo>
                    <a:pt x="42386" y="199073"/>
                  </a:lnTo>
                  <a:lnTo>
                    <a:pt x="42386" y="223076"/>
                  </a:lnTo>
                  <a:lnTo>
                    <a:pt x="53435" y="230410"/>
                  </a:lnTo>
                  <a:lnTo>
                    <a:pt x="62674" y="230410"/>
                  </a:lnTo>
                  <a:lnTo>
                    <a:pt x="66389" y="252031"/>
                  </a:lnTo>
                  <a:lnTo>
                    <a:pt x="55340" y="259842"/>
                  </a:lnTo>
                  <a:lnTo>
                    <a:pt x="60865" y="276415"/>
                  </a:lnTo>
                  <a:lnTo>
                    <a:pt x="42386" y="296037"/>
                  </a:lnTo>
                  <a:lnTo>
                    <a:pt x="42386" y="307753"/>
                  </a:lnTo>
                  <a:lnTo>
                    <a:pt x="29527" y="315468"/>
                  </a:lnTo>
                  <a:lnTo>
                    <a:pt x="9239" y="315468"/>
                  </a:lnTo>
                  <a:lnTo>
                    <a:pt x="9239" y="348329"/>
                  </a:lnTo>
                  <a:lnTo>
                    <a:pt x="0" y="359378"/>
                  </a:lnTo>
                  <a:lnTo>
                    <a:pt x="0" y="425768"/>
                  </a:lnTo>
                  <a:lnTo>
                    <a:pt x="7334" y="452437"/>
                  </a:lnTo>
                  <a:lnTo>
                    <a:pt x="16573" y="470916"/>
                  </a:lnTo>
                  <a:lnTo>
                    <a:pt x="34099" y="482918"/>
                  </a:lnTo>
                  <a:lnTo>
                    <a:pt x="52578" y="495776"/>
                  </a:lnTo>
                  <a:lnTo>
                    <a:pt x="66389" y="513302"/>
                  </a:lnTo>
                  <a:lnTo>
                    <a:pt x="76486" y="527114"/>
                  </a:lnTo>
                  <a:lnTo>
                    <a:pt x="91249" y="539115"/>
                  </a:lnTo>
                  <a:lnTo>
                    <a:pt x="94964" y="548354"/>
                  </a:lnTo>
                  <a:lnTo>
                    <a:pt x="96774" y="572357"/>
                  </a:lnTo>
                  <a:lnTo>
                    <a:pt x="100489" y="593598"/>
                  </a:lnTo>
                  <a:lnTo>
                    <a:pt x="107823" y="601885"/>
                  </a:lnTo>
                  <a:lnTo>
                    <a:pt x="124396" y="601885"/>
                  </a:lnTo>
                  <a:lnTo>
                    <a:pt x="136398" y="595408"/>
                  </a:lnTo>
                  <a:lnTo>
                    <a:pt x="149257" y="594455"/>
                  </a:lnTo>
                  <a:lnTo>
                    <a:pt x="162115" y="597218"/>
                  </a:lnTo>
                  <a:lnTo>
                    <a:pt x="169450" y="614744"/>
                  </a:lnTo>
                  <a:lnTo>
                    <a:pt x="170402" y="635984"/>
                  </a:lnTo>
                  <a:lnTo>
                    <a:pt x="153829" y="667322"/>
                  </a:lnTo>
                  <a:cubicBezTo>
                    <a:pt x="153829" y="667322"/>
                    <a:pt x="144589" y="675608"/>
                    <a:pt x="143732" y="679323"/>
                  </a:cubicBezTo>
                  <a:cubicBezTo>
                    <a:pt x="142780" y="683038"/>
                    <a:pt x="140970" y="705136"/>
                    <a:pt x="140970" y="705136"/>
                  </a:cubicBezTo>
                  <a:lnTo>
                    <a:pt x="157543" y="724472"/>
                  </a:lnTo>
                  <a:lnTo>
                    <a:pt x="164878" y="737330"/>
                  </a:lnTo>
                  <a:lnTo>
                    <a:pt x="187928" y="754856"/>
                  </a:lnTo>
                  <a:lnTo>
                    <a:pt x="199930" y="761333"/>
                  </a:lnTo>
                  <a:lnTo>
                    <a:pt x="213741" y="761333"/>
                  </a:lnTo>
                  <a:cubicBezTo>
                    <a:pt x="213741" y="761333"/>
                    <a:pt x="221075" y="776383"/>
                    <a:pt x="224790" y="776192"/>
                  </a:cubicBezTo>
                  <a:cubicBezTo>
                    <a:pt x="228505" y="776002"/>
                    <a:pt x="234029" y="781526"/>
                    <a:pt x="234029" y="781526"/>
                  </a:cubicBezTo>
                  <a:lnTo>
                    <a:pt x="243268" y="788003"/>
                  </a:lnTo>
                  <a:lnTo>
                    <a:pt x="245078" y="798100"/>
                  </a:lnTo>
                  <a:lnTo>
                    <a:pt x="250888" y="807339"/>
                  </a:lnTo>
                  <a:lnTo>
                    <a:pt x="250888" y="832199"/>
                  </a:lnTo>
                  <a:lnTo>
                    <a:pt x="259842" y="842296"/>
                  </a:lnTo>
                  <a:lnTo>
                    <a:pt x="258032" y="852392"/>
                  </a:lnTo>
                  <a:lnTo>
                    <a:pt x="250984" y="864394"/>
                  </a:lnTo>
                  <a:lnTo>
                    <a:pt x="250984" y="877253"/>
                  </a:lnTo>
                  <a:lnTo>
                    <a:pt x="258032" y="888302"/>
                  </a:lnTo>
                  <a:lnTo>
                    <a:pt x="264509" y="893826"/>
                  </a:lnTo>
                  <a:lnTo>
                    <a:pt x="273748" y="893826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D4DFA0C-5201-70D7-5BC5-F356ADD62AEC}"/>
                </a:ext>
              </a:extLst>
            </p:cNvPr>
            <p:cNvSpPr/>
            <p:nvPr/>
          </p:nvSpPr>
          <p:spPr>
            <a:xfrm>
              <a:off x="4332827" y="3394908"/>
              <a:ext cx="839438" cy="741616"/>
            </a:xfrm>
            <a:custGeom>
              <a:avLst/>
              <a:gdLst>
                <a:gd name="connsiteX0" fmla="*/ 819436 w 839438"/>
                <a:gd name="connsiteY0" fmla="*/ 578453 h 741616"/>
                <a:gd name="connsiteX1" fmla="*/ 810197 w 839438"/>
                <a:gd name="connsiteY1" fmla="*/ 578453 h 741616"/>
                <a:gd name="connsiteX2" fmla="*/ 803719 w 839438"/>
                <a:gd name="connsiteY2" fmla="*/ 572929 h 741616"/>
                <a:gd name="connsiteX3" fmla="*/ 796671 w 839438"/>
                <a:gd name="connsiteY3" fmla="*/ 561880 h 741616"/>
                <a:gd name="connsiteX4" fmla="*/ 796671 w 839438"/>
                <a:gd name="connsiteY4" fmla="*/ 549021 h 741616"/>
                <a:gd name="connsiteX5" fmla="*/ 803719 w 839438"/>
                <a:gd name="connsiteY5" fmla="*/ 537020 h 741616"/>
                <a:gd name="connsiteX6" fmla="*/ 805529 w 839438"/>
                <a:gd name="connsiteY6" fmla="*/ 526923 h 741616"/>
                <a:gd name="connsiteX7" fmla="*/ 796576 w 839438"/>
                <a:gd name="connsiteY7" fmla="*/ 516827 h 741616"/>
                <a:gd name="connsiteX8" fmla="*/ 796576 w 839438"/>
                <a:gd name="connsiteY8" fmla="*/ 491966 h 741616"/>
                <a:gd name="connsiteX9" fmla="*/ 790765 w 839438"/>
                <a:gd name="connsiteY9" fmla="*/ 482727 h 741616"/>
                <a:gd name="connsiteX10" fmla="*/ 788956 w 839438"/>
                <a:gd name="connsiteY10" fmla="*/ 472631 h 741616"/>
                <a:gd name="connsiteX11" fmla="*/ 779716 w 839438"/>
                <a:gd name="connsiteY11" fmla="*/ 466154 h 741616"/>
                <a:gd name="connsiteX12" fmla="*/ 770477 w 839438"/>
                <a:gd name="connsiteY12" fmla="*/ 460820 h 741616"/>
                <a:gd name="connsiteX13" fmla="*/ 759428 w 839438"/>
                <a:gd name="connsiteY13" fmla="*/ 445961 h 741616"/>
                <a:gd name="connsiteX14" fmla="*/ 745617 w 839438"/>
                <a:gd name="connsiteY14" fmla="*/ 445961 h 741616"/>
                <a:gd name="connsiteX15" fmla="*/ 733615 w 839438"/>
                <a:gd name="connsiteY15" fmla="*/ 439484 h 741616"/>
                <a:gd name="connsiteX16" fmla="*/ 710565 w 839438"/>
                <a:gd name="connsiteY16" fmla="*/ 421958 h 741616"/>
                <a:gd name="connsiteX17" fmla="*/ 703231 w 839438"/>
                <a:gd name="connsiteY17" fmla="*/ 409099 h 741616"/>
                <a:gd name="connsiteX18" fmla="*/ 686657 w 839438"/>
                <a:gd name="connsiteY18" fmla="*/ 389763 h 741616"/>
                <a:gd name="connsiteX19" fmla="*/ 689419 w 839438"/>
                <a:gd name="connsiteY19" fmla="*/ 363950 h 741616"/>
                <a:gd name="connsiteX20" fmla="*/ 699516 w 839438"/>
                <a:gd name="connsiteY20" fmla="*/ 351949 h 741616"/>
                <a:gd name="connsiteX21" fmla="*/ 716089 w 839438"/>
                <a:gd name="connsiteY21" fmla="*/ 320612 h 741616"/>
                <a:gd name="connsiteX22" fmla="*/ 715137 w 839438"/>
                <a:gd name="connsiteY22" fmla="*/ 299371 h 741616"/>
                <a:gd name="connsiteX23" fmla="*/ 707803 w 839438"/>
                <a:gd name="connsiteY23" fmla="*/ 281845 h 741616"/>
                <a:gd name="connsiteX24" fmla="*/ 694944 w 839438"/>
                <a:gd name="connsiteY24" fmla="*/ 279083 h 741616"/>
                <a:gd name="connsiteX25" fmla="*/ 682085 w 839438"/>
                <a:gd name="connsiteY25" fmla="*/ 280035 h 741616"/>
                <a:gd name="connsiteX26" fmla="*/ 670084 w 839438"/>
                <a:gd name="connsiteY26" fmla="*/ 286512 h 741616"/>
                <a:gd name="connsiteX27" fmla="*/ 653510 w 839438"/>
                <a:gd name="connsiteY27" fmla="*/ 286512 h 741616"/>
                <a:gd name="connsiteX28" fmla="*/ 646176 w 839438"/>
                <a:gd name="connsiteY28" fmla="*/ 278225 h 741616"/>
                <a:gd name="connsiteX29" fmla="*/ 642461 w 839438"/>
                <a:gd name="connsiteY29" fmla="*/ 256985 h 741616"/>
                <a:gd name="connsiteX30" fmla="*/ 640651 w 839438"/>
                <a:gd name="connsiteY30" fmla="*/ 232982 h 741616"/>
                <a:gd name="connsiteX31" fmla="*/ 636937 w 839438"/>
                <a:gd name="connsiteY31" fmla="*/ 223742 h 741616"/>
                <a:gd name="connsiteX32" fmla="*/ 622173 w 839438"/>
                <a:gd name="connsiteY32" fmla="*/ 211741 h 741616"/>
                <a:gd name="connsiteX33" fmla="*/ 612076 w 839438"/>
                <a:gd name="connsiteY33" fmla="*/ 197929 h 741616"/>
                <a:gd name="connsiteX34" fmla="*/ 598265 w 839438"/>
                <a:gd name="connsiteY34" fmla="*/ 180404 h 741616"/>
                <a:gd name="connsiteX35" fmla="*/ 579787 w 839438"/>
                <a:gd name="connsiteY35" fmla="*/ 167545 h 741616"/>
                <a:gd name="connsiteX36" fmla="*/ 562261 w 839438"/>
                <a:gd name="connsiteY36" fmla="*/ 155543 h 741616"/>
                <a:gd name="connsiteX37" fmla="*/ 553022 w 839438"/>
                <a:gd name="connsiteY37" fmla="*/ 137065 h 741616"/>
                <a:gd name="connsiteX38" fmla="*/ 545687 w 839438"/>
                <a:gd name="connsiteY38" fmla="*/ 110395 h 741616"/>
                <a:gd name="connsiteX39" fmla="*/ 545687 w 839438"/>
                <a:gd name="connsiteY39" fmla="*/ 44006 h 741616"/>
                <a:gd name="connsiteX40" fmla="*/ 551116 w 839438"/>
                <a:gd name="connsiteY40" fmla="*/ 37433 h 741616"/>
                <a:gd name="connsiteX41" fmla="*/ 545687 w 839438"/>
                <a:gd name="connsiteY41" fmla="*/ 31052 h 741616"/>
                <a:gd name="connsiteX42" fmla="*/ 528447 w 839438"/>
                <a:gd name="connsiteY42" fmla="*/ 20003 h 741616"/>
                <a:gd name="connsiteX43" fmla="*/ 510635 w 839438"/>
                <a:gd name="connsiteY43" fmla="*/ 20003 h 741616"/>
                <a:gd name="connsiteX44" fmla="*/ 510635 w 839438"/>
                <a:gd name="connsiteY44" fmla="*/ 0 h 741616"/>
                <a:gd name="connsiteX45" fmla="*/ 0 w 839438"/>
                <a:gd name="connsiteY45" fmla="*/ 0 h 741616"/>
                <a:gd name="connsiteX46" fmla="*/ 9239 w 839438"/>
                <a:gd name="connsiteY46" fmla="*/ 14478 h 741616"/>
                <a:gd name="connsiteX47" fmla="*/ 18478 w 839438"/>
                <a:gd name="connsiteY47" fmla="*/ 29242 h 741616"/>
                <a:gd name="connsiteX48" fmla="*/ 18478 w 839438"/>
                <a:gd name="connsiteY48" fmla="*/ 62389 h 741616"/>
                <a:gd name="connsiteX49" fmla="*/ 42481 w 839438"/>
                <a:gd name="connsiteY49" fmla="*/ 75248 h 741616"/>
                <a:gd name="connsiteX50" fmla="*/ 44291 w 839438"/>
                <a:gd name="connsiteY50" fmla="*/ 86297 h 741616"/>
                <a:gd name="connsiteX51" fmla="*/ 49816 w 839438"/>
                <a:gd name="connsiteY51" fmla="*/ 101346 h 741616"/>
                <a:gd name="connsiteX52" fmla="*/ 70104 w 839438"/>
                <a:gd name="connsiteY52" fmla="*/ 117634 h 741616"/>
                <a:gd name="connsiteX53" fmla="*/ 86677 w 839438"/>
                <a:gd name="connsiteY53" fmla="*/ 126873 h 741616"/>
                <a:gd name="connsiteX54" fmla="*/ 108775 w 839438"/>
                <a:gd name="connsiteY54" fmla="*/ 121349 h 741616"/>
                <a:gd name="connsiteX55" fmla="*/ 108775 w 839438"/>
                <a:gd name="connsiteY55" fmla="*/ 140208 h 741616"/>
                <a:gd name="connsiteX56" fmla="*/ 103251 w 839438"/>
                <a:gd name="connsiteY56" fmla="*/ 150495 h 741616"/>
                <a:gd name="connsiteX57" fmla="*/ 97726 w 839438"/>
                <a:gd name="connsiteY57" fmla="*/ 161830 h 741616"/>
                <a:gd name="connsiteX58" fmla="*/ 97726 w 839438"/>
                <a:gd name="connsiteY58" fmla="*/ 192691 h 741616"/>
                <a:gd name="connsiteX59" fmla="*/ 118015 w 839438"/>
                <a:gd name="connsiteY59" fmla="*/ 207931 h 741616"/>
                <a:gd name="connsiteX60" fmla="*/ 118015 w 839438"/>
                <a:gd name="connsiteY60" fmla="*/ 226409 h 741616"/>
                <a:gd name="connsiteX61" fmla="*/ 134588 w 839438"/>
                <a:gd name="connsiteY61" fmla="*/ 237458 h 741616"/>
                <a:gd name="connsiteX62" fmla="*/ 147447 w 839438"/>
                <a:gd name="connsiteY62" fmla="*/ 256794 h 741616"/>
                <a:gd name="connsiteX63" fmla="*/ 147447 w 839438"/>
                <a:gd name="connsiteY63" fmla="*/ 664559 h 741616"/>
                <a:gd name="connsiteX64" fmla="*/ 715232 w 839438"/>
                <a:gd name="connsiteY64" fmla="*/ 664559 h 741616"/>
                <a:gd name="connsiteX65" fmla="*/ 722566 w 839438"/>
                <a:gd name="connsiteY65" fmla="*/ 679895 h 741616"/>
                <a:gd name="connsiteX66" fmla="*/ 722566 w 839438"/>
                <a:gd name="connsiteY66" fmla="*/ 693706 h 741616"/>
                <a:gd name="connsiteX67" fmla="*/ 717042 w 839438"/>
                <a:gd name="connsiteY67" fmla="*/ 703802 h 741616"/>
                <a:gd name="connsiteX68" fmla="*/ 705040 w 839438"/>
                <a:gd name="connsiteY68" fmla="*/ 718566 h 741616"/>
                <a:gd name="connsiteX69" fmla="*/ 690277 w 839438"/>
                <a:gd name="connsiteY69" fmla="*/ 741617 h 741616"/>
                <a:gd name="connsiteX70" fmla="*/ 776002 w 839438"/>
                <a:gd name="connsiteY70" fmla="*/ 741617 h 741616"/>
                <a:gd name="connsiteX71" fmla="*/ 780574 w 839438"/>
                <a:gd name="connsiteY71" fmla="*/ 725043 h 741616"/>
                <a:gd name="connsiteX72" fmla="*/ 776002 w 839438"/>
                <a:gd name="connsiteY72" fmla="*/ 715804 h 741616"/>
                <a:gd name="connsiteX73" fmla="*/ 764953 w 839438"/>
                <a:gd name="connsiteY73" fmla="*/ 708470 h 741616"/>
                <a:gd name="connsiteX74" fmla="*/ 764953 w 839438"/>
                <a:gd name="connsiteY74" fmla="*/ 702945 h 741616"/>
                <a:gd name="connsiteX75" fmla="*/ 776002 w 839438"/>
                <a:gd name="connsiteY75" fmla="*/ 700183 h 741616"/>
                <a:gd name="connsiteX76" fmla="*/ 780574 w 839438"/>
                <a:gd name="connsiteY76" fmla="*/ 700183 h 741616"/>
                <a:gd name="connsiteX77" fmla="*/ 785146 w 839438"/>
                <a:gd name="connsiteY77" fmla="*/ 691896 h 741616"/>
                <a:gd name="connsiteX78" fmla="*/ 785146 w 839438"/>
                <a:gd name="connsiteY78" fmla="*/ 676180 h 741616"/>
                <a:gd name="connsiteX79" fmla="*/ 790670 w 839438"/>
                <a:gd name="connsiteY79" fmla="*/ 669703 h 741616"/>
                <a:gd name="connsiteX80" fmla="*/ 790670 w 839438"/>
                <a:gd name="connsiteY80" fmla="*/ 654939 h 741616"/>
                <a:gd name="connsiteX81" fmla="*/ 803529 w 839438"/>
                <a:gd name="connsiteY81" fmla="*/ 664464 h 741616"/>
                <a:gd name="connsiteX82" fmla="*/ 810006 w 839438"/>
                <a:gd name="connsiteY82" fmla="*/ 664464 h 741616"/>
                <a:gd name="connsiteX83" fmla="*/ 810006 w 839438"/>
                <a:gd name="connsiteY83" fmla="*/ 652367 h 741616"/>
                <a:gd name="connsiteX84" fmla="*/ 814578 w 839438"/>
                <a:gd name="connsiteY84" fmla="*/ 647510 h 741616"/>
                <a:gd name="connsiteX85" fmla="*/ 825627 w 839438"/>
                <a:gd name="connsiteY85" fmla="*/ 647510 h 741616"/>
                <a:gd name="connsiteX86" fmla="*/ 835723 w 839438"/>
                <a:gd name="connsiteY86" fmla="*/ 638270 h 741616"/>
                <a:gd name="connsiteX87" fmla="*/ 835723 w 839438"/>
                <a:gd name="connsiteY87" fmla="*/ 616172 h 741616"/>
                <a:gd name="connsiteX88" fmla="*/ 839438 w 839438"/>
                <a:gd name="connsiteY88" fmla="*/ 600456 h 741616"/>
                <a:gd name="connsiteX89" fmla="*/ 839438 w 839438"/>
                <a:gd name="connsiteY89" fmla="*/ 595884 h 741616"/>
                <a:gd name="connsiteX90" fmla="*/ 829342 w 839438"/>
                <a:gd name="connsiteY90" fmla="*/ 590360 h 741616"/>
                <a:gd name="connsiteX91" fmla="*/ 819245 w 839438"/>
                <a:gd name="connsiteY91" fmla="*/ 578358 h 741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839438" h="741616">
                  <a:moveTo>
                    <a:pt x="819436" y="578453"/>
                  </a:moveTo>
                  <a:lnTo>
                    <a:pt x="810197" y="578453"/>
                  </a:lnTo>
                  <a:lnTo>
                    <a:pt x="803719" y="572929"/>
                  </a:lnTo>
                  <a:lnTo>
                    <a:pt x="796671" y="561880"/>
                  </a:lnTo>
                  <a:lnTo>
                    <a:pt x="796671" y="549021"/>
                  </a:lnTo>
                  <a:lnTo>
                    <a:pt x="803719" y="537020"/>
                  </a:lnTo>
                  <a:lnTo>
                    <a:pt x="805529" y="526923"/>
                  </a:lnTo>
                  <a:lnTo>
                    <a:pt x="796576" y="516827"/>
                  </a:lnTo>
                  <a:lnTo>
                    <a:pt x="796576" y="491966"/>
                  </a:lnTo>
                  <a:lnTo>
                    <a:pt x="790765" y="482727"/>
                  </a:lnTo>
                  <a:lnTo>
                    <a:pt x="788956" y="472631"/>
                  </a:lnTo>
                  <a:lnTo>
                    <a:pt x="779716" y="466154"/>
                  </a:lnTo>
                  <a:cubicBezTo>
                    <a:pt x="779716" y="466154"/>
                    <a:pt x="774192" y="460629"/>
                    <a:pt x="770477" y="460820"/>
                  </a:cubicBezTo>
                  <a:cubicBezTo>
                    <a:pt x="766763" y="461010"/>
                    <a:pt x="759428" y="445961"/>
                    <a:pt x="759428" y="445961"/>
                  </a:cubicBezTo>
                  <a:lnTo>
                    <a:pt x="745617" y="445961"/>
                  </a:lnTo>
                  <a:lnTo>
                    <a:pt x="733615" y="439484"/>
                  </a:lnTo>
                  <a:lnTo>
                    <a:pt x="710565" y="421958"/>
                  </a:lnTo>
                  <a:lnTo>
                    <a:pt x="703231" y="409099"/>
                  </a:lnTo>
                  <a:lnTo>
                    <a:pt x="686657" y="389763"/>
                  </a:lnTo>
                  <a:cubicBezTo>
                    <a:pt x="686657" y="389763"/>
                    <a:pt x="688467" y="367665"/>
                    <a:pt x="689419" y="363950"/>
                  </a:cubicBezTo>
                  <a:cubicBezTo>
                    <a:pt x="690372" y="360236"/>
                    <a:pt x="699516" y="351949"/>
                    <a:pt x="699516" y="351949"/>
                  </a:cubicBezTo>
                  <a:lnTo>
                    <a:pt x="716089" y="320612"/>
                  </a:lnTo>
                  <a:lnTo>
                    <a:pt x="715137" y="299371"/>
                  </a:lnTo>
                  <a:lnTo>
                    <a:pt x="707803" y="281845"/>
                  </a:lnTo>
                  <a:lnTo>
                    <a:pt x="694944" y="279083"/>
                  </a:lnTo>
                  <a:lnTo>
                    <a:pt x="682085" y="280035"/>
                  </a:lnTo>
                  <a:lnTo>
                    <a:pt x="670084" y="286512"/>
                  </a:lnTo>
                  <a:lnTo>
                    <a:pt x="653510" y="286512"/>
                  </a:lnTo>
                  <a:lnTo>
                    <a:pt x="646176" y="278225"/>
                  </a:lnTo>
                  <a:lnTo>
                    <a:pt x="642461" y="256985"/>
                  </a:lnTo>
                  <a:lnTo>
                    <a:pt x="640651" y="232982"/>
                  </a:lnTo>
                  <a:lnTo>
                    <a:pt x="636937" y="223742"/>
                  </a:lnTo>
                  <a:lnTo>
                    <a:pt x="622173" y="211741"/>
                  </a:lnTo>
                  <a:lnTo>
                    <a:pt x="612076" y="197929"/>
                  </a:lnTo>
                  <a:lnTo>
                    <a:pt x="598265" y="180404"/>
                  </a:lnTo>
                  <a:lnTo>
                    <a:pt x="579787" y="167545"/>
                  </a:lnTo>
                  <a:lnTo>
                    <a:pt x="562261" y="155543"/>
                  </a:lnTo>
                  <a:lnTo>
                    <a:pt x="553022" y="137065"/>
                  </a:lnTo>
                  <a:lnTo>
                    <a:pt x="545687" y="110395"/>
                  </a:lnTo>
                  <a:lnTo>
                    <a:pt x="545687" y="44006"/>
                  </a:lnTo>
                  <a:lnTo>
                    <a:pt x="551116" y="37433"/>
                  </a:lnTo>
                  <a:lnTo>
                    <a:pt x="545687" y="31052"/>
                  </a:lnTo>
                  <a:lnTo>
                    <a:pt x="528447" y="20003"/>
                  </a:lnTo>
                  <a:lnTo>
                    <a:pt x="510635" y="20003"/>
                  </a:lnTo>
                  <a:lnTo>
                    <a:pt x="510635" y="0"/>
                  </a:lnTo>
                  <a:lnTo>
                    <a:pt x="0" y="0"/>
                  </a:lnTo>
                  <a:lnTo>
                    <a:pt x="9239" y="14478"/>
                  </a:lnTo>
                  <a:lnTo>
                    <a:pt x="18478" y="29242"/>
                  </a:lnTo>
                  <a:lnTo>
                    <a:pt x="18478" y="62389"/>
                  </a:lnTo>
                  <a:lnTo>
                    <a:pt x="42481" y="75248"/>
                  </a:lnTo>
                  <a:lnTo>
                    <a:pt x="44291" y="86297"/>
                  </a:lnTo>
                  <a:cubicBezTo>
                    <a:pt x="46101" y="97346"/>
                    <a:pt x="49816" y="101346"/>
                    <a:pt x="49816" y="101346"/>
                  </a:cubicBezTo>
                  <a:lnTo>
                    <a:pt x="70104" y="117634"/>
                  </a:lnTo>
                  <a:lnTo>
                    <a:pt x="86677" y="126873"/>
                  </a:lnTo>
                  <a:lnTo>
                    <a:pt x="108775" y="121349"/>
                  </a:lnTo>
                  <a:lnTo>
                    <a:pt x="108775" y="140208"/>
                  </a:lnTo>
                  <a:lnTo>
                    <a:pt x="103251" y="150495"/>
                  </a:lnTo>
                  <a:lnTo>
                    <a:pt x="97726" y="161830"/>
                  </a:lnTo>
                  <a:lnTo>
                    <a:pt x="97726" y="192691"/>
                  </a:lnTo>
                  <a:lnTo>
                    <a:pt x="118015" y="207931"/>
                  </a:lnTo>
                  <a:lnTo>
                    <a:pt x="118015" y="226409"/>
                  </a:lnTo>
                  <a:lnTo>
                    <a:pt x="134588" y="237458"/>
                  </a:lnTo>
                  <a:lnTo>
                    <a:pt x="147447" y="256794"/>
                  </a:lnTo>
                  <a:lnTo>
                    <a:pt x="147447" y="664559"/>
                  </a:lnTo>
                  <a:lnTo>
                    <a:pt x="715232" y="664559"/>
                  </a:lnTo>
                  <a:lnTo>
                    <a:pt x="722566" y="679895"/>
                  </a:lnTo>
                  <a:lnTo>
                    <a:pt x="722566" y="693706"/>
                  </a:lnTo>
                  <a:lnTo>
                    <a:pt x="717042" y="703802"/>
                  </a:lnTo>
                  <a:lnTo>
                    <a:pt x="705040" y="718566"/>
                  </a:lnTo>
                  <a:lnTo>
                    <a:pt x="690277" y="741617"/>
                  </a:lnTo>
                  <a:lnTo>
                    <a:pt x="776002" y="741617"/>
                  </a:lnTo>
                  <a:lnTo>
                    <a:pt x="780574" y="725043"/>
                  </a:lnTo>
                  <a:lnTo>
                    <a:pt x="776002" y="715804"/>
                  </a:lnTo>
                  <a:lnTo>
                    <a:pt x="764953" y="708470"/>
                  </a:lnTo>
                  <a:lnTo>
                    <a:pt x="764953" y="702945"/>
                  </a:lnTo>
                  <a:lnTo>
                    <a:pt x="776002" y="700183"/>
                  </a:lnTo>
                  <a:lnTo>
                    <a:pt x="780574" y="700183"/>
                  </a:lnTo>
                  <a:lnTo>
                    <a:pt x="785146" y="691896"/>
                  </a:lnTo>
                  <a:lnTo>
                    <a:pt x="785146" y="676180"/>
                  </a:lnTo>
                  <a:lnTo>
                    <a:pt x="790670" y="669703"/>
                  </a:lnTo>
                  <a:lnTo>
                    <a:pt x="790670" y="654939"/>
                  </a:lnTo>
                  <a:lnTo>
                    <a:pt x="803529" y="664464"/>
                  </a:lnTo>
                  <a:lnTo>
                    <a:pt x="810006" y="664464"/>
                  </a:lnTo>
                  <a:lnTo>
                    <a:pt x="810006" y="652367"/>
                  </a:lnTo>
                  <a:lnTo>
                    <a:pt x="814578" y="647510"/>
                  </a:lnTo>
                  <a:lnTo>
                    <a:pt x="825627" y="647510"/>
                  </a:lnTo>
                  <a:lnTo>
                    <a:pt x="835723" y="638270"/>
                  </a:lnTo>
                  <a:lnTo>
                    <a:pt x="835723" y="616172"/>
                  </a:lnTo>
                  <a:lnTo>
                    <a:pt x="839438" y="600456"/>
                  </a:lnTo>
                  <a:lnTo>
                    <a:pt x="839438" y="595884"/>
                  </a:lnTo>
                  <a:lnTo>
                    <a:pt x="829342" y="590360"/>
                  </a:lnTo>
                  <a:lnTo>
                    <a:pt x="819245" y="57835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1FB211DA-BC88-118E-134A-A156C9456151}"/>
                </a:ext>
              </a:extLst>
            </p:cNvPr>
            <p:cNvSpPr/>
            <p:nvPr/>
          </p:nvSpPr>
          <p:spPr>
            <a:xfrm>
              <a:off x="4702397" y="2292770"/>
              <a:ext cx="740949" cy="786098"/>
            </a:xfrm>
            <a:custGeom>
              <a:avLst/>
              <a:gdLst>
                <a:gd name="connsiteX0" fmla="*/ 721519 w 740949"/>
                <a:gd name="connsiteY0" fmla="*/ 306229 h 786098"/>
                <a:gd name="connsiteX1" fmla="*/ 715328 w 740949"/>
                <a:gd name="connsiteY1" fmla="*/ 318230 h 786098"/>
                <a:gd name="connsiteX2" fmla="*/ 702469 w 740949"/>
                <a:gd name="connsiteY2" fmla="*/ 328041 h 786098"/>
                <a:gd name="connsiteX3" fmla="*/ 696944 w 740949"/>
                <a:gd name="connsiteY3" fmla="*/ 354140 h 786098"/>
                <a:gd name="connsiteX4" fmla="*/ 690467 w 740949"/>
                <a:gd name="connsiteY4" fmla="*/ 367951 h 786098"/>
                <a:gd name="connsiteX5" fmla="*/ 678180 w 740949"/>
                <a:gd name="connsiteY5" fmla="*/ 378047 h 786098"/>
                <a:gd name="connsiteX6" fmla="*/ 662845 w 740949"/>
                <a:gd name="connsiteY6" fmla="*/ 382619 h 786098"/>
                <a:gd name="connsiteX7" fmla="*/ 651796 w 740949"/>
                <a:gd name="connsiteY7" fmla="*/ 394621 h 786098"/>
                <a:gd name="connsiteX8" fmla="*/ 641699 w 740949"/>
                <a:gd name="connsiteY8" fmla="*/ 411194 h 786098"/>
                <a:gd name="connsiteX9" fmla="*/ 629698 w 740949"/>
                <a:gd name="connsiteY9" fmla="*/ 425006 h 786098"/>
                <a:gd name="connsiteX10" fmla="*/ 613981 w 740949"/>
                <a:gd name="connsiteY10" fmla="*/ 436055 h 786098"/>
                <a:gd name="connsiteX11" fmla="*/ 606933 w 740949"/>
                <a:gd name="connsiteY11" fmla="*/ 417576 h 786098"/>
                <a:gd name="connsiteX12" fmla="*/ 619506 w 740949"/>
                <a:gd name="connsiteY12" fmla="*/ 397288 h 786098"/>
                <a:gd name="connsiteX13" fmla="*/ 630555 w 740949"/>
                <a:gd name="connsiteY13" fmla="*/ 376999 h 786098"/>
                <a:gd name="connsiteX14" fmla="*/ 641604 w 740949"/>
                <a:gd name="connsiteY14" fmla="*/ 354901 h 786098"/>
                <a:gd name="connsiteX15" fmla="*/ 653605 w 740949"/>
                <a:gd name="connsiteY15" fmla="*/ 337376 h 786098"/>
                <a:gd name="connsiteX16" fmla="*/ 665893 w 740949"/>
                <a:gd name="connsiteY16" fmla="*/ 327851 h 786098"/>
                <a:gd name="connsiteX17" fmla="*/ 659130 w 740949"/>
                <a:gd name="connsiteY17" fmla="*/ 324803 h 786098"/>
                <a:gd name="connsiteX18" fmla="*/ 656082 w 740949"/>
                <a:gd name="connsiteY18" fmla="*/ 315563 h 786098"/>
                <a:gd name="connsiteX19" fmla="*/ 656082 w 740949"/>
                <a:gd name="connsiteY19" fmla="*/ 303847 h 786098"/>
                <a:gd name="connsiteX20" fmla="*/ 654844 w 740949"/>
                <a:gd name="connsiteY20" fmla="*/ 292799 h 786098"/>
                <a:gd name="connsiteX21" fmla="*/ 648081 w 740949"/>
                <a:gd name="connsiteY21" fmla="*/ 287845 h 786098"/>
                <a:gd name="connsiteX22" fmla="*/ 633317 w 740949"/>
                <a:gd name="connsiteY22" fmla="*/ 287845 h 786098"/>
                <a:gd name="connsiteX23" fmla="*/ 625983 w 740949"/>
                <a:gd name="connsiteY23" fmla="*/ 284797 h 786098"/>
                <a:gd name="connsiteX24" fmla="*/ 627221 w 740949"/>
                <a:gd name="connsiteY24" fmla="*/ 272510 h 786098"/>
                <a:gd name="connsiteX25" fmla="*/ 632746 w 740949"/>
                <a:gd name="connsiteY25" fmla="*/ 263271 h 786098"/>
                <a:gd name="connsiteX26" fmla="*/ 639508 w 740949"/>
                <a:gd name="connsiteY26" fmla="*/ 250412 h 786098"/>
                <a:gd name="connsiteX27" fmla="*/ 643223 w 740949"/>
                <a:gd name="connsiteY27" fmla="*/ 237553 h 786098"/>
                <a:gd name="connsiteX28" fmla="*/ 641413 w 740949"/>
                <a:gd name="connsiteY28" fmla="*/ 217265 h 786098"/>
                <a:gd name="connsiteX29" fmla="*/ 619315 w 740949"/>
                <a:gd name="connsiteY29" fmla="*/ 217265 h 786098"/>
                <a:gd name="connsiteX30" fmla="*/ 607028 w 740949"/>
                <a:gd name="connsiteY30" fmla="*/ 205550 h 786098"/>
                <a:gd name="connsiteX31" fmla="*/ 604552 w 740949"/>
                <a:gd name="connsiteY31" fmla="*/ 190786 h 786098"/>
                <a:gd name="connsiteX32" fmla="*/ 592836 w 740949"/>
                <a:gd name="connsiteY32" fmla="*/ 177927 h 786098"/>
                <a:gd name="connsiteX33" fmla="*/ 552926 w 740949"/>
                <a:gd name="connsiteY33" fmla="*/ 174212 h 786098"/>
                <a:gd name="connsiteX34" fmla="*/ 533876 w 740949"/>
                <a:gd name="connsiteY34" fmla="*/ 168021 h 786098"/>
                <a:gd name="connsiteX35" fmla="*/ 508635 w 740949"/>
                <a:gd name="connsiteY35" fmla="*/ 162497 h 786098"/>
                <a:gd name="connsiteX36" fmla="*/ 487775 w 740949"/>
                <a:gd name="connsiteY36" fmla="*/ 153924 h 786098"/>
                <a:gd name="connsiteX37" fmla="*/ 444722 w 740949"/>
                <a:gd name="connsiteY37" fmla="*/ 136112 h 786098"/>
                <a:gd name="connsiteX38" fmla="*/ 407194 w 740949"/>
                <a:gd name="connsiteY38" fmla="*/ 127540 h 786098"/>
                <a:gd name="connsiteX39" fmla="*/ 346329 w 740949"/>
                <a:gd name="connsiteY39" fmla="*/ 104775 h 786098"/>
                <a:gd name="connsiteX40" fmla="*/ 338995 w 740949"/>
                <a:gd name="connsiteY40" fmla="*/ 86963 h 786098"/>
                <a:gd name="connsiteX41" fmla="*/ 328517 w 740949"/>
                <a:gd name="connsiteY41" fmla="*/ 74676 h 786098"/>
                <a:gd name="connsiteX42" fmla="*/ 316802 w 740949"/>
                <a:gd name="connsiteY42" fmla="*/ 66104 h 786098"/>
                <a:gd name="connsiteX43" fmla="*/ 299561 w 740949"/>
                <a:gd name="connsiteY43" fmla="*/ 66104 h 786098"/>
                <a:gd name="connsiteX44" fmla="*/ 284797 w 740949"/>
                <a:gd name="connsiteY44" fmla="*/ 58103 h 786098"/>
                <a:gd name="connsiteX45" fmla="*/ 278321 w 740949"/>
                <a:gd name="connsiteY45" fmla="*/ 49816 h 786098"/>
                <a:gd name="connsiteX46" fmla="*/ 262604 w 740949"/>
                <a:gd name="connsiteY46" fmla="*/ 49816 h 786098"/>
                <a:gd name="connsiteX47" fmla="*/ 244126 w 740949"/>
                <a:gd name="connsiteY47" fmla="*/ 59912 h 786098"/>
                <a:gd name="connsiteX48" fmla="*/ 244126 w 740949"/>
                <a:gd name="connsiteY48" fmla="*/ 43339 h 786098"/>
                <a:gd name="connsiteX49" fmla="*/ 259842 w 740949"/>
                <a:gd name="connsiteY49" fmla="*/ 20288 h 786098"/>
                <a:gd name="connsiteX50" fmla="*/ 258889 w 740949"/>
                <a:gd name="connsiteY50" fmla="*/ 5525 h 786098"/>
                <a:gd name="connsiteX51" fmla="*/ 251555 w 740949"/>
                <a:gd name="connsiteY51" fmla="*/ 0 h 786098"/>
                <a:gd name="connsiteX52" fmla="*/ 236791 w 740949"/>
                <a:gd name="connsiteY52" fmla="*/ 0 h 786098"/>
                <a:gd name="connsiteX53" fmla="*/ 203645 w 740949"/>
                <a:gd name="connsiteY53" fmla="*/ 12859 h 786098"/>
                <a:gd name="connsiteX54" fmla="*/ 177832 w 740949"/>
                <a:gd name="connsiteY54" fmla="*/ 21146 h 786098"/>
                <a:gd name="connsiteX55" fmla="*/ 154781 w 740949"/>
                <a:gd name="connsiteY55" fmla="*/ 33147 h 786098"/>
                <a:gd name="connsiteX56" fmla="*/ 139065 w 740949"/>
                <a:gd name="connsiteY56" fmla="*/ 40481 h 786098"/>
                <a:gd name="connsiteX57" fmla="*/ 105918 w 740949"/>
                <a:gd name="connsiteY57" fmla="*/ 42291 h 786098"/>
                <a:gd name="connsiteX58" fmla="*/ 98584 w 740949"/>
                <a:gd name="connsiteY58" fmla="*/ 34957 h 786098"/>
                <a:gd name="connsiteX59" fmla="*/ 86582 w 740949"/>
                <a:gd name="connsiteY59" fmla="*/ 37719 h 786098"/>
                <a:gd name="connsiteX60" fmla="*/ 72771 w 740949"/>
                <a:gd name="connsiteY60" fmla="*/ 47816 h 786098"/>
                <a:gd name="connsiteX61" fmla="*/ 72771 w 740949"/>
                <a:gd name="connsiteY61" fmla="*/ 143637 h 786098"/>
                <a:gd name="connsiteX62" fmla="*/ 66294 w 740949"/>
                <a:gd name="connsiteY62" fmla="*/ 156496 h 786098"/>
                <a:gd name="connsiteX63" fmla="*/ 55245 w 740949"/>
                <a:gd name="connsiteY63" fmla="*/ 168497 h 786098"/>
                <a:gd name="connsiteX64" fmla="*/ 32195 w 740949"/>
                <a:gd name="connsiteY64" fmla="*/ 179546 h 786098"/>
                <a:gd name="connsiteX65" fmla="*/ 19336 w 740949"/>
                <a:gd name="connsiteY65" fmla="*/ 188786 h 786098"/>
                <a:gd name="connsiteX66" fmla="*/ 12859 w 740949"/>
                <a:gd name="connsiteY66" fmla="*/ 198025 h 786098"/>
                <a:gd name="connsiteX67" fmla="*/ 0 w 740949"/>
                <a:gd name="connsiteY67" fmla="*/ 216503 h 786098"/>
                <a:gd name="connsiteX68" fmla="*/ 0 w 740949"/>
                <a:gd name="connsiteY68" fmla="*/ 245078 h 786098"/>
                <a:gd name="connsiteX69" fmla="*/ 15716 w 740949"/>
                <a:gd name="connsiteY69" fmla="*/ 251555 h 786098"/>
                <a:gd name="connsiteX70" fmla="*/ 21241 w 740949"/>
                <a:gd name="connsiteY70" fmla="*/ 257080 h 786098"/>
                <a:gd name="connsiteX71" fmla="*/ 26765 w 740949"/>
                <a:gd name="connsiteY71" fmla="*/ 269081 h 786098"/>
                <a:gd name="connsiteX72" fmla="*/ 22193 w 740949"/>
                <a:gd name="connsiteY72" fmla="*/ 283845 h 786098"/>
                <a:gd name="connsiteX73" fmla="*/ 11144 w 740949"/>
                <a:gd name="connsiteY73" fmla="*/ 306895 h 786098"/>
                <a:gd name="connsiteX74" fmla="*/ 12097 w 740949"/>
                <a:gd name="connsiteY74" fmla="*/ 327755 h 786098"/>
                <a:gd name="connsiteX75" fmla="*/ 9335 w 740949"/>
                <a:gd name="connsiteY75" fmla="*/ 364903 h 786098"/>
                <a:gd name="connsiteX76" fmla="*/ 10287 w 740949"/>
                <a:gd name="connsiteY76" fmla="*/ 381476 h 786098"/>
                <a:gd name="connsiteX77" fmla="*/ 10287 w 740949"/>
                <a:gd name="connsiteY77" fmla="*/ 396240 h 786098"/>
                <a:gd name="connsiteX78" fmla="*/ 37052 w 740949"/>
                <a:gd name="connsiteY78" fmla="*/ 417481 h 786098"/>
                <a:gd name="connsiteX79" fmla="*/ 47149 w 740949"/>
                <a:gd name="connsiteY79" fmla="*/ 420243 h 786098"/>
                <a:gd name="connsiteX80" fmla="*/ 61913 w 740949"/>
                <a:gd name="connsiteY80" fmla="*/ 426720 h 786098"/>
                <a:gd name="connsiteX81" fmla="*/ 72009 w 740949"/>
                <a:gd name="connsiteY81" fmla="*/ 439579 h 786098"/>
                <a:gd name="connsiteX82" fmla="*/ 84011 w 740949"/>
                <a:gd name="connsiteY82" fmla="*/ 448818 h 786098"/>
                <a:gd name="connsiteX83" fmla="*/ 97822 w 740949"/>
                <a:gd name="connsiteY83" fmla="*/ 455295 h 786098"/>
                <a:gd name="connsiteX84" fmla="*/ 107918 w 740949"/>
                <a:gd name="connsiteY84" fmla="*/ 458057 h 786098"/>
                <a:gd name="connsiteX85" fmla="*/ 117157 w 740949"/>
                <a:gd name="connsiteY85" fmla="*/ 462629 h 786098"/>
                <a:gd name="connsiteX86" fmla="*/ 118967 w 740949"/>
                <a:gd name="connsiteY86" fmla="*/ 470916 h 786098"/>
                <a:gd name="connsiteX87" fmla="*/ 125444 w 740949"/>
                <a:gd name="connsiteY87" fmla="*/ 484727 h 786098"/>
                <a:gd name="connsiteX88" fmla="*/ 130016 w 740949"/>
                <a:gd name="connsiteY88" fmla="*/ 498539 h 786098"/>
                <a:gd name="connsiteX89" fmla="*/ 136493 w 740949"/>
                <a:gd name="connsiteY89" fmla="*/ 501301 h 786098"/>
                <a:gd name="connsiteX90" fmla="*/ 154972 w 740949"/>
                <a:gd name="connsiteY90" fmla="*/ 510540 h 786098"/>
                <a:gd name="connsiteX91" fmla="*/ 158687 w 740949"/>
                <a:gd name="connsiteY91" fmla="*/ 519779 h 786098"/>
                <a:gd name="connsiteX92" fmla="*/ 165163 w 740949"/>
                <a:gd name="connsiteY92" fmla="*/ 526256 h 786098"/>
                <a:gd name="connsiteX93" fmla="*/ 185452 w 740949"/>
                <a:gd name="connsiteY93" fmla="*/ 526256 h 786098"/>
                <a:gd name="connsiteX94" fmla="*/ 197453 w 740949"/>
                <a:gd name="connsiteY94" fmla="*/ 541020 h 786098"/>
                <a:gd name="connsiteX95" fmla="*/ 200215 w 740949"/>
                <a:gd name="connsiteY95" fmla="*/ 552069 h 786098"/>
                <a:gd name="connsiteX96" fmla="*/ 203930 w 740949"/>
                <a:gd name="connsiteY96" fmla="*/ 566833 h 786098"/>
                <a:gd name="connsiteX97" fmla="*/ 199358 w 740949"/>
                <a:gd name="connsiteY97" fmla="*/ 576072 h 786098"/>
                <a:gd name="connsiteX98" fmla="*/ 206693 w 740949"/>
                <a:gd name="connsiteY98" fmla="*/ 588931 h 786098"/>
                <a:gd name="connsiteX99" fmla="*/ 208502 w 740949"/>
                <a:gd name="connsiteY99" fmla="*/ 599027 h 786098"/>
                <a:gd name="connsiteX100" fmla="*/ 208502 w 740949"/>
                <a:gd name="connsiteY100" fmla="*/ 613791 h 786098"/>
                <a:gd name="connsiteX101" fmla="*/ 209455 w 740949"/>
                <a:gd name="connsiteY101" fmla="*/ 622078 h 786098"/>
                <a:gd name="connsiteX102" fmla="*/ 209455 w 740949"/>
                <a:gd name="connsiteY102" fmla="*/ 633127 h 786098"/>
                <a:gd name="connsiteX103" fmla="*/ 214027 w 740949"/>
                <a:gd name="connsiteY103" fmla="*/ 645128 h 786098"/>
                <a:gd name="connsiteX104" fmla="*/ 222313 w 740949"/>
                <a:gd name="connsiteY104" fmla="*/ 645128 h 786098"/>
                <a:gd name="connsiteX105" fmla="*/ 223266 w 740949"/>
                <a:gd name="connsiteY105" fmla="*/ 652463 h 786098"/>
                <a:gd name="connsiteX106" fmla="*/ 225076 w 740949"/>
                <a:gd name="connsiteY106" fmla="*/ 661702 h 786098"/>
                <a:gd name="connsiteX107" fmla="*/ 224123 w 740949"/>
                <a:gd name="connsiteY107" fmla="*/ 671798 h 786098"/>
                <a:gd name="connsiteX108" fmla="*/ 214884 w 740949"/>
                <a:gd name="connsiteY108" fmla="*/ 681038 h 786098"/>
                <a:gd name="connsiteX109" fmla="*/ 212122 w 740949"/>
                <a:gd name="connsiteY109" fmla="*/ 691134 h 786098"/>
                <a:gd name="connsiteX110" fmla="*/ 216694 w 740949"/>
                <a:gd name="connsiteY110" fmla="*/ 708660 h 786098"/>
                <a:gd name="connsiteX111" fmla="*/ 224028 w 740949"/>
                <a:gd name="connsiteY111" fmla="*/ 723424 h 786098"/>
                <a:gd name="connsiteX112" fmla="*/ 229553 w 740949"/>
                <a:gd name="connsiteY112" fmla="*/ 740950 h 786098"/>
                <a:gd name="connsiteX113" fmla="*/ 226790 w 740949"/>
                <a:gd name="connsiteY113" fmla="*/ 749237 h 786098"/>
                <a:gd name="connsiteX114" fmla="*/ 234124 w 740949"/>
                <a:gd name="connsiteY114" fmla="*/ 754761 h 786098"/>
                <a:gd name="connsiteX115" fmla="*/ 244221 w 740949"/>
                <a:gd name="connsiteY115" fmla="*/ 756571 h 786098"/>
                <a:gd name="connsiteX116" fmla="*/ 259937 w 740949"/>
                <a:gd name="connsiteY116" fmla="*/ 756571 h 786098"/>
                <a:gd name="connsiteX117" fmla="*/ 268224 w 740949"/>
                <a:gd name="connsiteY117" fmla="*/ 759333 h 786098"/>
                <a:gd name="connsiteX118" fmla="*/ 274701 w 740949"/>
                <a:gd name="connsiteY118" fmla="*/ 764858 h 786098"/>
                <a:gd name="connsiteX119" fmla="*/ 275654 w 740949"/>
                <a:gd name="connsiteY119" fmla="*/ 776859 h 786098"/>
                <a:gd name="connsiteX120" fmla="*/ 281178 w 740949"/>
                <a:gd name="connsiteY120" fmla="*/ 786098 h 786098"/>
                <a:gd name="connsiteX121" fmla="*/ 635127 w 740949"/>
                <a:gd name="connsiteY121" fmla="*/ 786098 h 786098"/>
                <a:gd name="connsiteX122" fmla="*/ 640652 w 740949"/>
                <a:gd name="connsiteY122" fmla="*/ 761238 h 786098"/>
                <a:gd name="connsiteX123" fmla="*/ 640652 w 740949"/>
                <a:gd name="connsiteY123" fmla="*/ 742760 h 786098"/>
                <a:gd name="connsiteX124" fmla="*/ 634174 w 740949"/>
                <a:gd name="connsiteY124" fmla="*/ 722471 h 786098"/>
                <a:gd name="connsiteX125" fmla="*/ 629603 w 740949"/>
                <a:gd name="connsiteY125" fmla="*/ 695706 h 786098"/>
                <a:gd name="connsiteX126" fmla="*/ 628650 w 740949"/>
                <a:gd name="connsiteY126" fmla="*/ 671703 h 786098"/>
                <a:gd name="connsiteX127" fmla="*/ 627697 w 740949"/>
                <a:gd name="connsiteY127" fmla="*/ 651415 h 786098"/>
                <a:gd name="connsiteX128" fmla="*/ 630460 w 740949"/>
                <a:gd name="connsiteY128" fmla="*/ 633889 h 786098"/>
                <a:gd name="connsiteX129" fmla="*/ 640556 w 740949"/>
                <a:gd name="connsiteY129" fmla="*/ 613601 h 786098"/>
                <a:gd name="connsiteX130" fmla="*/ 651605 w 740949"/>
                <a:gd name="connsiteY130" fmla="*/ 590550 h 786098"/>
                <a:gd name="connsiteX131" fmla="*/ 651605 w 740949"/>
                <a:gd name="connsiteY131" fmla="*/ 533400 h 786098"/>
                <a:gd name="connsiteX132" fmla="*/ 656177 w 740949"/>
                <a:gd name="connsiteY132" fmla="*/ 511302 h 786098"/>
                <a:gd name="connsiteX133" fmla="*/ 666274 w 740949"/>
                <a:gd name="connsiteY133" fmla="*/ 497491 h 786098"/>
                <a:gd name="connsiteX134" fmla="*/ 672751 w 740949"/>
                <a:gd name="connsiteY134" fmla="*/ 487394 h 786098"/>
                <a:gd name="connsiteX135" fmla="*/ 683800 w 740949"/>
                <a:gd name="connsiteY135" fmla="*/ 437579 h 786098"/>
                <a:gd name="connsiteX136" fmla="*/ 696658 w 740949"/>
                <a:gd name="connsiteY136" fmla="*/ 404432 h 786098"/>
                <a:gd name="connsiteX137" fmla="*/ 702183 w 740949"/>
                <a:gd name="connsiteY137" fmla="*/ 385096 h 786098"/>
                <a:gd name="connsiteX138" fmla="*/ 707707 w 740949"/>
                <a:gd name="connsiteY138" fmla="*/ 373094 h 786098"/>
                <a:gd name="connsiteX139" fmla="*/ 721233 w 740949"/>
                <a:gd name="connsiteY139" fmla="*/ 352806 h 786098"/>
                <a:gd name="connsiteX140" fmla="*/ 727996 w 740949"/>
                <a:gd name="connsiteY140" fmla="*/ 335280 h 786098"/>
                <a:gd name="connsiteX141" fmla="*/ 734473 w 740949"/>
                <a:gd name="connsiteY141" fmla="*/ 309467 h 786098"/>
                <a:gd name="connsiteX142" fmla="*/ 740950 w 740949"/>
                <a:gd name="connsiteY142" fmla="*/ 294704 h 786098"/>
                <a:gd name="connsiteX143" fmla="*/ 732663 w 740949"/>
                <a:gd name="connsiteY143" fmla="*/ 294704 h 786098"/>
                <a:gd name="connsiteX144" fmla="*/ 721328 w 740949"/>
                <a:gd name="connsiteY144" fmla="*/ 305753 h 786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40949" h="786098">
                  <a:moveTo>
                    <a:pt x="721519" y="306229"/>
                  </a:moveTo>
                  <a:lnTo>
                    <a:pt x="715328" y="318230"/>
                  </a:lnTo>
                  <a:lnTo>
                    <a:pt x="702469" y="328041"/>
                  </a:lnTo>
                  <a:lnTo>
                    <a:pt x="696944" y="354140"/>
                  </a:lnTo>
                  <a:lnTo>
                    <a:pt x="690467" y="367951"/>
                  </a:lnTo>
                  <a:lnTo>
                    <a:pt x="678180" y="378047"/>
                  </a:lnTo>
                  <a:lnTo>
                    <a:pt x="662845" y="382619"/>
                  </a:lnTo>
                  <a:lnTo>
                    <a:pt x="651796" y="394621"/>
                  </a:lnTo>
                  <a:lnTo>
                    <a:pt x="641699" y="411194"/>
                  </a:lnTo>
                  <a:lnTo>
                    <a:pt x="629698" y="425006"/>
                  </a:lnTo>
                  <a:lnTo>
                    <a:pt x="613981" y="436055"/>
                  </a:lnTo>
                  <a:lnTo>
                    <a:pt x="606933" y="417576"/>
                  </a:lnTo>
                  <a:lnTo>
                    <a:pt x="619506" y="397288"/>
                  </a:lnTo>
                  <a:lnTo>
                    <a:pt x="630555" y="376999"/>
                  </a:lnTo>
                  <a:lnTo>
                    <a:pt x="641604" y="354901"/>
                  </a:lnTo>
                  <a:lnTo>
                    <a:pt x="653605" y="337376"/>
                  </a:lnTo>
                  <a:lnTo>
                    <a:pt x="665893" y="327851"/>
                  </a:lnTo>
                  <a:lnTo>
                    <a:pt x="659130" y="324803"/>
                  </a:lnTo>
                  <a:lnTo>
                    <a:pt x="656082" y="315563"/>
                  </a:lnTo>
                  <a:lnTo>
                    <a:pt x="656082" y="303847"/>
                  </a:lnTo>
                  <a:lnTo>
                    <a:pt x="654844" y="292799"/>
                  </a:lnTo>
                  <a:lnTo>
                    <a:pt x="648081" y="287845"/>
                  </a:lnTo>
                  <a:lnTo>
                    <a:pt x="633317" y="287845"/>
                  </a:lnTo>
                  <a:lnTo>
                    <a:pt x="625983" y="284797"/>
                  </a:lnTo>
                  <a:lnTo>
                    <a:pt x="627221" y="272510"/>
                  </a:lnTo>
                  <a:lnTo>
                    <a:pt x="632746" y="263271"/>
                  </a:lnTo>
                  <a:lnTo>
                    <a:pt x="639508" y="250412"/>
                  </a:lnTo>
                  <a:lnTo>
                    <a:pt x="643223" y="237553"/>
                  </a:lnTo>
                  <a:lnTo>
                    <a:pt x="641413" y="217265"/>
                  </a:lnTo>
                  <a:lnTo>
                    <a:pt x="619315" y="217265"/>
                  </a:lnTo>
                  <a:lnTo>
                    <a:pt x="607028" y="205550"/>
                  </a:lnTo>
                  <a:lnTo>
                    <a:pt x="604552" y="190786"/>
                  </a:lnTo>
                  <a:lnTo>
                    <a:pt x="592836" y="177927"/>
                  </a:lnTo>
                  <a:lnTo>
                    <a:pt x="552926" y="174212"/>
                  </a:lnTo>
                  <a:lnTo>
                    <a:pt x="533876" y="168021"/>
                  </a:lnTo>
                  <a:lnTo>
                    <a:pt x="508635" y="162497"/>
                  </a:lnTo>
                  <a:lnTo>
                    <a:pt x="487775" y="153924"/>
                  </a:lnTo>
                  <a:lnTo>
                    <a:pt x="444722" y="136112"/>
                  </a:lnTo>
                  <a:lnTo>
                    <a:pt x="407194" y="127540"/>
                  </a:lnTo>
                  <a:lnTo>
                    <a:pt x="346329" y="104775"/>
                  </a:lnTo>
                  <a:lnTo>
                    <a:pt x="338995" y="86963"/>
                  </a:lnTo>
                  <a:lnTo>
                    <a:pt x="328517" y="74676"/>
                  </a:lnTo>
                  <a:lnTo>
                    <a:pt x="316802" y="66104"/>
                  </a:lnTo>
                  <a:lnTo>
                    <a:pt x="299561" y="66104"/>
                  </a:lnTo>
                  <a:lnTo>
                    <a:pt x="284797" y="58103"/>
                  </a:lnTo>
                  <a:lnTo>
                    <a:pt x="278321" y="49816"/>
                  </a:lnTo>
                  <a:lnTo>
                    <a:pt x="262604" y="49816"/>
                  </a:lnTo>
                  <a:lnTo>
                    <a:pt x="244126" y="59912"/>
                  </a:lnTo>
                  <a:lnTo>
                    <a:pt x="244126" y="43339"/>
                  </a:lnTo>
                  <a:lnTo>
                    <a:pt x="259842" y="20288"/>
                  </a:lnTo>
                  <a:lnTo>
                    <a:pt x="258889" y="5525"/>
                  </a:lnTo>
                  <a:lnTo>
                    <a:pt x="251555" y="0"/>
                  </a:lnTo>
                  <a:lnTo>
                    <a:pt x="236791" y="0"/>
                  </a:lnTo>
                  <a:lnTo>
                    <a:pt x="203645" y="12859"/>
                  </a:lnTo>
                  <a:lnTo>
                    <a:pt x="177832" y="21146"/>
                  </a:lnTo>
                  <a:lnTo>
                    <a:pt x="154781" y="33147"/>
                  </a:lnTo>
                  <a:lnTo>
                    <a:pt x="139065" y="40481"/>
                  </a:lnTo>
                  <a:lnTo>
                    <a:pt x="105918" y="42291"/>
                  </a:lnTo>
                  <a:lnTo>
                    <a:pt x="98584" y="34957"/>
                  </a:lnTo>
                  <a:lnTo>
                    <a:pt x="86582" y="37719"/>
                  </a:lnTo>
                  <a:lnTo>
                    <a:pt x="72771" y="47816"/>
                  </a:lnTo>
                  <a:lnTo>
                    <a:pt x="72771" y="143637"/>
                  </a:lnTo>
                  <a:lnTo>
                    <a:pt x="66294" y="156496"/>
                  </a:lnTo>
                  <a:lnTo>
                    <a:pt x="55245" y="168497"/>
                  </a:lnTo>
                  <a:lnTo>
                    <a:pt x="32195" y="179546"/>
                  </a:lnTo>
                  <a:lnTo>
                    <a:pt x="19336" y="188786"/>
                  </a:lnTo>
                  <a:lnTo>
                    <a:pt x="12859" y="198025"/>
                  </a:lnTo>
                  <a:lnTo>
                    <a:pt x="0" y="216503"/>
                  </a:lnTo>
                  <a:lnTo>
                    <a:pt x="0" y="245078"/>
                  </a:lnTo>
                  <a:lnTo>
                    <a:pt x="15716" y="251555"/>
                  </a:lnTo>
                  <a:lnTo>
                    <a:pt x="21241" y="257080"/>
                  </a:lnTo>
                  <a:lnTo>
                    <a:pt x="26765" y="269081"/>
                  </a:lnTo>
                  <a:lnTo>
                    <a:pt x="22193" y="283845"/>
                  </a:lnTo>
                  <a:lnTo>
                    <a:pt x="11144" y="306895"/>
                  </a:lnTo>
                  <a:lnTo>
                    <a:pt x="12097" y="327755"/>
                  </a:lnTo>
                  <a:lnTo>
                    <a:pt x="9335" y="364903"/>
                  </a:lnTo>
                  <a:lnTo>
                    <a:pt x="10287" y="381476"/>
                  </a:lnTo>
                  <a:lnTo>
                    <a:pt x="10287" y="396240"/>
                  </a:lnTo>
                  <a:lnTo>
                    <a:pt x="37052" y="417481"/>
                  </a:lnTo>
                  <a:lnTo>
                    <a:pt x="47149" y="420243"/>
                  </a:lnTo>
                  <a:lnTo>
                    <a:pt x="61913" y="426720"/>
                  </a:lnTo>
                  <a:lnTo>
                    <a:pt x="72009" y="439579"/>
                  </a:lnTo>
                  <a:lnTo>
                    <a:pt x="84011" y="448818"/>
                  </a:lnTo>
                  <a:lnTo>
                    <a:pt x="97822" y="455295"/>
                  </a:lnTo>
                  <a:lnTo>
                    <a:pt x="107918" y="458057"/>
                  </a:lnTo>
                  <a:lnTo>
                    <a:pt x="117157" y="462629"/>
                  </a:lnTo>
                  <a:lnTo>
                    <a:pt x="118967" y="470916"/>
                  </a:lnTo>
                  <a:lnTo>
                    <a:pt x="125444" y="484727"/>
                  </a:lnTo>
                  <a:lnTo>
                    <a:pt x="130016" y="498539"/>
                  </a:lnTo>
                  <a:lnTo>
                    <a:pt x="136493" y="501301"/>
                  </a:lnTo>
                  <a:lnTo>
                    <a:pt x="154972" y="510540"/>
                  </a:lnTo>
                  <a:lnTo>
                    <a:pt x="158687" y="519779"/>
                  </a:lnTo>
                  <a:lnTo>
                    <a:pt x="165163" y="526256"/>
                  </a:lnTo>
                  <a:lnTo>
                    <a:pt x="185452" y="526256"/>
                  </a:lnTo>
                  <a:lnTo>
                    <a:pt x="197453" y="541020"/>
                  </a:lnTo>
                  <a:cubicBezTo>
                    <a:pt x="197453" y="541020"/>
                    <a:pt x="200215" y="549307"/>
                    <a:pt x="200215" y="552069"/>
                  </a:cubicBezTo>
                  <a:cubicBezTo>
                    <a:pt x="200215" y="554831"/>
                    <a:pt x="203930" y="566833"/>
                    <a:pt x="203930" y="566833"/>
                  </a:cubicBezTo>
                  <a:lnTo>
                    <a:pt x="199358" y="576072"/>
                  </a:lnTo>
                  <a:lnTo>
                    <a:pt x="206693" y="588931"/>
                  </a:lnTo>
                  <a:cubicBezTo>
                    <a:pt x="206693" y="588931"/>
                    <a:pt x="207645" y="596265"/>
                    <a:pt x="208502" y="599027"/>
                  </a:cubicBezTo>
                  <a:cubicBezTo>
                    <a:pt x="209455" y="601790"/>
                    <a:pt x="208502" y="613791"/>
                    <a:pt x="208502" y="613791"/>
                  </a:cubicBezTo>
                  <a:lnTo>
                    <a:pt x="209455" y="622078"/>
                  </a:lnTo>
                  <a:lnTo>
                    <a:pt x="209455" y="633127"/>
                  </a:lnTo>
                  <a:lnTo>
                    <a:pt x="214027" y="645128"/>
                  </a:lnTo>
                  <a:lnTo>
                    <a:pt x="222313" y="645128"/>
                  </a:lnTo>
                  <a:lnTo>
                    <a:pt x="223266" y="652463"/>
                  </a:lnTo>
                  <a:lnTo>
                    <a:pt x="225076" y="661702"/>
                  </a:lnTo>
                  <a:lnTo>
                    <a:pt x="224123" y="671798"/>
                  </a:lnTo>
                  <a:lnTo>
                    <a:pt x="214884" y="681038"/>
                  </a:lnTo>
                  <a:cubicBezTo>
                    <a:pt x="214884" y="681038"/>
                    <a:pt x="212122" y="688372"/>
                    <a:pt x="212122" y="691134"/>
                  </a:cubicBezTo>
                  <a:cubicBezTo>
                    <a:pt x="212122" y="693896"/>
                    <a:pt x="216694" y="708660"/>
                    <a:pt x="216694" y="708660"/>
                  </a:cubicBezTo>
                  <a:lnTo>
                    <a:pt x="224028" y="723424"/>
                  </a:lnTo>
                  <a:lnTo>
                    <a:pt x="229553" y="740950"/>
                  </a:lnTo>
                  <a:lnTo>
                    <a:pt x="226790" y="749237"/>
                  </a:lnTo>
                  <a:lnTo>
                    <a:pt x="234124" y="754761"/>
                  </a:lnTo>
                  <a:lnTo>
                    <a:pt x="244221" y="756571"/>
                  </a:lnTo>
                  <a:lnTo>
                    <a:pt x="259937" y="756571"/>
                  </a:lnTo>
                  <a:lnTo>
                    <a:pt x="268224" y="759333"/>
                  </a:lnTo>
                  <a:lnTo>
                    <a:pt x="274701" y="764858"/>
                  </a:lnTo>
                  <a:lnTo>
                    <a:pt x="275654" y="776859"/>
                  </a:lnTo>
                  <a:lnTo>
                    <a:pt x="281178" y="786098"/>
                  </a:lnTo>
                  <a:lnTo>
                    <a:pt x="635127" y="786098"/>
                  </a:lnTo>
                  <a:lnTo>
                    <a:pt x="640652" y="761238"/>
                  </a:lnTo>
                  <a:lnTo>
                    <a:pt x="640652" y="742760"/>
                  </a:lnTo>
                  <a:lnTo>
                    <a:pt x="634174" y="722471"/>
                  </a:lnTo>
                  <a:lnTo>
                    <a:pt x="629603" y="695706"/>
                  </a:lnTo>
                  <a:lnTo>
                    <a:pt x="628650" y="671703"/>
                  </a:lnTo>
                  <a:lnTo>
                    <a:pt x="627697" y="651415"/>
                  </a:lnTo>
                  <a:lnTo>
                    <a:pt x="630460" y="633889"/>
                  </a:lnTo>
                  <a:lnTo>
                    <a:pt x="640556" y="613601"/>
                  </a:lnTo>
                  <a:lnTo>
                    <a:pt x="651605" y="590550"/>
                  </a:lnTo>
                  <a:lnTo>
                    <a:pt x="651605" y="533400"/>
                  </a:lnTo>
                  <a:lnTo>
                    <a:pt x="656177" y="511302"/>
                  </a:lnTo>
                  <a:lnTo>
                    <a:pt x="666274" y="497491"/>
                  </a:lnTo>
                  <a:lnTo>
                    <a:pt x="672751" y="487394"/>
                  </a:lnTo>
                  <a:lnTo>
                    <a:pt x="683800" y="437579"/>
                  </a:lnTo>
                  <a:lnTo>
                    <a:pt x="696658" y="404432"/>
                  </a:lnTo>
                  <a:lnTo>
                    <a:pt x="702183" y="385096"/>
                  </a:lnTo>
                  <a:lnTo>
                    <a:pt x="707707" y="373094"/>
                  </a:lnTo>
                  <a:lnTo>
                    <a:pt x="721233" y="352806"/>
                  </a:lnTo>
                  <a:lnTo>
                    <a:pt x="727996" y="335280"/>
                  </a:lnTo>
                  <a:lnTo>
                    <a:pt x="734473" y="309467"/>
                  </a:lnTo>
                  <a:lnTo>
                    <a:pt x="740950" y="294704"/>
                  </a:lnTo>
                  <a:lnTo>
                    <a:pt x="732663" y="294704"/>
                  </a:lnTo>
                  <a:lnTo>
                    <a:pt x="721328" y="305753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AB3E7C8C-838D-67C5-89EE-707AA700DF59}"/>
                </a:ext>
              </a:extLst>
            </p:cNvPr>
            <p:cNvSpPr/>
            <p:nvPr/>
          </p:nvSpPr>
          <p:spPr>
            <a:xfrm>
              <a:off x="4231576" y="2902466"/>
              <a:ext cx="816483" cy="529970"/>
            </a:xfrm>
            <a:custGeom>
              <a:avLst/>
              <a:gdLst>
                <a:gd name="connsiteX0" fmla="*/ 787622 w 816483"/>
                <a:gd name="connsiteY0" fmla="*/ 214884 h 529970"/>
                <a:gd name="connsiteX1" fmla="*/ 766763 w 816483"/>
                <a:gd name="connsiteY1" fmla="*/ 200787 h 529970"/>
                <a:gd name="connsiteX2" fmla="*/ 768572 w 816483"/>
                <a:gd name="connsiteY2" fmla="*/ 189738 h 529970"/>
                <a:gd name="connsiteX3" fmla="*/ 751999 w 816483"/>
                <a:gd name="connsiteY3" fmla="*/ 176879 h 529970"/>
                <a:gd name="connsiteX4" fmla="*/ 746474 w 816483"/>
                <a:gd name="connsiteY4" fmla="*/ 167640 h 529970"/>
                <a:gd name="connsiteX5" fmla="*/ 745522 w 816483"/>
                <a:gd name="connsiteY5" fmla="*/ 155639 h 529970"/>
                <a:gd name="connsiteX6" fmla="*/ 739045 w 816483"/>
                <a:gd name="connsiteY6" fmla="*/ 150114 h 529970"/>
                <a:gd name="connsiteX7" fmla="*/ 730758 w 816483"/>
                <a:gd name="connsiteY7" fmla="*/ 147352 h 529970"/>
                <a:gd name="connsiteX8" fmla="*/ 715042 w 816483"/>
                <a:gd name="connsiteY8" fmla="*/ 147352 h 529970"/>
                <a:gd name="connsiteX9" fmla="*/ 704945 w 816483"/>
                <a:gd name="connsiteY9" fmla="*/ 145542 h 529970"/>
                <a:gd name="connsiteX10" fmla="*/ 697611 w 816483"/>
                <a:gd name="connsiteY10" fmla="*/ 140018 h 529970"/>
                <a:gd name="connsiteX11" fmla="*/ 700373 w 816483"/>
                <a:gd name="connsiteY11" fmla="*/ 131731 h 529970"/>
                <a:gd name="connsiteX12" fmla="*/ 694849 w 816483"/>
                <a:gd name="connsiteY12" fmla="*/ 114205 h 529970"/>
                <a:gd name="connsiteX13" fmla="*/ 687514 w 816483"/>
                <a:gd name="connsiteY13" fmla="*/ 99441 h 529970"/>
                <a:gd name="connsiteX14" fmla="*/ 682942 w 816483"/>
                <a:gd name="connsiteY14" fmla="*/ 81915 h 529970"/>
                <a:gd name="connsiteX15" fmla="*/ 685705 w 816483"/>
                <a:gd name="connsiteY15" fmla="*/ 71819 h 529970"/>
                <a:gd name="connsiteX16" fmla="*/ 694944 w 816483"/>
                <a:gd name="connsiteY16" fmla="*/ 62579 h 529970"/>
                <a:gd name="connsiteX17" fmla="*/ 695897 w 816483"/>
                <a:gd name="connsiteY17" fmla="*/ 52483 h 529970"/>
                <a:gd name="connsiteX18" fmla="*/ 694087 w 816483"/>
                <a:gd name="connsiteY18" fmla="*/ 43244 h 529970"/>
                <a:gd name="connsiteX19" fmla="*/ 693134 w 816483"/>
                <a:gd name="connsiteY19" fmla="*/ 35909 h 529970"/>
                <a:gd name="connsiteX20" fmla="*/ 684847 w 816483"/>
                <a:gd name="connsiteY20" fmla="*/ 35909 h 529970"/>
                <a:gd name="connsiteX21" fmla="*/ 680275 w 816483"/>
                <a:gd name="connsiteY21" fmla="*/ 23908 h 529970"/>
                <a:gd name="connsiteX22" fmla="*/ 680275 w 816483"/>
                <a:gd name="connsiteY22" fmla="*/ 12859 h 529970"/>
                <a:gd name="connsiteX23" fmla="*/ 679323 w 816483"/>
                <a:gd name="connsiteY23" fmla="*/ 4572 h 529970"/>
                <a:gd name="connsiteX24" fmla="*/ 679609 w 816483"/>
                <a:gd name="connsiteY24" fmla="*/ 0 h 529970"/>
                <a:gd name="connsiteX25" fmla="*/ 0 w 816483"/>
                <a:gd name="connsiteY25" fmla="*/ 0 h 529970"/>
                <a:gd name="connsiteX26" fmla="*/ 0 w 816483"/>
                <a:gd name="connsiteY26" fmla="*/ 27623 h 529970"/>
                <a:gd name="connsiteX27" fmla="*/ 7334 w 816483"/>
                <a:gd name="connsiteY27" fmla="*/ 36862 h 529970"/>
                <a:gd name="connsiteX28" fmla="*/ 16573 w 816483"/>
                <a:gd name="connsiteY28" fmla="*/ 53435 h 529970"/>
                <a:gd name="connsiteX29" fmla="*/ 16573 w 816483"/>
                <a:gd name="connsiteY29" fmla="*/ 66294 h 529970"/>
                <a:gd name="connsiteX30" fmla="*/ 14764 w 816483"/>
                <a:gd name="connsiteY30" fmla="*/ 82868 h 529970"/>
                <a:gd name="connsiteX31" fmla="*/ 7429 w 816483"/>
                <a:gd name="connsiteY31" fmla="*/ 103156 h 529970"/>
                <a:gd name="connsiteX32" fmla="*/ 95 w 816483"/>
                <a:gd name="connsiteY32" fmla="*/ 117920 h 529970"/>
                <a:gd name="connsiteX33" fmla="*/ 7429 w 816483"/>
                <a:gd name="connsiteY33" fmla="*/ 154781 h 529970"/>
                <a:gd name="connsiteX34" fmla="*/ 20288 w 816483"/>
                <a:gd name="connsiteY34" fmla="*/ 167640 h 529970"/>
                <a:gd name="connsiteX35" fmla="*/ 25813 w 816483"/>
                <a:gd name="connsiteY35" fmla="*/ 187928 h 529970"/>
                <a:gd name="connsiteX36" fmla="*/ 31337 w 816483"/>
                <a:gd name="connsiteY36" fmla="*/ 198977 h 529970"/>
                <a:gd name="connsiteX37" fmla="*/ 38671 w 816483"/>
                <a:gd name="connsiteY37" fmla="*/ 230315 h 529970"/>
                <a:gd name="connsiteX38" fmla="*/ 38671 w 816483"/>
                <a:gd name="connsiteY38" fmla="*/ 241363 h 529970"/>
                <a:gd name="connsiteX39" fmla="*/ 53435 w 816483"/>
                <a:gd name="connsiteY39" fmla="*/ 256127 h 529970"/>
                <a:gd name="connsiteX40" fmla="*/ 57150 w 816483"/>
                <a:gd name="connsiteY40" fmla="*/ 266605 h 529970"/>
                <a:gd name="connsiteX41" fmla="*/ 68199 w 816483"/>
                <a:gd name="connsiteY41" fmla="*/ 283845 h 529970"/>
                <a:gd name="connsiteX42" fmla="*/ 64484 w 816483"/>
                <a:gd name="connsiteY42" fmla="*/ 296894 h 529970"/>
                <a:gd name="connsiteX43" fmla="*/ 62674 w 816483"/>
                <a:gd name="connsiteY43" fmla="*/ 313373 h 529970"/>
                <a:gd name="connsiteX44" fmla="*/ 62674 w 816483"/>
                <a:gd name="connsiteY44" fmla="*/ 335471 h 529970"/>
                <a:gd name="connsiteX45" fmla="*/ 85058 w 816483"/>
                <a:gd name="connsiteY45" fmla="*/ 353949 h 529970"/>
                <a:gd name="connsiteX46" fmla="*/ 85058 w 816483"/>
                <a:gd name="connsiteY46" fmla="*/ 425863 h 529970"/>
                <a:gd name="connsiteX47" fmla="*/ 101346 w 816483"/>
                <a:gd name="connsiteY47" fmla="*/ 436912 h 529970"/>
                <a:gd name="connsiteX48" fmla="*/ 101346 w 816483"/>
                <a:gd name="connsiteY48" fmla="*/ 492538 h 529970"/>
                <a:gd name="connsiteX49" fmla="*/ 611981 w 816483"/>
                <a:gd name="connsiteY49" fmla="*/ 492538 h 529970"/>
                <a:gd name="connsiteX50" fmla="*/ 611981 w 816483"/>
                <a:gd name="connsiteY50" fmla="*/ 512540 h 529970"/>
                <a:gd name="connsiteX51" fmla="*/ 629793 w 816483"/>
                <a:gd name="connsiteY51" fmla="*/ 512540 h 529970"/>
                <a:gd name="connsiteX52" fmla="*/ 647033 w 816483"/>
                <a:gd name="connsiteY52" fmla="*/ 523589 h 529970"/>
                <a:gd name="connsiteX53" fmla="*/ 652463 w 816483"/>
                <a:gd name="connsiteY53" fmla="*/ 529971 h 529970"/>
                <a:gd name="connsiteX54" fmla="*/ 656177 w 816483"/>
                <a:gd name="connsiteY54" fmla="*/ 525494 h 529970"/>
                <a:gd name="connsiteX55" fmla="*/ 656177 w 816483"/>
                <a:gd name="connsiteY55" fmla="*/ 492633 h 529970"/>
                <a:gd name="connsiteX56" fmla="*/ 676465 w 816483"/>
                <a:gd name="connsiteY56" fmla="*/ 492633 h 529970"/>
                <a:gd name="connsiteX57" fmla="*/ 689324 w 816483"/>
                <a:gd name="connsiteY57" fmla="*/ 484918 h 529970"/>
                <a:gd name="connsiteX58" fmla="*/ 689324 w 816483"/>
                <a:gd name="connsiteY58" fmla="*/ 473202 h 529970"/>
                <a:gd name="connsiteX59" fmla="*/ 707803 w 816483"/>
                <a:gd name="connsiteY59" fmla="*/ 453580 h 529970"/>
                <a:gd name="connsiteX60" fmla="*/ 702278 w 816483"/>
                <a:gd name="connsiteY60" fmla="*/ 437007 h 529970"/>
                <a:gd name="connsiteX61" fmla="*/ 713327 w 816483"/>
                <a:gd name="connsiteY61" fmla="*/ 429196 h 529970"/>
                <a:gd name="connsiteX62" fmla="*/ 709613 w 816483"/>
                <a:gd name="connsiteY62" fmla="*/ 407575 h 529970"/>
                <a:gd name="connsiteX63" fmla="*/ 700373 w 816483"/>
                <a:gd name="connsiteY63" fmla="*/ 407575 h 529970"/>
                <a:gd name="connsiteX64" fmla="*/ 689324 w 816483"/>
                <a:gd name="connsiteY64" fmla="*/ 400241 h 529970"/>
                <a:gd name="connsiteX65" fmla="*/ 689324 w 816483"/>
                <a:gd name="connsiteY65" fmla="*/ 376238 h 529970"/>
                <a:gd name="connsiteX66" fmla="*/ 704088 w 816483"/>
                <a:gd name="connsiteY66" fmla="*/ 361474 h 529970"/>
                <a:gd name="connsiteX67" fmla="*/ 731710 w 816483"/>
                <a:gd name="connsiteY67" fmla="*/ 350425 h 529970"/>
                <a:gd name="connsiteX68" fmla="*/ 761238 w 816483"/>
                <a:gd name="connsiteY68" fmla="*/ 350425 h 529970"/>
                <a:gd name="connsiteX69" fmla="*/ 787622 w 816483"/>
                <a:gd name="connsiteY69" fmla="*/ 333851 h 529970"/>
                <a:gd name="connsiteX70" fmla="*/ 800195 w 816483"/>
                <a:gd name="connsiteY70" fmla="*/ 324612 h 529970"/>
                <a:gd name="connsiteX71" fmla="*/ 800195 w 816483"/>
                <a:gd name="connsiteY71" fmla="*/ 293275 h 529970"/>
                <a:gd name="connsiteX72" fmla="*/ 816483 w 816483"/>
                <a:gd name="connsiteY72" fmla="*/ 274796 h 529970"/>
                <a:gd name="connsiteX73" fmla="*/ 816483 w 816483"/>
                <a:gd name="connsiteY73" fmla="*/ 244983 h 529970"/>
                <a:gd name="connsiteX74" fmla="*/ 800195 w 816483"/>
                <a:gd name="connsiteY74" fmla="*/ 223171 h 529970"/>
                <a:gd name="connsiteX75" fmla="*/ 787622 w 816483"/>
                <a:gd name="connsiteY75" fmla="*/ 215170 h 529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816483" h="529970">
                  <a:moveTo>
                    <a:pt x="787622" y="214884"/>
                  </a:moveTo>
                  <a:lnTo>
                    <a:pt x="766763" y="200787"/>
                  </a:lnTo>
                  <a:lnTo>
                    <a:pt x="768572" y="189738"/>
                  </a:lnTo>
                  <a:lnTo>
                    <a:pt x="751999" y="176879"/>
                  </a:lnTo>
                  <a:lnTo>
                    <a:pt x="746474" y="167640"/>
                  </a:lnTo>
                  <a:lnTo>
                    <a:pt x="745522" y="155639"/>
                  </a:lnTo>
                  <a:lnTo>
                    <a:pt x="739045" y="150114"/>
                  </a:lnTo>
                  <a:lnTo>
                    <a:pt x="730758" y="147352"/>
                  </a:lnTo>
                  <a:lnTo>
                    <a:pt x="715042" y="147352"/>
                  </a:lnTo>
                  <a:lnTo>
                    <a:pt x="704945" y="145542"/>
                  </a:lnTo>
                  <a:lnTo>
                    <a:pt x="697611" y="140018"/>
                  </a:lnTo>
                  <a:lnTo>
                    <a:pt x="700373" y="131731"/>
                  </a:lnTo>
                  <a:lnTo>
                    <a:pt x="694849" y="114205"/>
                  </a:lnTo>
                  <a:lnTo>
                    <a:pt x="687514" y="99441"/>
                  </a:lnTo>
                  <a:cubicBezTo>
                    <a:pt x="687514" y="99441"/>
                    <a:pt x="682942" y="84677"/>
                    <a:pt x="682942" y="81915"/>
                  </a:cubicBezTo>
                  <a:cubicBezTo>
                    <a:pt x="682942" y="79153"/>
                    <a:pt x="685705" y="71819"/>
                    <a:pt x="685705" y="71819"/>
                  </a:cubicBezTo>
                  <a:lnTo>
                    <a:pt x="694944" y="62579"/>
                  </a:lnTo>
                  <a:lnTo>
                    <a:pt x="695897" y="52483"/>
                  </a:lnTo>
                  <a:lnTo>
                    <a:pt x="694087" y="43244"/>
                  </a:lnTo>
                  <a:lnTo>
                    <a:pt x="693134" y="35909"/>
                  </a:lnTo>
                  <a:lnTo>
                    <a:pt x="684847" y="35909"/>
                  </a:lnTo>
                  <a:lnTo>
                    <a:pt x="680275" y="23908"/>
                  </a:lnTo>
                  <a:lnTo>
                    <a:pt x="680275" y="12859"/>
                  </a:lnTo>
                  <a:lnTo>
                    <a:pt x="679323" y="4572"/>
                  </a:lnTo>
                  <a:cubicBezTo>
                    <a:pt x="679323" y="4572"/>
                    <a:pt x="679513" y="2572"/>
                    <a:pt x="679609" y="0"/>
                  </a:cubicBezTo>
                  <a:lnTo>
                    <a:pt x="0" y="0"/>
                  </a:lnTo>
                  <a:lnTo>
                    <a:pt x="0" y="27623"/>
                  </a:lnTo>
                  <a:lnTo>
                    <a:pt x="7334" y="36862"/>
                  </a:lnTo>
                  <a:lnTo>
                    <a:pt x="16573" y="53435"/>
                  </a:lnTo>
                  <a:lnTo>
                    <a:pt x="16573" y="66294"/>
                  </a:lnTo>
                  <a:lnTo>
                    <a:pt x="14764" y="82868"/>
                  </a:lnTo>
                  <a:lnTo>
                    <a:pt x="7429" y="103156"/>
                  </a:lnTo>
                  <a:lnTo>
                    <a:pt x="95" y="117920"/>
                  </a:lnTo>
                  <a:lnTo>
                    <a:pt x="7429" y="154781"/>
                  </a:lnTo>
                  <a:lnTo>
                    <a:pt x="20288" y="167640"/>
                  </a:lnTo>
                  <a:lnTo>
                    <a:pt x="25813" y="187928"/>
                  </a:lnTo>
                  <a:lnTo>
                    <a:pt x="31337" y="198977"/>
                  </a:lnTo>
                  <a:lnTo>
                    <a:pt x="38671" y="230315"/>
                  </a:lnTo>
                  <a:lnTo>
                    <a:pt x="38671" y="241363"/>
                  </a:lnTo>
                  <a:lnTo>
                    <a:pt x="53435" y="256127"/>
                  </a:lnTo>
                  <a:lnTo>
                    <a:pt x="57150" y="266605"/>
                  </a:lnTo>
                  <a:lnTo>
                    <a:pt x="68199" y="283845"/>
                  </a:lnTo>
                  <a:lnTo>
                    <a:pt x="64484" y="296894"/>
                  </a:lnTo>
                  <a:cubicBezTo>
                    <a:pt x="64484" y="296894"/>
                    <a:pt x="64484" y="307848"/>
                    <a:pt x="62674" y="313373"/>
                  </a:cubicBezTo>
                  <a:cubicBezTo>
                    <a:pt x="60865" y="318897"/>
                    <a:pt x="62674" y="335471"/>
                    <a:pt x="62674" y="335471"/>
                  </a:cubicBezTo>
                  <a:lnTo>
                    <a:pt x="85058" y="353949"/>
                  </a:lnTo>
                  <a:lnTo>
                    <a:pt x="85058" y="425863"/>
                  </a:lnTo>
                  <a:lnTo>
                    <a:pt x="101346" y="436912"/>
                  </a:lnTo>
                  <a:lnTo>
                    <a:pt x="101346" y="492538"/>
                  </a:lnTo>
                  <a:lnTo>
                    <a:pt x="611981" y="492538"/>
                  </a:lnTo>
                  <a:lnTo>
                    <a:pt x="611981" y="512540"/>
                  </a:lnTo>
                  <a:lnTo>
                    <a:pt x="629793" y="512540"/>
                  </a:lnTo>
                  <a:lnTo>
                    <a:pt x="647033" y="523589"/>
                  </a:lnTo>
                  <a:lnTo>
                    <a:pt x="652463" y="529971"/>
                  </a:lnTo>
                  <a:lnTo>
                    <a:pt x="656177" y="525494"/>
                  </a:lnTo>
                  <a:lnTo>
                    <a:pt x="656177" y="492633"/>
                  </a:lnTo>
                  <a:lnTo>
                    <a:pt x="676465" y="492633"/>
                  </a:lnTo>
                  <a:lnTo>
                    <a:pt x="689324" y="484918"/>
                  </a:lnTo>
                  <a:lnTo>
                    <a:pt x="689324" y="473202"/>
                  </a:lnTo>
                  <a:lnTo>
                    <a:pt x="707803" y="453580"/>
                  </a:lnTo>
                  <a:lnTo>
                    <a:pt x="702278" y="437007"/>
                  </a:lnTo>
                  <a:lnTo>
                    <a:pt x="713327" y="429196"/>
                  </a:lnTo>
                  <a:lnTo>
                    <a:pt x="709613" y="407575"/>
                  </a:lnTo>
                  <a:lnTo>
                    <a:pt x="700373" y="407575"/>
                  </a:lnTo>
                  <a:lnTo>
                    <a:pt x="689324" y="400241"/>
                  </a:lnTo>
                  <a:lnTo>
                    <a:pt x="689324" y="376238"/>
                  </a:lnTo>
                  <a:lnTo>
                    <a:pt x="704088" y="361474"/>
                  </a:lnTo>
                  <a:lnTo>
                    <a:pt x="731710" y="350425"/>
                  </a:lnTo>
                  <a:lnTo>
                    <a:pt x="761238" y="350425"/>
                  </a:lnTo>
                  <a:lnTo>
                    <a:pt x="787622" y="333851"/>
                  </a:lnTo>
                  <a:lnTo>
                    <a:pt x="800195" y="324612"/>
                  </a:lnTo>
                  <a:lnTo>
                    <a:pt x="800195" y="293275"/>
                  </a:lnTo>
                  <a:lnTo>
                    <a:pt x="816483" y="274796"/>
                  </a:lnTo>
                  <a:lnTo>
                    <a:pt x="816483" y="244983"/>
                  </a:lnTo>
                  <a:lnTo>
                    <a:pt x="800195" y="223171"/>
                  </a:lnTo>
                  <a:lnTo>
                    <a:pt x="787622" y="21517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B55E6D1C-2BA9-66FD-7B68-F0CD1F61922B}"/>
                </a:ext>
              </a:extLst>
            </p:cNvPr>
            <p:cNvSpPr/>
            <p:nvPr/>
          </p:nvSpPr>
          <p:spPr>
            <a:xfrm>
              <a:off x="4144327" y="1899388"/>
              <a:ext cx="971740" cy="1002887"/>
            </a:xfrm>
            <a:custGeom>
              <a:avLst/>
              <a:gdLst>
                <a:gd name="connsiteX0" fmla="*/ 766667 w 971740"/>
                <a:gd name="connsiteY0" fmla="*/ 1002887 h 1002887"/>
                <a:gd name="connsiteX1" fmla="*/ 766381 w 971740"/>
                <a:gd name="connsiteY1" fmla="*/ 992791 h 1002887"/>
                <a:gd name="connsiteX2" fmla="*/ 764572 w 971740"/>
                <a:gd name="connsiteY2" fmla="*/ 982694 h 1002887"/>
                <a:gd name="connsiteX3" fmla="*/ 757238 w 971740"/>
                <a:gd name="connsiteY3" fmla="*/ 969836 h 1002887"/>
                <a:gd name="connsiteX4" fmla="*/ 761809 w 971740"/>
                <a:gd name="connsiteY4" fmla="*/ 960596 h 1002887"/>
                <a:gd name="connsiteX5" fmla="*/ 758095 w 971740"/>
                <a:gd name="connsiteY5" fmla="*/ 945833 h 1002887"/>
                <a:gd name="connsiteX6" fmla="*/ 755332 w 971740"/>
                <a:gd name="connsiteY6" fmla="*/ 934784 h 1002887"/>
                <a:gd name="connsiteX7" fmla="*/ 743331 w 971740"/>
                <a:gd name="connsiteY7" fmla="*/ 920020 h 1002887"/>
                <a:gd name="connsiteX8" fmla="*/ 723043 w 971740"/>
                <a:gd name="connsiteY8" fmla="*/ 920020 h 1002887"/>
                <a:gd name="connsiteX9" fmla="*/ 716566 w 971740"/>
                <a:gd name="connsiteY9" fmla="*/ 913543 h 1002887"/>
                <a:gd name="connsiteX10" fmla="*/ 712851 w 971740"/>
                <a:gd name="connsiteY10" fmla="*/ 904304 h 1002887"/>
                <a:gd name="connsiteX11" fmla="*/ 694372 w 971740"/>
                <a:gd name="connsiteY11" fmla="*/ 895064 h 1002887"/>
                <a:gd name="connsiteX12" fmla="*/ 687896 w 971740"/>
                <a:gd name="connsiteY12" fmla="*/ 892302 h 1002887"/>
                <a:gd name="connsiteX13" fmla="*/ 683323 w 971740"/>
                <a:gd name="connsiteY13" fmla="*/ 878491 h 1002887"/>
                <a:gd name="connsiteX14" fmla="*/ 676847 w 971740"/>
                <a:gd name="connsiteY14" fmla="*/ 864680 h 1002887"/>
                <a:gd name="connsiteX15" fmla="*/ 675037 w 971740"/>
                <a:gd name="connsiteY15" fmla="*/ 856393 h 1002887"/>
                <a:gd name="connsiteX16" fmla="*/ 665797 w 971740"/>
                <a:gd name="connsiteY16" fmla="*/ 851821 h 1002887"/>
                <a:gd name="connsiteX17" fmla="*/ 655701 w 971740"/>
                <a:gd name="connsiteY17" fmla="*/ 849059 h 1002887"/>
                <a:gd name="connsiteX18" fmla="*/ 641890 w 971740"/>
                <a:gd name="connsiteY18" fmla="*/ 842582 h 1002887"/>
                <a:gd name="connsiteX19" fmla="*/ 629888 w 971740"/>
                <a:gd name="connsiteY19" fmla="*/ 833342 h 1002887"/>
                <a:gd name="connsiteX20" fmla="*/ 619792 w 971740"/>
                <a:gd name="connsiteY20" fmla="*/ 820484 h 1002887"/>
                <a:gd name="connsiteX21" fmla="*/ 605028 w 971740"/>
                <a:gd name="connsiteY21" fmla="*/ 814007 h 1002887"/>
                <a:gd name="connsiteX22" fmla="*/ 594931 w 971740"/>
                <a:gd name="connsiteY22" fmla="*/ 811244 h 1002887"/>
                <a:gd name="connsiteX23" fmla="*/ 568166 w 971740"/>
                <a:gd name="connsiteY23" fmla="*/ 790004 h 1002887"/>
                <a:gd name="connsiteX24" fmla="*/ 568166 w 971740"/>
                <a:gd name="connsiteY24" fmla="*/ 775240 h 1002887"/>
                <a:gd name="connsiteX25" fmla="*/ 567214 w 971740"/>
                <a:gd name="connsiteY25" fmla="*/ 758666 h 1002887"/>
                <a:gd name="connsiteX26" fmla="*/ 569976 w 971740"/>
                <a:gd name="connsiteY26" fmla="*/ 721519 h 1002887"/>
                <a:gd name="connsiteX27" fmla="*/ 569023 w 971740"/>
                <a:gd name="connsiteY27" fmla="*/ 700659 h 1002887"/>
                <a:gd name="connsiteX28" fmla="*/ 580072 w 971740"/>
                <a:gd name="connsiteY28" fmla="*/ 677609 h 1002887"/>
                <a:gd name="connsiteX29" fmla="*/ 584645 w 971740"/>
                <a:gd name="connsiteY29" fmla="*/ 662845 h 1002887"/>
                <a:gd name="connsiteX30" fmla="*/ 579120 w 971740"/>
                <a:gd name="connsiteY30" fmla="*/ 650843 h 1002887"/>
                <a:gd name="connsiteX31" fmla="*/ 573596 w 971740"/>
                <a:gd name="connsiteY31" fmla="*/ 645319 h 1002887"/>
                <a:gd name="connsiteX32" fmla="*/ 557879 w 971740"/>
                <a:gd name="connsiteY32" fmla="*/ 638842 h 1002887"/>
                <a:gd name="connsiteX33" fmla="*/ 557879 w 971740"/>
                <a:gd name="connsiteY33" fmla="*/ 610267 h 1002887"/>
                <a:gd name="connsiteX34" fmla="*/ 570738 w 971740"/>
                <a:gd name="connsiteY34" fmla="*/ 591788 h 1002887"/>
                <a:gd name="connsiteX35" fmla="*/ 577215 w 971740"/>
                <a:gd name="connsiteY35" fmla="*/ 582549 h 1002887"/>
                <a:gd name="connsiteX36" fmla="*/ 590074 w 971740"/>
                <a:gd name="connsiteY36" fmla="*/ 573310 h 1002887"/>
                <a:gd name="connsiteX37" fmla="*/ 613124 w 971740"/>
                <a:gd name="connsiteY37" fmla="*/ 562261 h 1002887"/>
                <a:gd name="connsiteX38" fmla="*/ 624173 w 971740"/>
                <a:gd name="connsiteY38" fmla="*/ 550259 h 1002887"/>
                <a:gd name="connsiteX39" fmla="*/ 630650 w 971740"/>
                <a:gd name="connsiteY39" fmla="*/ 537401 h 1002887"/>
                <a:gd name="connsiteX40" fmla="*/ 630650 w 971740"/>
                <a:gd name="connsiteY40" fmla="*/ 441579 h 1002887"/>
                <a:gd name="connsiteX41" fmla="*/ 644462 w 971740"/>
                <a:gd name="connsiteY41" fmla="*/ 431483 h 1002887"/>
                <a:gd name="connsiteX42" fmla="*/ 665702 w 971740"/>
                <a:gd name="connsiteY42" fmla="*/ 413004 h 1002887"/>
                <a:gd name="connsiteX43" fmla="*/ 693325 w 971740"/>
                <a:gd name="connsiteY43" fmla="*/ 393668 h 1002887"/>
                <a:gd name="connsiteX44" fmla="*/ 717328 w 971740"/>
                <a:gd name="connsiteY44" fmla="*/ 363284 h 1002887"/>
                <a:gd name="connsiteX45" fmla="*/ 733901 w 971740"/>
                <a:gd name="connsiteY45" fmla="*/ 341186 h 1002887"/>
                <a:gd name="connsiteX46" fmla="*/ 759714 w 971740"/>
                <a:gd name="connsiteY46" fmla="*/ 319088 h 1002887"/>
                <a:gd name="connsiteX47" fmla="*/ 789241 w 971740"/>
                <a:gd name="connsiteY47" fmla="*/ 300609 h 1002887"/>
                <a:gd name="connsiteX48" fmla="*/ 807720 w 971740"/>
                <a:gd name="connsiteY48" fmla="*/ 280321 h 1002887"/>
                <a:gd name="connsiteX49" fmla="*/ 818769 w 971740"/>
                <a:gd name="connsiteY49" fmla="*/ 260033 h 1002887"/>
                <a:gd name="connsiteX50" fmla="*/ 874681 w 971740"/>
                <a:gd name="connsiteY50" fmla="*/ 247174 h 1002887"/>
                <a:gd name="connsiteX51" fmla="*/ 912781 w 971740"/>
                <a:gd name="connsiteY51" fmla="*/ 228695 h 1002887"/>
                <a:gd name="connsiteX52" fmla="*/ 945928 w 971740"/>
                <a:gd name="connsiteY52" fmla="*/ 212122 h 1002887"/>
                <a:gd name="connsiteX53" fmla="*/ 971740 w 971740"/>
                <a:gd name="connsiteY53" fmla="*/ 193643 h 1002887"/>
                <a:gd name="connsiteX54" fmla="*/ 947738 w 971740"/>
                <a:gd name="connsiteY54" fmla="*/ 191834 h 1002887"/>
                <a:gd name="connsiteX55" fmla="*/ 928402 w 971740"/>
                <a:gd name="connsiteY55" fmla="*/ 195548 h 1002887"/>
                <a:gd name="connsiteX56" fmla="*/ 912686 w 971740"/>
                <a:gd name="connsiteY56" fmla="*/ 177070 h 1002887"/>
                <a:gd name="connsiteX57" fmla="*/ 855536 w 971740"/>
                <a:gd name="connsiteY57" fmla="*/ 171545 h 1002887"/>
                <a:gd name="connsiteX58" fmla="*/ 827913 w 971740"/>
                <a:gd name="connsiteY58" fmla="*/ 171545 h 1002887"/>
                <a:gd name="connsiteX59" fmla="*/ 805815 w 971740"/>
                <a:gd name="connsiteY59" fmla="*/ 149447 h 1002887"/>
                <a:gd name="connsiteX60" fmla="*/ 770763 w 971740"/>
                <a:gd name="connsiteY60" fmla="*/ 175260 h 1002887"/>
                <a:gd name="connsiteX61" fmla="*/ 733901 w 971740"/>
                <a:gd name="connsiteY61" fmla="*/ 184499 h 1002887"/>
                <a:gd name="connsiteX62" fmla="*/ 713613 w 971740"/>
                <a:gd name="connsiteY62" fmla="*/ 178975 h 1002887"/>
                <a:gd name="connsiteX63" fmla="*/ 713613 w 971740"/>
                <a:gd name="connsiteY63" fmla="*/ 164211 h 1002887"/>
                <a:gd name="connsiteX64" fmla="*/ 702564 w 971740"/>
                <a:gd name="connsiteY64" fmla="*/ 154972 h 1002887"/>
                <a:gd name="connsiteX65" fmla="*/ 680466 w 971740"/>
                <a:gd name="connsiteY65" fmla="*/ 147638 h 1002887"/>
                <a:gd name="connsiteX66" fmla="*/ 665702 w 971740"/>
                <a:gd name="connsiteY66" fmla="*/ 140303 h 1002887"/>
                <a:gd name="connsiteX67" fmla="*/ 665702 w 971740"/>
                <a:gd name="connsiteY67" fmla="*/ 125540 h 1002887"/>
                <a:gd name="connsiteX68" fmla="*/ 636175 w 971740"/>
                <a:gd name="connsiteY68" fmla="*/ 127349 h 1002887"/>
                <a:gd name="connsiteX69" fmla="*/ 628840 w 971740"/>
                <a:gd name="connsiteY69" fmla="*/ 136589 h 1002887"/>
                <a:gd name="connsiteX70" fmla="*/ 628840 w 971740"/>
                <a:gd name="connsiteY70" fmla="*/ 151352 h 1002887"/>
                <a:gd name="connsiteX71" fmla="*/ 610362 w 971740"/>
                <a:gd name="connsiteY71" fmla="*/ 151352 h 1002887"/>
                <a:gd name="connsiteX72" fmla="*/ 610362 w 971740"/>
                <a:gd name="connsiteY72" fmla="*/ 118205 h 1002887"/>
                <a:gd name="connsiteX73" fmla="*/ 593788 w 971740"/>
                <a:gd name="connsiteY73" fmla="*/ 110871 h 1002887"/>
                <a:gd name="connsiteX74" fmla="*/ 584549 w 971740"/>
                <a:gd name="connsiteY74" fmla="*/ 103537 h 1002887"/>
                <a:gd name="connsiteX75" fmla="*/ 584549 w 971740"/>
                <a:gd name="connsiteY75" fmla="*/ 88773 h 1002887"/>
                <a:gd name="connsiteX76" fmla="*/ 557784 w 971740"/>
                <a:gd name="connsiteY76" fmla="*/ 75914 h 1002887"/>
                <a:gd name="connsiteX77" fmla="*/ 495109 w 971740"/>
                <a:gd name="connsiteY77" fmla="*/ 79629 h 1002887"/>
                <a:gd name="connsiteX78" fmla="*/ 473869 w 971740"/>
                <a:gd name="connsiteY78" fmla="*/ 92488 h 1002887"/>
                <a:gd name="connsiteX79" fmla="*/ 451771 w 971740"/>
                <a:gd name="connsiteY79" fmla="*/ 92488 h 1002887"/>
                <a:gd name="connsiteX80" fmla="*/ 435197 w 971740"/>
                <a:gd name="connsiteY80" fmla="*/ 79629 h 1002887"/>
                <a:gd name="connsiteX81" fmla="*/ 420433 w 971740"/>
                <a:gd name="connsiteY81" fmla="*/ 70390 h 1002887"/>
                <a:gd name="connsiteX82" fmla="*/ 390906 w 971740"/>
                <a:gd name="connsiteY82" fmla="*/ 74105 h 1002887"/>
                <a:gd name="connsiteX83" fmla="*/ 376142 w 971740"/>
                <a:gd name="connsiteY83" fmla="*/ 63056 h 1002887"/>
                <a:gd name="connsiteX84" fmla="*/ 350330 w 971740"/>
                <a:gd name="connsiteY84" fmla="*/ 59341 h 1002887"/>
                <a:gd name="connsiteX85" fmla="*/ 328231 w 971740"/>
                <a:gd name="connsiteY85" fmla="*/ 33528 h 1002887"/>
                <a:gd name="connsiteX86" fmla="*/ 309753 w 971740"/>
                <a:gd name="connsiteY86" fmla="*/ 24289 h 1002887"/>
                <a:gd name="connsiteX87" fmla="*/ 300514 w 971740"/>
                <a:gd name="connsiteY87" fmla="*/ 13240 h 1002887"/>
                <a:gd name="connsiteX88" fmla="*/ 283940 w 971740"/>
                <a:gd name="connsiteY88" fmla="*/ 13240 h 1002887"/>
                <a:gd name="connsiteX89" fmla="*/ 274701 w 971740"/>
                <a:gd name="connsiteY89" fmla="*/ 20574 h 1002887"/>
                <a:gd name="connsiteX90" fmla="*/ 250698 w 971740"/>
                <a:gd name="connsiteY90" fmla="*/ 22384 h 1002887"/>
                <a:gd name="connsiteX91" fmla="*/ 250698 w 971740"/>
                <a:gd name="connsiteY91" fmla="*/ 0 h 1002887"/>
                <a:gd name="connsiteX92" fmla="*/ 0 w 971740"/>
                <a:gd name="connsiteY92" fmla="*/ 0 h 1002887"/>
                <a:gd name="connsiteX93" fmla="*/ 24003 w 971740"/>
                <a:gd name="connsiteY93" fmla="*/ 64484 h 1002887"/>
                <a:gd name="connsiteX94" fmla="*/ 24003 w 971740"/>
                <a:gd name="connsiteY94" fmla="*/ 186119 h 1002887"/>
                <a:gd name="connsiteX95" fmla="*/ 35052 w 971740"/>
                <a:gd name="connsiteY95" fmla="*/ 222980 h 1002887"/>
                <a:gd name="connsiteX96" fmla="*/ 53530 w 971740"/>
                <a:gd name="connsiteY96" fmla="*/ 250603 h 1002887"/>
                <a:gd name="connsiteX97" fmla="*/ 53530 w 971740"/>
                <a:gd name="connsiteY97" fmla="*/ 357569 h 1002887"/>
                <a:gd name="connsiteX98" fmla="*/ 67437 w 971740"/>
                <a:gd name="connsiteY98" fmla="*/ 412909 h 1002887"/>
                <a:gd name="connsiteX99" fmla="*/ 67437 w 971740"/>
                <a:gd name="connsiteY99" fmla="*/ 453485 h 1002887"/>
                <a:gd name="connsiteX100" fmla="*/ 86678 w 971740"/>
                <a:gd name="connsiteY100" fmla="*/ 490347 h 1002887"/>
                <a:gd name="connsiteX101" fmla="*/ 89916 w 971740"/>
                <a:gd name="connsiteY101" fmla="*/ 523494 h 1002887"/>
                <a:gd name="connsiteX102" fmla="*/ 86678 w 971740"/>
                <a:gd name="connsiteY102" fmla="*/ 558546 h 1002887"/>
                <a:gd name="connsiteX103" fmla="*/ 86678 w 971740"/>
                <a:gd name="connsiteY103" fmla="*/ 595408 h 1002887"/>
                <a:gd name="connsiteX104" fmla="*/ 67437 w 971740"/>
                <a:gd name="connsiteY104" fmla="*/ 604647 h 1002887"/>
                <a:gd name="connsiteX105" fmla="*/ 68294 w 971740"/>
                <a:gd name="connsiteY105" fmla="*/ 630460 h 1002887"/>
                <a:gd name="connsiteX106" fmla="*/ 68294 w 971740"/>
                <a:gd name="connsiteY106" fmla="*/ 647033 h 1002887"/>
                <a:gd name="connsiteX107" fmla="*/ 86773 w 971740"/>
                <a:gd name="connsiteY107" fmla="*/ 659892 h 1002887"/>
                <a:gd name="connsiteX108" fmla="*/ 108013 w 971740"/>
                <a:gd name="connsiteY108" fmla="*/ 676465 h 1002887"/>
                <a:gd name="connsiteX109" fmla="*/ 108013 w 971740"/>
                <a:gd name="connsiteY109" fmla="*/ 687515 h 1002887"/>
                <a:gd name="connsiteX110" fmla="*/ 112586 w 971740"/>
                <a:gd name="connsiteY110" fmla="*/ 721328 h 1002887"/>
                <a:gd name="connsiteX111" fmla="*/ 108013 w 971740"/>
                <a:gd name="connsiteY111" fmla="*/ 752094 h 1002887"/>
                <a:gd name="connsiteX112" fmla="*/ 108013 w 971740"/>
                <a:gd name="connsiteY112" fmla="*/ 873728 h 1002887"/>
                <a:gd name="connsiteX113" fmla="*/ 112586 w 971740"/>
                <a:gd name="connsiteY113" fmla="*/ 910590 h 1002887"/>
                <a:gd name="connsiteX114" fmla="*/ 103346 w 971740"/>
                <a:gd name="connsiteY114" fmla="*/ 1002792 h 1002887"/>
                <a:gd name="connsiteX115" fmla="*/ 766381 w 971740"/>
                <a:gd name="connsiteY115" fmla="*/ 1002792 h 1002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971740" h="1002887">
                  <a:moveTo>
                    <a:pt x="766667" y="1002887"/>
                  </a:moveTo>
                  <a:cubicBezTo>
                    <a:pt x="766858" y="999173"/>
                    <a:pt x="766953" y="994410"/>
                    <a:pt x="766381" y="992791"/>
                  </a:cubicBezTo>
                  <a:cubicBezTo>
                    <a:pt x="765429" y="990029"/>
                    <a:pt x="764572" y="982694"/>
                    <a:pt x="764572" y="982694"/>
                  </a:cubicBezTo>
                  <a:lnTo>
                    <a:pt x="757238" y="969836"/>
                  </a:lnTo>
                  <a:lnTo>
                    <a:pt x="761809" y="960596"/>
                  </a:lnTo>
                  <a:cubicBezTo>
                    <a:pt x="761809" y="960596"/>
                    <a:pt x="758095" y="948595"/>
                    <a:pt x="758095" y="945833"/>
                  </a:cubicBezTo>
                  <a:cubicBezTo>
                    <a:pt x="758095" y="943070"/>
                    <a:pt x="755332" y="934784"/>
                    <a:pt x="755332" y="934784"/>
                  </a:cubicBezTo>
                  <a:lnTo>
                    <a:pt x="743331" y="920020"/>
                  </a:lnTo>
                  <a:lnTo>
                    <a:pt x="723043" y="920020"/>
                  </a:lnTo>
                  <a:lnTo>
                    <a:pt x="716566" y="913543"/>
                  </a:lnTo>
                  <a:lnTo>
                    <a:pt x="712851" y="904304"/>
                  </a:lnTo>
                  <a:lnTo>
                    <a:pt x="694372" y="895064"/>
                  </a:lnTo>
                  <a:lnTo>
                    <a:pt x="687896" y="892302"/>
                  </a:lnTo>
                  <a:lnTo>
                    <a:pt x="683323" y="878491"/>
                  </a:lnTo>
                  <a:lnTo>
                    <a:pt x="676847" y="864680"/>
                  </a:lnTo>
                  <a:lnTo>
                    <a:pt x="675037" y="856393"/>
                  </a:lnTo>
                  <a:lnTo>
                    <a:pt x="665797" y="851821"/>
                  </a:lnTo>
                  <a:lnTo>
                    <a:pt x="655701" y="849059"/>
                  </a:lnTo>
                  <a:lnTo>
                    <a:pt x="641890" y="842582"/>
                  </a:lnTo>
                  <a:lnTo>
                    <a:pt x="629888" y="833342"/>
                  </a:lnTo>
                  <a:lnTo>
                    <a:pt x="619792" y="820484"/>
                  </a:lnTo>
                  <a:lnTo>
                    <a:pt x="605028" y="814007"/>
                  </a:lnTo>
                  <a:lnTo>
                    <a:pt x="594931" y="811244"/>
                  </a:lnTo>
                  <a:lnTo>
                    <a:pt x="568166" y="790004"/>
                  </a:lnTo>
                  <a:lnTo>
                    <a:pt x="568166" y="775240"/>
                  </a:lnTo>
                  <a:lnTo>
                    <a:pt x="567214" y="758666"/>
                  </a:lnTo>
                  <a:lnTo>
                    <a:pt x="569976" y="721519"/>
                  </a:lnTo>
                  <a:lnTo>
                    <a:pt x="569023" y="700659"/>
                  </a:lnTo>
                  <a:lnTo>
                    <a:pt x="580072" y="677609"/>
                  </a:lnTo>
                  <a:lnTo>
                    <a:pt x="584645" y="662845"/>
                  </a:lnTo>
                  <a:lnTo>
                    <a:pt x="579120" y="650843"/>
                  </a:lnTo>
                  <a:lnTo>
                    <a:pt x="573596" y="645319"/>
                  </a:lnTo>
                  <a:lnTo>
                    <a:pt x="557879" y="638842"/>
                  </a:lnTo>
                  <a:lnTo>
                    <a:pt x="557879" y="610267"/>
                  </a:lnTo>
                  <a:lnTo>
                    <a:pt x="570738" y="591788"/>
                  </a:lnTo>
                  <a:lnTo>
                    <a:pt x="577215" y="582549"/>
                  </a:lnTo>
                  <a:lnTo>
                    <a:pt x="590074" y="573310"/>
                  </a:lnTo>
                  <a:lnTo>
                    <a:pt x="613124" y="562261"/>
                  </a:lnTo>
                  <a:lnTo>
                    <a:pt x="624173" y="550259"/>
                  </a:lnTo>
                  <a:lnTo>
                    <a:pt x="630650" y="537401"/>
                  </a:lnTo>
                  <a:lnTo>
                    <a:pt x="630650" y="441579"/>
                  </a:lnTo>
                  <a:lnTo>
                    <a:pt x="644462" y="431483"/>
                  </a:lnTo>
                  <a:lnTo>
                    <a:pt x="665702" y="413004"/>
                  </a:lnTo>
                  <a:lnTo>
                    <a:pt x="693325" y="393668"/>
                  </a:lnTo>
                  <a:lnTo>
                    <a:pt x="717328" y="363284"/>
                  </a:lnTo>
                  <a:lnTo>
                    <a:pt x="733901" y="341186"/>
                  </a:lnTo>
                  <a:lnTo>
                    <a:pt x="759714" y="319088"/>
                  </a:lnTo>
                  <a:lnTo>
                    <a:pt x="789241" y="300609"/>
                  </a:lnTo>
                  <a:lnTo>
                    <a:pt x="807720" y="280321"/>
                  </a:lnTo>
                  <a:lnTo>
                    <a:pt x="818769" y="260033"/>
                  </a:lnTo>
                  <a:lnTo>
                    <a:pt x="874681" y="247174"/>
                  </a:lnTo>
                  <a:lnTo>
                    <a:pt x="912781" y="228695"/>
                  </a:lnTo>
                  <a:lnTo>
                    <a:pt x="945928" y="212122"/>
                  </a:lnTo>
                  <a:lnTo>
                    <a:pt x="971740" y="193643"/>
                  </a:lnTo>
                  <a:lnTo>
                    <a:pt x="947738" y="191834"/>
                  </a:lnTo>
                  <a:lnTo>
                    <a:pt x="928402" y="195548"/>
                  </a:lnTo>
                  <a:lnTo>
                    <a:pt x="912686" y="177070"/>
                  </a:lnTo>
                  <a:lnTo>
                    <a:pt x="855536" y="171545"/>
                  </a:lnTo>
                  <a:lnTo>
                    <a:pt x="827913" y="171545"/>
                  </a:lnTo>
                  <a:lnTo>
                    <a:pt x="805815" y="149447"/>
                  </a:lnTo>
                  <a:lnTo>
                    <a:pt x="770763" y="175260"/>
                  </a:lnTo>
                  <a:lnTo>
                    <a:pt x="733901" y="184499"/>
                  </a:lnTo>
                  <a:lnTo>
                    <a:pt x="713613" y="178975"/>
                  </a:lnTo>
                  <a:lnTo>
                    <a:pt x="713613" y="164211"/>
                  </a:lnTo>
                  <a:lnTo>
                    <a:pt x="702564" y="154972"/>
                  </a:lnTo>
                  <a:lnTo>
                    <a:pt x="680466" y="147638"/>
                  </a:lnTo>
                  <a:lnTo>
                    <a:pt x="665702" y="140303"/>
                  </a:lnTo>
                  <a:lnTo>
                    <a:pt x="665702" y="125540"/>
                  </a:lnTo>
                  <a:lnTo>
                    <a:pt x="636175" y="127349"/>
                  </a:lnTo>
                  <a:lnTo>
                    <a:pt x="628840" y="136589"/>
                  </a:lnTo>
                  <a:lnTo>
                    <a:pt x="628840" y="151352"/>
                  </a:lnTo>
                  <a:lnTo>
                    <a:pt x="610362" y="151352"/>
                  </a:lnTo>
                  <a:lnTo>
                    <a:pt x="610362" y="118205"/>
                  </a:lnTo>
                  <a:lnTo>
                    <a:pt x="593788" y="110871"/>
                  </a:lnTo>
                  <a:lnTo>
                    <a:pt x="584549" y="103537"/>
                  </a:lnTo>
                  <a:lnTo>
                    <a:pt x="584549" y="88773"/>
                  </a:lnTo>
                  <a:lnTo>
                    <a:pt x="557784" y="75914"/>
                  </a:lnTo>
                  <a:lnTo>
                    <a:pt x="495109" y="79629"/>
                  </a:lnTo>
                  <a:lnTo>
                    <a:pt x="473869" y="92488"/>
                  </a:lnTo>
                  <a:lnTo>
                    <a:pt x="451771" y="92488"/>
                  </a:lnTo>
                  <a:lnTo>
                    <a:pt x="435197" y="79629"/>
                  </a:lnTo>
                  <a:lnTo>
                    <a:pt x="420433" y="70390"/>
                  </a:lnTo>
                  <a:lnTo>
                    <a:pt x="390906" y="74105"/>
                  </a:lnTo>
                  <a:lnTo>
                    <a:pt x="376142" y="63056"/>
                  </a:lnTo>
                  <a:lnTo>
                    <a:pt x="350330" y="59341"/>
                  </a:lnTo>
                  <a:lnTo>
                    <a:pt x="328231" y="33528"/>
                  </a:lnTo>
                  <a:lnTo>
                    <a:pt x="309753" y="24289"/>
                  </a:lnTo>
                  <a:lnTo>
                    <a:pt x="300514" y="13240"/>
                  </a:lnTo>
                  <a:lnTo>
                    <a:pt x="283940" y="13240"/>
                  </a:lnTo>
                  <a:lnTo>
                    <a:pt x="274701" y="20574"/>
                  </a:lnTo>
                  <a:lnTo>
                    <a:pt x="250698" y="22384"/>
                  </a:lnTo>
                  <a:lnTo>
                    <a:pt x="250698" y="0"/>
                  </a:lnTo>
                  <a:lnTo>
                    <a:pt x="0" y="0"/>
                  </a:lnTo>
                  <a:lnTo>
                    <a:pt x="24003" y="64484"/>
                  </a:lnTo>
                  <a:lnTo>
                    <a:pt x="24003" y="186119"/>
                  </a:lnTo>
                  <a:lnTo>
                    <a:pt x="35052" y="222980"/>
                  </a:lnTo>
                  <a:lnTo>
                    <a:pt x="53530" y="250603"/>
                  </a:lnTo>
                  <a:lnTo>
                    <a:pt x="53530" y="357569"/>
                  </a:lnTo>
                  <a:lnTo>
                    <a:pt x="67437" y="412909"/>
                  </a:lnTo>
                  <a:lnTo>
                    <a:pt x="67437" y="453485"/>
                  </a:lnTo>
                  <a:lnTo>
                    <a:pt x="86678" y="490347"/>
                  </a:lnTo>
                  <a:lnTo>
                    <a:pt x="89916" y="523494"/>
                  </a:lnTo>
                  <a:lnTo>
                    <a:pt x="86678" y="558546"/>
                  </a:lnTo>
                  <a:lnTo>
                    <a:pt x="86678" y="595408"/>
                  </a:lnTo>
                  <a:lnTo>
                    <a:pt x="67437" y="604647"/>
                  </a:lnTo>
                  <a:lnTo>
                    <a:pt x="68294" y="630460"/>
                  </a:lnTo>
                  <a:cubicBezTo>
                    <a:pt x="68294" y="630460"/>
                    <a:pt x="66484" y="641509"/>
                    <a:pt x="68294" y="647033"/>
                  </a:cubicBezTo>
                  <a:cubicBezTo>
                    <a:pt x="70104" y="652558"/>
                    <a:pt x="86773" y="659892"/>
                    <a:pt x="86773" y="659892"/>
                  </a:cubicBezTo>
                  <a:lnTo>
                    <a:pt x="108013" y="676465"/>
                  </a:lnTo>
                  <a:lnTo>
                    <a:pt x="108013" y="687515"/>
                  </a:lnTo>
                  <a:lnTo>
                    <a:pt x="112586" y="721328"/>
                  </a:lnTo>
                  <a:lnTo>
                    <a:pt x="108013" y="752094"/>
                  </a:lnTo>
                  <a:lnTo>
                    <a:pt x="108013" y="873728"/>
                  </a:lnTo>
                  <a:lnTo>
                    <a:pt x="112586" y="910590"/>
                  </a:lnTo>
                  <a:lnTo>
                    <a:pt x="103346" y="1002792"/>
                  </a:lnTo>
                  <a:lnTo>
                    <a:pt x="766381" y="1002792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F81F2A7-C2F9-048C-277E-77DD3EC78CE0}"/>
                </a:ext>
              </a:extLst>
            </p:cNvPr>
            <p:cNvSpPr/>
            <p:nvPr/>
          </p:nvSpPr>
          <p:spPr>
            <a:xfrm>
              <a:off x="3547491" y="3496254"/>
              <a:ext cx="932783" cy="484536"/>
            </a:xfrm>
            <a:custGeom>
              <a:avLst/>
              <a:gdLst>
                <a:gd name="connsiteX0" fmla="*/ 932783 w 932783"/>
                <a:gd name="connsiteY0" fmla="*/ 155448 h 484536"/>
                <a:gd name="connsiteX1" fmla="*/ 919924 w 932783"/>
                <a:gd name="connsiteY1" fmla="*/ 136112 h 484536"/>
                <a:gd name="connsiteX2" fmla="*/ 903256 w 932783"/>
                <a:gd name="connsiteY2" fmla="*/ 124968 h 484536"/>
                <a:gd name="connsiteX3" fmla="*/ 903256 w 932783"/>
                <a:gd name="connsiteY3" fmla="*/ 106585 h 484536"/>
                <a:gd name="connsiteX4" fmla="*/ 883063 w 932783"/>
                <a:gd name="connsiteY4" fmla="*/ 91345 h 484536"/>
                <a:gd name="connsiteX5" fmla="*/ 883063 w 932783"/>
                <a:gd name="connsiteY5" fmla="*/ 80772 h 484536"/>
                <a:gd name="connsiteX6" fmla="*/ 883063 w 932783"/>
                <a:gd name="connsiteY6" fmla="*/ 60484 h 484536"/>
                <a:gd name="connsiteX7" fmla="*/ 888587 w 932783"/>
                <a:gd name="connsiteY7" fmla="*/ 49149 h 484536"/>
                <a:gd name="connsiteX8" fmla="*/ 894112 w 932783"/>
                <a:gd name="connsiteY8" fmla="*/ 38862 h 484536"/>
                <a:gd name="connsiteX9" fmla="*/ 894112 w 932783"/>
                <a:gd name="connsiteY9" fmla="*/ 19907 h 484536"/>
                <a:gd name="connsiteX10" fmla="*/ 871919 w 932783"/>
                <a:gd name="connsiteY10" fmla="*/ 25432 h 484536"/>
                <a:gd name="connsiteX11" fmla="*/ 855345 w 932783"/>
                <a:gd name="connsiteY11" fmla="*/ 16193 h 484536"/>
                <a:gd name="connsiteX12" fmla="*/ 835057 w 932783"/>
                <a:gd name="connsiteY12" fmla="*/ 0 h 484536"/>
                <a:gd name="connsiteX13" fmla="*/ 0 w 932783"/>
                <a:gd name="connsiteY13" fmla="*/ 0 h 484536"/>
                <a:gd name="connsiteX14" fmla="*/ 0 w 932783"/>
                <a:gd name="connsiteY14" fmla="*/ 484537 h 484536"/>
                <a:gd name="connsiteX15" fmla="*/ 932783 w 932783"/>
                <a:gd name="connsiteY15" fmla="*/ 484537 h 484536"/>
                <a:gd name="connsiteX16" fmla="*/ 932783 w 932783"/>
                <a:gd name="connsiteY16" fmla="*/ 155448 h 484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32783" h="484536">
                  <a:moveTo>
                    <a:pt x="932783" y="155448"/>
                  </a:moveTo>
                  <a:lnTo>
                    <a:pt x="919924" y="136112"/>
                  </a:lnTo>
                  <a:lnTo>
                    <a:pt x="903256" y="124968"/>
                  </a:lnTo>
                  <a:lnTo>
                    <a:pt x="903256" y="106585"/>
                  </a:lnTo>
                  <a:lnTo>
                    <a:pt x="883063" y="91345"/>
                  </a:lnTo>
                  <a:lnTo>
                    <a:pt x="883063" y="80772"/>
                  </a:lnTo>
                  <a:lnTo>
                    <a:pt x="883063" y="60484"/>
                  </a:lnTo>
                  <a:lnTo>
                    <a:pt x="888587" y="49149"/>
                  </a:lnTo>
                  <a:lnTo>
                    <a:pt x="894112" y="38862"/>
                  </a:lnTo>
                  <a:lnTo>
                    <a:pt x="894112" y="19907"/>
                  </a:lnTo>
                  <a:lnTo>
                    <a:pt x="871919" y="25432"/>
                  </a:lnTo>
                  <a:lnTo>
                    <a:pt x="855345" y="16193"/>
                  </a:lnTo>
                  <a:lnTo>
                    <a:pt x="835057" y="0"/>
                  </a:lnTo>
                  <a:lnTo>
                    <a:pt x="0" y="0"/>
                  </a:lnTo>
                  <a:lnTo>
                    <a:pt x="0" y="484537"/>
                  </a:lnTo>
                  <a:lnTo>
                    <a:pt x="932783" y="484537"/>
                  </a:lnTo>
                  <a:lnTo>
                    <a:pt x="932783" y="15544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6CCB2FA7-E6AA-603A-052E-56CFDF0B2EA3}"/>
                </a:ext>
              </a:extLst>
            </p:cNvPr>
            <p:cNvSpPr/>
            <p:nvPr/>
          </p:nvSpPr>
          <p:spPr>
            <a:xfrm>
              <a:off x="3294983" y="2996287"/>
              <a:ext cx="1087755" cy="499967"/>
            </a:xfrm>
            <a:custGeom>
              <a:avLst/>
              <a:gdLst>
                <a:gd name="connsiteX0" fmla="*/ 1080230 w 1087755"/>
                <a:gd name="connsiteY0" fmla="*/ 473773 h 499967"/>
                <a:gd name="connsiteX1" fmla="*/ 1056227 w 1087755"/>
                <a:gd name="connsiteY1" fmla="*/ 460915 h 499967"/>
                <a:gd name="connsiteX2" fmla="*/ 1056227 w 1087755"/>
                <a:gd name="connsiteY2" fmla="*/ 427768 h 499967"/>
                <a:gd name="connsiteX3" fmla="*/ 1046988 w 1087755"/>
                <a:gd name="connsiteY3" fmla="*/ 413004 h 499967"/>
                <a:gd name="connsiteX4" fmla="*/ 1037749 w 1087755"/>
                <a:gd name="connsiteY4" fmla="*/ 398526 h 499967"/>
                <a:gd name="connsiteX5" fmla="*/ 1037749 w 1087755"/>
                <a:gd name="connsiteY5" fmla="*/ 342900 h 499967"/>
                <a:gd name="connsiteX6" fmla="*/ 1021461 w 1087755"/>
                <a:gd name="connsiteY6" fmla="*/ 331851 h 499967"/>
                <a:gd name="connsiteX7" fmla="*/ 1021461 w 1087755"/>
                <a:gd name="connsiteY7" fmla="*/ 259937 h 499967"/>
                <a:gd name="connsiteX8" fmla="*/ 999077 w 1087755"/>
                <a:gd name="connsiteY8" fmla="*/ 241459 h 499967"/>
                <a:gd name="connsiteX9" fmla="*/ 999077 w 1087755"/>
                <a:gd name="connsiteY9" fmla="*/ 219361 h 499967"/>
                <a:gd name="connsiteX10" fmla="*/ 1000887 w 1087755"/>
                <a:gd name="connsiteY10" fmla="*/ 202883 h 499967"/>
                <a:gd name="connsiteX11" fmla="*/ 1004602 w 1087755"/>
                <a:gd name="connsiteY11" fmla="*/ 189833 h 499967"/>
                <a:gd name="connsiteX12" fmla="*/ 993553 w 1087755"/>
                <a:gd name="connsiteY12" fmla="*/ 172593 h 499967"/>
                <a:gd name="connsiteX13" fmla="*/ 989838 w 1087755"/>
                <a:gd name="connsiteY13" fmla="*/ 162115 h 499967"/>
                <a:gd name="connsiteX14" fmla="*/ 975074 w 1087755"/>
                <a:gd name="connsiteY14" fmla="*/ 147352 h 499967"/>
                <a:gd name="connsiteX15" fmla="*/ 975074 w 1087755"/>
                <a:gd name="connsiteY15" fmla="*/ 136303 h 499967"/>
                <a:gd name="connsiteX16" fmla="*/ 967740 w 1087755"/>
                <a:gd name="connsiteY16" fmla="*/ 104965 h 499967"/>
                <a:gd name="connsiteX17" fmla="*/ 962216 w 1087755"/>
                <a:gd name="connsiteY17" fmla="*/ 93916 h 499967"/>
                <a:gd name="connsiteX18" fmla="*/ 959168 w 1087755"/>
                <a:gd name="connsiteY18" fmla="*/ 82867 h 499967"/>
                <a:gd name="connsiteX19" fmla="*/ 936403 w 1087755"/>
                <a:gd name="connsiteY19" fmla="*/ 82867 h 499967"/>
                <a:gd name="connsiteX20" fmla="*/ 927163 w 1087755"/>
                <a:gd name="connsiteY20" fmla="*/ 66294 h 499967"/>
                <a:gd name="connsiteX21" fmla="*/ 908685 w 1087755"/>
                <a:gd name="connsiteY21" fmla="*/ 60769 h 499967"/>
                <a:gd name="connsiteX22" fmla="*/ 901351 w 1087755"/>
                <a:gd name="connsiteY22" fmla="*/ 51530 h 499967"/>
                <a:gd name="connsiteX23" fmla="*/ 881063 w 1087755"/>
                <a:gd name="connsiteY23" fmla="*/ 38671 h 499967"/>
                <a:gd name="connsiteX24" fmla="*/ 870013 w 1087755"/>
                <a:gd name="connsiteY24" fmla="*/ 33147 h 499967"/>
                <a:gd name="connsiteX25" fmla="*/ 840486 w 1087755"/>
                <a:gd name="connsiteY25" fmla="*/ 23908 h 499967"/>
                <a:gd name="connsiteX26" fmla="*/ 812863 w 1087755"/>
                <a:gd name="connsiteY26" fmla="*/ 18383 h 499967"/>
                <a:gd name="connsiteX27" fmla="*/ 790766 w 1087755"/>
                <a:gd name="connsiteY27" fmla="*/ 27622 h 499967"/>
                <a:gd name="connsiteX28" fmla="*/ 752094 w 1087755"/>
                <a:gd name="connsiteY28" fmla="*/ 36862 h 499967"/>
                <a:gd name="connsiteX29" fmla="*/ 735521 w 1087755"/>
                <a:gd name="connsiteY29" fmla="*/ 18383 h 499967"/>
                <a:gd name="connsiteX30" fmla="*/ 718947 w 1087755"/>
                <a:gd name="connsiteY30" fmla="*/ 12859 h 499967"/>
                <a:gd name="connsiteX31" fmla="*/ 698659 w 1087755"/>
                <a:gd name="connsiteY31" fmla="*/ 0 h 499967"/>
                <a:gd name="connsiteX32" fmla="*/ 0 w 1087755"/>
                <a:gd name="connsiteY32" fmla="*/ 0 h 499967"/>
                <a:gd name="connsiteX33" fmla="*/ 0 w 1087755"/>
                <a:gd name="connsiteY33" fmla="*/ 341090 h 499967"/>
                <a:gd name="connsiteX34" fmla="*/ 252603 w 1087755"/>
                <a:gd name="connsiteY34" fmla="*/ 341090 h 499967"/>
                <a:gd name="connsiteX35" fmla="*/ 252603 w 1087755"/>
                <a:gd name="connsiteY35" fmla="*/ 499967 h 499967"/>
                <a:gd name="connsiteX36" fmla="*/ 1087755 w 1087755"/>
                <a:gd name="connsiteY36" fmla="*/ 499967 h 499967"/>
                <a:gd name="connsiteX37" fmla="*/ 1082231 w 1087755"/>
                <a:gd name="connsiteY37" fmla="*/ 484918 h 499967"/>
                <a:gd name="connsiteX38" fmla="*/ 1080421 w 1087755"/>
                <a:gd name="connsiteY38" fmla="*/ 473869 h 49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087755" h="499967">
                  <a:moveTo>
                    <a:pt x="1080230" y="473773"/>
                  </a:moveTo>
                  <a:lnTo>
                    <a:pt x="1056227" y="460915"/>
                  </a:lnTo>
                  <a:lnTo>
                    <a:pt x="1056227" y="427768"/>
                  </a:lnTo>
                  <a:lnTo>
                    <a:pt x="1046988" y="413004"/>
                  </a:lnTo>
                  <a:lnTo>
                    <a:pt x="1037749" y="398526"/>
                  </a:lnTo>
                  <a:lnTo>
                    <a:pt x="1037749" y="342900"/>
                  </a:lnTo>
                  <a:lnTo>
                    <a:pt x="1021461" y="331851"/>
                  </a:lnTo>
                  <a:lnTo>
                    <a:pt x="1021461" y="259937"/>
                  </a:lnTo>
                  <a:lnTo>
                    <a:pt x="999077" y="241459"/>
                  </a:lnTo>
                  <a:cubicBezTo>
                    <a:pt x="999077" y="241459"/>
                    <a:pt x="997268" y="224885"/>
                    <a:pt x="999077" y="219361"/>
                  </a:cubicBezTo>
                  <a:cubicBezTo>
                    <a:pt x="1000887" y="213836"/>
                    <a:pt x="1000887" y="202883"/>
                    <a:pt x="1000887" y="202883"/>
                  </a:cubicBezTo>
                  <a:lnTo>
                    <a:pt x="1004602" y="189833"/>
                  </a:lnTo>
                  <a:lnTo>
                    <a:pt x="993553" y="172593"/>
                  </a:lnTo>
                  <a:lnTo>
                    <a:pt x="989838" y="162115"/>
                  </a:lnTo>
                  <a:lnTo>
                    <a:pt x="975074" y="147352"/>
                  </a:lnTo>
                  <a:lnTo>
                    <a:pt x="975074" y="136303"/>
                  </a:lnTo>
                  <a:lnTo>
                    <a:pt x="967740" y="104965"/>
                  </a:lnTo>
                  <a:lnTo>
                    <a:pt x="962216" y="93916"/>
                  </a:lnTo>
                  <a:lnTo>
                    <a:pt x="959168" y="82867"/>
                  </a:lnTo>
                  <a:lnTo>
                    <a:pt x="936403" y="82867"/>
                  </a:lnTo>
                  <a:lnTo>
                    <a:pt x="927163" y="66294"/>
                  </a:lnTo>
                  <a:lnTo>
                    <a:pt x="908685" y="60769"/>
                  </a:lnTo>
                  <a:lnTo>
                    <a:pt x="901351" y="51530"/>
                  </a:lnTo>
                  <a:lnTo>
                    <a:pt x="881063" y="38671"/>
                  </a:lnTo>
                  <a:lnTo>
                    <a:pt x="870013" y="33147"/>
                  </a:lnTo>
                  <a:lnTo>
                    <a:pt x="840486" y="23908"/>
                  </a:lnTo>
                  <a:lnTo>
                    <a:pt x="812863" y="18383"/>
                  </a:lnTo>
                  <a:lnTo>
                    <a:pt x="790766" y="27622"/>
                  </a:lnTo>
                  <a:lnTo>
                    <a:pt x="752094" y="36862"/>
                  </a:lnTo>
                  <a:lnTo>
                    <a:pt x="735521" y="18383"/>
                  </a:lnTo>
                  <a:lnTo>
                    <a:pt x="718947" y="12859"/>
                  </a:lnTo>
                  <a:lnTo>
                    <a:pt x="698659" y="0"/>
                  </a:lnTo>
                  <a:lnTo>
                    <a:pt x="0" y="0"/>
                  </a:lnTo>
                  <a:lnTo>
                    <a:pt x="0" y="341090"/>
                  </a:lnTo>
                  <a:lnTo>
                    <a:pt x="252603" y="341090"/>
                  </a:lnTo>
                  <a:lnTo>
                    <a:pt x="252603" y="499967"/>
                  </a:lnTo>
                  <a:lnTo>
                    <a:pt x="1087755" y="499967"/>
                  </a:lnTo>
                  <a:cubicBezTo>
                    <a:pt x="1087755" y="499967"/>
                    <a:pt x="1084040" y="495967"/>
                    <a:pt x="1082231" y="484918"/>
                  </a:cubicBezTo>
                  <a:lnTo>
                    <a:pt x="1080421" y="473869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34026B49-D521-EA5A-081E-9D89D69BF98D}"/>
                </a:ext>
              </a:extLst>
            </p:cNvPr>
            <p:cNvSpPr/>
            <p:nvPr/>
          </p:nvSpPr>
          <p:spPr>
            <a:xfrm>
              <a:off x="3294697" y="2476508"/>
              <a:ext cx="962406" cy="602742"/>
            </a:xfrm>
            <a:custGeom>
              <a:avLst/>
              <a:gdLst>
                <a:gd name="connsiteX0" fmla="*/ 719138 w 962406"/>
                <a:gd name="connsiteY0" fmla="*/ 532733 h 602742"/>
                <a:gd name="connsiteX1" fmla="*/ 735711 w 962406"/>
                <a:gd name="connsiteY1" fmla="*/ 538258 h 602742"/>
                <a:gd name="connsiteX2" fmla="*/ 752285 w 962406"/>
                <a:gd name="connsiteY2" fmla="*/ 556736 h 602742"/>
                <a:gd name="connsiteX3" fmla="*/ 790956 w 962406"/>
                <a:gd name="connsiteY3" fmla="*/ 547497 h 602742"/>
                <a:gd name="connsiteX4" fmla="*/ 813054 w 962406"/>
                <a:gd name="connsiteY4" fmla="*/ 538258 h 602742"/>
                <a:gd name="connsiteX5" fmla="*/ 840677 w 962406"/>
                <a:gd name="connsiteY5" fmla="*/ 543782 h 602742"/>
                <a:gd name="connsiteX6" fmla="*/ 870204 w 962406"/>
                <a:gd name="connsiteY6" fmla="*/ 553022 h 602742"/>
                <a:gd name="connsiteX7" fmla="*/ 881253 w 962406"/>
                <a:gd name="connsiteY7" fmla="*/ 558546 h 602742"/>
                <a:gd name="connsiteX8" fmla="*/ 901541 w 962406"/>
                <a:gd name="connsiteY8" fmla="*/ 571405 h 602742"/>
                <a:gd name="connsiteX9" fmla="*/ 908876 w 962406"/>
                <a:gd name="connsiteY9" fmla="*/ 580644 h 602742"/>
                <a:gd name="connsiteX10" fmla="*/ 927354 w 962406"/>
                <a:gd name="connsiteY10" fmla="*/ 586169 h 602742"/>
                <a:gd name="connsiteX11" fmla="*/ 936593 w 962406"/>
                <a:gd name="connsiteY11" fmla="*/ 602742 h 602742"/>
                <a:gd name="connsiteX12" fmla="*/ 959358 w 962406"/>
                <a:gd name="connsiteY12" fmla="*/ 602742 h 602742"/>
                <a:gd name="connsiteX13" fmla="*/ 956881 w 962406"/>
                <a:gd name="connsiteY13" fmla="*/ 593503 h 602742"/>
                <a:gd name="connsiteX14" fmla="*/ 944023 w 962406"/>
                <a:gd name="connsiteY14" fmla="*/ 580644 h 602742"/>
                <a:gd name="connsiteX15" fmla="*/ 936688 w 962406"/>
                <a:gd name="connsiteY15" fmla="*/ 543782 h 602742"/>
                <a:gd name="connsiteX16" fmla="*/ 944023 w 962406"/>
                <a:gd name="connsiteY16" fmla="*/ 529019 h 602742"/>
                <a:gd name="connsiteX17" fmla="*/ 951357 w 962406"/>
                <a:gd name="connsiteY17" fmla="*/ 508730 h 602742"/>
                <a:gd name="connsiteX18" fmla="*/ 953167 w 962406"/>
                <a:gd name="connsiteY18" fmla="*/ 492157 h 602742"/>
                <a:gd name="connsiteX19" fmla="*/ 953167 w 962406"/>
                <a:gd name="connsiteY19" fmla="*/ 479298 h 602742"/>
                <a:gd name="connsiteX20" fmla="*/ 943928 w 962406"/>
                <a:gd name="connsiteY20" fmla="*/ 462724 h 602742"/>
                <a:gd name="connsiteX21" fmla="*/ 936593 w 962406"/>
                <a:gd name="connsiteY21" fmla="*/ 453485 h 602742"/>
                <a:gd name="connsiteX22" fmla="*/ 936593 w 962406"/>
                <a:gd name="connsiteY22" fmla="*/ 425863 h 602742"/>
                <a:gd name="connsiteX23" fmla="*/ 953167 w 962406"/>
                <a:gd name="connsiteY23" fmla="*/ 425863 h 602742"/>
                <a:gd name="connsiteX24" fmla="*/ 962406 w 962406"/>
                <a:gd name="connsiteY24" fmla="*/ 333661 h 602742"/>
                <a:gd name="connsiteX25" fmla="*/ 957834 w 962406"/>
                <a:gd name="connsiteY25" fmla="*/ 296799 h 602742"/>
                <a:gd name="connsiteX26" fmla="*/ 957834 w 962406"/>
                <a:gd name="connsiteY26" fmla="*/ 175165 h 602742"/>
                <a:gd name="connsiteX27" fmla="*/ 962406 w 962406"/>
                <a:gd name="connsiteY27" fmla="*/ 144399 h 602742"/>
                <a:gd name="connsiteX28" fmla="*/ 957834 w 962406"/>
                <a:gd name="connsiteY28" fmla="*/ 110585 h 602742"/>
                <a:gd name="connsiteX29" fmla="*/ 957834 w 962406"/>
                <a:gd name="connsiteY29" fmla="*/ 99536 h 602742"/>
                <a:gd name="connsiteX30" fmla="*/ 936593 w 962406"/>
                <a:gd name="connsiteY30" fmla="*/ 82963 h 602742"/>
                <a:gd name="connsiteX31" fmla="*/ 918115 w 962406"/>
                <a:gd name="connsiteY31" fmla="*/ 70104 h 602742"/>
                <a:gd name="connsiteX32" fmla="*/ 918115 w 962406"/>
                <a:gd name="connsiteY32" fmla="*/ 53530 h 602742"/>
                <a:gd name="connsiteX33" fmla="*/ 917258 w 962406"/>
                <a:gd name="connsiteY33" fmla="*/ 27718 h 602742"/>
                <a:gd name="connsiteX34" fmla="*/ 936498 w 962406"/>
                <a:gd name="connsiteY34" fmla="*/ 18478 h 602742"/>
                <a:gd name="connsiteX35" fmla="*/ 936498 w 962406"/>
                <a:gd name="connsiteY35" fmla="*/ 0 h 602742"/>
                <a:gd name="connsiteX36" fmla="*/ 0 w 962406"/>
                <a:gd name="connsiteY36" fmla="*/ 0 h 602742"/>
                <a:gd name="connsiteX37" fmla="*/ 0 w 962406"/>
                <a:gd name="connsiteY37" fmla="*/ 519874 h 602742"/>
                <a:gd name="connsiteX38" fmla="*/ 698659 w 962406"/>
                <a:gd name="connsiteY38" fmla="*/ 519874 h 602742"/>
                <a:gd name="connsiteX39" fmla="*/ 718947 w 962406"/>
                <a:gd name="connsiteY39" fmla="*/ 532733 h 602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962406" h="602742">
                  <a:moveTo>
                    <a:pt x="719138" y="532733"/>
                  </a:moveTo>
                  <a:lnTo>
                    <a:pt x="735711" y="538258"/>
                  </a:lnTo>
                  <a:lnTo>
                    <a:pt x="752285" y="556736"/>
                  </a:lnTo>
                  <a:lnTo>
                    <a:pt x="790956" y="547497"/>
                  </a:lnTo>
                  <a:lnTo>
                    <a:pt x="813054" y="538258"/>
                  </a:lnTo>
                  <a:lnTo>
                    <a:pt x="840677" y="543782"/>
                  </a:lnTo>
                  <a:lnTo>
                    <a:pt x="870204" y="553022"/>
                  </a:lnTo>
                  <a:lnTo>
                    <a:pt x="881253" y="558546"/>
                  </a:lnTo>
                  <a:lnTo>
                    <a:pt x="901541" y="571405"/>
                  </a:lnTo>
                  <a:lnTo>
                    <a:pt x="908876" y="580644"/>
                  </a:lnTo>
                  <a:lnTo>
                    <a:pt x="927354" y="586169"/>
                  </a:lnTo>
                  <a:lnTo>
                    <a:pt x="936593" y="602742"/>
                  </a:lnTo>
                  <a:lnTo>
                    <a:pt x="959358" y="602742"/>
                  </a:lnTo>
                  <a:lnTo>
                    <a:pt x="956881" y="593503"/>
                  </a:lnTo>
                  <a:lnTo>
                    <a:pt x="944023" y="580644"/>
                  </a:lnTo>
                  <a:lnTo>
                    <a:pt x="936688" y="543782"/>
                  </a:lnTo>
                  <a:lnTo>
                    <a:pt x="944023" y="529019"/>
                  </a:lnTo>
                  <a:lnTo>
                    <a:pt x="951357" y="508730"/>
                  </a:lnTo>
                  <a:lnTo>
                    <a:pt x="953167" y="492157"/>
                  </a:lnTo>
                  <a:lnTo>
                    <a:pt x="953167" y="479298"/>
                  </a:lnTo>
                  <a:lnTo>
                    <a:pt x="943928" y="462724"/>
                  </a:lnTo>
                  <a:lnTo>
                    <a:pt x="936593" y="453485"/>
                  </a:lnTo>
                  <a:lnTo>
                    <a:pt x="936593" y="425863"/>
                  </a:lnTo>
                  <a:lnTo>
                    <a:pt x="953167" y="425863"/>
                  </a:lnTo>
                  <a:lnTo>
                    <a:pt x="962406" y="333661"/>
                  </a:lnTo>
                  <a:lnTo>
                    <a:pt x="957834" y="296799"/>
                  </a:lnTo>
                  <a:lnTo>
                    <a:pt x="957834" y="175165"/>
                  </a:lnTo>
                  <a:lnTo>
                    <a:pt x="962406" y="144399"/>
                  </a:lnTo>
                  <a:lnTo>
                    <a:pt x="957834" y="110585"/>
                  </a:lnTo>
                  <a:lnTo>
                    <a:pt x="957834" y="99536"/>
                  </a:lnTo>
                  <a:lnTo>
                    <a:pt x="936593" y="82963"/>
                  </a:lnTo>
                  <a:cubicBezTo>
                    <a:pt x="936593" y="82963"/>
                    <a:pt x="920020" y="75628"/>
                    <a:pt x="918115" y="70104"/>
                  </a:cubicBezTo>
                  <a:cubicBezTo>
                    <a:pt x="916305" y="64580"/>
                    <a:pt x="918115" y="53530"/>
                    <a:pt x="918115" y="53530"/>
                  </a:cubicBezTo>
                  <a:lnTo>
                    <a:pt x="917258" y="27718"/>
                  </a:lnTo>
                  <a:lnTo>
                    <a:pt x="936498" y="18478"/>
                  </a:lnTo>
                  <a:lnTo>
                    <a:pt x="936498" y="0"/>
                  </a:lnTo>
                  <a:lnTo>
                    <a:pt x="0" y="0"/>
                  </a:lnTo>
                  <a:lnTo>
                    <a:pt x="0" y="519874"/>
                  </a:lnTo>
                  <a:lnTo>
                    <a:pt x="698659" y="519874"/>
                  </a:lnTo>
                  <a:lnTo>
                    <a:pt x="718947" y="532733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0CDE153A-9E5B-367F-C789-2529ECB2FA19}"/>
                </a:ext>
              </a:extLst>
            </p:cNvPr>
            <p:cNvSpPr/>
            <p:nvPr/>
          </p:nvSpPr>
          <p:spPr>
            <a:xfrm>
              <a:off x="3294888" y="1899388"/>
              <a:ext cx="939831" cy="577024"/>
            </a:xfrm>
            <a:custGeom>
              <a:avLst/>
              <a:gdLst>
                <a:gd name="connsiteX0" fmla="*/ 936498 w 939831"/>
                <a:gd name="connsiteY0" fmla="*/ 558641 h 577024"/>
                <a:gd name="connsiteX1" fmla="*/ 939832 w 939831"/>
                <a:gd name="connsiteY1" fmla="*/ 523589 h 577024"/>
                <a:gd name="connsiteX2" fmla="*/ 936498 w 939831"/>
                <a:gd name="connsiteY2" fmla="*/ 490347 h 577024"/>
                <a:gd name="connsiteX3" fmla="*/ 917257 w 939831"/>
                <a:gd name="connsiteY3" fmla="*/ 453485 h 577024"/>
                <a:gd name="connsiteX4" fmla="*/ 917257 w 939831"/>
                <a:gd name="connsiteY4" fmla="*/ 412909 h 577024"/>
                <a:gd name="connsiteX5" fmla="*/ 903351 w 939831"/>
                <a:gd name="connsiteY5" fmla="*/ 357664 h 577024"/>
                <a:gd name="connsiteX6" fmla="*/ 903351 w 939831"/>
                <a:gd name="connsiteY6" fmla="*/ 335566 h 577024"/>
                <a:gd name="connsiteX7" fmla="*/ 903351 w 939831"/>
                <a:gd name="connsiteY7" fmla="*/ 290703 h 577024"/>
                <a:gd name="connsiteX8" fmla="*/ 903351 w 939831"/>
                <a:gd name="connsiteY8" fmla="*/ 250698 h 577024"/>
                <a:gd name="connsiteX9" fmla="*/ 884872 w 939831"/>
                <a:gd name="connsiteY9" fmla="*/ 223076 h 577024"/>
                <a:gd name="connsiteX10" fmla="*/ 873823 w 939831"/>
                <a:gd name="connsiteY10" fmla="*/ 186214 h 577024"/>
                <a:gd name="connsiteX11" fmla="*/ 873823 w 939831"/>
                <a:gd name="connsiteY11" fmla="*/ 147447 h 577024"/>
                <a:gd name="connsiteX12" fmla="*/ 873823 w 939831"/>
                <a:gd name="connsiteY12" fmla="*/ 103251 h 577024"/>
                <a:gd name="connsiteX13" fmla="*/ 873823 w 939831"/>
                <a:gd name="connsiteY13" fmla="*/ 64484 h 577024"/>
                <a:gd name="connsiteX14" fmla="*/ 849916 w 939831"/>
                <a:gd name="connsiteY14" fmla="*/ 0 h 577024"/>
                <a:gd name="connsiteX15" fmla="*/ 0 w 939831"/>
                <a:gd name="connsiteY15" fmla="*/ 0 h 577024"/>
                <a:gd name="connsiteX16" fmla="*/ 0 w 939831"/>
                <a:gd name="connsiteY16" fmla="*/ 577025 h 577024"/>
                <a:gd name="connsiteX17" fmla="*/ 936498 w 939831"/>
                <a:gd name="connsiteY17" fmla="*/ 577025 h 577024"/>
                <a:gd name="connsiteX18" fmla="*/ 936498 w 939831"/>
                <a:gd name="connsiteY18" fmla="*/ 558641 h 577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9831" h="577024">
                  <a:moveTo>
                    <a:pt x="936498" y="558641"/>
                  </a:moveTo>
                  <a:lnTo>
                    <a:pt x="939832" y="523589"/>
                  </a:lnTo>
                  <a:lnTo>
                    <a:pt x="936498" y="490347"/>
                  </a:lnTo>
                  <a:lnTo>
                    <a:pt x="917257" y="453485"/>
                  </a:lnTo>
                  <a:lnTo>
                    <a:pt x="917257" y="412909"/>
                  </a:lnTo>
                  <a:lnTo>
                    <a:pt x="903351" y="357664"/>
                  </a:lnTo>
                  <a:lnTo>
                    <a:pt x="903351" y="335566"/>
                  </a:lnTo>
                  <a:lnTo>
                    <a:pt x="903351" y="290703"/>
                  </a:lnTo>
                  <a:lnTo>
                    <a:pt x="903351" y="250698"/>
                  </a:lnTo>
                  <a:lnTo>
                    <a:pt x="884872" y="223076"/>
                  </a:lnTo>
                  <a:lnTo>
                    <a:pt x="873823" y="186214"/>
                  </a:lnTo>
                  <a:lnTo>
                    <a:pt x="873823" y="147447"/>
                  </a:lnTo>
                  <a:lnTo>
                    <a:pt x="873823" y="103251"/>
                  </a:lnTo>
                  <a:lnTo>
                    <a:pt x="873823" y="64484"/>
                  </a:lnTo>
                  <a:lnTo>
                    <a:pt x="849916" y="0"/>
                  </a:lnTo>
                  <a:lnTo>
                    <a:pt x="0" y="0"/>
                  </a:lnTo>
                  <a:lnTo>
                    <a:pt x="0" y="577025"/>
                  </a:lnTo>
                  <a:lnTo>
                    <a:pt x="936498" y="577025"/>
                  </a:lnTo>
                  <a:lnTo>
                    <a:pt x="936498" y="558641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46DB94A-2366-8874-B2A9-899B89694744}"/>
                </a:ext>
              </a:extLst>
            </p:cNvPr>
            <p:cNvSpPr/>
            <p:nvPr/>
          </p:nvSpPr>
          <p:spPr>
            <a:xfrm>
              <a:off x="2658903" y="3331853"/>
              <a:ext cx="888587" cy="648938"/>
            </a:xfrm>
            <a:custGeom>
              <a:avLst/>
              <a:gdLst>
                <a:gd name="connsiteX0" fmla="*/ 761333 w 888587"/>
                <a:gd name="connsiteY0" fmla="*/ 648938 h 648938"/>
                <a:gd name="connsiteX1" fmla="*/ 0 w 888587"/>
                <a:gd name="connsiteY1" fmla="*/ 648938 h 648938"/>
                <a:gd name="connsiteX2" fmla="*/ 0 w 888587"/>
                <a:gd name="connsiteY2" fmla="*/ 0 h 648938"/>
                <a:gd name="connsiteX3" fmla="*/ 635984 w 888587"/>
                <a:gd name="connsiteY3" fmla="*/ 5525 h 648938"/>
                <a:gd name="connsiteX4" fmla="*/ 888587 w 888587"/>
                <a:gd name="connsiteY4" fmla="*/ 5525 h 648938"/>
                <a:gd name="connsiteX5" fmla="*/ 888587 w 888587"/>
                <a:gd name="connsiteY5" fmla="*/ 648938 h 648938"/>
                <a:gd name="connsiteX6" fmla="*/ 761333 w 888587"/>
                <a:gd name="connsiteY6" fmla="*/ 648938 h 64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8587" h="648938">
                  <a:moveTo>
                    <a:pt x="761333" y="648938"/>
                  </a:moveTo>
                  <a:lnTo>
                    <a:pt x="0" y="648938"/>
                  </a:lnTo>
                  <a:lnTo>
                    <a:pt x="0" y="0"/>
                  </a:lnTo>
                  <a:lnTo>
                    <a:pt x="635984" y="5525"/>
                  </a:lnTo>
                  <a:lnTo>
                    <a:pt x="888587" y="5525"/>
                  </a:lnTo>
                  <a:lnTo>
                    <a:pt x="888587" y="648938"/>
                  </a:lnTo>
                  <a:lnTo>
                    <a:pt x="761333" y="648938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1DE3F1BF-150B-B13F-FB4B-9F24968705B9}"/>
                </a:ext>
              </a:extLst>
            </p:cNvPr>
            <p:cNvSpPr/>
            <p:nvPr/>
          </p:nvSpPr>
          <p:spPr>
            <a:xfrm>
              <a:off x="2658903" y="3980791"/>
              <a:ext cx="762571" cy="864012"/>
            </a:xfrm>
            <a:custGeom>
              <a:avLst/>
              <a:gdLst>
                <a:gd name="connsiteX0" fmla="*/ 308420 w 762571"/>
                <a:gd name="connsiteY0" fmla="*/ 774859 h 864012"/>
                <a:gd name="connsiteX1" fmla="*/ 312706 w 762571"/>
                <a:gd name="connsiteY1" fmla="*/ 763810 h 864012"/>
                <a:gd name="connsiteX2" fmla="*/ 377857 w 762571"/>
                <a:gd name="connsiteY2" fmla="*/ 763810 h 864012"/>
                <a:gd name="connsiteX3" fmla="*/ 762572 w 762571"/>
                <a:gd name="connsiteY3" fmla="*/ 763810 h 864012"/>
                <a:gd name="connsiteX4" fmla="*/ 761333 w 762571"/>
                <a:gd name="connsiteY4" fmla="*/ 0 h 864012"/>
                <a:gd name="connsiteX5" fmla="*/ 0 w 762571"/>
                <a:gd name="connsiteY5" fmla="*/ 0 h 864012"/>
                <a:gd name="connsiteX6" fmla="*/ 0 w 762571"/>
                <a:gd name="connsiteY6" fmla="*/ 864013 h 864012"/>
                <a:gd name="connsiteX7" fmla="*/ 105061 w 762571"/>
                <a:gd name="connsiteY7" fmla="*/ 864013 h 864012"/>
                <a:gd name="connsiteX8" fmla="*/ 105061 w 762571"/>
                <a:gd name="connsiteY8" fmla="*/ 803719 h 864012"/>
                <a:gd name="connsiteX9" fmla="*/ 321945 w 762571"/>
                <a:gd name="connsiteY9" fmla="*/ 798195 h 864012"/>
                <a:gd name="connsiteX10" fmla="*/ 308420 w 762571"/>
                <a:gd name="connsiteY10" fmla="*/ 786575 h 864012"/>
                <a:gd name="connsiteX11" fmla="*/ 308420 w 762571"/>
                <a:gd name="connsiteY11" fmla="*/ 774859 h 86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62571" h="864012">
                  <a:moveTo>
                    <a:pt x="308420" y="774859"/>
                  </a:moveTo>
                  <a:lnTo>
                    <a:pt x="312706" y="763810"/>
                  </a:lnTo>
                  <a:lnTo>
                    <a:pt x="377857" y="763810"/>
                  </a:lnTo>
                  <a:lnTo>
                    <a:pt x="762572" y="763810"/>
                  </a:lnTo>
                  <a:lnTo>
                    <a:pt x="761333" y="0"/>
                  </a:lnTo>
                  <a:lnTo>
                    <a:pt x="0" y="0"/>
                  </a:lnTo>
                  <a:lnTo>
                    <a:pt x="0" y="864013"/>
                  </a:lnTo>
                  <a:lnTo>
                    <a:pt x="105061" y="864013"/>
                  </a:lnTo>
                  <a:lnTo>
                    <a:pt x="105061" y="803719"/>
                  </a:lnTo>
                  <a:lnTo>
                    <a:pt x="321945" y="798195"/>
                  </a:lnTo>
                  <a:lnTo>
                    <a:pt x="308420" y="786575"/>
                  </a:lnTo>
                  <a:lnTo>
                    <a:pt x="308420" y="774859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39D6474D-6697-3134-0548-3230312D8EF5}"/>
                </a:ext>
              </a:extLst>
            </p:cNvPr>
            <p:cNvSpPr/>
            <p:nvPr/>
          </p:nvSpPr>
          <p:spPr>
            <a:xfrm>
              <a:off x="2408110" y="2638623"/>
              <a:ext cx="886777" cy="698754"/>
            </a:xfrm>
            <a:custGeom>
              <a:avLst/>
              <a:gdLst>
                <a:gd name="connsiteX0" fmla="*/ 0 w 886777"/>
                <a:gd name="connsiteY0" fmla="*/ 693230 h 698754"/>
                <a:gd name="connsiteX1" fmla="*/ 886778 w 886777"/>
                <a:gd name="connsiteY1" fmla="*/ 698754 h 698754"/>
                <a:gd name="connsiteX2" fmla="*/ 886778 w 886777"/>
                <a:gd name="connsiteY2" fmla="*/ 0 h 698754"/>
                <a:gd name="connsiteX3" fmla="*/ 0 w 886777"/>
                <a:gd name="connsiteY3" fmla="*/ 0 h 698754"/>
                <a:gd name="connsiteX4" fmla="*/ 0 w 886777"/>
                <a:gd name="connsiteY4" fmla="*/ 693230 h 698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777" h="698754">
                  <a:moveTo>
                    <a:pt x="0" y="693230"/>
                  </a:moveTo>
                  <a:lnTo>
                    <a:pt x="886778" y="698754"/>
                  </a:lnTo>
                  <a:lnTo>
                    <a:pt x="886778" y="0"/>
                  </a:lnTo>
                  <a:lnTo>
                    <a:pt x="0" y="0"/>
                  </a:lnTo>
                  <a:lnTo>
                    <a:pt x="0" y="69323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93882445-DFFB-BCDA-371F-F5689A44FEB7}"/>
                </a:ext>
              </a:extLst>
            </p:cNvPr>
            <p:cNvSpPr/>
            <p:nvPr/>
          </p:nvSpPr>
          <p:spPr>
            <a:xfrm>
              <a:off x="2030253" y="3167261"/>
              <a:ext cx="628650" cy="813530"/>
            </a:xfrm>
            <a:custGeom>
              <a:avLst/>
              <a:gdLst>
                <a:gd name="connsiteX0" fmla="*/ 0 w 628650"/>
                <a:gd name="connsiteY0" fmla="*/ 0 h 813530"/>
                <a:gd name="connsiteX1" fmla="*/ 377857 w 628650"/>
                <a:gd name="connsiteY1" fmla="*/ 0 h 813530"/>
                <a:gd name="connsiteX2" fmla="*/ 377857 w 628650"/>
                <a:gd name="connsiteY2" fmla="*/ 164592 h 813530"/>
                <a:gd name="connsiteX3" fmla="*/ 628650 w 628650"/>
                <a:gd name="connsiteY3" fmla="*/ 164592 h 813530"/>
                <a:gd name="connsiteX4" fmla="*/ 628650 w 628650"/>
                <a:gd name="connsiteY4" fmla="*/ 813530 h 813530"/>
                <a:gd name="connsiteX5" fmla="*/ 0 w 628650"/>
                <a:gd name="connsiteY5" fmla="*/ 813530 h 813530"/>
                <a:gd name="connsiteX6" fmla="*/ 0 w 628650"/>
                <a:gd name="connsiteY6" fmla="*/ 0 h 81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8650" h="813530">
                  <a:moveTo>
                    <a:pt x="0" y="0"/>
                  </a:moveTo>
                  <a:lnTo>
                    <a:pt x="377857" y="0"/>
                  </a:lnTo>
                  <a:lnTo>
                    <a:pt x="377857" y="164592"/>
                  </a:lnTo>
                  <a:lnTo>
                    <a:pt x="628650" y="164592"/>
                  </a:lnTo>
                  <a:lnTo>
                    <a:pt x="628650" y="813530"/>
                  </a:lnTo>
                  <a:lnTo>
                    <a:pt x="0" y="8135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500A9A44-9D77-7084-EF44-E83FC362964C}"/>
                </a:ext>
              </a:extLst>
            </p:cNvPr>
            <p:cNvSpPr/>
            <p:nvPr/>
          </p:nvSpPr>
          <p:spPr>
            <a:xfrm>
              <a:off x="1272539" y="3167261"/>
              <a:ext cx="757713" cy="1125092"/>
            </a:xfrm>
            <a:custGeom>
              <a:avLst/>
              <a:gdLst>
                <a:gd name="connsiteX0" fmla="*/ 757714 w 757713"/>
                <a:gd name="connsiteY0" fmla="*/ 0 h 1125092"/>
                <a:gd name="connsiteX1" fmla="*/ 0 w 757713"/>
                <a:gd name="connsiteY1" fmla="*/ 0 h 1125092"/>
                <a:gd name="connsiteX2" fmla="*/ 9144 w 757713"/>
                <a:gd name="connsiteY2" fmla="*/ 501967 h 1125092"/>
                <a:gd name="connsiteX3" fmla="*/ 682085 w 757713"/>
                <a:gd name="connsiteY3" fmla="*/ 1125093 h 1125092"/>
                <a:gd name="connsiteX4" fmla="*/ 694944 w 757713"/>
                <a:gd name="connsiteY4" fmla="*/ 1091851 h 1125092"/>
                <a:gd name="connsiteX5" fmla="*/ 683895 w 757713"/>
                <a:gd name="connsiteY5" fmla="*/ 1060514 h 1125092"/>
                <a:gd name="connsiteX6" fmla="*/ 676561 w 757713"/>
                <a:gd name="connsiteY6" fmla="*/ 1014413 h 1125092"/>
                <a:gd name="connsiteX7" fmla="*/ 678371 w 757713"/>
                <a:gd name="connsiteY7" fmla="*/ 984980 h 1125092"/>
                <a:gd name="connsiteX8" fmla="*/ 680276 w 757713"/>
                <a:gd name="connsiteY8" fmla="*/ 949928 h 1125092"/>
                <a:gd name="connsiteX9" fmla="*/ 696849 w 757713"/>
                <a:gd name="connsiteY9" fmla="*/ 948118 h 1125092"/>
                <a:gd name="connsiteX10" fmla="*/ 724472 w 757713"/>
                <a:gd name="connsiteY10" fmla="*/ 942499 h 1125092"/>
                <a:gd name="connsiteX11" fmla="*/ 737426 w 757713"/>
                <a:gd name="connsiteY11" fmla="*/ 929640 h 1125092"/>
                <a:gd name="connsiteX12" fmla="*/ 757714 w 757713"/>
                <a:gd name="connsiteY12" fmla="*/ 922306 h 1125092"/>
                <a:gd name="connsiteX13" fmla="*/ 757714 w 757713"/>
                <a:gd name="connsiteY13" fmla="*/ 892112 h 1125092"/>
                <a:gd name="connsiteX14" fmla="*/ 757714 w 757713"/>
                <a:gd name="connsiteY14" fmla="*/ 0 h 112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57713" h="1125092">
                  <a:moveTo>
                    <a:pt x="757714" y="0"/>
                  </a:moveTo>
                  <a:lnTo>
                    <a:pt x="0" y="0"/>
                  </a:lnTo>
                  <a:lnTo>
                    <a:pt x="9144" y="501967"/>
                  </a:lnTo>
                  <a:lnTo>
                    <a:pt x="682085" y="1125093"/>
                  </a:lnTo>
                  <a:lnTo>
                    <a:pt x="694944" y="1091851"/>
                  </a:lnTo>
                  <a:lnTo>
                    <a:pt x="683895" y="1060514"/>
                  </a:lnTo>
                  <a:lnTo>
                    <a:pt x="676561" y="1014413"/>
                  </a:lnTo>
                  <a:lnTo>
                    <a:pt x="678371" y="984980"/>
                  </a:lnTo>
                  <a:lnTo>
                    <a:pt x="680276" y="949928"/>
                  </a:lnTo>
                  <a:lnTo>
                    <a:pt x="696849" y="948118"/>
                  </a:lnTo>
                  <a:lnTo>
                    <a:pt x="724472" y="942499"/>
                  </a:lnTo>
                  <a:lnTo>
                    <a:pt x="737426" y="929640"/>
                  </a:lnTo>
                  <a:lnTo>
                    <a:pt x="757714" y="922306"/>
                  </a:lnTo>
                  <a:lnTo>
                    <a:pt x="757714" y="892112"/>
                  </a:lnTo>
                  <a:lnTo>
                    <a:pt x="757714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6EEAC3C0-5984-530A-FA35-92DC997A89FE}"/>
                </a:ext>
              </a:extLst>
            </p:cNvPr>
            <p:cNvSpPr/>
            <p:nvPr/>
          </p:nvSpPr>
          <p:spPr>
            <a:xfrm>
              <a:off x="1932527" y="3980791"/>
              <a:ext cx="726376" cy="864012"/>
            </a:xfrm>
            <a:custGeom>
              <a:avLst/>
              <a:gdLst>
                <a:gd name="connsiteX0" fmla="*/ 97726 w 726376"/>
                <a:gd name="connsiteY0" fmla="*/ 0 h 864012"/>
                <a:gd name="connsiteX1" fmla="*/ 97726 w 726376"/>
                <a:gd name="connsiteY1" fmla="*/ 78581 h 864012"/>
                <a:gd name="connsiteX2" fmla="*/ 97726 w 726376"/>
                <a:gd name="connsiteY2" fmla="*/ 108775 h 864012"/>
                <a:gd name="connsiteX3" fmla="*/ 77438 w 726376"/>
                <a:gd name="connsiteY3" fmla="*/ 116110 h 864012"/>
                <a:gd name="connsiteX4" fmla="*/ 64484 w 726376"/>
                <a:gd name="connsiteY4" fmla="*/ 128968 h 864012"/>
                <a:gd name="connsiteX5" fmla="*/ 36862 w 726376"/>
                <a:gd name="connsiteY5" fmla="*/ 134588 h 864012"/>
                <a:gd name="connsiteX6" fmla="*/ 20288 w 726376"/>
                <a:gd name="connsiteY6" fmla="*/ 136398 h 864012"/>
                <a:gd name="connsiteX7" fmla="*/ 18383 w 726376"/>
                <a:gd name="connsiteY7" fmla="*/ 171450 h 864012"/>
                <a:gd name="connsiteX8" fmla="*/ 16574 w 726376"/>
                <a:gd name="connsiteY8" fmla="*/ 200882 h 864012"/>
                <a:gd name="connsiteX9" fmla="*/ 23908 w 726376"/>
                <a:gd name="connsiteY9" fmla="*/ 246983 h 864012"/>
                <a:gd name="connsiteX10" fmla="*/ 34957 w 726376"/>
                <a:gd name="connsiteY10" fmla="*/ 278321 h 864012"/>
                <a:gd name="connsiteX11" fmla="*/ 22098 w 726376"/>
                <a:gd name="connsiteY11" fmla="*/ 311563 h 864012"/>
                <a:gd name="connsiteX12" fmla="*/ 29432 w 726376"/>
                <a:gd name="connsiteY12" fmla="*/ 331756 h 864012"/>
                <a:gd name="connsiteX13" fmla="*/ 40576 w 726376"/>
                <a:gd name="connsiteY13" fmla="*/ 346519 h 864012"/>
                <a:gd name="connsiteX14" fmla="*/ 40576 w 726376"/>
                <a:gd name="connsiteY14" fmla="*/ 366808 h 864012"/>
                <a:gd name="connsiteX15" fmla="*/ 51625 w 726376"/>
                <a:gd name="connsiteY15" fmla="*/ 387096 h 864012"/>
                <a:gd name="connsiteX16" fmla="*/ 60770 w 726376"/>
                <a:gd name="connsiteY16" fmla="*/ 400050 h 864012"/>
                <a:gd name="connsiteX17" fmla="*/ 79248 w 726376"/>
                <a:gd name="connsiteY17" fmla="*/ 407384 h 864012"/>
                <a:gd name="connsiteX18" fmla="*/ 79248 w 726376"/>
                <a:gd name="connsiteY18" fmla="*/ 420338 h 864012"/>
                <a:gd name="connsiteX19" fmla="*/ 79248 w 726376"/>
                <a:gd name="connsiteY19" fmla="*/ 431959 h 864012"/>
                <a:gd name="connsiteX20" fmla="*/ 66294 w 726376"/>
                <a:gd name="connsiteY20" fmla="*/ 442436 h 864012"/>
                <a:gd name="connsiteX21" fmla="*/ 50673 w 726376"/>
                <a:gd name="connsiteY21" fmla="*/ 442436 h 864012"/>
                <a:gd name="connsiteX22" fmla="*/ 50673 w 726376"/>
                <a:gd name="connsiteY22" fmla="*/ 460819 h 864012"/>
                <a:gd name="connsiteX23" fmla="*/ 38671 w 726376"/>
                <a:gd name="connsiteY23" fmla="*/ 460819 h 864012"/>
                <a:gd name="connsiteX24" fmla="*/ 33147 w 726376"/>
                <a:gd name="connsiteY24" fmla="*/ 471868 h 864012"/>
                <a:gd name="connsiteX25" fmla="*/ 33147 w 726376"/>
                <a:gd name="connsiteY25" fmla="*/ 486632 h 864012"/>
                <a:gd name="connsiteX26" fmla="*/ 31337 w 726376"/>
                <a:gd name="connsiteY26" fmla="*/ 523494 h 864012"/>
                <a:gd name="connsiteX27" fmla="*/ 34957 w 726376"/>
                <a:gd name="connsiteY27" fmla="*/ 534638 h 864012"/>
                <a:gd name="connsiteX28" fmla="*/ 22098 w 726376"/>
                <a:gd name="connsiteY28" fmla="*/ 543782 h 864012"/>
                <a:gd name="connsiteX29" fmla="*/ 22098 w 726376"/>
                <a:gd name="connsiteY29" fmla="*/ 553021 h 864012"/>
                <a:gd name="connsiteX30" fmla="*/ 12859 w 726376"/>
                <a:gd name="connsiteY30" fmla="*/ 553021 h 864012"/>
                <a:gd name="connsiteX31" fmla="*/ 12859 w 726376"/>
                <a:gd name="connsiteY31" fmla="*/ 573310 h 864012"/>
                <a:gd name="connsiteX32" fmla="*/ 25813 w 726376"/>
                <a:gd name="connsiteY32" fmla="*/ 586168 h 864012"/>
                <a:gd name="connsiteX33" fmla="*/ 12859 w 726376"/>
                <a:gd name="connsiteY33" fmla="*/ 595408 h 864012"/>
                <a:gd name="connsiteX34" fmla="*/ 12859 w 726376"/>
                <a:gd name="connsiteY34" fmla="*/ 606457 h 864012"/>
                <a:gd name="connsiteX35" fmla="*/ 34957 w 726376"/>
                <a:gd name="connsiteY35" fmla="*/ 615696 h 864012"/>
                <a:gd name="connsiteX36" fmla="*/ 38671 w 726376"/>
                <a:gd name="connsiteY36" fmla="*/ 624935 h 864012"/>
                <a:gd name="connsiteX37" fmla="*/ 46101 w 726376"/>
                <a:gd name="connsiteY37" fmla="*/ 635984 h 864012"/>
                <a:gd name="connsiteX38" fmla="*/ 38671 w 726376"/>
                <a:gd name="connsiteY38" fmla="*/ 645224 h 864012"/>
                <a:gd name="connsiteX39" fmla="*/ 12859 w 726376"/>
                <a:gd name="connsiteY39" fmla="*/ 659987 h 864012"/>
                <a:gd name="connsiteX40" fmla="*/ 0 w 726376"/>
                <a:gd name="connsiteY40" fmla="*/ 691325 h 864012"/>
                <a:gd name="connsiteX41" fmla="*/ 483013 w 726376"/>
                <a:gd name="connsiteY41" fmla="*/ 864013 h 864012"/>
                <a:gd name="connsiteX42" fmla="*/ 726376 w 726376"/>
                <a:gd name="connsiteY42" fmla="*/ 864013 h 864012"/>
                <a:gd name="connsiteX43" fmla="*/ 726376 w 726376"/>
                <a:gd name="connsiteY43" fmla="*/ 0 h 864012"/>
                <a:gd name="connsiteX44" fmla="*/ 97726 w 726376"/>
                <a:gd name="connsiteY44" fmla="*/ 0 h 86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26376" h="864012">
                  <a:moveTo>
                    <a:pt x="97726" y="0"/>
                  </a:moveTo>
                  <a:lnTo>
                    <a:pt x="97726" y="78581"/>
                  </a:lnTo>
                  <a:lnTo>
                    <a:pt x="97726" y="108775"/>
                  </a:lnTo>
                  <a:lnTo>
                    <a:pt x="77438" y="116110"/>
                  </a:lnTo>
                  <a:lnTo>
                    <a:pt x="64484" y="128968"/>
                  </a:lnTo>
                  <a:lnTo>
                    <a:pt x="36862" y="134588"/>
                  </a:lnTo>
                  <a:lnTo>
                    <a:pt x="20288" y="136398"/>
                  </a:lnTo>
                  <a:lnTo>
                    <a:pt x="18383" y="171450"/>
                  </a:lnTo>
                  <a:lnTo>
                    <a:pt x="16574" y="200882"/>
                  </a:lnTo>
                  <a:lnTo>
                    <a:pt x="23908" y="246983"/>
                  </a:lnTo>
                  <a:lnTo>
                    <a:pt x="34957" y="278321"/>
                  </a:lnTo>
                  <a:lnTo>
                    <a:pt x="22098" y="311563"/>
                  </a:lnTo>
                  <a:lnTo>
                    <a:pt x="29432" y="331756"/>
                  </a:lnTo>
                  <a:lnTo>
                    <a:pt x="40576" y="346519"/>
                  </a:lnTo>
                  <a:lnTo>
                    <a:pt x="40576" y="366808"/>
                  </a:lnTo>
                  <a:lnTo>
                    <a:pt x="51625" y="387096"/>
                  </a:lnTo>
                  <a:lnTo>
                    <a:pt x="60770" y="400050"/>
                  </a:lnTo>
                  <a:lnTo>
                    <a:pt x="79248" y="407384"/>
                  </a:lnTo>
                  <a:lnTo>
                    <a:pt x="79248" y="420338"/>
                  </a:lnTo>
                  <a:lnTo>
                    <a:pt x="79248" y="431959"/>
                  </a:lnTo>
                  <a:lnTo>
                    <a:pt x="66294" y="442436"/>
                  </a:lnTo>
                  <a:lnTo>
                    <a:pt x="50673" y="442436"/>
                  </a:lnTo>
                  <a:lnTo>
                    <a:pt x="50673" y="460819"/>
                  </a:lnTo>
                  <a:lnTo>
                    <a:pt x="38671" y="460819"/>
                  </a:lnTo>
                  <a:lnTo>
                    <a:pt x="33147" y="471868"/>
                  </a:lnTo>
                  <a:lnTo>
                    <a:pt x="33147" y="486632"/>
                  </a:lnTo>
                  <a:lnTo>
                    <a:pt x="31337" y="523494"/>
                  </a:lnTo>
                  <a:lnTo>
                    <a:pt x="34957" y="534638"/>
                  </a:lnTo>
                  <a:lnTo>
                    <a:pt x="22098" y="543782"/>
                  </a:lnTo>
                  <a:lnTo>
                    <a:pt x="22098" y="553021"/>
                  </a:lnTo>
                  <a:lnTo>
                    <a:pt x="12859" y="553021"/>
                  </a:lnTo>
                  <a:lnTo>
                    <a:pt x="12859" y="573310"/>
                  </a:lnTo>
                  <a:lnTo>
                    <a:pt x="25813" y="586168"/>
                  </a:lnTo>
                  <a:lnTo>
                    <a:pt x="12859" y="595408"/>
                  </a:lnTo>
                  <a:lnTo>
                    <a:pt x="12859" y="606457"/>
                  </a:lnTo>
                  <a:lnTo>
                    <a:pt x="34957" y="615696"/>
                  </a:lnTo>
                  <a:lnTo>
                    <a:pt x="38671" y="624935"/>
                  </a:lnTo>
                  <a:lnTo>
                    <a:pt x="46101" y="635984"/>
                  </a:lnTo>
                  <a:lnTo>
                    <a:pt x="38671" y="645224"/>
                  </a:lnTo>
                  <a:lnTo>
                    <a:pt x="12859" y="659987"/>
                  </a:lnTo>
                  <a:lnTo>
                    <a:pt x="0" y="691325"/>
                  </a:lnTo>
                  <a:lnTo>
                    <a:pt x="483013" y="864013"/>
                  </a:lnTo>
                  <a:lnTo>
                    <a:pt x="726376" y="864013"/>
                  </a:lnTo>
                  <a:lnTo>
                    <a:pt x="726376" y="0"/>
                  </a:lnTo>
                  <a:lnTo>
                    <a:pt x="97726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4983BD-64FB-2FD3-C7FE-E236ACE6DE15}"/>
                </a:ext>
              </a:extLst>
            </p:cNvPr>
            <p:cNvSpPr/>
            <p:nvPr/>
          </p:nvSpPr>
          <p:spPr>
            <a:xfrm>
              <a:off x="1629918" y="1899388"/>
              <a:ext cx="778573" cy="1268063"/>
            </a:xfrm>
            <a:custGeom>
              <a:avLst/>
              <a:gdLst>
                <a:gd name="connsiteX0" fmla="*/ 147066 w 778573"/>
                <a:gd name="connsiteY0" fmla="*/ 0 h 1268063"/>
                <a:gd name="connsiteX1" fmla="*/ 147066 w 778573"/>
                <a:gd name="connsiteY1" fmla="*/ 207740 h 1268063"/>
                <a:gd name="connsiteX2" fmla="*/ 196215 w 778573"/>
                <a:gd name="connsiteY2" fmla="*/ 271653 h 1268063"/>
                <a:gd name="connsiteX3" fmla="*/ 196215 w 778573"/>
                <a:gd name="connsiteY3" fmla="*/ 298704 h 1268063"/>
                <a:gd name="connsiteX4" fmla="*/ 213455 w 778573"/>
                <a:gd name="connsiteY4" fmla="*/ 310991 h 1268063"/>
                <a:gd name="connsiteX5" fmla="*/ 257746 w 778573"/>
                <a:gd name="connsiteY5" fmla="*/ 360140 h 1268063"/>
                <a:gd name="connsiteX6" fmla="*/ 270034 w 778573"/>
                <a:gd name="connsiteY6" fmla="*/ 389668 h 1268063"/>
                <a:gd name="connsiteX7" fmla="*/ 284798 w 778573"/>
                <a:gd name="connsiteY7" fmla="*/ 416719 h 1268063"/>
                <a:gd name="connsiteX8" fmla="*/ 309372 w 778573"/>
                <a:gd name="connsiteY8" fmla="*/ 433959 h 1268063"/>
                <a:gd name="connsiteX9" fmla="*/ 343757 w 778573"/>
                <a:gd name="connsiteY9" fmla="*/ 446246 h 1268063"/>
                <a:gd name="connsiteX10" fmla="*/ 360998 w 778573"/>
                <a:gd name="connsiteY10" fmla="*/ 446246 h 1268063"/>
                <a:gd name="connsiteX11" fmla="*/ 359759 w 778573"/>
                <a:gd name="connsiteY11" fmla="*/ 470249 h 1268063"/>
                <a:gd name="connsiteX12" fmla="*/ 358521 w 778573"/>
                <a:gd name="connsiteY12" fmla="*/ 485585 h 1268063"/>
                <a:gd name="connsiteX13" fmla="*/ 358521 w 778573"/>
                <a:gd name="connsiteY13" fmla="*/ 505873 h 1268063"/>
                <a:gd name="connsiteX14" fmla="*/ 351758 w 778573"/>
                <a:gd name="connsiteY14" fmla="*/ 518160 h 1268063"/>
                <a:gd name="connsiteX15" fmla="*/ 351187 w 778573"/>
                <a:gd name="connsiteY15" fmla="*/ 527399 h 1268063"/>
                <a:gd name="connsiteX16" fmla="*/ 344995 w 778573"/>
                <a:gd name="connsiteY16" fmla="*/ 537877 h 1268063"/>
                <a:gd name="connsiteX17" fmla="*/ 340043 w 778573"/>
                <a:gd name="connsiteY17" fmla="*/ 548354 h 1268063"/>
                <a:gd name="connsiteX18" fmla="*/ 346805 w 778573"/>
                <a:gd name="connsiteY18" fmla="*/ 563118 h 1268063"/>
                <a:gd name="connsiteX19" fmla="*/ 352996 w 778573"/>
                <a:gd name="connsiteY19" fmla="*/ 575405 h 1268063"/>
                <a:gd name="connsiteX20" fmla="*/ 354235 w 778573"/>
                <a:gd name="connsiteY20" fmla="*/ 588931 h 1268063"/>
                <a:gd name="connsiteX21" fmla="*/ 342519 w 778573"/>
                <a:gd name="connsiteY21" fmla="*/ 601218 h 1268063"/>
                <a:gd name="connsiteX22" fmla="*/ 340709 w 778573"/>
                <a:gd name="connsiteY22" fmla="*/ 606743 h 1268063"/>
                <a:gd name="connsiteX23" fmla="*/ 340138 w 778573"/>
                <a:gd name="connsiteY23" fmla="*/ 629507 h 1268063"/>
                <a:gd name="connsiteX24" fmla="*/ 345662 w 778573"/>
                <a:gd name="connsiteY24" fmla="*/ 648557 h 1268063"/>
                <a:gd name="connsiteX25" fmla="*/ 357949 w 778573"/>
                <a:gd name="connsiteY25" fmla="*/ 652844 h 1268063"/>
                <a:gd name="connsiteX26" fmla="*/ 370808 w 778573"/>
                <a:gd name="connsiteY26" fmla="*/ 654653 h 1268063"/>
                <a:gd name="connsiteX27" fmla="*/ 386810 w 778573"/>
                <a:gd name="connsiteY27" fmla="*/ 650367 h 1268063"/>
                <a:gd name="connsiteX28" fmla="*/ 393002 w 778573"/>
                <a:gd name="connsiteY28" fmla="*/ 636842 h 1268063"/>
                <a:gd name="connsiteX29" fmla="*/ 407765 w 778573"/>
                <a:gd name="connsiteY29" fmla="*/ 626364 h 1268063"/>
                <a:gd name="connsiteX30" fmla="*/ 413957 w 778573"/>
                <a:gd name="connsiteY30" fmla="*/ 620840 h 1268063"/>
                <a:gd name="connsiteX31" fmla="*/ 426244 w 778573"/>
                <a:gd name="connsiteY31" fmla="*/ 627031 h 1268063"/>
                <a:gd name="connsiteX32" fmla="*/ 431197 w 778573"/>
                <a:gd name="connsiteY32" fmla="*/ 636270 h 1268063"/>
                <a:gd name="connsiteX33" fmla="*/ 431768 w 778573"/>
                <a:gd name="connsiteY33" fmla="*/ 654749 h 1268063"/>
                <a:gd name="connsiteX34" fmla="*/ 437960 w 778573"/>
                <a:gd name="connsiteY34" fmla="*/ 679990 h 1268063"/>
                <a:gd name="connsiteX35" fmla="*/ 445961 w 778573"/>
                <a:gd name="connsiteY35" fmla="*/ 694754 h 1268063"/>
                <a:gd name="connsiteX36" fmla="*/ 452152 w 778573"/>
                <a:gd name="connsiteY36" fmla="*/ 701516 h 1268063"/>
                <a:gd name="connsiteX37" fmla="*/ 460153 w 778573"/>
                <a:gd name="connsiteY37" fmla="*/ 716852 h 1268063"/>
                <a:gd name="connsiteX38" fmla="*/ 476155 w 778573"/>
                <a:gd name="connsiteY38" fmla="*/ 726091 h 1268063"/>
                <a:gd name="connsiteX39" fmla="*/ 479869 w 778573"/>
                <a:gd name="connsiteY39" fmla="*/ 732854 h 1268063"/>
                <a:gd name="connsiteX40" fmla="*/ 477393 w 778573"/>
                <a:gd name="connsiteY40" fmla="*/ 761714 h 1268063"/>
                <a:gd name="connsiteX41" fmla="*/ 481108 w 778573"/>
                <a:gd name="connsiteY41" fmla="*/ 775811 h 1268063"/>
                <a:gd name="connsiteX42" fmla="*/ 497110 w 778573"/>
                <a:gd name="connsiteY42" fmla="*/ 780764 h 1268063"/>
                <a:gd name="connsiteX43" fmla="*/ 508825 w 778573"/>
                <a:gd name="connsiteY43" fmla="*/ 784479 h 1268063"/>
                <a:gd name="connsiteX44" fmla="*/ 518636 w 778573"/>
                <a:gd name="connsiteY44" fmla="*/ 794957 h 1268063"/>
                <a:gd name="connsiteX45" fmla="*/ 522351 w 778573"/>
                <a:gd name="connsiteY45" fmla="*/ 799243 h 1268063"/>
                <a:gd name="connsiteX46" fmla="*/ 524161 w 778573"/>
                <a:gd name="connsiteY46" fmla="*/ 806006 h 1268063"/>
                <a:gd name="connsiteX47" fmla="*/ 527875 w 778573"/>
                <a:gd name="connsiteY47" fmla="*/ 823817 h 1268063"/>
                <a:gd name="connsiteX48" fmla="*/ 534638 w 778573"/>
                <a:gd name="connsiteY48" fmla="*/ 842296 h 1268063"/>
                <a:gd name="connsiteX49" fmla="*/ 550640 w 778573"/>
                <a:gd name="connsiteY49" fmla="*/ 849059 h 1268063"/>
                <a:gd name="connsiteX50" fmla="*/ 556165 w 778573"/>
                <a:gd name="connsiteY50" fmla="*/ 849059 h 1268063"/>
                <a:gd name="connsiteX51" fmla="*/ 564166 w 778573"/>
                <a:gd name="connsiteY51" fmla="*/ 831818 h 1268063"/>
                <a:gd name="connsiteX52" fmla="*/ 575882 w 778573"/>
                <a:gd name="connsiteY52" fmla="*/ 831818 h 1268063"/>
                <a:gd name="connsiteX53" fmla="*/ 589978 w 778573"/>
                <a:gd name="connsiteY53" fmla="*/ 834866 h 1268063"/>
                <a:gd name="connsiteX54" fmla="*/ 601028 w 778573"/>
                <a:gd name="connsiteY54" fmla="*/ 835438 h 1268063"/>
                <a:gd name="connsiteX55" fmla="*/ 609600 w 778573"/>
                <a:gd name="connsiteY55" fmla="*/ 832390 h 1268063"/>
                <a:gd name="connsiteX56" fmla="*/ 623697 w 778573"/>
                <a:gd name="connsiteY56" fmla="*/ 827437 h 1268063"/>
                <a:gd name="connsiteX57" fmla="*/ 628650 w 778573"/>
                <a:gd name="connsiteY57" fmla="*/ 821246 h 1268063"/>
                <a:gd name="connsiteX58" fmla="*/ 639699 w 778573"/>
                <a:gd name="connsiteY58" fmla="*/ 821246 h 1268063"/>
                <a:gd name="connsiteX59" fmla="*/ 654463 w 778573"/>
                <a:gd name="connsiteY59" fmla="*/ 825532 h 1268063"/>
                <a:gd name="connsiteX60" fmla="*/ 658749 w 778573"/>
                <a:gd name="connsiteY60" fmla="*/ 825532 h 1268063"/>
                <a:gd name="connsiteX61" fmla="*/ 667321 w 778573"/>
                <a:gd name="connsiteY61" fmla="*/ 820579 h 1268063"/>
                <a:gd name="connsiteX62" fmla="*/ 679609 w 778573"/>
                <a:gd name="connsiteY62" fmla="*/ 823627 h 1268063"/>
                <a:gd name="connsiteX63" fmla="*/ 696182 w 778573"/>
                <a:gd name="connsiteY63" fmla="*/ 825437 h 1268063"/>
                <a:gd name="connsiteX64" fmla="*/ 707231 w 778573"/>
                <a:gd name="connsiteY64" fmla="*/ 821722 h 1268063"/>
                <a:gd name="connsiteX65" fmla="*/ 716470 w 778573"/>
                <a:gd name="connsiteY65" fmla="*/ 819912 h 1268063"/>
                <a:gd name="connsiteX66" fmla="*/ 724471 w 778573"/>
                <a:gd name="connsiteY66" fmla="*/ 809435 h 1268063"/>
                <a:gd name="connsiteX67" fmla="*/ 727520 w 778573"/>
                <a:gd name="connsiteY67" fmla="*/ 797147 h 1268063"/>
                <a:gd name="connsiteX68" fmla="*/ 734282 w 778573"/>
                <a:gd name="connsiteY68" fmla="*/ 795338 h 1268063"/>
                <a:gd name="connsiteX69" fmla="*/ 746570 w 778573"/>
                <a:gd name="connsiteY69" fmla="*/ 799624 h 1268063"/>
                <a:gd name="connsiteX70" fmla="*/ 758285 w 778573"/>
                <a:gd name="connsiteY70" fmla="*/ 810673 h 1268063"/>
                <a:gd name="connsiteX71" fmla="*/ 778574 w 778573"/>
                <a:gd name="connsiteY71" fmla="*/ 835914 h 1268063"/>
                <a:gd name="connsiteX72" fmla="*/ 778574 w 778573"/>
                <a:gd name="connsiteY72" fmla="*/ 1268063 h 1268063"/>
                <a:gd name="connsiteX73" fmla="*/ 21812 w 778573"/>
                <a:gd name="connsiteY73" fmla="*/ 1268063 h 1268063"/>
                <a:gd name="connsiteX74" fmla="*/ 24574 w 778573"/>
                <a:gd name="connsiteY74" fmla="*/ 970502 h 1268063"/>
                <a:gd name="connsiteX75" fmla="*/ 35052 w 778573"/>
                <a:gd name="connsiteY75" fmla="*/ 929354 h 1268063"/>
                <a:gd name="connsiteX76" fmla="*/ 37528 w 778573"/>
                <a:gd name="connsiteY76" fmla="*/ 898017 h 1268063"/>
                <a:gd name="connsiteX77" fmla="*/ 35052 w 778573"/>
                <a:gd name="connsiteY77" fmla="*/ 877157 h 1268063"/>
                <a:gd name="connsiteX78" fmla="*/ 11049 w 778573"/>
                <a:gd name="connsiteY78" fmla="*/ 875348 h 1268063"/>
                <a:gd name="connsiteX79" fmla="*/ 2476 w 778573"/>
                <a:gd name="connsiteY79" fmla="*/ 860012 h 1268063"/>
                <a:gd name="connsiteX80" fmla="*/ 0 w 778573"/>
                <a:gd name="connsiteY80" fmla="*/ 838486 h 1268063"/>
                <a:gd name="connsiteX81" fmla="*/ 11049 w 778573"/>
                <a:gd name="connsiteY81" fmla="*/ 807149 h 1268063"/>
                <a:gd name="connsiteX82" fmla="*/ 21812 w 778573"/>
                <a:gd name="connsiteY82" fmla="*/ 790575 h 1268063"/>
                <a:gd name="connsiteX83" fmla="*/ 40576 w 778573"/>
                <a:gd name="connsiteY83" fmla="*/ 767810 h 1268063"/>
                <a:gd name="connsiteX84" fmla="*/ 60865 w 778573"/>
                <a:gd name="connsiteY84" fmla="*/ 719233 h 1268063"/>
                <a:gd name="connsiteX85" fmla="*/ 68866 w 778573"/>
                <a:gd name="connsiteY85" fmla="*/ 696468 h 1268063"/>
                <a:gd name="connsiteX86" fmla="*/ 82963 w 778573"/>
                <a:gd name="connsiteY86" fmla="*/ 676847 h 1268063"/>
                <a:gd name="connsiteX87" fmla="*/ 89154 w 778573"/>
                <a:gd name="connsiteY87" fmla="*/ 656558 h 1268063"/>
                <a:gd name="connsiteX88" fmla="*/ 90392 w 778573"/>
                <a:gd name="connsiteY88" fmla="*/ 631317 h 1268063"/>
                <a:gd name="connsiteX89" fmla="*/ 87916 w 778573"/>
                <a:gd name="connsiteY89" fmla="*/ 618458 h 1268063"/>
                <a:gd name="connsiteX90" fmla="*/ 76867 w 778573"/>
                <a:gd name="connsiteY90" fmla="*/ 598837 h 1268063"/>
                <a:gd name="connsiteX91" fmla="*/ 55340 w 778573"/>
                <a:gd name="connsiteY91" fmla="*/ 589598 h 1268063"/>
                <a:gd name="connsiteX92" fmla="*/ 40005 w 778573"/>
                <a:gd name="connsiteY92" fmla="*/ 572357 h 1268063"/>
                <a:gd name="connsiteX93" fmla="*/ 34480 w 778573"/>
                <a:gd name="connsiteY93" fmla="*/ 561308 h 1268063"/>
                <a:gd name="connsiteX94" fmla="*/ 34480 w 778573"/>
                <a:gd name="connsiteY94" fmla="*/ 529400 h 1268063"/>
                <a:gd name="connsiteX95" fmla="*/ 30766 w 778573"/>
                <a:gd name="connsiteY95" fmla="*/ 512159 h 1268063"/>
                <a:gd name="connsiteX96" fmla="*/ 23431 w 778573"/>
                <a:gd name="connsiteY96" fmla="*/ 505397 h 1268063"/>
                <a:gd name="connsiteX97" fmla="*/ 23431 w 778573"/>
                <a:gd name="connsiteY97" fmla="*/ 0 h 1268063"/>
                <a:gd name="connsiteX98" fmla="*/ 147542 w 778573"/>
                <a:gd name="connsiteY98" fmla="*/ 0 h 126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778573" h="1268063">
                  <a:moveTo>
                    <a:pt x="147066" y="0"/>
                  </a:moveTo>
                  <a:lnTo>
                    <a:pt x="147066" y="207740"/>
                  </a:lnTo>
                  <a:lnTo>
                    <a:pt x="196215" y="271653"/>
                  </a:lnTo>
                  <a:lnTo>
                    <a:pt x="196215" y="298704"/>
                  </a:lnTo>
                  <a:lnTo>
                    <a:pt x="213455" y="310991"/>
                  </a:lnTo>
                  <a:lnTo>
                    <a:pt x="257746" y="360140"/>
                  </a:lnTo>
                  <a:lnTo>
                    <a:pt x="270034" y="389668"/>
                  </a:lnTo>
                  <a:lnTo>
                    <a:pt x="284798" y="416719"/>
                  </a:lnTo>
                  <a:lnTo>
                    <a:pt x="309372" y="433959"/>
                  </a:lnTo>
                  <a:lnTo>
                    <a:pt x="343757" y="446246"/>
                  </a:lnTo>
                  <a:lnTo>
                    <a:pt x="360998" y="446246"/>
                  </a:lnTo>
                  <a:lnTo>
                    <a:pt x="359759" y="470249"/>
                  </a:lnTo>
                  <a:cubicBezTo>
                    <a:pt x="359759" y="470249"/>
                    <a:pt x="358521" y="483775"/>
                    <a:pt x="358521" y="485585"/>
                  </a:cubicBezTo>
                  <a:lnTo>
                    <a:pt x="358521" y="505873"/>
                  </a:lnTo>
                  <a:lnTo>
                    <a:pt x="351758" y="518160"/>
                  </a:lnTo>
                  <a:lnTo>
                    <a:pt x="351187" y="527399"/>
                  </a:lnTo>
                  <a:cubicBezTo>
                    <a:pt x="351187" y="527399"/>
                    <a:pt x="345662" y="535972"/>
                    <a:pt x="344995" y="537877"/>
                  </a:cubicBezTo>
                  <a:cubicBezTo>
                    <a:pt x="344329" y="539782"/>
                    <a:pt x="340043" y="548354"/>
                    <a:pt x="340043" y="548354"/>
                  </a:cubicBezTo>
                  <a:lnTo>
                    <a:pt x="346805" y="563118"/>
                  </a:lnTo>
                  <a:lnTo>
                    <a:pt x="352996" y="575405"/>
                  </a:lnTo>
                  <a:lnTo>
                    <a:pt x="354235" y="588931"/>
                  </a:lnTo>
                  <a:lnTo>
                    <a:pt x="342519" y="601218"/>
                  </a:lnTo>
                  <a:cubicBezTo>
                    <a:pt x="342519" y="601218"/>
                    <a:pt x="341281" y="600647"/>
                    <a:pt x="340709" y="606743"/>
                  </a:cubicBezTo>
                  <a:cubicBezTo>
                    <a:pt x="340138" y="612838"/>
                    <a:pt x="340138" y="629507"/>
                    <a:pt x="340138" y="629507"/>
                  </a:cubicBezTo>
                  <a:lnTo>
                    <a:pt x="345662" y="648557"/>
                  </a:lnTo>
                  <a:lnTo>
                    <a:pt x="357949" y="652844"/>
                  </a:lnTo>
                  <a:lnTo>
                    <a:pt x="370808" y="654653"/>
                  </a:lnTo>
                  <a:lnTo>
                    <a:pt x="386810" y="650367"/>
                  </a:lnTo>
                  <a:lnTo>
                    <a:pt x="393002" y="636842"/>
                  </a:lnTo>
                  <a:lnTo>
                    <a:pt x="407765" y="626364"/>
                  </a:lnTo>
                  <a:lnTo>
                    <a:pt x="413957" y="620840"/>
                  </a:lnTo>
                  <a:lnTo>
                    <a:pt x="426244" y="627031"/>
                  </a:lnTo>
                  <a:cubicBezTo>
                    <a:pt x="426244" y="627031"/>
                    <a:pt x="431197" y="634365"/>
                    <a:pt x="431197" y="636270"/>
                  </a:cubicBezTo>
                  <a:cubicBezTo>
                    <a:pt x="431197" y="638175"/>
                    <a:pt x="431768" y="654749"/>
                    <a:pt x="431768" y="654749"/>
                  </a:cubicBezTo>
                  <a:lnTo>
                    <a:pt x="437960" y="679990"/>
                  </a:lnTo>
                  <a:lnTo>
                    <a:pt x="445961" y="694754"/>
                  </a:lnTo>
                  <a:lnTo>
                    <a:pt x="452152" y="701516"/>
                  </a:lnTo>
                  <a:lnTo>
                    <a:pt x="460153" y="716852"/>
                  </a:lnTo>
                  <a:lnTo>
                    <a:pt x="476155" y="726091"/>
                  </a:lnTo>
                  <a:cubicBezTo>
                    <a:pt x="476155" y="726091"/>
                    <a:pt x="479869" y="730377"/>
                    <a:pt x="479869" y="732854"/>
                  </a:cubicBezTo>
                  <a:cubicBezTo>
                    <a:pt x="479869" y="735330"/>
                    <a:pt x="477393" y="761714"/>
                    <a:pt x="477393" y="761714"/>
                  </a:cubicBezTo>
                  <a:lnTo>
                    <a:pt x="481108" y="775811"/>
                  </a:lnTo>
                  <a:lnTo>
                    <a:pt x="497110" y="780764"/>
                  </a:lnTo>
                  <a:lnTo>
                    <a:pt x="508825" y="784479"/>
                  </a:lnTo>
                  <a:lnTo>
                    <a:pt x="518636" y="794957"/>
                  </a:lnTo>
                  <a:lnTo>
                    <a:pt x="522351" y="799243"/>
                  </a:lnTo>
                  <a:lnTo>
                    <a:pt x="524161" y="806006"/>
                  </a:lnTo>
                  <a:lnTo>
                    <a:pt x="527875" y="823817"/>
                  </a:lnTo>
                  <a:lnTo>
                    <a:pt x="534638" y="842296"/>
                  </a:lnTo>
                  <a:lnTo>
                    <a:pt x="550640" y="849059"/>
                  </a:lnTo>
                  <a:lnTo>
                    <a:pt x="556165" y="849059"/>
                  </a:lnTo>
                  <a:lnTo>
                    <a:pt x="564166" y="831818"/>
                  </a:lnTo>
                  <a:lnTo>
                    <a:pt x="575882" y="831818"/>
                  </a:lnTo>
                  <a:lnTo>
                    <a:pt x="589978" y="834866"/>
                  </a:lnTo>
                  <a:lnTo>
                    <a:pt x="601028" y="835438"/>
                  </a:lnTo>
                  <a:lnTo>
                    <a:pt x="609600" y="832390"/>
                  </a:lnTo>
                  <a:lnTo>
                    <a:pt x="623697" y="827437"/>
                  </a:lnTo>
                  <a:lnTo>
                    <a:pt x="628650" y="821246"/>
                  </a:lnTo>
                  <a:lnTo>
                    <a:pt x="639699" y="821246"/>
                  </a:lnTo>
                  <a:lnTo>
                    <a:pt x="654463" y="825532"/>
                  </a:lnTo>
                  <a:lnTo>
                    <a:pt x="658749" y="825532"/>
                  </a:lnTo>
                  <a:lnTo>
                    <a:pt x="667321" y="820579"/>
                  </a:lnTo>
                  <a:lnTo>
                    <a:pt x="679609" y="823627"/>
                  </a:lnTo>
                  <a:lnTo>
                    <a:pt x="696182" y="825437"/>
                  </a:lnTo>
                  <a:lnTo>
                    <a:pt x="707231" y="821722"/>
                  </a:lnTo>
                  <a:lnTo>
                    <a:pt x="716470" y="819912"/>
                  </a:lnTo>
                  <a:lnTo>
                    <a:pt x="724471" y="809435"/>
                  </a:lnTo>
                  <a:lnTo>
                    <a:pt x="727520" y="797147"/>
                  </a:lnTo>
                  <a:lnTo>
                    <a:pt x="734282" y="795338"/>
                  </a:lnTo>
                  <a:lnTo>
                    <a:pt x="746570" y="799624"/>
                  </a:lnTo>
                  <a:lnTo>
                    <a:pt x="758285" y="810673"/>
                  </a:lnTo>
                  <a:lnTo>
                    <a:pt x="778574" y="835914"/>
                  </a:lnTo>
                  <a:lnTo>
                    <a:pt x="778574" y="1268063"/>
                  </a:lnTo>
                  <a:lnTo>
                    <a:pt x="21812" y="1268063"/>
                  </a:lnTo>
                  <a:lnTo>
                    <a:pt x="24574" y="970502"/>
                  </a:lnTo>
                  <a:lnTo>
                    <a:pt x="35052" y="929354"/>
                  </a:lnTo>
                  <a:lnTo>
                    <a:pt x="37528" y="898017"/>
                  </a:lnTo>
                  <a:lnTo>
                    <a:pt x="35052" y="877157"/>
                  </a:lnTo>
                  <a:lnTo>
                    <a:pt x="11049" y="875348"/>
                  </a:lnTo>
                  <a:cubicBezTo>
                    <a:pt x="11049" y="875348"/>
                    <a:pt x="2476" y="861822"/>
                    <a:pt x="2476" y="860012"/>
                  </a:cubicBezTo>
                  <a:cubicBezTo>
                    <a:pt x="2476" y="858203"/>
                    <a:pt x="0" y="838486"/>
                    <a:pt x="0" y="838486"/>
                  </a:cubicBezTo>
                  <a:lnTo>
                    <a:pt x="11049" y="807149"/>
                  </a:lnTo>
                  <a:lnTo>
                    <a:pt x="21812" y="790575"/>
                  </a:lnTo>
                  <a:lnTo>
                    <a:pt x="40576" y="767810"/>
                  </a:lnTo>
                  <a:lnTo>
                    <a:pt x="60865" y="719233"/>
                  </a:lnTo>
                  <a:lnTo>
                    <a:pt x="68866" y="696468"/>
                  </a:lnTo>
                  <a:lnTo>
                    <a:pt x="82963" y="676847"/>
                  </a:lnTo>
                  <a:lnTo>
                    <a:pt x="89154" y="656558"/>
                  </a:lnTo>
                  <a:lnTo>
                    <a:pt x="90392" y="631317"/>
                  </a:lnTo>
                  <a:lnTo>
                    <a:pt x="87916" y="618458"/>
                  </a:lnTo>
                  <a:cubicBezTo>
                    <a:pt x="87916" y="618458"/>
                    <a:pt x="79343" y="599980"/>
                    <a:pt x="76867" y="598837"/>
                  </a:cubicBezTo>
                  <a:cubicBezTo>
                    <a:pt x="74390" y="597694"/>
                    <a:pt x="55340" y="589598"/>
                    <a:pt x="55340" y="589598"/>
                  </a:cubicBezTo>
                  <a:lnTo>
                    <a:pt x="40005" y="572357"/>
                  </a:lnTo>
                  <a:lnTo>
                    <a:pt x="34480" y="561308"/>
                  </a:lnTo>
                  <a:lnTo>
                    <a:pt x="34480" y="529400"/>
                  </a:lnTo>
                  <a:lnTo>
                    <a:pt x="30766" y="512159"/>
                  </a:lnTo>
                  <a:lnTo>
                    <a:pt x="23431" y="505397"/>
                  </a:lnTo>
                  <a:lnTo>
                    <a:pt x="23431" y="0"/>
                  </a:lnTo>
                  <a:lnTo>
                    <a:pt x="147542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CC117F12-9139-F5C9-B21D-A6D439FB4B4B}"/>
                </a:ext>
              </a:extLst>
            </p:cNvPr>
            <p:cNvSpPr/>
            <p:nvPr/>
          </p:nvSpPr>
          <p:spPr>
            <a:xfrm>
              <a:off x="1776983" y="1899388"/>
              <a:ext cx="1518284" cy="849058"/>
            </a:xfrm>
            <a:custGeom>
              <a:avLst/>
              <a:gdLst>
                <a:gd name="connsiteX0" fmla="*/ 0 w 1518284"/>
                <a:gd name="connsiteY0" fmla="*/ 0 h 849058"/>
                <a:gd name="connsiteX1" fmla="*/ 0 w 1518284"/>
                <a:gd name="connsiteY1" fmla="*/ 207740 h 849058"/>
                <a:gd name="connsiteX2" fmla="*/ 49149 w 1518284"/>
                <a:gd name="connsiteY2" fmla="*/ 271653 h 849058"/>
                <a:gd name="connsiteX3" fmla="*/ 49149 w 1518284"/>
                <a:gd name="connsiteY3" fmla="*/ 298704 h 849058"/>
                <a:gd name="connsiteX4" fmla="*/ 66389 w 1518284"/>
                <a:gd name="connsiteY4" fmla="*/ 310991 h 849058"/>
                <a:gd name="connsiteX5" fmla="*/ 110681 w 1518284"/>
                <a:gd name="connsiteY5" fmla="*/ 360140 h 849058"/>
                <a:gd name="connsiteX6" fmla="*/ 122968 w 1518284"/>
                <a:gd name="connsiteY6" fmla="*/ 389668 h 849058"/>
                <a:gd name="connsiteX7" fmla="*/ 137732 w 1518284"/>
                <a:gd name="connsiteY7" fmla="*/ 416719 h 849058"/>
                <a:gd name="connsiteX8" fmla="*/ 162306 w 1518284"/>
                <a:gd name="connsiteY8" fmla="*/ 433959 h 849058"/>
                <a:gd name="connsiteX9" fmla="*/ 196691 w 1518284"/>
                <a:gd name="connsiteY9" fmla="*/ 446246 h 849058"/>
                <a:gd name="connsiteX10" fmla="*/ 213932 w 1518284"/>
                <a:gd name="connsiteY10" fmla="*/ 446246 h 849058"/>
                <a:gd name="connsiteX11" fmla="*/ 212693 w 1518284"/>
                <a:gd name="connsiteY11" fmla="*/ 470249 h 849058"/>
                <a:gd name="connsiteX12" fmla="*/ 211455 w 1518284"/>
                <a:gd name="connsiteY12" fmla="*/ 485585 h 849058"/>
                <a:gd name="connsiteX13" fmla="*/ 211455 w 1518284"/>
                <a:gd name="connsiteY13" fmla="*/ 505873 h 849058"/>
                <a:gd name="connsiteX14" fmla="*/ 204692 w 1518284"/>
                <a:gd name="connsiteY14" fmla="*/ 518160 h 849058"/>
                <a:gd name="connsiteX15" fmla="*/ 204121 w 1518284"/>
                <a:gd name="connsiteY15" fmla="*/ 527399 h 849058"/>
                <a:gd name="connsiteX16" fmla="*/ 197929 w 1518284"/>
                <a:gd name="connsiteY16" fmla="*/ 537877 h 849058"/>
                <a:gd name="connsiteX17" fmla="*/ 192977 w 1518284"/>
                <a:gd name="connsiteY17" fmla="*/ 548354 h 849058"/>
                <a:gd name="connsiteX18" fmla="*/ 199739 w 1518284"/>
                <a:gd name="connsiteY18" fmla="*/ 563118 h 849058"/>
                <a:gd name="connsiteX19" fmla="*/ 205930 w 1518284"/>
                <a:gd name="connsiteY19" fmla="*/ 575405 h 849058"/>
                <a:gd name="connsiteX20" fmla="*/ 207169 w 1518284"/>
                <a:gd name="connsiteY20" fmla="*/ 588931 h 849058"/>
                <a:gd name="connsiteX21" fmla="*/ 195453 w 1518284"/>
                <a:gd name="connsiteY21" fmla="*/ 601218 h 849058"/>
                <a:gd name="connsiteX22" fmla="*/ 193643 w 1518284"/>
                <a:gd name="connsiteY22" fmla="*/ 606743 h 849058"/>
                <a:gd name="connsiteX23" fmla="*/ 193072 w 1518284"/>
                <a:gd name="connsiteY23" fmla="*/ 629507 h 849058"/>
                <a:gd name="connsiteX24" fmla="*/ 198596 w 1518284"/>
                <a:gd name="connsiteY24" fmla="*/ 648557 h 849058"/>
                <a:gd name="connsiteX25" fmla="*/ 210884 w 1518284"/>
                <a:gd name="connsiteY25" fmla="*/ 652844 h 849058"/>
                <a:gd name="connsiteX26" fmla="*/ 223742 w 1518284"/>
                <a:gd name="connsiteY26" fmla="*/ 654653 h 849058"/>
                <a:gd name="connsiteX27" fmla="*/ 239744 w 1518284"/>
                <a:gd name="connsiteY27" fmla="*/ 650367 h 849058"/>
                <a:gd name="connsiteX28" fmla="*/ 245936 w 1518284"/>
                <a:gd name="connsiteY28" fmla="*/ 636842 h 849058"/>
                <a:gd name="connsiteX29" fmla="*/ 260699 w 1518284"/>
                <a:gd name="connsiteY29" fmla="*/ 626364 h 849058"/>
                <a:gd name="connsiteX30" fmla="*/ 266891 w 1518284"/>
                <a:gd name="connsiteY30" fmla="*/ 620840 h 849058"/>
                <a:gd name="connsiteX31" fmla="*/ 279178 w 1518284"/>
                <a:gd name="connsiteY31" fmla="*/ 627031 h 849058"/>
                <a:gd name="connsiteX32" fmla="*/ 284131 w 1518284"/>
                <a:gd name="connsiteY32" fmla="*/ 636270 h 849058"/>
                <a:gd name="connsiteX33" fmla="*/ 284702 w 1518284"/>
                <a:gd name="connsiteY33" fmla="*/ 654749 h 849058"/>
                <a:gd name="connsiteX34" fmla="*/ 290894 w 1518284"/>
                <a:gd name="connsiteY34" fmla="*/ 679990 h 849058"/>
                <a:gd name="connsiteX35" fmla="*/ 298895 w 1518284"/>
                <a:gd name="connsiteY35" fmla="*/ 694754 h 849058"/>
                <a:gd name="connsiteX36" fmla="*/ 305086 w 1518284"/>
                <a:gd name="connsiteY36" fmla="*/ 701516 h 849058"/>
                <a:gd name="connsiteX37" fmla="*/ 313087 w 1518284"/>
                <a:gd name="connsiteY37" fmla="*/ 716852 h 849058"/>
                <a:gd name="connsiteX38" fmla="*/ 329089 w 1518284"/>
                <a:gd name="connsiteY38" fmla="*/ 726091 h 849058"/>
                <a:gd name="connsiteX39" fmla="*/ 332804 w 1518284"/>
                <a:gd name="connsiteY39" fmla="*/ 732854 h 849058"/>
                <a:gd name="connsiteX40" fmla="*/ 330327 w 1518284"/>
                <a:gd name="connsiteY40" fmla="*/ 761714 h 849058"/>
                <a:gd name="connsiteX41" fmla="*/ 334042 w 1518284"/>
                <a:gd name="connsiteY41" fmla="*/ 775811 h 849058"/>
                <a:gd name="connsiteX42" fmla="*/ 350044 w 1518284"/>
                <a:gd name="connsiteY42" fmla="*/ 780764 h 849058"/>
                <a:gd name="connsiteX43" fmla="*/ 361759 w 1518284"/>
                <a:gd name="connsiteY43" fmla="*/ 784479 h 849058"/>
                <a:gd name="connsiteX44" fmla="*/ 371570 w 1518284"/>
                <a:gd name="connsiteY44" fmla="*/ 794957 h 849058"/>
                <a:gd name="connsiteX45" fmla="*/ 375285 w 1518284"/>
                <a:gd name="connsiteY45" fmla="*/ 799243 h 849058"/>
                <a:gd name="connsiteX46" fmla="*/ 377095 w 1518284"/>
                <a:gd name="connsiteY46" fmla="*/ 806006 h 849058"/>
                <a:gd name="connsiteX47" fmla="*/ 380809 w 1518284"/>
                <a:gd name="connsiteY47" fmla="*/ 823817 h 849058"/>
                <a:gd name="connsiteX48" fmla="*/ 387572 w 1518284"/>
                <a:gd name="connsiteY48" fmla="*/ 842296 h 849058"/>
                <a:gd name="connsiteX49" fmla="*/ 403574 w 1518284"/>
                <a:gd name="connsiteY49" fmla="*/ 849059 h 849058"/>
                <a:gd name="connsiteX50" fmla="*/ 409099 w 1518284"/>
                <a:gd name="connsiteY50" fmla="*/ 849059 h 849058"/>
                <a:gd name="connsiteX51" fmla="*/ 417100 w 1518284"/>
                <a:gd name="connsiteY51" fmla="*/ 831818 h 849058"/>
                <a:gd name="connsiteX52" fmla="*/ 428816 w 1518284"/>
                <a:gd name="connsiteY52" fmla="*/ 831818 h 849058"/>
                <a:gd name="connsiteX53" fmla="*/ 442913 w 1518284"/>
                <a:gd name="connsiteY53" fmla="*/ 834866 h 849058"/>
                <a:gd name="connsiteX54" fmla="*/ 453962 w 1518284"/>
                <a:gd name="connsiteY54" fmla="*/ 835438 h 849058"/>
                <a:gd name="connsiteX55" fmla="*/ 462534 w 1518284"/>
                <a:gd name="connsiteY55" fmla="*/ 832390 h 849058"/>
                <a:gd name="connsiteX56" fmla="*/ 476631 w 1518284"/>
                <a:gd name="connsiteY56" fmla="*/ 827437 h 849058"/>
                <a:gd name="connsiteX57" fmla="*/ 481584 w 1518284"/>
                <a:gd name="connsiteY57" fmla="*/ 821246 h 849058"/>
                <a:gd name="connsiteX58" fmla="*/ 492633 w 1518284"/>
                <a:gd name="connsiteY58" fmla="*/ 821246 h 849058"/>
                <a:gd name="connsiteX59" fmla="*/ 507397 w 1518284"/>
                <a:gd name="connsiteY59" fmla="*/ 825532 h 849058"/>
                <a:gd name="connsiteX60" fmla="*/ 511683 w 1518284"/>
                <a:gd name="connsiteY60" fmla="*/ 825532 h 849058"/>
                <a:gd name="connsiteX61" fmla="*/ 520255 w 1518284"/>
                <a:gd name="connsiteY61" fmla="*/ 820579 h 849058"/>
                <a:gd name="connsiteX62" fmla="*/ 532543 w 1518284"/>
                <a:gd name="connsiteY62" fmla="*/ 823627 h 849058"/>
                <a:gd name="connsiteX63" fmla="*/ 549116 w 1518284"/>
                <a:gd name="connsiteY63" fmla="*/ 825437 h 849058"/>
                <a:gd name="connsiteX64" fmla="*/ 560165 w 1518284"/>
                <a:gd name="connsiteY64" fmla="*/ 821722 h 849058"/>
                <a:gd name="connsiteX65" fmla="*/ 569405 w 1518284"/>
                <a:gd name="connsiteY65" fmla="*/ 819912 h 849058"/>
                <a:gd name="connsiteX66" fmla="*/ 577405 w 1518284"/>
                <a:gd name="connsiteY66" fmla="*/ 809435 h 849058"/>
                <a:gd name="connsiteX67" fmla="*/ 580454 w 1518284"/>
                <a:gd name="connsiteY67" fmla="*/ 797147 h 849058"/>
                <a:gd name="connsiteX68" fmla="*/ 587216 w 1518284"/>
                <a:gd name="connsiteY68" fmla="*/ 795338 h 849058"/>
                <a:gd name="connsiteX69" fmla="*/ 599504 w 1518284"/>
                <a:gd name="connsiteY69" fmla="*/ 799624 h 849058"/>
                <a:gd name="connsiteX70" fmla="*/ 611219 w 1518284"/>
                <a:gd name="connsiteY70" fmla="*/ 810673 h 849058"/>
                <a:gd name="connsiteX71" fmla="*/ 631508 w 1518284"/>
                <a:gd name="connsiteY71" fmla="*/ 835914 h 849058"/>
                <a:gd name="connsiteX72" fmla="*/ 631508 w 1518284"/>
                <a:gd name="connsiteY72" fmla="*/ 739426 h 849058"/>
                <a:gd name="connsiteX73" fmla="*/ 1518285 w 1518284"/>
                <a:gd name="connsiteY73" fmla="*/ 739426 h 849058"/>
                <a:gd name="connsiteX74" fmla="*/ 1518285 w 1518284"/>
                <a:gd name="connsiteY74" fmla="*/ 0 h 849058"/>
                <a:gd name="connsiteX75" fmla="*/ 0 w 1518284"/>
                <a:gd name="connsiteY75" fmla="*/ 0 h 849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518284" h="849058">
                  <a:moveTo>
                    <a:pt x="0" y="0"/>
                  </a:moveTo>
                  <a:lnTo>
                    <a:pt x="0" y="207740"/>
                  </a:lnTo>
                  <a:lnTo>
                    <a:pt x="49149" y="271653"/>
                  </a:lnTo>
                  <a:lnTo>
                    <a:pt x="49149" y="298704"/>
                  </a:lnTo>
                  <a:lnTo>
                    <a:pt x="66389" y="310991"/>
                  </a:lnTo>
                  <a:lnTo>
                    <a:pt x="110681" y="360140"/>
                  </a:lnTo>
                  <a:lnTo>
                    <a:pt x="122968" y="389668"/>
                  </a:lnTo>
                  <a:lnTo>
                    <a:pt x="137732" y="416719"/>
                  </a:lnTo>
                  <a:lnTo>
                    <a:pt x="162306" y="433959"/>
                  </a:lnTo>
                  <a:lnTo>
                    <a:pt x="196691" y="446246"/>
                  </a:lnTo>
                  <a:lnTo>
                    <a:pt x="213932" y="446246"/>
                  </a:lnTo>
                  <a:lnTo>
                    <a:pt x="212693" y="470249"/>
                  </a:lnTo>
                  <a:cubicBezTo>
                    <a:pt x="212693" y="470249"/>
                    <a:pt x="211455" y="483775"/>
                    <a:pt x="211455" y="485585"/>
                  </a:cubicBezTo>
                  <a:lnTo>
                    <a:pt x="211455" y="505873"/>
                  </a:lnTo>
                  <a:lnTo>
                    <a:pt x="204692" y="518160"/>
                  </a:lnTo>
                  <a:lnTo>
                    <a:pt x="204121" y="527399"/>
                  </a:lnTo>
                  <a:cubicBezTo>
                    <a:pt x="204121" y="527399"/>
                    <a:pt x="198596" y="535972"/>
                    <a:pt x="197929" y="537877"/>
                  </a:cubicBezTo>
                  <a:cubicBezTo>
                    <a:pt x="197263" y="539782"/>
                    <a:pt x="192977" y="548354"/>
                    <a:pt x="192977" y="548354"/>
                  </a:cubicBezTo>
                  <a:lnTo>
                    <a:pt x="199739" y="563118"/>
                  </a:lnTo>
                  <a:lnTo>
                    <a:pt x="205930" y="575405"/>
                  </a:lnTo>
                  <a:lnTo>
                    <a:pt x="207169" y="588931"/>
                  </a:lnTo>
                  <a:lnTo>
                    <a:pt x="195453" y="601218"/>
                  </a:lnTo>
                  <a:cubicBezTo>
                    <a:pt x="195453" y="601218"/>
                    <a:pt x="194215" y="600647"/>
                    <a:pt x="193643" y="606743"/>
                  </a:cubicBezTo>
                  <a:cubicBezTo>
                    <a:pt x="193072" y="612934"/>
                    <a:pt x="193072" y="629507"/>
                    <a:pt x="193072" y="629507"/>
                  </a:cubicBezTo>
                  <a:lnTo>
                    <a:pt x="198596" y="648557"/>
                  </a:lnTo>
                  <a:lnTo>
                    <a:pt x="210884" y="652844"/>
                  </a:lnTo>
                  <a:lnTo>
                    <a:pt x="223742" y="654653"/>
                  </a:lnTo>
                  <a:lnTo>
                    <a:pt x="239744" y="650367"/>
                  </a:lnTo>
                  <a:lnTo>
                    <a:pt x="245936" y="636842"/>
                  </a:lnTo>
                  <a:lnTo>
                    <a:pt x="260699" y="626364"/>
                  </a:lnTo>
                  <a:lnTo>
                    <a:pt x="266891" y="620840"/>
                  </a:lnTo>
                  <a:lnTo>
                    <a:pt x="279178" y="627031"/>
                  </a:lnTo>
                  <a:cubicBezTo>
                    <a:pt x="279178" y="627031"/>
                    <a:pt x="284131" y="634365"/>
                    <a:pt x="284131" y="636270"/>
                  </a:cubicBezTo>
                  <a:cubicBezTo>
                    <a:pt x="284131" y="638175"/>
                    <a:pt x="284702" y="654749"/>
                    <a:pt x="284702" y="654749"/>
                  </a:cubicBezTo>
                  <a:lnTo>
                    <a:pt x="290894" y="679990"/>
                  </a:lnTo>
                  <a:lnTo>
                    <a:pt x="298895" y="694754"/>
                  </a:lnTo>
                  <a:lnTo>
                    <a:pt x="305086" y="701516"/>
                  </a:lnTo>
                  <a:lnTo>
                    <a:pt x="313087" y="716852"/>
                  </a:lnTo>
                  <a:lnTo>
                    <a:pt x="329089" y="726091"/>
                  </a:lnTo>
                  <a:cubicBezTo>
                    <a:pt x="329089" y="726091"/>
                    <a:pt x="332804" y="730377"/>
                    <a:pt x="332804" y="732854"/>
                  </a:cubicBezTo>
                  <a:cubicBezTo>
                    <a:pt x="332804" y="735330"/>
                    <a:pt x="330327" y="761714"/>
                    <a:pt x="330327" y="761714"/>
                  </a:cubicBezTo>
                  <a:lnTo>
                    <a:pt x="334042" y="775811"/>
                  </a:lnTo>
                  <a:lnTo>
                    <a:pt x="350044" y="780764"/>
                  </a:lnTo>
                  <a:lnTo>
                    <a:pt x="361759" y="784479"/>
                  </a:lnTo>
                  <a:lnTo>
                    <a:pt x="371570" y="794957"/>
                  </a:lnTo>
                  <a:lnTo>
                    <a:pt x="375285" y="799243"/>
                  </a:lnTo>
                  <a:lnTo>
                    <a:pt x="377095" y="806006"/>
                  </a:lnTo>
                  <a:lnTo>
                    <a:pt x="380809" y="823817"/>
                  </a:lnTo>
                  <a:lnTo>
                    <a:pt x="387572" y="842296"/>
                  </a:lnTo>
                  <a:lnTo>
                    <a:pt x="403574" y="849059"/>
                  </a:lnTo>
                  <a:lnTo>
                    <a:pt x="409099" y="849059"/>
                  </a:lnTo>
                  <a:lnTo>
                    <a:pt x="417100" y="831818"/>
                  </a:lnTo>
                  <a:lnTo>
                    <a:pt x="428816" y="831818"/>
                  </a:lnTo>
                  <a:lnTo>
                    <a:pt x="442913" y="834866"/>
                  </a:lnTo>
                  <a:lnTo>
                    <a:pt x="453962" y="835438"/>
                  </a:lnTo>
                  <a:lnTo>
                    <a:pt x="462534" y="832390"/>
                  </a:lnTo>
                  <a:lnTo>
                    <a:pt x="476631" y="827437"/>
                  </a:lnTo>
                  <a:lnTo>
                    <a:pt x="481584" y="821246"/>
                  </a:lnTo>
                  <a:lnTo>
                    <a:pt x="492633" y="821246"/>
                  </a:lnTo>
                  <a:lnTo>
                    <a:pt x="507397" y="825532"/>
                  </a:lnTo>
                  <a:lnTo>
                    <a:pt x="511683" y="825532"/>
                  </a:lnTo>
                  <a:lnTo>
                    <a:pt x="520255" y="820579"/>
                  </a:lnTo>
                  <a:lnTo>
                    <a:pt x="532543" y="823627"/>
                  </a:lnTo>
                  <a:lnTo>
                    <a:pt x="549116" y="825437"/>
                  </a:lnTo>
                  <a:lnTo>
                    <a:pt x="560165" y="821722"/>
                  </a:lnTo>
                  <a:lnTo>
                    <a:pt x="569405" y="819912"/>
                  </a:lnTo>
                  <a:lnTo>
                    <a:pt x="577405" y="809435"/>
                  </a:lnTo>
                  <a:lnTo>
                    <a:pt x="580454" y="797147"/>
                  </a:lnTo>
                  <a:lnTo>
                    <a:pt x="587216" y="795338"/>
                  </a:lnTo>
                  <a:lnTo>
                    <a:pt x="599504" y="799624"/>
                  </a:lnTo>
                  <a:lnTo>
                    <a:pt x="611219" y="810673"/>
                  </a:lnTo>
                  <a:lnTo>
                    <a:pt x="631508" y="835914"/>
                  </a:lnTo>
                  <a:lnTo>
                    <a:pt x="631508" y="739426"/>
                  </a:lnTo>
                  <a:lnTo>
                    <a:pt x="1518285" y="739426"/>
                  </a:lnTo>
                  <a:lnTo>
                    <a:pt x="15182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38A63DCA-8927-68BC-6E36-35E07B2B2CC8}"/>
                </a:ext>
              </a:extLst>
            </p:cNvPr>
            <p:cNvSpPr/>
            <p:nvPr/>
          </p:nvSpPr>
          <p:spPr>
            <a:xfrm>
              <a:off x="713041" y="2426692"/>
              <a:ext cx="1006887" cy="740473"/>
            </a:xfrm>
            <a:custGeom>
              <a:avLst/>
              <a:gdLst>
                <a:gd name="connsiteX0" fmla="*/ 951548 w 1006887"/>
                <a:gd name="connsiteY0" fmla="*/ 401860 h 740473"/>
                <a:gd name="connsiteX1" fmla="*/ 954024 w 1006887"/>
                <a:gd name="connsiteY1" fmla="*/ 370523 h 740473"/>
                <a:gd name="connsiteX2" fmla="*/ 951548 w 1006887"/>
                <a:gd name="connsiteY2" fmla="*/ 349663 h 740473"/>
                <a:gd name="connsiteX3" fmla="*/ 927545 w 1006887"/>
                <a:gd name="connsiteY3" fmla="*/ 347853 h 740473"/>
                <a:gd name="connsiteX4" fmla="*/ 918972 w 1006887"/>
                <a:gd name="connsiteY4" fmla="*/ 332518 h 740473"/>
                <a:gd name="connsiteX5" fmla="*/ 916496 w 1006887"/>
                <a:gd name="connsiteY5" fmla="*/ 310991 h 740473"/>
                <a:gd name="connsiteX6" fmla="*/ 927545 w 1006887"/>
                <a:gd name="connsiteY6" fmla="*/ 279654 h 740473"/>
                <a:gd name="connsiteX7" fmla="*/ 938308 w 1006887"/>
                <a:gd name="connsiteY7" fmla="*/ 263081 h 740473"/>
                <a:gd name="connsiteX8" fmla="*/ 957072 w 1006887"/>
                <a:gd name="connsiteY8" fmla="*/ 240316 h 740473"/>
                <a:gd name="connsiteX9" fmla="*/ 977360 w 1006887"/>
                <a:gd name="connsiteY9" fmla="*/ 191738 h 740473"/>
                <a:gd name="connsiteX10" fmla="*/ 985361 w 1006887"/>
                <a:gd name="connsiteY10" fmla="*/ 168973 h 740473"/>
                <a:gd name="connsiteX11" fmla="*/ 999458 w 1006887"/>
                <a:gd name="connsiteY11" fmla="*/ 149352 h 740473"/>
                <a:gd name="connsiteX12" fmla="*/ 1005650 w 1006887"/>
                <a:gd name="connsiteY12" fmla="*/ 129064 h 740473"/>
                <a:gd name="connsiteX13" fmla="*/ 1006888 w 1006887"/>
                <a:gd name="connsiteY13" fmla="*/ 103823 h 740473"/>
                <a:gd name="connsiteX14" fmla="*/ 1004411 w 1006887"/>
                <a:gd name="connsiteY14" fmla="*/ 90964 h 740473"/>
                <a:gd name="connsiteX15" fmla="*/ 993362 w 1006887"/>
                <a:gd name="connsiteY15" fmla="*/ 71342 h 740473"/>
                <a:gd name="connsiteX16" fmla="*/ 971836 w 1006887"/>
                <a:gd name="connsiteY16" fmla="*/ 62103 h 740473"/>
                <a:gd name="connsiteX17" fmla="*/ 956501 w 1006887"/>
                <a:gd name="connsiteY17" fmla="*/ 44863 h 740473"/>
                <a:gd name="connsiteX18" fmla="*/ 951738 w 1006887"/>
                <a:gd name="connsiteY18" fmla="*/ 35433 h 740473"/>
                <a:gd name="connsiteX19" fmla="*/ 950976 w 1006887"/>
                <a:gd name="connsiteY19" fmla="*/ 35052 h 740473"/>
                <a:gd name="connsiteX20" fmla="*/ 704564 w 1006887"/>
                <a:gd name="connsiteY20" fmla="*/ 35052 h 740473"/>
                <a:gd name="connsiteX21" fmla="*/ 691039 w 1006887"/>
                <a:gd name="connsiteY21" fmla="*/ 47339 h 740473"/>
                <a:gd name="connsiteX22" fmla="*/ 665798 w 1006887"/>
                <a:gd name="connsiteY22" fmla="*/ 51054 h 740473"/>
                <a:gd name="connsiteX23" fmla="*/ 628936 w 1006887"/>
                <a:gd name="connsiteY23" fmla="*/ 52292 h 740473"/>
                <a:gd name="connsiteX24" fmla="*/ 617887 w 1006887"/>
                <a:gd name="connsiteY24" fmla="*/ 56578 h 740473"/>
                <a:gd name="connsiteX25" fmla="*/ 608648 w 1006887"/>
                <a:gd name="connsiteY25" fmla="*/ 62103 h 740473"/>
                <a:gd name="connsiteX26" fmla="*/ 587788 w 1006887"/>
                <a:gd name="connsiteY26" fmla="*/ 67056 h 740473"/>
                <a:gd name="connsiteX27" fmla="*/ 559499 w 1006887"/>
                <a:gd name="connsiteY27" fmla="*/ 74390 h 740473"/>
                <a:gd name="connsiteX28" fmla="*/ 550926 w 1006887"/>
                <a:gd name="connsiteY28" fmla="*/ 82391 h 740473"/>
                <a:gd name="connsiteX29" fmla="*/ 526352 w 1006887"/>
                <a:gd name="connsiteY29" fmla="*/ 90392 h 740473"/>
                <a:gd name="connsiteX30" fmla="*/ 512826 w 1006887"/>
                <a:gd name="connsiteY30" fmla="*/ 87916 h 740473"/>
                <a:gd name="connsiteX31" fmla="*/ 493776 w 1006887"/>
                <a:gd name="connsiteY31" fmla="*/ 81725 h 740473"/>
                <a:gd name="connsiteX32" fmla="*/ 480917 w 1006887"/>
                <a:gd name="connsiteY32" fmla="*/ 89059 h 740473"/>
                <a:gd name="connsiteX33" fmla="*/ 462439 w 1006887"/>
                <a:gd name="connsiteY33" fmla="*/ 98298 h 740473"/>
                <a:gd name="connsiteX34" fmla="*/ 442436 w 1006887"/>
                <a:gd name="connsiteY34" fmla="*/ 101346 h 740473"/>
                <a:gd name="connsiteX35" fmla="*/ 426149 w 1006887"/>
                <a:gd name="connsiteY35" fmla="*/ 105632 h 740473"/>
                <a:gd name="connsiteX36" fmla="*/ 423101 w 1006887"/>
                <a:gd name="connsiteY36" fmla="*/ 101346 h 740473"/>
                <a:gd name="connsiteX37" fmla="*/ 412623 w 1006887"/>
                <a:gd name="connsiteY37" fmla="*/ 92773 h 740473"/>
                <a:gd name="connsiteX38" fmla="*/ 393573 w 1006887"/>
                <a:gd name="connsiteY38" fmla="*/ 88487 h 740473"/>
                <a:gd name="connsiteX39" fmla="*/ 365951 w 1006887"/>
                <a:gd name="connsiteY39" fmla="*/ 87249 h 740473"/>
                <a:gd name="connsiteX40" fmla="*/ 351854 w 1006887"/>
                <a:gd name="connsiteY40" fmla="*/ 87249 h 740473"/>
                <a:gd name="connsiteX41" fmla="*/ 336518 w 1006887"/>
                <a:gd name="connsiteY41" fmla="*/ 93440 h 740473"/>
                <a:gd name="connsiteX42" fmla="*/ 332232 w 1006887"/>
                <a:gd name="connsiteY42" fmla="*/ 100775 h 740473"/>
                <a:gd name="connsiteX43" fmla="*/ 314992 w 1006887"/>
                <a:gd name="connsiteY43" fmla="*/ 114300 h 740473"/>
                <a:gd name="connsiteX44" fmla="*/ 302705 w 1006887"/>
                <a:gd name="connsiteY44" fmla="*/ 118015 h 740473"/>
                <a:gd name="connsiteX45" fmla="*/ 287369 w 1006887"/>
                <a:gd name="connsiteY45" fmla="*/ 120491 h 740473"/>
                <a:gd name="connsiteX46" fmla="*/ 273844 w 1006887"/>
                <a:gd name="connsiteY46" fmla="*/ 119920 h 740473"/>
                <a:gd name="connsiteX47" fmla="*/ 257842 w 1006887"/>
                <a:gd name="connsiteY47" fmla="*/ 114967 h 740473"/>
                <a:gd name="connsiteX48" fmla="*/ 243078 w 1006887"/>
                <a:gd name="connsiteY48" fmla="*/ 108204 h 740473"/>
                <a:gd name="connsiteX49" fmla="*/ 230219 w 1006887"/>
                <a:gd name="connsiteY49" fmla="*/ 102013 h 740473"/>
                <a:gd name="connsiteX50" fmla="*/ 224695 w 1006887"/>
                <a:gd name="connsiteY50" fmla="*/ 81725 h 740473"/>
                <a:gd name="connsiteX51" fmla="*/ 222218 w 1006887"/>
                <a:gd name="connsiteY51" fmla="*/ 57721 h 740473"/>
                <a:gd name="connsiteX52" fmla="*/ 220409 w 1006887"/>
                <a:gd name="connsiteY52" fmla="*/ 42386 h 740473"/>
                <a:gd name="connsiteX53" fmla="*/ 206312 w 1006887"/>
                <a:gd name="connsiteY53" fmla="*/ 19050 h 740473"/>
                <a:gd name="connsiteX54" fmla="*/ 179927 w 1006887"/>
                <a:gd name="connsiteY54" fmla="*/ 4286 h 740473"/>
                <a:gd name="connsiteX55" fmla="*/ 165830 w 1006887"/>
                <a:gd name="connsiteY55" fmla="*/ 6096 h 740473"/>
                <a:gd name="connsiteX56" fmla="*/ 154115 w 1006887"/>
                <a:gd name="connsiteY56" fmla="*/ 12287 h 740473"/>
                <a:gd name="connsiteX57" fmla="*/ 133255 w 1006887"/>
                <a:gd name="connsiteY57" fmla="*/ 0 h 740473"/>
                <a:gd name="connsiteX58" fmla="*/ 122777 w 1006887"/>
                <a:gd name="connsiteY58" fmla="*/ 0 h 740473"/>
                <a:gd name="connsiteX59" fmla="*/ 109919 w 1006887"/>
                <a:gd name="connsiteY59" fmla="*/ 3048 h 740473"/>
                <a:gd name="connsiteX60" fmla="*/ 101918 w 1006887"/>
                <a:gd name="connsiteY60" fmla="*/ 4286 h 740473"/>
                <a:gd name="connsiteX61" fmla="*/ 73628 w 1006887"/>
                <a:gd name="connsiteY61" fmla="*/ 0 h 740473"/>
                <a:gd name="connsiteX62" fmla="*/ 73628 w 1006887"/>
                <a:gd name="connsiteY62" fmla="*/ 41815 h 740473"/>
                <a:gd name="connsiteX63" fmla="*/ 76105 w 1006887"/>
                <a:gd name="connsiteY63" fmla="*/ 106680 h 740473"/>
                <a:gd name="connsiteX64" fmla="*/ 68771 w 1006887"/>
                <a:gd name="connsiteY64" fmla="*/ 189262 h 740473"/>
                <a:gd name="connsiteX65" fmla="*/ 66294 w 1006887"/>
                <a:gd name="connsiteY65" fmla="*/ 243364 h 740473"/>
                <a:gd name="connsiteX66" fmla="*/ 66294 w 1006887"/>
                <a:gd name="connsiteY66" fmla="*/ 282702 h 740473"/>
                <a:gd name="connsiteX67" fmla="*/ 54007 w 1006887"/>
                <a:gd name="connsiteY67" fmla="*/ 353949 h 740473"/>
                <a:gd name="connsiteX68" fmla="*/ 44196 w 1006887"/>
                <a:gd name="connsiteY68" fmla="*/ 425196 h 740473"/>
                <a:gd name="connsiteX69" fmla="*/ 31909 w 1006887"/>
                <a:gd name="connsiteY69" fmla="*/ 489109 h 740473"/>
                <a:gd name="connsiteX70" fmla="*/ 22098 w 1006887"/>
                <a:gd name="connsiteY70" fmla="*/ 511207 h 740473"/>
                <a:gd name="connsiteX71" fmla="*/ 12287 w 1006887"/>
                <a:gd name="connsiteY71" fmla="*/ 561308 h 740473"/>
                <a:gd name="connsiteX72" fmla="*/ 0 w 1006887"/>
                <a:gd name="connsiteY72" fmla="*/ 602171 h 740473"/>
                <a:gd name="connsiteX73" fmla="*/ 14764 w 1006887"/>
                <a:gd name="connsiteY73" fmla="*/ 626745 h 740473"/>
                <a:gd name="connsiteX74" fmla="*/ 14764 w 1006887"/>
                <a:gd name="connsiteY74" fmla="*/ 675894 h 740473"/>
                <a:gd name="connsiteX75" fmla="*/ 39338 w 1006887"/>
                <a:gd name="connsiteY75" fmla="*/ 740474 h 740473"/>
                <a:gd name="connsiteX76" fmla="*/ 938689 w 1006887"/>
                <a:gd name="connsiteY76" fmla="*/ 740474 h 740473"/>
                <a:gd name="connsiteX77" fmla="*/ 941451 w 1006887"/>
                <a:gd name="connsiteY77" fmla="*/ 442913 h 740473"/>
                <a:gd name="connsiteX78" fmla="*/ 951929 w 1006887"/>
                <a:gd name="connsiteY78" fmla="*/ 401765 h 740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06887" h="740473">
                  <a:moveTo>
                    <a:pt x="951548" y="401860"/>
                  </a:moveTo>
                  <a:lnTo>
                    <a:pt x="954024" y="370523"/>
                  </a:lnTo>
                  <a:lnTo>
                    <a:pt x="951548" y="349663"/>
                  </a:lnTo>
                  <a:lnTo>
                    <a:pt x="927545" y="347853"/>
                  </a:lnTo>
                  <a:cubicBezTo>
                    <a:pt x="927545" y="347853"/>
                    <a:pt x="918972" y="334328"/>
                    <a:pt x="918972" y="332518"/>
                  </a:cubicBezTo>
                  <a:cubicBezTo>
                    <a:pt x="918972" y="330708"/>
                    <a:pt x="916496" y="310991"/>
                    <a:pt x="916496" y="310991"/>
                  </a:cubicBezTo>
                  <a:lnTo>
                    <a:pt x="927545" y="279654"/>
                  </a:lnTo>
                  <a:lnTo>
                    <a:pt x="938308" y="263081"/>
                  </a:lnTo>
                  <a:lnTo>
                    <a:pt x="957072" y="240316"/>
                  </a:lnTo>
                  <a:lnTo>
                    <a:pt x="977360" y="191738"/>
                  </a:lnTo>
                  <a:lnTo>
                    <a:pt x="985361" y="168973"/>
                  </a:lnTo>
                  <a:lnTo>
                    <a:pt x="999458" y="149352"/>
                  </a:lnTo>
                  <a:lnTo>
                    <a:pt x="1005650" y="129064"/>
                  </a:lnTo>
                  <a:lnTo>
                    <a:pt x="1006888" y="103823"/>
                  </a:lnTo>
                  <a:lnTo>
                    <a:pt x="1004411" y="90964"/>
                  </a:lnTo>
                  <a:cubicBezTo>
                    <a:pt x="1004411" y="90964"/>
                    <a:pt x="995839" y="72485"/>
                    <a:pt x="993362" y="71342"/>
                  </a:cubicBezTo>
                  <a:cubicBezTo>
                    <a:pt x="990886" y="70104"/>
                    <a:pt x="971836" y="62103"/>
                    <a:pt x="971836" y="62103"/>
                  </a:cubicBezTo>
                  <a:lnTo>
                    <a:pt x="956501" y="44863"/>
                  </a:lnTo>
                  <a:lnTo>
                    <a:pt x="951738" y="35433"/>
                  </a:lnTo>
                  <a:lnTo>
                    <a:pt x="950976" y="35052"/>
                  </a:lnTo>
                  <a:lnTo>
                    <a:pt x="704564" y="35052"/>
                  </a:lnTo>
                  <a:lnTo>
                    <a:pt x="691039" y="47339"/>
                  </a:lnTo>
                  <a:lnTo>
                    <a:pt x="665798" y="51054"/>
                  </a:lnTo>
                  <a:lnTo>
                    <a:pt x="628936" y="52292"/>
                  </a:lnTo>
                  <a:lnTo>
                    <a:pt x="617887" y="56578"/>
                  </a:lnTo>
                  <a:lnTo>
                    <a:pt x="608648" y="62103"/>
                  </a:lnTo>
                  <a:lnTo>
                    <a:pt x="587788" y="67056"/>
                  </a:lnTo>
                  <a:lnTo>
                    <a:pt x="559499" y="74390"/>
                  </a:lnTo>
                  <a:lnTo>
                    <a:pt x="550926" y="82391"/>
                  </a:lnTo>
                  <a:lnTo>
                    <a:pt x="526352" y="90392"/>
                  </a:lnTo>
                  <a:lnTo>
                    <a:pt x="512826" y="87916"/>
                  </a:lnTo>
                  <a:lnTo>
                    <a:pt x="493776" y="81725"/>
                  </a:lnTo>
                  <a:lnTo>
                    <a:pt x="480917" y="89059"/>
                  </a:lnTo>
                  <a:lnTo>
                    <a:pt x="462439" y="98298"/>
                  </a:lnTo>
                  <a:lnTo>
                    <a:pt x="442436" y="101346"/>
                  </a:lnTo>
                  <a:lnTo>
                    <a:pt x="426149" y="105632"/>
                  </a:lnTo>
                  <a:lnTo>
                    <a:pt x="423101" y="101346"/>
                  </a:lnTo>
                  <a:lnTo>
                    <a:pt x="412623" y="92773"/>
                  </a:lnTo>
                  <a:lnTo>
                    <a:pt x="393573" y="88487"/>
                  </a:lnTo>
                  <a:lnTo>
                    <a:pt x="365951" y="87249"/>
                  </a:lnTo>
                  <a:lnTo>
                    <a:pt x="351854" y="87249"/>
                  </a:lnTo>
                  <a:cubicBezTo>
                    <a:pt x="351854" y="87249"/>
                    <a:pt x="341376" y="91535"/>
                    <a:pt x="336518" y="93440"/>
                  </a:cubicBezTo>
                  <a:cubicBezTo>
                    <a:pt x="331661" y="95345"/>
                    <a:pt x="332232" y="100775"/>
                    <a:pt x="332232" y="100775"/>
                  </a:cubicBezTo>
                  <a:lnTo>
                    <a:pt x="314992" y="114300"/>
                  </a:lnTo>
                  <a:lnTo>
                    <a:pt x="302705" y="118015"/>
                  </a:lnTo>
                  <a:lnTo>
                    <a:pt x="287369" y="120491"/>
                  </a:lnTo>
                  <a:lnTo>
                    <a:pt x="273844" y="119920"/>
                  </a:lnTo>
                  <a:lnTo>
                    <a:pt x="257842" y="114967"/>
                  </a:lnTo>
                  <a:lnTo>
                    <a:pt x="243078" y="108204"/>
                  </a:lnTo>
                  <a:lnTo>
                    <a:pt x="230219" y="102013"/>
                  </a:lnTo>
                  <a:lnTo>
                    <a:pt x="224695" y="81725"/>
                  </a:lnTo>
                  <a:lnTo>
                    <a:pt x="222218" y="57721"/>
                  </a:lnTo>
                  <a:lnTo>
                    <a:pt x="220409" y="42386"/>
                  </a:lnTo>
                  <a:lnTo>
                    <a:pt x="206312" y="19050"/>
                  </a:lnTo>
                  <a:lnTo>
                    <a:pt x="179927" y="4286"/>
                  </a:lnTo>
                  <a:lnTo>
                    <a:pt x="165830" y="6096"/>
                  </a:lnTo>
                  <a:lnTo>
                    <a:pt x="154115" y="12287"/>
                  </a:lnTo>
                  <a:lnTo>
                    <a:pt x="133255" y="0"/>
                  </a:lnTo>
                  <a:lnTo>
                    <a:pt x="122777" y="0"/>
                  </a:lnTo>
                  <a:lnTo>
                    <a:pt x="109919" y="3048"/>
                  </a:lnTo>
                  <a:lnTo>
                    <a:pt x="101918" y="4286"/>
                  </a:lnTo>
                  <a:lnTo>
                    <a:pt x="73628" y="0"/>
                  </a:lnTo>
                  <a:lnTo>
                    <a:pt x="73628" y="41815"/>
                  </a:lnTo>
                  <a:lnTo>
                    <a:pt x="76105" y="106680"/>
                  </a:lnTo>
                  <a:lnTo>
                    <a:pt x="68771" y="189262"/>
                  </a:lnTo>
                  <a:lnTo>
                    <a:pt x="66294" y="243364"/>
                  </a:lnTo>
                  <a:lnTo>
                    <a:pt x="66294" y="282702"/>
                  </a:lnTo>
                  <a:lnTo>
                    <a:pt x="54007" y="353949"/>
                  </a:lnTo>
                  <a:lnTo>
                    <a:pt x="44196" y="425196"/>
                  </a:lnTo>
                  <a:lnTo>
                    <a:pt x="31909" y="489109"/>
                  </a:lnTo>
                  <a:lnTo>
                    <a:pt x="22098" y="511207"/>
                  </a:lnTo>
                  <a:lnTo>
                    <a:pt x="12287" y="561308"/>
                  </a:lnTo>
                  <a:lnTo>
                    <a:pt x="0" y="602171"/>
                  </a:lnTo>
                  <a:lnTo>
                    <a:pt x="14764" y="626745"/>
                  </a:lnTo>
                  <a:lnTo>
                    <a:pt x="14764" y="675894"/>
                  </a:lnTo>
                  <a:lnTo>
                    <a:pt x="39338" y="740474"/>
                  </a:lnTo>
                  <a:lnTo>
                    <a:pt x="938689" y="740474"/>
                  </a:lnTo>
                  <a:lnTo>
                    <a:pt x="941451" y="442913"/>
                  </a:lnTo>
                  <a:lnTo>
                    <a:pt x="951929" y="401765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5" name="Graphic 8">
              <a:extLst>
                <a:ext uri="{FF2B5EF4-FFF2-40B4-BE49-F238E27FC236}">
                  <a16:creationId xmlns:a16="http://schemas.microsoft.com/office/drawing/2014/main" id="{F22571EE-DB95-7A6A-2FE5-B3B7ECAC30E2}"/>
                </a:ext>
              </a:extLst>
            </p:cNvPr>
            <p:cNvGrpSpPr/>
            <p:nvPr/>
          </p:nvGrpSpPr>
          <p:grpSpPr>
            <a:xfrm>
              <a:off x="690562" y="1899388"/>
              <a:ext cx="987552" cy="647890"/>
              <a:chOff x="690562" y="1899388"/>
              <a:chExt cx="987552" cy="647890"/>
            </a:xfrm>
            <a:grpFill/>
          </p:grpSpPr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97B6AD40-A079-9863-CE0E-C737D65CDE72}"/>
                  </a:ext>
                </a:extLst>
              </p:cNvPr>
              <p:cNvSpPr/>
              <p:nvPr/>
            </p:nvSpPr>
            <p:spPr>
              <a:xfrm>
                <a:off x="907160" y="1955300"/>
                <a:ext cx="29241" cy="22478"/>
              </a:xfrm>
              <a:custGeom>
                <a:avLst/>
                <a:gdLst>
                  <a:gd name="connsiteX0" fmla="*/ 0 w 29241"/>
                  <a:gd name="connsiteY0" fmla="*/ 11049 h 22478"/>
                  <a:gd name="connsiteX1" fmla="*/ 3715 w 29241"/>
                  <a:gd name="connsiteY1" fmla="*/ 6763 h 22478"/>
                  <a:gd name="connsiteX2" fmla="*/ 7430 w 29241"/>
                  <a:gd name="connsiteY2" fmla="*/ 0 h 22478"/>
                  <a:gd name="connsiteX3" fmla="*/ 19717 w 29241"/>
                  <a:gd name="connsiteY3" fmla="*/ 0 h 22478"/>
                  <a:gd name="connsiteX4" fmla="*/ 27051 w 29241"/>
                  <a:gd name="connsiteY4" fmla="*/ 5524 h 22478"/>
                  <a:gd name="connsiteX5" fmla="*/ 29242 w 29241"/>
                  <a:gd name="connsiteY5" fmla="*/ 11049 h 22478"/>
                  <a:gd name="connsiteX6" fmla="*/ 20574 w 29241"/>
                  <a:gd name="connsiteY6" fmla="*/ 21241 h 22478"/>
                  <a:gd name="connsiteX7" fmla="*/ 13240 w 29241"/>
                  <a:gd name="connsiteY7" fmla="*/ 22479 h 22478"/>
                  <a:gd name="connsiteX8" fmla="*/ 0 w 29241"/>
                  <a:gd name="connsiteY8" fmla="*/ 13240 h 22478"/>
                  <a:gd name="connsiteX9" fmla="*/ 0 w 29241"/>
                  <a:gd name="connsiteY9" fmla="*/ 11049 h 22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241" h="22478">
                    <a:moveTo>
                      <a:pt x="0" y="11049"/>
                    </a:moveTo>
                    <a:lnTo>
                      <a:pt x="3715" y="6763"/>
                    </a:lnTo>
                    <a:lnTo>
                      <a:pt x="7430" y="0"/>
                    </a:lnTo>
                    <a:lnTo>
                      <a:pt x="19717" y="0"/>
                    </a:lnTo>
                    <a:lnTo>
                      <a:pt x="27051" y="5524"/>
                    </a:lnTo>
                    <a:lnTo>
                      <a:pt x="29242" y="11049"/>
                    </a:lnTo>
                    <a:lnTo>
                      <a:pt x="20574" y="21241"/>
                    </a:lnTo>
                    <a:lnTo>
                      <a:pt x="13240" y="22479"/>
                    </a:lnTo>
                    <a:lnTo>
                      <a:pt x="0" y="13240"/>
                    </a:lnTo>
                    <a:lnTo>
                      <a:pt x="0" y="11049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B8FBB244-2C5C-E20C-EC96-04EB84FD8348}"/>
                  </a:ext>
                </a:extLst>
              </p:cNvPr>
              <p:cNvSpPr/>
              <p:nvPr/>
            </p:nvSpPr>
            <p:spPr>
              <a:xfrm>
                <a:off x="916114" y="1988447"/>
                <a:ext cx="11620" cy="18764"/>
              </a:xfrm>
              <a:custGeom>
                <a:avLst/>
                <a:gdLst>
                  <a:gd name="connsiteX0" fmla="*/ 0 w 11620"/>
                  <a:gd name="connsiteY0" fmla="*/ 0 h 18764"/>
                  <a:gd name="connsiteX1" fmla="*/ 0 w 11620"/>
                  <a:gd name="connsiteY1" fmla="*/ 15716 h 18764"/>
                  <a:gd name="connsiteX2" fmla="*/ 7048 w 11620"/>
                  <a:gd name="connsiteY2" fmla="*/ 16954 h 18764"/>
                  <a:gd name="connsiteX3" fmla="*/ 11620 w 11620"/>
                  <a:gd name="connsiteY3" fmla="*/ 18764 h 18764"/>
                  <a:gd name="connsiteX4" fmla="*/ 10382 w 11620"/>
                  <a:gd name="connsiteY4" fmla="*/ 9430 h 18764"/>
                  <a:gd name="connsiteX5" fmla="*/ 0 w 11620"/>
                  <a:gd name="connsiteY5" fmla="*/ 0 h 18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20" h="18764">
                    <a:moveTo>
                      <a:pt x="0" y="0"/>
                    </a:moveTo>
                    <a:lnTo>
                      <a:pt x="0" y="15716"/>
                    </a:lnTo>
                    <a:lnTo>
                      <a:pt x="7048" y="16954"/>
                    </a:lnTo>
                    <a:lnTo>
                      <a:pt x="11620" y="18764"/>
                    </a:lnTo>
                    <a:lnTo>
                      <a:pt x="10382" y="94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45026B49-F854-5B11-940B-81C585908F32}"/>
                  </a:ext>
                </a:extLst>
              </p:cNvPr>
              <p:cNvSpPr/>
              <p:nvPr/>
            </p:nvSpPr>
            <p:spPr>
              <a:xfrm>
                <a:off x="887539" y="1973111"/>
                <a:ext cx="18097" cy="26479"/>
              </a:xfrm>
              <a:custGeom>
                <a:avLst/>
                <a:gdLst>
                  <a:gd name="connsiteX0" fmla="*/ 2762 w 18097"/>
                  <a:gd name="connsiteY0" fmla="*/ 0 h 26479"/>
                  <a:gd name="connsiteX1" fmla="*/ 0 w 18097"/>
                  <a:gd name="connsiteY1" fmla="*/ 8001 h 26479"/>
                  <a:gd name="connsiteX2" fmla="*/ 1333 w 18097"/>
                  <a:gd name="connsiteY2" fmla="*/ 16573 h 26479"/>
                  <a:gd name="connsiteX3" fmla="*/ 8858 w 18097"/>
                  <a:gd name="connsiteY3" fmla="*/ 24765 h 26479"/>
                  <a:gd name="connsiteX4" fmla="*/ 16573 w 18097"/>
                  <a:gd name="connsiteY4" fmla="*/ 26480 h 26479"/>
                  <a:gd name="connsiteX5" fmla="*/ 18097 w 18097"/>
                  <a:gd name="connsiteY5" fmla="*/ 17240 h 26479"/>
                  <a:gd name="connsiteX6" fmla="*/ 14383 w 18097"/>
                  <a:gd name="connsiteY6" fmla="*/ 8668 h 26479"/>
                  <a:gd name="connsiteX7" fmla="*/ 2762 w 18097"/>
                  <a:gd name="connsiteY7" fmla="*/ 0 h 26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097" h="26479">
                    <a:moveTo>
                      <a:pt x="2762" y="0"/>
                    </a:moveTo>
                    <a:lnTo>
                      <a:pt x="0" y="8001"/>
                    </a:lnTo>
                    <a:lnTo>
                      <a:pt x="1333" y="16573"/>
                    </a:lnTo>
                    <a:lnTo>
                      <a:pt x="8858" y="24765"/>
                    </a:lnTo>
                    <a:lnTo>
                      <a:pt x="16573" y="26480"/>
                    </a:lnTo>
                    <a:lnTo>
                      <a:pt x="18097" y="17240"/>
                    </a:lnTo>
                    <a:lnTo>
                      <a:pt x="14383" y="8668"/>
                    </a:lnTo>
                    <a:lnTo>
                      <a:pt x="2762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B774C6D3-7410-D352-6FD0-A085FC1166FD}"/>
                  </a:ext>
                </a:extLst>
              </p:cNvPr>
              <p:cNvSpPr/>
              <p:nvPr/>
            </p:nvSpPr>
            <p:spPr>
              <a:xfrm>
                <a:off x="939736" y="1984160"/>
                <a:ext cx="46767" cy="121158"/>
              </a:xfrm>
              <a:custGeom>
                <a:avLst/>
                <a:gdLst>
                  <a:gd name="connsiteX0" fmla="*/ 12287 w 46767"/>
                  <a:gd name="connsiteY0" fmla="*/ 0 h 121158"/>
                  <a:gd name="connsiteX1" fmla="*/ 12287 w 46767"/>
                  <a:gd name="connsiteY1" fmla="*/ 9525 h 121158"/>
                  <a:gd name="connsiteX2" fmla="*/ 14097 w 46767"/>
                  <a:gd name="connsiteY2" fmla="*/ 18479 h 121158"/>
                  <a:gd name="connsiteX3" fmla="*/ 13145 w 46767"/>
                  <a:gd name="connsiteY3" fmla="*/ 29528 h 121158"/>
                  <a:gd name="connsiteX4" fmla="*/ 6096 w 46767"/>
                  <a:gd name="connsiteY4" fmla="*/ 45530 h 121158"/>
                  <a:gd name="connsiteX5" fmla="*/ 1810 w 46767"/>
                  <a:gd name="connsiteY5" fmla="*/ 56864 h 121158"/>
                  <a:gd name="connsiteX6" fmla="*/ 0 w 46767"/>
                  <a:gd name="connsiteY6" fmla="*/ 65818 h 121158"/>
                  <a:gd name="connsiteX7" fmla="*/ 4001 w 46767"/>
                  <a:gd name="connsiteY7" fmla="*/ 71342 h 121158"/>
                  <a:gd name="connsiteX8" fmla="*/ 13240 w 46767"/>
                  <a:gd name="connsiteY8" fmla="*/ 75914 h 121158"/>
                  <a:gd name="connsiteX9" fmla="*/ 15716 w 46767"/>
                  <a:gd name="connsiteY9" fmla="*/ 83249 h 121158"/>
                  <a:gd name="connsiteX10" fmla="*/ 18193 w 46767"/>
                  <a:gd name="connsiteY10" fmla="*/ 92488 h 121158"/>
                  <a:gd name="connsiteX11" fmla="*/ 20003 w 46767"/>
                  <a:gd name="connsiteY11" fmla="*/ 102584 h 121158"/>
                  <a:gd name="connsiteX12" fmla="*/ 26765 w 46767"/>
                  <a:gd name="connsiteY12" fmla="*/ 108776 h 121158"/>
                  <a:gd name="connsiteX13" fmla="*/ 36005 w 46767"/>
                  <a:gd name="connsiteY13" fmla="*/ 114967 h 121158"/>
                  <a:gd name="connsiteX14" fmla="*/ 46768 w 46767"/>
                  <a:gd name="connsiteY14" fmla="*/ 121158 h 121158"/>
                  <a:gd name="connsiteX15" fmla="*/ 45244 w 46767"/>
                  <a:gd name="connsiteY15" fmla="*/ 106394 h 121158"/>
                  <a:gd name="connsiteX16" fmla="*/ 41243 w 46767"/>
                  <a:gd name="connsiteY16" fmla="*/ 96869 h 121158"/>
                  <a:gd name="connsiteX17" fmla="*/ 31718 w 46767"/>
                  <a:gd name="connsiteY17" fmla="*/ 98108 h 121158"/>
                  <a:gd name="connsiteX18" fmla="*/ 25241 w 46767"/>
                  <a:gd name="connsiteY18" fmla="*/ 94393 h 121158"/>
                  <a:gd name="connsiteX19" fmla="*/ 20955 w 46767"/>
                  <a:gd name="connsiteY19" fmla="*/ 81153 h 121158"/>
                  <a:gd name="connsiteX20" fmla="*/ 16955 w 46767"/>
                  <a:gd name="connsiteY20" fmla="*/ 69818 h 121158"/>
                  <a:gd name="connsiteX21" fmla="*/ 8668 w 46767"/>
                  <a:gd name="connsiteY21" fmla="*/ 65818 h 121158"/>
                  <a:gd name="connsiteX22" fmla="*/ 8668 w 46767"/>
                  <a:gd name="connsiteY22" fmla="*/ 55721 h 121158"/>
                  <a:gd name="connsiteX23" fmla="*/ 25527 w 46767"/>
                  <a:gd name="connsiteY23" fmla="*/ 51149 h 121158"/>
                  <a:gd name="connsiteX24" fmla="*/ 20288 w 46767"/>
                  <a:gd name="connsiteY24" fmla="*/ 36671 h 121158"/>
                  <a:gd name="connsiteX25" fmla="*/ 16288 w 46767"/>
                  <a:gd name="connsiteY25" fmla="*/ 31718 h 121158"/>
                  <a:gd name="connsiteX26" fmla="*/ 16573 w 46767"/>
                  <a:gd name="connsiteY26" fmla="*/ 13716 h 121158"/>
                  <a:gd name="connsiteX27" fmla="*/ 16288 w 46767"/>
                  <a:gd name="connsiteY27" fmla="*/ 0 h 121158"/>
                  <a:gd name="connsiteX28" fmla="*/ 12287 w 46767"/>
                  <a:gd name="connsiteY28" fmla="*/ 0 h 121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6767" h="121158">
                    <a:moveTo>
                      <a:pt x="12287" y="0"/>
                    </a:moveTo>
                    <a:lnTo>
                      <a:pt x="12287" y="9525"/>
                    </a:lnTo>
                    <a:lnTo>
                      <a:pt x="14097" y="18479"/>
                    </a:lnTo>
                    <a:cubicBezTo>
                      <a:pt x="14097" y="18479"/>
                      <a:pt x="14097" y="29528"/>
                      <a:pt x="13145" y="29528"/>
                    </a:cubicBezTo>
                    <a:cubicBezTo>
                      <a:pt x="12192" y="29528"/>
                      <a:pt x="6096" y="45530"/>
                      <a:pt x="6096" y="45530"/>
                    </a:cubicBezTo>
                    <a:lnTo>
                      <a:pt x="1810" y="56864"/>
                    </a:lnTo>
                    <a:lnTo>
                      <a:pt x="0" y="65818"/>
                    </a:lnTo>
                    <a:lnTo>
                      <a:pt x="4001" y="71342"/>
                    </a:lnTo>
                    <a:lnTo>
                      <a:pt x="13240" y="75914"/>
                    </a:lnTo>
                    <a:lnTo>
                      <a:pt x="15716" y="83249"/>
                    </a:lnTo>
                    <a:cubicBezTo>
                      <a:pt x="15716" y="83249"/>
                      <a:pt x="17907" y="91250"/>
                      <a:pt x="18193" y="92488"/>
                    </a:cubicBezTo>
                    <a:cubicBezTo>
                      <a:pt x="18479" y="93726"/>
                      <a:pt x="20003" y="102584"/>
                      <a:pt x="20003" y="102584"/>
                    </a:cubicBezTo>
                    <a:lnTo>
                      <a:pt x="26765" y="108776"/>
                    </a:lnTo>
                    <a:lnTo>
                      <a:pt x="36005" y="114967"/>
                    </a:lnTo>
                    <a:lnTo>
                      <a:pt x="46768" y="121158"/>
                    </a:lnTo>
                    <a:lnTo>
                      <a:pt x="45244" y="106394"/>
                    </a:lnTo>
                    <a:lnTo>
                      <a:pt x="41243" y="96869"/>
                    </a:lnTo>
                    <a:lnTo>
                      <a:pt x="31718" y="98108"/>
                    </a:lnTo>
                    <a:lnTo>
                      <a:pt x="25241" y="94393"/>
                    </a:lnTo>
                    <a:lnTo>
                      <a:pt x="20955" y="81153"/>
                    </a:lnTo>
                    <a:lnTo>
                      <a:pt x="16955" y="69818"/>
                    </a:lnTo>
                    <a:lnTo>
                      <a:pt x="8668" y="65818"/>
                    </a:lnTo>
                    <a:lnTo>
                      <a:pt x="8668" y="55721"/>
                    </a:lnTo>
                    <a:lnTo>
                      <a:pt x="25527" y="51149"/>
                    </a:lnTo>
                    <a:lnTo>
                      <a:pt x="20288" y="36671"/>
                    </a:lnTo>
                    <a:lnTo>
                      <a:pt x="16288" y="31718"/>
                    </a:lnTo>
                    <a:lnTo>
                      <a:pt x="16573" y="13716"/>
                    </a:lnTo>
                    <a:lnTo>
                      <a:pt x="16288" y="0"/>
                    </a:lnTo>
                    <a:lnTo>
                      <a:pt x="12287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21" name="Graphic 8">
                <a:extLst>
                  <a:ext uri="{FF2B5EF4-FFF2-40B4-BE49-F238E27FC236}">
                    <a16:creationId xmlns:a16="http://schemas.microsoft.com/office/drawing/2014/main" id="{961BAE83-D5B0-48C0-C905-FDC25C24770E}"/>
                  </a:ext>
                </a:extLst>
              </p:cNvPr>
              <p:cNvGrpSpPr/>
              <p:nvPr/>
            </p:nvGrpSpPr>
            <p:grpSpPr>
              <a:xfrm>
                <a:off x="690562" y="1899388"/>
                <a:ext cx="987552" cy="647890"/>
                <a:chOff x="690562" y="1899388"/>
                <a:chExt cx="987552" cy="647890"/>
              </a:xfrm>
              <a:grpFill/>
            </p:grpSpPr>
            <p:sp>
              <p:nvSpPr>
                <p:cNvPr id="222" name="Freeform: Shape 221">
                  <a:extLst>
                    <a:ext uri="{FF2B5EF4-FFF2-40B4-BE49-F238E27FC236}">
                      <a16:creationId xmlns:a16="http://schemas.microsoft.com/office/drawing/2014/main" id="{6C67241B-E679-1DDA-F394-82D8638DDB0E}"/>
                    </a:ext>
                  </a:extLst>
                </p:cNvPr>
                <p:cNvSpPr/>
                <p:nvPr/>
              </p:nvSpPr>
              <p:spPr>
                <a:xfrm>
                  <a:off x="690562" y="1899388"/>
                  <a:ext cx="978979" cy="647890"/>
                </a:xfrm>
                <a:custGeom>
                  <a:avLst/>
                  <a:gdLst>
                    <a:gd name="connsiteX0" fmla="*/ 974217 w 978979"/>
                    <a:gd name="connsiteY0" fmla="*/ 562642 h 647890"/>
                    <a:gd name="connsiteX1" fmla="*/ 978980 w 978979"/>
                    <a:gd name="connsiteY1" fmla="*/ 572072 h 647890"/>
                    <a:gd name="connsiteX2" fmla="*/ 973455 w 978979"/>
                    <a:gd name="connsiteY2" fmla="*/ 561023 h 647890"/>
                    <a:gd name="connsiteX3" fmla="*/ 973455 w 978979"/>
                    <a:gd name="connsiteY3" fmla="*/ 529114 h 647890"/>
                    <a:gd name="connsiteX4" fmla="*/ 969740 w 978979"/>
                    <a:gd name="connsiteY4" fmla="*/ 511874 h 647890"/>
                    <a:gd name="connsiteX5" fmla="*/ 962406 w 978979"/>
                    <a:gd name="connsiteY5" fmla="*/ 505111 h 647890"/>
                    <a:gd name="connsiteX6" fmla="*/ 962406 w 978979"/>
                    <a:gd name="connsiteY6" fmla="*/ 0 h 647890"/>
                    <a:gd name="connsiteX7" fmla="*/ 245840 w 978979"/>
                    <a:gd name="connsiteY7" fmla="*/ 0 h 647890"/>
                    <a:gd name="connsiteX8" fmla="*/ 249555 w 978979"/>
                    <a:gd name="connsiteY8" fmla="*/ 25813 h 647890"/>
                    <a:gd name="connsiteX9" fmla="*/ 261842 w 978979"/>
                    <a:gd name="connsiteY9" fmla="*/ 38100 h 647890"/>
                    <a:gd name="connsiteX10" fmla="*/ 283940 w 978979"/>
                    <a:gd name="connsiteY10" fmla="*/ 47911 h 647890"/>
                    <a:gd name="connsiteX11" fmla="*/ 287655 w 978979"/>
                    <a:gd name="connsiteY11" fmla="*/ 60198 h 647890"/>
                    <a:gd name="connsiteX12" fmla="*/ 290132 w 978979"/>
                    <a:gd name="connsiteY12" fmla="*/ 77438 h 647890"/>
                    <a:gd name="connsiteX13" fmla="*/ 288893 w 978979"/>
                    <a:gd name="connsiteY13" fmla="*/ 92202 h 647890"/>
                    <a:gd name="connsiteX14" fmla="*/ 274130 w 978979"/>
                    <a:gd name="connsiteY14" fmla="*/ 98393 h 647890"/>
                    <a:gd name="connsiteX15" fmla="*/ 276606 w 978979"/>
                    <a:gd name="connsiteY15" fmla="*/ 104584 h 647890"/>
                    <a:gd name="connsiteX16" fmla="*/ 270415 w 978979"/>
                    <a:gd name="connsiteY16" fmla="*/ 113157 h 647890"/>
                    <a:gd name="connsiteX17" fmla="*/ 292513 w 978979"/>
                    <a:gd name="connsiteY17" fmla="*/ 125444 h 647890"/>
                    <a:gd name="connsiteX18" fmla="*/ 294989 w 978979"/>
                    <a:gd name="connsiteY18" fmla="*/ 132779 h 647890"/>
                    <a:gd name="connsiteX19" fmla="*/ 282702 w 978979"/>
                    <a:gd name="connsiteY19" fmla="*/ 145066 h 647890"/>
                    <a:gd name="connsiteX20" fmla="*/ 281464 w 978979"/>
                    <a:gd name="connsiteY20" fmla="*/ 157353 h 647890"/>
                    <a:gd name="connsiteX21" fmla="*/ 308515 w 978979"/>
                    <a:gd name="connsiteY21" fmla="*/ 163544 h 647890"/>
                    <a:gd name="connsiteX22" fmla="*/ 310991 w 978979"/>
                    <a:gd name="connsiteY22" fmla="*/ 173355 h 647890"/>
                    <a:gd name="connsiteX23" fmla="*/ 315944 w 978979"/>
                    <a:gd name="connsiteY23" fmla="*/ 184404 h 647890"/>
                    <a:gd name="connsiteX24" fmla="*/ 303657 w 978979"/>
                    <a:gd name="connsiteY24" fmla="*/ 212693 h 647890"/>
                    <a:gd name="connsiteX25" fmla="*/ 295085 w 978979"/>
                    <a:gd name="connsiteY25" fmla="*/ 227457 h 647890"/>
                    <a:gd name="connsiteX26" fmla="*/ 293846 w 978979"/>
                    <a:gd name="connsiteY26" fmla="*/ 252031 h 647890"/>
                    <a:gd name="connsiteX27" fmla="*/ 298799 w 978979"/>
                    <a:gd name="connsiteY27" fmla="*/ 274130 h 647890"/>
                    <a:gd name="connsiteX28" fmla="*/ 300038 w 978979"/>
                    <a:gd name="connsiteY28" fmla="*/ 292608 h 647890"/>
                    <a:gd name="connsiteX29" fmla="*/ 306229 w 978979"/>
                    <a:gd name="connsiteY29" fmla="*/ 304895 h 647890"/>
                    <a:gd name="connsiteX30" fmla="*/ 301276 w 978979"/>
                    <a:gd name="connsiteY30" fmla="*/ 322136 h 647890"/>
                    <a:gd name="connsiteX31" fmla="*/ 288989 w 978979"/>
                    <a:gd name="connsiteY31" fmla="*/ 327089 h 647890"/>
                    <a:gd name="connsiteX32" fmla="*/ 271748 w 978979"/>
                    <a:gd name="connsiteY32" fmla="*/ 333280 h 647890"/>
                    <a:gd name="connsiteX33" fmla="*/ 270510 w 978979"/>
                    <a:gd name="connsiteY33" fmla="*/ 349282 h 647890"/>
                    <a:gd name="connsiteX34" fmla="*/ 247174 w 978979"/>
                    <a:gd name="connsiteY34" fmla="*/ 354235 h 647890"/>
                    <a:gd name="connsiteX35" fmla="*/ 239840 w 978979"/>
                    <a:gd name="connsiteY35" fmla="*/ 334613 h 647890"/>
                    <a:gd name="connsiteX36" fmla="*/ 252127 w 978979"/>
                    <a:gd name="connsiteY36" fmla="*/ 321088 h 647890"/>
                    <a:gd name="connsiteX37" fmla="*/ 270605 w 978979"/>
                    <a:gd name="connsiteY37" fmla="*/ 321088 h 647890"/>
                    <a:gd name="connsiteX38" fmla="*/ 278892 w 978979"/>
                    <a:gd name="connsiteY38" fmla="*/ 303848 h 647890"/>
                    <a:gd name="connsiteX39" fmla="*/ 280416 w 978979"/>
                    <a:gd name="connsiteY39" fmla="*/ 284226 h 647890"/>
                    <a:gd name="connsiteX40" fmla="*/ 269367 w 978979"/>
                    <a:gd name="connsiteY40" fmla="*/ 274415 h 647890"/>
                    <a:gd name="connsiteX41" fmla="*/ 263176 w 978979"/>
                    <a:gd name="connsiteY41" fmla="*/ 269462 h 647890"/>
                    <a:gd name="connsiteX42" fmla="*/ 261938 w 978979"/>
                    <a:gd name="connsiteY42" fmla="*/ 252222 h 647890"/>
                    <a:gd name="connsiteX43" fmla="*/ 271748 w 978979"/>
                    <a:gd name="connsiteY43" fmla="*/ 253460 h 647890"/>
                    <a:gd name="connsiteX44" fmla="*/ 279083 w 978979"/>
                    <a:gd name="connsiteY44" fmla="*/ 263271 h 647890"/>
                    <a:gd name="connsiteX45" fmla="*/ 282797 w 978979"/>
                    <a:gd name="connsiteY45" fmla="*/ 228886 h 647890"/>
                    <a:gd name="connsiteX46" fmla="*/ 280321 w 978979"/>
                    <a:gd name="connsiteY46" fmla="*/ 211646 h 647890"/>
                    <a:gd name="connsiteX47" fmla="*/ 255746 w 978979"/>
                    <a:gd name="connsiteY47" fmla="*/ 232505 h 647890"/>
                    <a:gd name="connsiteX48" fmla="*/ 249555 w 978979"/>
                    <a:gd name="connsiteY48" fmla="*/ 247269 h 647890"/>
                    <a:gd name="connsiteX49" fmla="*/ 243364 w 978979"/>
                    <a:gd name="connsiteY49" fmla="*/ 259556 h 647890"/>
                    <a:gd name="connsiteX50" fmla="*/ 229838 w 978979"/>
                    <a:gd name="connsiteY50" fmla="*/ 260794 h 647890"/>
                    <a:gd name="connsiteX51" fmla="*/ 213836 w 978979"/>
                    <a:gd name="connsiteY51" fmla="*/ 287846 h 647890"/>
                    <a:gd name="connsiteX52" fmla="*/ 206502 w 978979"/>
                    <a:gd name="connsiteY52" fmla="*/ 314897 h 647890"/>
                    <a:gd name="connsiteX53" fmla="*/ 202787 w 978979"/>
                    <a:gd name="connsiteY53" fmla="*/ 285369 h 647890"/>
                    <a:gd name="connsiteX54" fmla="*/ 234696 w 978979"/>
                    <a:gd name="connsiteY54" fmla="*/ 249746 h 647890"/>
                    <a:gd name="connsiteX55" fmla="*/ 243269 w 978979"/>
                    <a:gd name="connsiteY55" fmla="*/ 234982 h 647890"/>
                    <a:gd name="connsiteX56" fmla="*/ 260509 w 978979"/>
                    <a:gd name="connsiteY56" fmla="*/ 212884 h 647890"/>
                    <a:gd name="connsiteX57" fmla="*/ 258032 w 978979"/>
                    <a:gd name="connsiteY57" fmla="*/ 194405 h 647890"/>
                    <a:gd name="connsiteX58" fmla="*/ 243269 w 978979"/>
                    <a:gd name="connsiteY58" fmla="*/ 162497 h 647890"/>
                    <a:gd name="connsiteX59" fmla="*/ 232219 w 978979"/>
                    <a:gd name="connsiteY59" fmla="*/ 176022 h 647890"/>
                    <a:gd name="connsiteX60" fmla="*/ 219932 w 978979"/>
                    <a:gd name="connsiteY60" fmla="*/ 172307 h 647890"/>
                    <a:gd name="connsiteX61" fmla="*/ 207645 w 978979"/>
                    <a:gd name="connsiteY61" fmla="*/ 179642 h 647890"/>
                    <a:gd name="connsiteX62" fmla="*/ 199073 w 978979"/>
                    <a:gd name="connsiteY62" fmla="*/ 163640 h 647890"/>
                    <a:gd name="connsiteX63" fmla="*/ 180594 w 978979"/>
                    <a:gd name="connsiteY63" fmla="*/ 170974 h 647890"/>
                    <a:gd name="connsiteX64" fmla="*/ 148685 w 978979"/>
                    <a:gd name="connsiteY64" fmla="*/ 163640 h 647890"/>
                    <a:gd name="connsiteX65" fmla="*/ 125349 w 978979"/>
                    <a:gd name="connsiteY65" fmla="*/ 163640 h 647890"/>
                    <a:gd name="connsiteX66" fmla="*/ 103251 w 978979"/>
                    <a:gd name="connsiteY66" fmla="*/ 162401 h 647890"/>
                    <a:gd name="connsiteX67" fmla="*/ 90964 w 978979"/>
                    <a:gd name="connsiteY67" fmla="*/ 161163 h 647890"/>
                    <a:gd name="connsiteX68" fmla="*/ 72485 w 978979"/>
                    <a:gd name="connsiteY68" fmla="*/ 146399 h 647890"/>
                    <a:gd name="connsiteX69" fmla="*/ 41720 w 978979"/>
                    <a:gd name="connsiteY69" fmla="*/ 139065 h 647890"/>
                    <a:gd name="connsiteX70" fmla="*/ 22098 w 978979"/>
                    <a:gd name="connsiteY70" fmla="*/ 125540 h 647890"/>
                    <a:gd name="connsiteX71" fmla="*/ 0 w 978979"/>
                    <a:gd name="connsiteY71" fmla="*/ 118205 h 647890"/>
                    <a:gd name="connsiteX72" fmla="*/ 0 w 978979"/>
                    <a:gd name="connsiteY72" fmla="*/ 172307 h 647890"/>
                    <a:gd name="connsiteX73" fmla="*/ 14764 w 978979"/>
                    <a:gd name="connsiteY73" fmla="*/ 179642 h 647890"/>
                    <a:gd name="connsiteX74" fmla="*/ 7429 w 978979"/>
                    <a:gd name="connsiteY74" fmla="*/ 191929 h 647890"/>
                    <a:gd name="connsiteX75" fmla="*/ 8668 w 978979"/>
                    <a:gd name="connsiteY75" fmla="*/ 204216 h 647890"/>
                    <a:gd name="connsiteX76" fmla="*/ 14859 w 978979"/>
                    <a:gd name="connsiteY76" fmla="*/ 218980 h 647890"/>
                    <a:gd name="connsiteX77" fmla="*/ 29623 w 978979"/>
                    <a:gd name="connsiteY77" fmla="*/ 226314 h 647890"/>
                    <a:gd name="connsiteX78" fmla="*/ 34576 w 978979"/>
                    <a:gd name="connsiteY78" fmla="*/ 239840 h 647890"/>
                    <a:gd name="connsiteX79" fmla="*/ 40767 w 978979"/>
                    <a:gd name="connsiteY79" fmla="*/ 259461 h 647890"/>
                    <a:gd name="connsiteX80" fmla="*/ 46958 w 978979"/>
                    <a:gd name="connsiteY80" fmla="*/ 271748 h 647890"/>
                    <a:gd name="connsiteX81" fmla="*/ 50673 w 978979"/>
                    <a:gd name="connsiteY81" fmla="*/ 287750 h 647890"/>
                    <a:gd name="connsiteX82" fmla="*/ 50673 w 978979"/>
                    <a:gd name="connsiteY82" fmla="*/ 302514 h 647890"/>
                    <a:gd name="connsiteX83" fmla="*/ 53150 w 978979"/>
                    <a:gd name="connsiteY83" fmla="*/ 313563 h 647890"/>
                    <a:gd name="connsiteX84" fmla="*/ 61722 w 978979"/>
                    <a:gd name="connsiteY84" fmla="*/ 329565 h 647890"/>
                    <a:gd name="connsiteX85" fmla="*/ 65437 w 978979"/>
                    <a:gd name="connsiteY85" fmla="*/ 341852 h 647890"/>
                    <a:gd name="connsiteX86" fmla="*/ 70390 w 978979"/>
                    <a:gd name="connsiteY86" fmla="*/ 356616 h 647890"/>
                    <a:gd name="connsiteX87" fmla="*/ 72866 w 978979"/>
                    <a:gd name="connsiteY87" fmla="*/ 365189 h 647890"/>
                    <a:gd name="connsiteX88" fmla="*/ 79058 w 978979"/>
                    <a:gd name="connsiteY88" fmla="*/ 381191 h 647890"/>
                    <a:gd name="connsiteX89" fmla="*/ 87630 w 978979"/>
                    <a:gd name="connsiteY89" fmla="*/ 376238 h 647890"/>
                    <a:gd name="connsiteX90" fmla="*/ 93821 w 978979"/>
                    <a:gd name="connsiteY90" fmla="*/ 379952 h 647890"/>
                    <a:gd name="connsiteX91" fmla="*/ 106109 w 978979"/>
                    <a:gd name="connsiteY91" fmla="*/ 383667 h 647890"/>
                    <a:gd name="connsiteX92" fmla="*/ 106109 w 978979"/>
                    <a:gd name="connsiteY92" fmla="*/ 392240 h 647890"/>
                    <a:gd name="connsiteX93" fmla="*/ 90107 w 978979"/>
                    <a:gd name="connsiteY93" fmla="*/ 397193 h 647890"/>
                    <a:gd name="connsiteX94" fmla="*/ 76581 w 978979"/>
                    <a:gd name="connsiteY94" fmla="*/ 407003 h 647890"/>
                    <a:gd name="connsiteX95" fmla="*/ 77819 w 978979"/>
                    <a:gd name="connsiteY95" fmla="*/ 418052 h 647890"/>
                    <a:gd name="connsiteX96" fmla="*/ 82772 w 978979"/>
                    <a:gd name="connsiteY96" fmla="*/ 424529 h 647890"/>
                    <a:gd name="connsiteX97" fmla="*/ 90107 w 978979"/>
                    <a:gd name="connsiteY97" fmla="*/ 431578 h 647890"/>
                    <a:gd name="connsiteX98" fmla="*/ 104870 w 978979"/>
                    <a:gd name="connsiteY98" fmla="*/ 424529 h 647890"/>
                    <a:gd name="connsiteX99" fmla="*/ 111062 w 978979"/>
                    <a:gd name="connsiteY99" fmla="*/ 434054 h 647890"/>
                    <a:gd name="connsiteX100" fmla="*/ 98774 w 978979"/>
                    <a:gd name="connsiteY100" fmla="*/ 445103 h 647890"/>
                    <a:gd name="connsiteX101" fmla="*/ 103727 w 978979"/>
                    <a:gd name="connsiteY101" fmla="*/ 453676 h 647890"/>
                    <a:gd name="connsiteX102" fmla="*/ 104966 w 978979"/>
                    <a:gd name="connsiteY102" fmla="*/ 465963 h 647890"/>
                    <a:gd name="connsiteX103" fmla="*/ 102489 w 978979"/>
                    <a:gd name="connsiteY103" fmla="*/ 473297 h 647890"/>
                    <a:gd name="connsiteX104" fmla="*/ 97536 w 978979"/>
                    <a:gd name="connsiteY104" fmla="*/ 484346 h 647890"/>
                    <a:gd name="connsiteX105" fmla="*/ 84011 w 978979"/>
                    <a:gd name="connsiteY105" fmla="*/ 443770 h 647890"/>
                    <a:gd name="connsiteX106" fmla="*/ 84011 w 978979"/>
                    <a:gd name="connsiteY106" fmla="*/ 483108 h 647890"/>
                    <a:gd name="connsiteX107" fmla="*/ 82772 w 978979"/>
                    <a:gd name="connsiteY107" fmla="*/ 505206 h 647890"/>
                    <a:gd name="connsiteX108" fmla="*/ 98774 w 978979"/>
                    <a:gd name="connsiteY108" fmla="*/ 515017 h 647890"/>
                    <a:gd name="connsiteX109" fmla="*/ 152876 w 978979"/>
                    <a:gd name="connsiteY109" fmla="*/ 515017 h 647890"/>
                    <a:gd name="connsiteX110" fmla="*/ 165164 w 978979"/>
                    <a:gd name="connsiteY110" fmla="*/ 519970 h 647890"/>
                    <a:gd name="connsiteX111" fmla="*/ 170402 w 978979"/>
                    <a:gd name="connsiteY111" fmla="*/ 535877 h 647890"/>
                    <a:gd name="connsiteX112" fmla="*/ 170402 w 978979"/>
                    <a:gd name="connsiteY112" fmla="*/ 535877 h 647890"/>
                    <a:gd name="connsiteX113" fmla="*/ 176784 w 978979"/>
                    <a:gd name="connsiteY113" fmla="*/ 539687 h 647890"/>
                    <a:gd name="connsiteX114" fmla="*/ 188500 w 978979"/>
                    <a:gd name="connsiteY114" fmla="*/ 533495 h 647890"/>
                    <a:gd name="connsiteX115" fmla="*/ 202597 w 978979"/>
                    <a:gd name="connsiteY115" fmla="*/ 531686 h 647890"/>
                    <a:gd name="connsiteX116" fmla="*/ 228981 w 978979"/>
                    <a:gd name="connsiteY116" fmla="*/ 546449 h 647890"/>
                    <a:gd name="connsiteX117" fmla="*/ 243078 w 978979"/>
                    <a:gd name="connsiteY117" fmla="*/ 569786 h 647890"/>
                    <a:gd name="connsiteX118" fmla="*/ 244888 w 978979"/>
                    <a:gd name="connsiteY118" fmla="*/ 585121 h 647890"/>
                    <a:gd name="connsiteX119" fmla="*/ 247364 w 978979"/>
                    <a:gd name="connsiteY119" fmla="*/ 609124 h 647890"/>
                    <a:gd name="connsiteX120" fmla="*/ 252889 w 978979"/>
                    <a:gd name="connsiteY120" fmla="*/ 629412 h 647890"/>
                    <a:gd name="connsiteX121" fmla="*/ 265748 w 978979"/>
                    <a:gd name="connsiteY121" fmla="*/ 635603 h 647890"/>
                    <a:gd name="connsiteX122" fmla="*/ 280511 w 978979"/>
                    <a:gd name="connsiteY122" fmla="*/ 642366 h 647890"/>
                    <a:gd name="connsiteX123" fmla="*/ 296513 w 978979"/>
                    <a:gd name="connsiteY123" fmla="*/ 647319 h 647890"/>
                    <a:gd name="connsiteX124" fmla="*/ 310039 w 978979"/>
                    <a:gd name="connsiteY124" fmla="*/ 647890 h 647890"/>
                    <a:gd name="connsiteX125" fmla="*/ 325374 w 978979"/>
                    <a:gd name="connsiteY125" fmla="*/ 645414 h 647890"/>
                    <a:gd name="connsiteX126" fmla="*/ 337661 w 978979"/>
                    <a:gd name="connsiteY126" fmla="*/ 641699 h 647890"/>
                    <a:gd name="connsiteX127" fmla="*/ 354901 w 978979"/>
                    <a:gd name="connsiteY127" fmla="*/ 628174 h 647890"/>
                    <a:gd name="connsiteX128" fmla="*/ 359188 w 978979"/>
                    <a:gd name="connsiteY128" fmla="*/ 620840 h 647890"/>
                    <a:gd name="connsiteX129" fmla="*/ 374523 w 978979"/>
                    <a:gd name="connsiteY129" fmla="*/ 614648 h 647890"/>
                    <a:gd name="connsiteX130" fmla="*/ 388620 w 978979"/>
                    <a:gd name="connsiteY130" fmla="*/ 614648 h 647890"/>
                    <a:gd name="connsiteX131" fmla="*/ 416243 w 978979"/>
                    <a:gd name="connsiteY131" fmla="*/ 615887 h 647890"/>
                    <a:gd name="connsiteX132" fmla="*/ 435293 w 978979"/>
                    <a:gd name="connsiteY132" fmla="*/ 620173 h 647890"/>
                    <a:gd name="connsiteX133" fmla="*/ 445770 w 978979"/>
                    <a:gd name="connsiteY133" fmla="*/ 628745 h 647890"/>
                    <a:gd name="connsiteX134" fmla="*/ 448818 w 978979"/>
                    <a:gd name="connsiteY134" fmla="*/ 633032 h 647890"/>
                    <a:gd name="connsiteX135" fmla="*/ 465106 w 978979"/>
                    <a:gd name="connsiteY135" fmla="*/ 628745 h 647890"/>
                    <a:gd name="connsiteX136" fmla="*/ 485108 w 978979"/>
                    <a:gd name="connsiteY136" fmla="*/ 625697 h 647890"/>
                    <a:gd name="connsiteX137" fmla="*/ 503587 w 978979"/>
                    <a:gd name="connsiteY137" fmla="*/ 616458 h 647890"/>
                    <a:gd name="connsiteX138" fmla="*/ 516446 w 978979"/>
                    <a:gd name="connsiteY138" fmla="*/ 609124 h 647890"/>
                    <a:gd name="connsiteX139" fmla="*/ 535496 w 978979"/>
                    <a:gd name="connsiteY139" fmla="*/ 615315 h 647890"/>
                    <a:gd name="connsiteX140" fmla="*/ 549021 w 978979"/>
                    <a:gd name="connsiteY140" fmla="*/ 617792 h 647890"/>
                    <a:gd name="connsiteX141" fmla="*/ 573596 w 978979"/>
                    <a:gd name="connsiteY141" fmla="*/ 609790 h 647890"/>
                    <a:gd name="connsiteX142" fmla="*/ 582168 w 978979"/>
                    <a:gd name="connsiteY142" fmla="*/ 601790 h 647890"/>
                    <a:gd name="connsiteX143" fmla="*/ 610457 w 978979"/>
                    <a:gd name="connsiteY143" fmla="*/ 594455 h 647890"/>
                    <a:gd name="connsiteX144" fmla="*/ 631317 w 978979"/>
                    <a:gd name="connsiteY144" fmla="*/ 589502 h 647890"/>
                    <a:gd name="connsiteX145" fmla="*/ 640556 w 978979"/>
                    <a:gd name="connsiteY145" fmla="*/ 583978 h 647890"/>
                    <a:gd name="connsiteX146" fmla="*/ 651605 w 978979"/>
                    <a:gd name="connsiteY146" fmla="*/ 579692 h 647890"/>
                    <a:gd name="connsiteX147" fmla="*/ 688467 w 978979"/>
                    <a:gd name="connsiteY147" fmla="*/ 578453 h 647890"/>
                    <a:gd name="connsiteX148" fmla="*/ 713708 w 978979"/>
                    <a:gd name="connsiteY148" fmla="*/ 574739 h 647890"/>
                    <a:gd name="connsiteX149" fmla="*/ 727234 w 978979"/>
                    <a:gd name="connsiteY149" fmla="*/ 562451 h 647890"/>
                    <a:gd name="connsiteX150" fmla="*/ 973646 w 978979"/>
                    <a:gd name="connsiteY150" fmla="*/ 562451 h 647890"/>
                    <a:gd name="connsiteX151" fmla="*/ 974408 w 978979"/>
                    <a:gd name="connsiteY151" fmla="*/ 562832 h 647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</a:cxnLst>
                  <a:rect l="l" t="t" r="r" b="b"/>
                  <a:pathLst>
                    <a:path w="978979" h="647890">
                      <a:moveTo>
                        <a:pt x="974217" y="562642"/>
                      </a:moveTo>
                      <a:lnTo>
                        <a:pt x="978980" y="572072"/>
                      </a:lnTo>
                      <a:lnTo>
                        <a:pt x="973455" y="561023"/>
                      </a:lnTo>
                      <a:lnTo>
                        <a:pt x="973455" y="529114"/>
                      </a:lnTo>
                      <a:lnTo>
                        <a:pt x="969740" y="511874"/>
                      </a:lnTo>
                      <a:lnTo>
                        <a:pt x="962406" y="505111"/>
                      </a:lnTo>
                      <a:lnTo>
                        <a:pt x="962406" y="0"/>
                      </a:lnTo>
                      <a:lnTo>
                        <a:pt x="245840" y="0"/>
                      </a:lnTo>
                      <a:lnTo>
                        <a:pt x="249555" y="25813"/>
                      </a:lnTo>
                      <a:lnTo>
                        <a:pt x="261842" y="38100"/>
                      </a:lnTo>
                      <a:lnTo>
                        <a:pt x="283940" y="47911"/>
                      </a:lnTo>
                      <a:lnTo>
                        <a:pt x="287655" y="60198"/>
                      </a:lnTo>
                      <a:lnTo>
                        <a:pt x="290132" y="77438"/>
                      </a:lnTo>
                      <a:lnTo>
                        <a:pt x="288893" y="92202"/>
                      </a:lnTo>
                      <a:lnTo>
                        <a:pt x="274130" y="98393"/>
                      </a:lnTo>
                      <a:lnTo>
                        <a:pt x="276606" y="104584"/>
                      </a:lnTo>
                      <a:lnTo>
                        <a:pt x="270415" y="113157"/>
                      </a:lnTo>
                      <a:lnTo>
                        <a:pt x="292513" y="125444"/>
                      </a:lnTo>
                      <a:lnTo>
                        <a:pt x="294989" y="132779"/>
                      </a:lnTo>
                      <a:lnTo>
                        <a:pt x="282702" y="145066"/>
                      </a:lnTo>
                      <a:lnTo>
                        <a:pt x="281464" y="157353"/>
                      </a:lnTo>
                      <a:lnTo>
                        <a:pt x="308515" y="163544"/>
                      </a:lnTo>
                      <a:lnTo>
                        <a:pt x="310991" y="173355"/>
                      </a:lnTo>
                      <a:lnTo>
                        <a:pt x="315944" y="184404"/>
                      </a:lnTo>
                      <a:lnTo>
                        <a:pt x="303657" y="212693"/>
                      </a:lnTo>
                      <a:lnTo>
                        <a:pt x="295085" y="227457"/>
                      </a:lnTo>
                      <a:lnTo>
                        <a:pt x="293846" y="252031"/>
                      </a:lnTo>
                      <a:lnTo>
                        <a:pt x="298799" y="274130"/>
                      </a:lnTo>
                      <a:lnTo>
                        <a:pt x="300038" y="292608"/>
                      </a:lnTo>
                      <a:lnTo>
                        <a:pt x="306229" y="304895"/>
                      </a:lnTo>
                      <a:lnTo>
                        <a:pt x="301276" y="322136"/>
                      </a:lnTo>
                      <a:lnTo>
                        <a:pt x="288989" y="327089"/>
                      </a:lnTo>
                      <a:lnTo>
                        <a:pt x="271748" y="333280"/>
                      </a:lnTo>
                      <a:lnTo>
                        <a:pt x="270510" y="349282"/>
                      </a:lnTo>
                      <a:lnTo>
                        <a:pt x="247174" y="354235"/>
                      </a:lnTo>
                      <a:lnTo>
                        <a:pt x="239840" y="334613"/>
                      </a:lnTo>
                      <a:lnTo>
                        <a:pt x="252127" y="321088"/>
                      </a:lnTo>
                      <a:lnTo>
                        <a:pt x="270605" y="321088"/>
                      </a:lnTo>
                      <a:lnTo>
                        <a:pt x="278892" y="303848"/>
                      </a:lnTo>
                      <a:lnTo>
                        <a:pt x="280416" y="284226"/>
                      </a:lnTo>
                      <a:lnTo>
                        <a:pt x="269367" y="274415"/>
                      </a:lnTo>
                      <a:lnTo>
                        <a:pt x="263176" y="269462"/>
                      </a:lnTo>
                      <a:lnTo>
                        <a:pt x="261938" y="252222"/>
                      </a:lnTo>
                      <a:lnTo>
                        <a:pt x="271748" y="253460"/>
                      </a:lnTo>
                      <a:lnTo>
                        <a:pt x="279083" y="263271"/>
                      </a:lnTo>
                      <a:lnTo>
                        <a:pt x="282797" y="228886"/>
                      </a:lnTo>
                      <a:lnTo>
                        <a:pt x="280321" y="211646"/>
                      </a:lnTo>
                      <a:lnTo>
                        <a:pt x="255746" y="232505"/>
                      </a:lnTo>
                      <a:lnTo>
                        <a:pt x="249555" y="247269"/>
                      </a:lnTo>
                      <a:lnTo>
                        <a:pt x="243364" y="259556"/>
                      </a:lnTo>
                      <a:lnTo>
                        <a:pt x="229838" y="260794"/>
                      </a:lnTo>
                      <a:lnTo>
                        <a:pt x="213836" y="287846"/>
                      </a:lnTo>
                      <a:lnTo>
                        <a:pt x="206502" y="314897"/>
                      </a:lnTo>
                      <a:lnTo>
                        <a:pt x="202787" y="285369"/>
                      </a:lnTo>
                      <a:lnTo>
                        <a:pt x="234696" y="249746"/>
                      </a:lnTo>
                      <a:lnTo>
                        <a:pt x="243269" y="234982"/>
                      </a:lnTo>
                      <a:lnTo>
                        <a:pt x="260509" y="212884"/>
                      </a:lnTo>
                      <a:lnTo>
                        <a:pt x="258032" y="194405"/>
                      </a:lnTo>
                      <a:lnTo>
                        <a:pt x="243269" y="162497"/>
                      </a:lnTo>
                      <a:lnTo>
                        <a:pt x="232219" y="176022"/>
                      </a:lnTo>
                      <a:lnTo>
                        <a:pt x="219932" y="172307"/>
                      </a:lnTo>
                      <a:lnTo>
                        <a:pt x="207645" y="179642"/>
                      </a:lnTo>
                      <a:lnTo>
                        <a:pt x="199073" y="163640"/>
                      </a:lnTo>
                      <a:lnTo>
                        <a:pt x="180594" y="170974"/>
                      </a:lnTo>
                      <a:lnTo>
                        <a:pt x="148685" y="163640"/>
                      </a:lnTo>
                      <a:lnTo>
                        <a:pt x="125349" y="163640"/>
                      </a:lnTo>
                      <a:lnTo>
                        <a:pt x="103251" y="162401"/>
                      </a:lnTo>
                      <a:lnTo>
                        <a:pt x="90964" y="161163"/>
                      </a:lnTo>
                      <a:lnTo>
                        <a:pt x="72485" y="146399"/>
                      </a:lnTo>
                      <a:lnTo>
                        <a:pt x="41720" y="139065"/>
                      </a:lnTo>
                      <a:lnTo>
                        <a:pt x="22098" y="125540"/>
                      </a:lnTo>
                      <a:lnTo>
                        <a:pt x="0" y="118205"/>
                      </a:lnTo>
                      <a:lnTo>
                        <a:pt x="0" y="172307"/>
                      </a:lnTo>
                      <a:lnTo>
                        <a:pt x="14764" y="179642"/>
                      </a:lnTo>
                      <a:lnTo>
                        <a:pt x="7429" y="191929"/>
                      </a:lnTo>
                      <a:lnTo>
                        <a:pt x="8668" y="204216"/>
                      </a:lnTo>
                      <a:lnTo>
                        <a:pt x="14859" y="218980"/>
                      </a:lnTo>
                      <a:lnTo>
                        <a:pt x="29623" y="226314"/>
                      </a:lnTo>
                      <a:lnTo>
                        <a:pt x="34576" y="239840"/>
                      </a:lnTo>
                      <a:lnTo>
                        <a:pt x="40767" y="259461"/>
                      </a:lnTo>
                      <a:lnTo>
                        <a:pt x="46958" y="271748"/>
                      </a:lnTo>
                      <a:lnTo>
                        <a:pt x="50673" y="287750"/>
                      </a:lnTo>
                      <a:lnTo>
                        <a:pt x="50673" y="302514"/>
                      </a:lnTo>
                      <a:lnTo>
                        <a:pt x="53150" y="313563"/>
                      </a:lnTo>
                      <a:lnTo>
                        <a:pt x="61722" y="329565"/>
                      </a:lnTo>
                      <a:lnTo>
                        <a:pt x="65437" y="341852"/>
                      </a:lnTo>
                      <a:lnTo>
                        <a:pt x="70390" y="356616"/>
                      </a:lnTo>
                      <a:lnTo>
                        <a:pt x="72866" y="365189"/>
                      </a:lnTo>
                      <a:lnTo>
                        <a:pt x="79058" y="381191"/>
                      </a:lnTo>
                      <a:lnTo>
                        <a:pt x="87630" y="376238"/>
                      </a:lnTo>
                      <a:lnTo>
                        <a:pt x="93821" y="379952"/>
                      </a:lnTo>
                      <a:lnTo>
                        <a:pt x="106109" y="383667"/>
                      </a:lnTo>
                      <a:lnTo>
                        <a:pt x="106109" y="392240"/>
                      </a:lnTo>
                      <a:lnTo>
                        <a:pt x="90107" y="397193"/>
                      </a:lnTo>
                      <a:lnTo>
                        <a:pt x="76581" y="407003"/>
                      </a:lnTo>
                      <a:lnTo>
                        <a:pt x="77819" y="418052"/>
                      </a:lnTo>
                      <a:lnTo>
                        <a:pt x="82772" y="424529"/>
                      </a:lnTo>
                      <a:lnTo>
                        <a:pt x="90107" y="431578"/>
                      </a:lnTo>
                      <a:lnTo>
                        <a:pt x="104870" y="424529"/>
                      </a:lnTo>
                      <a:lnTo>
                        <a:pt x="111062" y="434054"/>
                      </a:lnTo>
                      <a:lnTo>
                        <a:pt x="98774" y="445103"/>
                      </a:lnTo>
                      <a:lnTo>
                        <a:pt x="103727" y="453676"/>
                      </a:lnTo>
                      <a:lnTo>
                        <a:pt x="104966" y="465963"/>
                      </a:lnTo>
                      <a:lnTo>
                        <a:pt x="102489" y="473297"/>
                      </a:lnTo>
                      <a:lnTo>
                        <a:pt x="97536" y="484346"/>
                      </a:lnTo>
                      <a:lnTo>
                        <a:pt x="84011" y="443770"/>
                      </a:lnTo>
                      <a:lnTo>
                        <a:pt x="84011" y="483108"/>
                      </a:lnTo>
                      <a:lnTo>
                        <a:pt x="82772" y="505206"/>
                      </a:lnTo>
                      <a:lnTo>
                        <a:pt x="98774" y="515017"/>
                      </a:lnTo>
                      <a:lnTo>
                        <a:pt x="152876" y="515017"/>
                      </a:lnTo>
                      <a:lnTo>
                        <a:pt x="165164" y="519970"/>
                      </a:lnTo>
                      <a:lnTo>
                        <a:pt x="170402" y="535877"/>
                      </a:lnTo>
                      <a:lnTo>
                        <a:pt x="170402" y="535877"/>
                      </a:lnTo>
                      <a:cubicBezTo>
                        <a:pt x="170402" y="535877"/>
                        <a:pt x="176784" y="539687"/>
                        <a:pt x="176784" y="539687"/>
                      </a:cubicBezTo>
                      <a:lnTo>
                        <a:pt x="188500" y="533495"/>
                      </a:lnTo>
                      <a:lnTo>
                        <a:pt x="202597" y="531686"/>
                      </a:lnTo>
                      <a:lnTo>
                        <a:pt x="228981" y="546449"/>
                      </a:lnTo>
                      <a:lnTo>
                        <a:pt x="243078" y="569786"/>
                      </a:lnTo>
                      <a:lnTo>
                        <a:pt x="244888" y="585121"/>
                      </a:lnTo>
                      <a:lnTo>
                        <a:pt x="247364" y="609124"/>
                      </a:lnTo>
                      <a:lnTo>
                        <a:pt x="252889" y="629412"/>
                      </a:lnTo>
                      <a:lnTo>
                        <a:pt x="265748" y="635603"/>
                      </a:lnTo>
                      <a:lnTo>
                        <a:pt x="280511" y="642366"/>
                      </a:lnTo>
                      <a:lnTo>
                        <a:pt x="296513" y="647319"/>
                      </a:lnTo>
                      <a:lnTo>
                        <a:pt x="310039" y="647890"/>
                      </a:lnTo>
                      <a:lnTo>
                        <a:pt x="325374" y="645414"/>
                      </a:lnTo>
                      <a:lnTo>
                        <a:pt x="337661" y="641699"/>
                      </a:lnTo>
                      <a:lnTo>
                        <a:pt x="354901" y="628174"/>
                      </a:lnTo>
                      <a:cubicBezTo>
                        <a:pt x="354901" y="628174"/>
                        <a:pt x="354330" y="622649"/>
                        <a:pt x="359188" y="620840"/>
                      </a:cubicBezTo>
                      <a:cubicBezTo>
                        <a:pt x="364046" y="619030"/>
                        <a:pt x="374523" y="614648"/>
                        <a:pt x="374523" y="614648"/>
                      </a:cubicBezTo>
                      <a:lnTo>
                        <a:pt x="388620" y="614648"/>
                      </a:lnTo>
                      <a:lnTo>
                        <a:pt x="416243" y="615887"/>
                      </a:lnTo>
                      <a:lnTo>
                        <a:pt x="435293" y="620173"/>
                      </a:lnTo>
                      <a:lnTo>
                        <a:pt x="445770" y="628745"/>
                      </a:lnTo>
                      <a:lnTo>
                        <a:pt x="448818" y="633032"/>
                      </a:lnTo>
                      <a:lnTo>
                        <a:pt x="465106" y="628745"/>
                      </a:lnTo>
                      <a:lnTo>
                        <a:pt x="485108" y="625697"/>
                      </a:lnTo>
                      <a:lnTo>
                        <a:pt x="503587" y="616458"/>
                      </a:lnTo>
                      <a:lnTo>
                        <a:pt x="516446" y="609124"/>
                      </a:lnTo>
                      <a:lnTo>
                        <a:pt x="535496" y="615315"/>
                      </a:lnTo>
                      <a:lnTo>
                        <a:pt x="549021" y="617792"/>
                      </a:lnTo>
                      <a:lnTo>
                        <a:pt x="573596" y="609790"/>
                      </a:lnTo>
                      <a:lnTo>
                        <a:pt x="582168" y="601790"/>
                      </a:lnTo>
                      <a:lnTo>
                        <a:pt x="610457" y="594455"/>
                      </a:lnTo>
                      <a:lnTo>
                        <a:pt x="631317" y="589502"/>
                      </a:lnTo>
                      <a:lnTo>
                        <a:pt x="640556" y="583978"/>
                      </a:lnTo>
                      <a:lnTo>
                        <a:pt x="651605" y="579692"/>
                      </a:lnTo>
                      <a:lnTo>
                        <a:pt x="688467" y="578453"/>
                      </a:lnTo>
                      <a:lnTo>
                        <a:pt x="713708" y="574739"/>
                      </a:lnTo>
                      <a:lnTo>
                        <a:pt x="727234" y="562451"/>
                      </a:lnTo>
                      <a:lnTo>
                        <a:pt x="973646" y="562451"/>
                      </a:lnTo>
                      <a:lnTo>
                        <a:pt x="974408" y="562832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3" name="Freeform: Shape 222">
                  <a:extLst>
                    <a:ext uri="{FF2B5EF4-FFF2-40B4-BE49-F238E27FC236}">
                      <a16:creationId xmlns:a16="http://schemas.microsoft.com/office/drawing/2014/main" id="{7F70FC9E-AFD5-8E33-5A7F-E9972A215AC0}"/>
                    </a:ext>
                  </a:extLst>
                </p:cNvPr>
                <p:cNvSpPr/>
                <p:nvPr/>
              </p:nvSpPr>
              <p:spPr>
                <a:xfrm>
                  <a:off x="1669446" y="2471460"/>
                  <a:ext cx="8667" cy="9715"/>
                </a:xfrm>
                <a:custGeom>
                  <a:avLst/>
                  <a:gdLst>
                    <a:gd name="connsiteX0" fmla="*/ 8668 w 8667"/>
                    <a:gd name="connsiteY0" fmla="*/ 9716 h 9715"/>
                    <a:gd name="connsiteX1" fmla="*/ 0 w 8667"/>
                    <a:gd name="connsiteY1" fmla="*/ 0 h 9715"/>
                    <a:gd name="connsiteX2" fmla="*/ 8668 w 8667"/>
                    <a:gd name="connsiteY2" fmla="*/ 9716 h 9715"/>
                    <a:gd name="connsiteX3" fmla="*/ 8668 w 8667"/>
                    <a:gd name="connsiteY3" fmla="*/ 9716 h 9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67" h="9715">
                      <a:moveTo>
                        <a:pt x="8668" y="9716"/>
                      </a:moveTo>
                      <a:lnTo>
                        <a:pt x="0" y="0"/>
                      </a:lnTo>
                      <a:lnTo>
                        <a:pt x="8668" y="9716"/>
                      </a:lnTo>
                      <a:lnTo>
                        <a:pt x="8668" y="9716"/>
                      </a:lnTo>
                      <a:close/>
                    </a:path>
                  </a:pathLst>
                </a:custGeom>
                <a:grpFill/>
                <a:ln w="6350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2C6C1A6-EF12-13F9-87DF-FCDEF455E35D}"/>
                </a:ext>
              </a:extLst>
            </p:cNvPr>
            <p:cNvSpPr/>
            <p:nvPr/>
          </p:nvSpPr>
          <p:spPr>
            <a:xfrm>
              <a:off x="729900" y="3167166"/>
              <a:ext cx="1281779" cy="1500282"/>
            </a:xfrm>
            <a:custGeom>
              <a:avLst/>
              <a:gdLst>
                <a:gd name="connsiteX0" fmla="*/ 1241298 w 1281779"/>
                <a:gd name="connsiteY0" fmla="*/ 1458849 h 1500282"/>
                <a:gd name="connsiteX1" fmla="*/ 1248632 w 1281779"/>
                <a:gd name="connsiteY1" fmla="*/ 1449610 h 1500282"/>
                <a:gd name="connsiteX2" fmla="*/ 1241298 w 1281779"/>
                <a:gd name="connsiteY2" fmla="*/ 1438561 h 1500282"/>
                <a:gd name="connsiteX3" fmla="*/ 1237583 w 1281779"/>
                <a:gd name="connsiteY3" fmla="*/ 1429322 h 1500282"/>
                <a:gd name="connsiteX4" fmla="*/ 1215485 w 1281779"/>
                <a:gd name="connsiteY4" fmla="*/ 1420082 h 1500282"/>
                <a:gd name="connsiteX5" fmla="*/ 1215485 w 1281779"/>
                <a:gd name="connsiteY5" fmla="*/ 1409033 h 1500282"/>
                <a:gd name="connsiteX6" fmla="*/ 1228344 w 1281779"/>
                <a:gd name="connsiteY6" fmla="*/ 1399794 h 1500282"/>
                <a:gd name="connsiteX7" fmla="*/ 1215485 w 1281779"/>
                <a:gd name="connsiteY7" fmla="*/ 1386935 h 1500282"/>
                <a:gd name="connsiteX8" fmla="*/ 1215485 w 1281779"/>
                <a:gd name="connsiteY8" fmla="*/ 1366647 h 1500282"/>
                <a:gd name="connsiteX9" fmla="*/ 1224725 w 1281779"/>
                <a:gd name="connsiteY9" fmla="*/ 1366647 h 1500282"/>
                <a:gd name="connsiteX10" fmla="*/ 1224725 w 1281779"/>
                <a:gd name="connsiteY10" fmla="*/ 1357408 h 1500282"/>
                <a:gd name="connsiteX11" fmla="*/ 1237583 w 1281779"/>
                <a:gd name="connsiteY11" fmla="*/ 1348169 h 1500282"/>
                <a:gd name="connsiteX12" fmla="*/ 1233869 w 1281779"/>
                <a:gd name="connsiteY12" fmla="*/ 1337120 h 1500282"/>
                <a:gd name="connsiteX13" fmla="*/ 1235678 w 1281779"/>
                <a:gd name="connsiteY13" fmla="*/ 1300258 h 1500282"/>
                <a:gd name="connsiteX14" fmla="*/ 1235678 w 1281779"/>
                <a:gd name="connsiteY14" fmla="*/ 1285494 h 1500282"/>
                <a:gd name="connsiteX15" fmla="*/ 1241203 w 1281779"/>
                <a:gd name="connsiteY15" fmla="*/ 1274445 h 1500282"/>
                <a:gd name="connsiteX16" fmla="*/ 1253204 w 1281779"/>
                <a:gd name="connsiteY16" fmla="*/ 1274445 h 1500282"/>
                <a:gd name="connsiteX17" fmla="*/ 1253204 w 1281779"/>
                <a:gd name="connsiteY17" fmla="*/ 1255966 h 1500282"/>
                <a:gd name="connsiteX18" fmla="*/ 1268921 w 1281779"/>
                <a:gd name="connsiteY18" fmla="*/ 1255966 h 1500282"/>
                <a:gd name="connsiteX19" fmla="*/ 1281779 w 1281779"/>
                <a:gd name="connsiteY19" fmla="*/ 1245489 h 1500282"/>
                <a:gd name="connsiteX20" fmla="*/ 1281779 w 1281779"/>
                <a:gd name="connsiteY20" fmla="*/ 1220914 h 1500282"/>
                <a:gd name="connsiteX21" fmla="*/ 1263301 w 1281779"/>
                <a:gd name="connsiteY21" fmla="*/ 1213580 h 1500282"/>
                <a:gd name="connsiteX22" fmla="*/ 1254061 w 1281779"/>
                <a:gd name="connsiteY22" fmla="*/ 1200722 h 1500282"/>
                <a:gd name="connsiteX23" fmla="*/ 1243013 w 1281779"/>
                <a:gd name="connsiteY23" fmla="*/ 1180433 h 1500282"/>
                <a:gd name="connsiteX24" fmla="*/ 1243013 w 1281779"/>
                <a:gd name="connsiteY24" fmla="*/ 1160145 h 1500282"/>
                <a:gd name="connsiteX25" fmla="*/ 1231964 w 1281779"/>
                <a:gd name="connsiteY25" fmla="*/ 1145381 h 1500282"/>
                <a:gd name="connsiteX26" fmla="*/ 1224629 w 1281779"/>
                <a:gd name="connsiteY26" fmla="*/ 1125093 h 1500282"/>
                <a:gd name="connsiteX27" fmla="*/ 551688 w 1281779"/>
                <a:gd name="connsiteY27" fmla="*/ 501967 h 1500282"/>
                <a:gd name="connsiteX28" fmla="*/ 542449 w 1281779"/>
                <a:gd name="connsiteY28" fmla="*/ 0 h 1500282"/>
                <a:gd name="connsiteX29" fmla="*/ 22098 w 1281779"/>
                <a:gd name="connsiteY29" fmla="*/ 0 h 1500282"/>
                <a:gd name="connsiteX30" fmla="*/ 22098 w 1281779"/>
                <a:gd name="connsiteY30" fmla="*/ 28765 h 1500282"/>
                <a:gd name="connsiteX31" fmla="*/ 34385 w 1281779"/>
                <a:gd name="connsiteY31" fmla="*/ 55817 h 1500282"/>
                <a:gd name="connsiteX32" fmla="*/ 36862 w 1281779"/>
                <a:gd name="connsiteY32" fmla="*/ 117253 h 1500282"/>
                <a:gd name="connsiteX33" fmla="*/ 36862 w 1281779"/>
                <a:gd name="connsiteY33" fmla="*/ 139351 h 1500282"/>
                <a:gd name="connsiteX34" fmla="*/ 29528 w 1281779"/>
                <a:gd name="connsiteY34" fmla="*/ 170117 h 1500282"/>
                <a:gd name="connsiteX35" fmla="*/ 22193 w 1281779"/>
                <a:gd name="connsiteY35" fmla="*/ 200882 h 1500282"/>
                <a:gd name="connsiteX36" fmla="*/ 4953 w 1281779"/>
                <a:gd name="connsiteY36" fmla="*/ 237744 h 1500282"/>
                <a:gd name="connsiteX37" fmla="*/ 0 w 1281779"/>
                <a:gd name="connsiteY37" fmla="*/ 257365 h 1500282"/>
                <a:gd name="connsiteX38" fmla="*/ 4953 w 1281779"/>
                <a:gd name="connsiteY38" fmla="*/ 299180 h 1500282"/>
                <a:gd name="connsiteX39" fmla="*/ 18479 w 1281779"/>
                <a:gd name="connsiteY39" fmla="*/ 316421 h 1500282"/>
                <a:gd name="connsiteX40" fmla="*/ 36957 w 1281779"/>
                <a:gd name="connsiteY40" fmla="*/ 328993 h 1500282"/>
                <a:gd name="connsiteX41" fmla="*/ 54197 w 1281779"/>
                <a:gd name="connsiteY41" fmla="*/ 350806 h 1500282"/>
                <a:gd name="connsiteX42" fmla="*/ 54197 w 1281779"/>
                <a:gd name="connsiteY42" fmla="*/ 375380 h 1500282"/>
                <a:gd name="connsiteX43" fmla="*/ 71438 w 1281779"/>
                <a:gd name="connsiteY43" fmla="*/ 406813 h 1500282"/>
                <a:gd name="connsiteX44" fmla="*/ 71438 w 1281779"/>
                <a:gd name="connsiteY44" fmla="*/ 473773 h 1500282"/>
                <a:gd name="connsiteX45" fmla="*/ 83725 w 1281779"/>
                <a:gd name="connsiteY45" fmla="*/ 503301 h 1500282"/>
                <a:gd name="connsiteX46" fmla="*/ 107728 w 1281779"/>
                <a:gd name="connsiteY46" fmla="*/ 530638 h 1500282"/>
                <a:gd name="connsiteX47" fmla="*/ 120587 w 1281779"/>
                <a:gd name="connsiteY47" fmla="*/ 562642 h 1500282"/>
                <a:gd name="connsiteX48" fmla="*/ 132588 w 1281779"/>
                <a:gd name="connsiteY48" fmla="*/ 571214 h 1500282"/>
                <a:gd name="connsiteX49" fmla="*/ 150114 w 1281779"/>
                <a:gd name="connsiteY49" fmla="*/ 581311 h 1500282"/>
                <a:gd name="connsiteX50" fmla="*/ 171355 w 1281779"/>
                <a:gd name="connsiteY50" fmla="*/ 598837 h 1500282"/>
                <a:gd name="connsiteX51" fmla="*/ 171355 w 1281779"/>
                <a:gd name="connsiteY51" fmla="*/ 651415 h 1500282"/>
                <a:gd name="connsiteX52" fmla="*/ 182404 w 1281779"/>
                <a:gd name="connsiteY52" fmla="*/ 660654 h 1500282"/>
                <a:gd name="connsiteX53" fmla="*/ 194405 w 1281779"/>
                <a:gd name="connsiteY53" fmla="*/ 660654 h 1500282"/>
                <a:gd name="connsiteX54" fmla="*/ 210979 w 1281779"/>
                <a:gd name="connsiteY54" fmla="*/ 675418 h 1500282"/>
                <a:gd name="connsiteX55" fmla="*/ 224790 w 1281779"/>
                <a:gd name="connsiteY55" fmla="*/ 685514 h 1500282"/>
                <a:gd name="connsiteX56" fmla="*/ 232124 w 1281779"/>
                <a:gd name="connsiteY56" fmla="*/ 679037 h 1500282"/>
                <a:gd name="connsiteX57" fmla="*/ 232124 w 1281779"/>
                <a:gd name="connsiteY57" fmla="*/ 660559 h 1500282"/>
                <a:gd name="connsiteX58" fmla="*/ 236696 w 1281779"/>
                <a:gd name="connsiteY58" fmla="*/ 641223 h 1500282"/>
                <a:gd name="connsiteX59" fmla="*/ 250508 w 1281779"/>
                <a:gd name="connsiteY59" fmla="*/ 632936 h 1500282"/>
                <a:gd name="connsiteX60" fmla="*/ 259747 w 1281779"/>
                <a:gd name="connsiteY60" fmla="*/ 645795 h 1500282"/>
                <a:gd name="connsiteX61" fmla="*/ 266224 w 1281779"/>
                <a:gd name="connsiteY61" fmla="*/ 659606 h 1500282"/>
                <a:gd name="connsiteX62" fmla="*/ 257937 w 1281779"/>
                <a:gd name="connsiteY62" fmla="*/ 685419 h 1500282"/>
                <a:gd name="connsiteX63" fmla="*/ 266224 w 1281779"/>
                <a:gd name="connsiteY63" fmla="*/ 705707 h 1500282"/>
                <a:gd name="connsiteX64" fmla="*/ 274511 w 1281779"/>
                <a:gd name="connsiteY64" fmla="*/ 725996 h 1500282"/>
                <a:gd name="connsiteX65" fmla="*/ 274511 w 1281779"/>
                <a:gd name="connsiteY65" fmla="*/ 743522 h 1500282"/>
                <a:gd name="connsiteX66" fmla="*/ 243173 w 1281779"/>
                <a:gd name="connsiteY66" fmla="*/ 713994 h 1500282"/>
                <a:gd name="connsiteX67" fmla="*/ 240411 w 1281779"/>
                <a:gd name="connsiteY67" fmla="*/ 694658 h 1500282"/>
                <a:gd name="connsiteX68" fmla="*/ 223837 w 1281779"/>
                <a:gd name="connsiteY68" fmla="*/ 714947 h 1500282"/>
                <a:gd name="connsiteX69" fmla="*/ 229362 w 1281779"/>
                <a:gd name="connsiteY69" fmla="*/ 743522 h 1500282"/>
                <a:gd name="connsiteX70" fmla="*/ 243173 w 1281779"/>
                <a:gd name="connsiteY70" fmla="*/ 780383 h 1500282"/>
                <a:gd name="connsiteX71" fmla="*/ 263462 w 1281779"/>
                <a:gd name="connsiteY71" fmla="*/ 802481 h 1500282"/>
                <a:gd name="connsiteX72" fmla="*/ 290227 w 1281779"/>
                <a:gd name="connsiteY72" fmla="*/ 814483 h 1500282"/>
                <a:gd name="connsiteX73" fmla="*/ 309563 w 1281779"/>
                <a:gd name="connsiteY73" fmla="*/ 819055 h 1500282"/>
                <a:gd name="connsiteX74" fmla="*/ 323374 w 1281779"/>
                <a:gd name="connsiteY74" fmla="*/ 842105 h 1500282"/>
                <a:gd name="connsiteX75" fmla="*/ 323374 w 1281779"/>
                <a:gd name="connsiteY75" fmla="*/ 865156 h 1500282"/>
                <a:gd name="connsiteX76" fmla="*/ 309563 w 1281779"/>
                <a:gd name="connsiteY76" fmla="*/ 890016 h 1500282"/>
                <a:gd name="connsiteX77" fmla="*/ 309563 w 1281779"/>
                <a:gd name="connsiteY77" fmla="*/ 914019 h 1500282"/>
                <a:gd name="connsiteX78" fmla="*/ 323374 w 1281779"/>
                <a:gd name="connsiteY78" fmla="*/ 941642 h 1500282"/>
                <a:gd name="connsiteX79" fmla="*/ 346424 w 1281779"/>
                <a:gd name="connsiteY79" fmla="*/ 958215 h 1500282"/>
                <a:gd name="connsiteX80" fmla="*/ 356521 w 1281779"/>
                <a:gd name="connsiteY80" fmla="*/ 978503 h 1500282"/>
                <a:gd name="connsiteX81" fmla="*/ 374047 w 1281779"/>
                <a:gd name="connsiteY81" fmla="*/ 997839 h 1500282"/>
                <a:gd name="connsiteX82" fmla="*/ 387858 w 1281779"/>
                <a:gd name="connsiteY82" fmla="*/ 1022699 h 1500282"/>
                <a:gd name="connsiteX83" fmla="*/ 404432 w 1281779"/>
                <a:gd name="connsiteY83" fmla="*/ 1038415 h 1500282"/>
                <a:gd name="connsiteX84" fmla="*/ 422910 w 1281779"/>
                <a:gd name="connsiteY84" fmla="*/ 1059656 h 1500282"/>
                <a:gd name="connsiteX85" fmla="*/ 435769 w 1281779"/>
                <a:gd name="connsiteY85" fmla="*/ 1068896 h 1500282"/>
                <a:gd name="connsiteX86" fmla="*/ 447770 w 1281779"/>
                <a:gd name="connsiteY86" fmla="*/ 1092898 h 1500282"/>
                <a:gd name="connsiteX87" fmla="*/ 458819 w 1281779"/>
                <a:gd name="connsiteY87" fmla="*/ 1104900 h 1500282"/>
                <a:gd name="connsiteX88" fmla="*/ 467106 w 1281779"/>
                <a:gd name="connsiteY88" fmla="*/ 1109472 h 1500282"/>
                <a:gd name="connsiteX89" fmla="*/ 467106 w 1281779"/>
                <a:gd name="connsiteY89" fmla="*/ 1138047 h 1500282"/>
                <a:gd name="connsiteX90" fmla="*/ 475393 w 1281779"/>
                <a:gd name="connsiteY90" fmla="*/ 1162907 h 1500282"/>
                <a:gd name="connsiteX91" fmla="*/ 470821 w 1281779"/>
                <a:gd name="connsiteY91" fmla="*/ 1188720 h 1500282"/>
                <a:gd name="connsiteX92" fmla="*/ 484632 w 1281779"/>
                <a:gd name="connsiteY92" fmla="*/ 1206246 h 1500282"/>
                <a:gd name="connsiteX93" fmla="*/ 503111 w 1281779"/>
                <a:gd name="connsiteY93" fmla="*/ 1212723 h 1500282"/>
                <a:gd name="connsiteX94" fmla="*/ 549212 w 1281779"/>
                <a:gd name="connsiteY94" fmla="*/ 1217295 h 1500282"/>
                <a:gd name="connsiteX95" fmla="*/ 620173 w 1281779"/>
                <a:gd name="connsiteY95" fmla="*/ 1217295 h 1500282"/>
                <a:gd name="connsiteX96" fmla="*/ 650558 w 1281779"/>
                <a:gd name="connsiteY96" fmla="*/ 1252347 h 1500282"/>
                <a:gd name="connsiteX97" fmla="*/ 666274 w 1281779"/>
                <a:gd name="connsiteY97" fmla="*/ 1268921 h 1500282"/>
                <a:gd name="connsiteX98" fmla="*/ 691134 w 1281779"/>
                <a:gd name="connsiteY98" fmla="*/ 1278160 h 1500282"/>
                <a:gd name="connsiteX99" fmla="*/ 737235 w 1281779"/>
                <a:gd name="connsiteY99" fmla="*/ 1278160 h 1500282"/>
                <a:gd name="connsiteX100" fmla="*/ 743712 w 1281779"/>
                <a:gd name="connsiteY100" fmla="*/ 1291019 h 1500282"/>
                <a:gd name="connsiteX101" fmla="*/ 743712 w 1281779"/>
                <a:gd name="connsiteY101" fmla="*/ 1312259 h 1500282"/>
                <a:gd name="connsiteX102" fmla="*/ 757523 w 1281779"/>
                <a:gd name="connsiteY102" fmla="*/ 1327975 h 1500282"/>
                <a:gd name="connsiteX103" fmla="*/ 798100 w 1281779"/>
                <a:gd name="connsiteY103" fmla="*/ 1324261 h 1500282"/>
                <a:gd name="connsiteX104" fmla="*/ 841439 w 1281779"/>
                <a:gd name="connsiteY104" fmla="*/ 1362932 h 1500282"/>
                <a:gd name="connsiteX105" fmla="*/ 866299 w 1281779"/>
                <a:gd name="connsiteY105" fmla="*/ 1381411 h 1500282"/>
                <a:gd name="connsiteX106" fmla="*/ 877348 w 1281779"/>
                <a:gd name="connsiteY106" fmla="*/ 1395222 h 1500282"/>
                <a:gd name="connsiteX107" fmla="*/ 892112 w 1281779"/>
                <a:gd name="connsiteY107" fmla="*/ 1413700 h 1500282"/>
                <a:gd name="connsiteX108" fmla="*/ 892112 w 1281779"/>
                <a:gd name="connsiteY108" fmla="*/ 1435798 h 1500282"/>
                <a:gd name="connsiteX109" fmla="*/ 892493 w 1281779"/>
                <a:gd name="connsiteY109" fmla="*/ 1461611 h 1500282"/>
                <a:gd name="connsiteX110" fmla="*/ 899446 w 1281779"/>
                <a:gd name="connsiteY110" fmla="*/ 1468946 h 1500282"/>
                <a:gd name="connsiteX111" fmla="*/ 910495 w 1281779"/>
                <a:gd name="connsiteY111" fmla="*/ 1475423 h 1500282"/>
                <a:gd name="connsiteX112" fmla="*/ 915067 w 1281779"/>
                <a:gd name="connsiteY112" fmla="*/ 1492948 h 1500282"/>
                <a:gd name="connsiteX113" fmla="*/ 921544 w 1281779"/>
                <a:gd name="connsiteY113" fmla="*/ 1500283 h 1500282"/>
                <a:gd name="connsiteX114" fmla="*/ 1215581 w 1281779"/>
                <a:gd name="connsiteY114" fmla="*/ 1473517 h 1500282"/>
                <a:gd name="connsiteX115" fmla="*/ 1241393 w 1281779"/>
                <a:gd name="connsiteY115" fmla="*/ 1458754 h 1500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281779" h="1500282">
                  <a:moveTo>
                    <a:pt x="1241298" y="1458849"/>
                  </a:moveTo>
                  <a:lnTo>
                    <a:pt x="1248632" y="1449610"/>
                  </a:lnTo>
                  <a:lnTo>
                    <a:pt x="1241298" y="1438561"/>
                  </a:lnTo>
                  <a:lnTo>
                    <a:pt x="1237583" y="1429322"/>
                  </a:lnTo>
                  <a:lnTo>
                    <a:pt x="1215485" y="1420082"/>
                  </a:lnTo>
                  <a:lnTo>
                    <a:pt x="1215485" y="1409033"/>
                  </a:lnTo>
                  <a:lnTo>
                    <a:pt x="1228344" y="1399794"/>
                  </a:lnTo>
                  <a:lnTo>
                    <a:pt x="1215485" y="1386935"/>
                  </a:lnTo>
                  <a:lnTo>
                    <a:pt x="1215485" y="1366647"/>
                  </a:lnTo>
                  <a:lnTo>
                    <a:pt x="1224725" y="1366647"/>
                  </a:lnTo>
                  <a:lnTo>
                    <a:pt x="1224725" y="1357408"/>
                  </a:lnTo>
                  <a:lnTo>
                    <a:pt x="1237583" y="1348169"/>
                  </a:lnTo>
                  <a:lnTo>
                    <a:pt x="1233869" y="1337120"/>
                  </a:lnTo>
                  <a:lnTo>
                    <a:pt x="1235678" y="1300258"/>
                  </a:lnTo>
                  <a:lnTo>
                    <a:pt x="1235678" y="1285494"/>
                  </a:lnTo>
                  <a:lnTo>
                    <a:pt x="1241203" y="1274445"/>
                  </a:lnTo>
                  <a:lnTo>
                    <a:pt x="1253204" y="1274445"/>
                  </a:lnTo>
                  <a:lnTo>
                    <a:pt x="1253204" y="1255966"/>
                  </a:lnTo>
                  <a:lnTo>
                    <a:pt x="1268921" y="1255966"/>
                  </a:lnTo>
                  <a:lnTo>
                    <a:pt x="1281779" y="1245489"/>
                  </a:lnTo>
                  <a:lnTo>
                    <a:pt x="1281779" y="1220914"/>
                  </a:lnTo>
                  <a:lnTo>
                    <a:pt x="1263301" y="1213580"/>
                  </a:lnTo>
                  <a:lnTo>
                    <a:pt x="1254061" y="1200722"/>
                  </a:lnTo>
                  <a:lnTo>
                    <a:pt x="1243013" y="1180433"/>
                  </a:lnTo>
                  <a:lnTo>
                    <a:pt x="1243013" y="1160145"/>
                  </a:lnTo>
                  <a:lnTo>
                    <a:pt x="1231964" y="1145381"/>
                  </a:lnTo>
                  <a:lnTo>
                    <a:pt x="1224629" y="1125093"/>
                  </a:lnTo>
                  <a:lnTo>
                    <a:pt x="551688" y="501967"/>
                  </a:lnTo>
                  <a:lnTo>
                    <a:pt x="542449" y="0"/>
                  </a:lnTo>
                  <a:lnTo>
                    <a:pt x="22098" y="0"/>
                  </a:lnTo>
                  <a:lnTo>
                    <a:pt x="22098" y="28765"/>
                  </a:lnTo>
                  <a:lnTo>
                    <a:pt x="34385" y="55817"/>
                  </a:lnTo>
                  <a:lnTo>
                    <a:pt x="36862" y="117253"/>
                  </a:lnTo>
                  <a:lnTo>
                    <a:pt x="36862" y="139351"/>
                  </a:lnTo>
                  <a:lnTo>
                    <a:pt x="29528" y="170117"/>
                  </a:lnTo>
                  <a:lnTo>
                    <a:pt x="22193" y="200882"/>
                  </a:lnTo>
                  <a:lnTo>
                    <a:pt x="4953" y="237744"/>
                  </a:lnTo>
                  <a:lnTo>
                    <a:pt x="0" y="257365"/>
                  </a:lnTo>
                  <a:lnTo>
                    <a:pt x="4953" y="299180"/>
                  </a:lnTo>
                  <a:lnTo>
                    <a:pt x="18479" y="316421"/>
                  </a:lnTo>
                  <a:lnTo>
                    <a:pt x="36957" y="328993"/>
                  </a:lnTo>
                  <a:lnTo>
                    <a:pt x="54197" y="350806"/>
                  </a:lnTo>
                  <a:lnTo>
                    <a:pt x="54197" y="375380"/>
                  </a:lnTo>
                  <a:lnTo>
                    <a:pt x="71438" y="406813"/>
                  </a:lnTo>
                  <a:lnTo>
                    <a:pt x="71438" y="473773"/>
                  </a:lnTo>
                  <a:lnTo>
                    <a:pt x="83725" y="503301"/>
                  </a:lnTo>
                  <a:lnTo>
                    <a:pt x="107728" y="530638"/>
                  </a:lnTo>
                  <a:lnTo>
                    <a:pt x="120587" y="562642"/>
                  </a:lnTo>
                  <a:lnTo>
                    <a:pt x="132588" y="571214"/>
                  </a:lnTo>
                  <a:lnTo>
                    <a:pt x="150114" y="581311"/>
                  </a:lnTo>
                  <a:lnTo>
                    <a:pt x="171355" y="598837"/>
                  </a:lnTo>
                  <a:lnTo>
                    <a:pt x="171355" y="651415"/>
                  </a:lnTo>
                  <a:lnTo>
                    <a:pt x="182404" y="660654"/>
                  </a:lnTo>
                  <a:lnTo>
                    <a:pt x="194405" y="660654"/>
                  </a:lnTo>
                  <a:lnTo>
                    <a:pt x="210979" y="675418"/>
                  </a:lnTo>
                  <a:lnTo>
                    <a:pt x="224790" y="685514"/>
                  </a:lnTo>
                  <a:lnTo>
                    <a:pt x="232124" y="679037"/>
                  </a:lnTo>
                  <a:lnTo>
                    <a:pt x="232124" y="660559"/>
                  </a:lnTo>
                  <a:lnTo>
                    <a:pt x="236696" y="641223"/>
                  </a:lnTo>
                  <a:lnTo>
                    <a:pt x="250508" y="632936"/>
                  </a:lnTo>
                  <a:lnTo>
                    <a:pt x="259747" y="645795"/>
                  </a:lnTo>
                  <a:lnTo>
                    <a:pt x="266224" y="659606"/>
                  </a:lnTo>
                  <a:lnTo>
                    <a:pt x="257937" y="685419"/>
                  </a:lnTo>
                  <a:lnTo>
                    <a:pt x="266224" y="705707"/>
                  </a:lnTo>
                  <a:cubicBezTo>
                    <a:pt x="266224" y="705707"/>
                    <a:pt x="274511" y="721423"/>
                    <a:pt x="274511" y="725996"/>
                  </a:cubicBezTo>
                  <a:cubicBezTo>
                    <a:pt x="274511" y="730568"/>
                    <a:pt x="280035" y="742569"/>
                    <a:pt x="274511" y="743522"/>
                  </a:cubicBezTo>
                  <a:cubicBezTo>
                    <a:pt x="268986" y="744474"/>
                    <a:pt x="243173" y="713994"/>
                    <a:pt x="243173" y="713994"/>
                  </a:cubicBezTo>
                  <a:lnTo>
                    <a:pt x="240411" y="694658"/>
                  </a:lnTo>
                  <a:lnTo>
                    <a:pt x="223837" y="714947"/>
                  </a:lnTo>
                  <a:cubicBezTo>
                    <a:pt x="223837" y="714947"/>
                    <a:pt x="228410" y="738949"/>
                    <a:pt x="229362" y="743522"/>
                  </a:cubicBezTo>
                  <a:cubicBezTo>
                    <a:pt x="230315" y="748093"/>
                    <a:pt x="242221" y="777621"/>
                    <a:pt x="243173" y="780383"/>
                  </a:cubicBezTo>
                  <a:cubicBezTo>
                    <a:pt x="244126" y="783146"/>
                    <a:pt x="263462" y="802481"/>
                    <a:pt x="263462" y="802481"/>
                  </a:cubicBezTo>
                  <a:lnTo>
                    <a:pt x="290227" y="814483"/>
                  </a:lnTo>
                  <a:lnTo>
                    <a:pt x="309563" y="819055"/>
                  </a:lnTo>
                  <a:lnTo>
                    <a:pt x="323374" y="842105"/>
                  </a:lnTo>
                  <a:lnTo>
                    <a:pt x="323374" y="865156"/>
                  </a:lnTo>
                  <a:lnTo>
                    <a:pt x="309563" y="890016"/>
                  </a:lnTo>
                  <a:lnTo>
                    <a:pt x="309563" y="914019"/>
                  </a:lnTo>
                  <a:lnTo>
                    <a:pt x="323374" y="941642"/>
                  </a:lnTo>
                  <a:lnTo>
                    <a:pt x="346424" y="958215"/>
                  </a:lnTo>
                  <a:lnTo>
                    <a:pt x="356521" y="978503"/>
                  </a:lnTo>
                  <a:lnTo>
                    <a:pt x="374047" y="997839"/>
                  </a:lnTo>
                  <a:lnTo>
                    <a:pt x="387858" y="1022699"/>
                  </a:lnTo>
                  <a:lnTo>
                    <a:pt x="404432" y="1038415"/>
                  </a:lnTo>
                  <a:lnTo>
                    <a:pt x="422910" y="1059656"/>
                  </a:lnTo>
                  <a:lnTo>
                    <a:pt x="435769" y="1068896"/>
                  </a:lnTo>
                  <a:lnTo>
                    <a:pt x="447770" y="1092898"/>
                  </a:lnTo>
                  <a:lnTo>
                    <a:pt x="458819" y="1104900"/>
                  </a:lnTo>
                  <a:lnTo>
                    <a:pt x="467106" y="1109472"/>
                  </a:lnTo>
                  <a:lnTo>
                    <a:pt x="467106" y="1138047"/>
                  </a:lnTo>
                  <a:lnTo>
                    <a:pt x="475393" y="1162907"/>
                  </a:lnTo>
                  <a:lnTo>
                    <a:pt x="470821" y="1188720"/>
                  </a:lnTo>
                  <a:lnTo>
                    <a:pt x="484632" y="1206246"/>
                  </a:lnTo>
                  <a:lnTo>
                    <a:pt x="503111" y="1212723"/>
                  </a:lnTo>
                  <a:lnTo>
                    <a:pt x="549212" y="1217295"/>
                  </a:lnTo>
                  <a:lnTo>
                    <a:pt x="620173" y="1217295"/>
                  </a:lnTo>
                  <a:lnTo>
                    <a:pt x="650558" y="1252347"/>
                  </a:lnTo>
                  <a:lnTo>
                    <a:pt x="666274" y="1268921"/>
                  </a:lnTo>
                  <a:lnTo>
                    <a:pt x="691134" y="1278160"/>
                  </a:lnTo>
                  <a:lnTo>
                    <a:pt x="737235" y="1278160"/>
                  </a:lnTo>
                  <a:lnTo>
                    <a:pt x="743712" y="1291019"/>
                  </a:lnTo>
                  <a:lnTo>
                    <a:pt x="743712" y="1312259"/>
                  </a:lnTo>
                  <a:lnTo>
                    <a:pt x="757523" y="1327975"/>
                  </a:lnTo>
                  <a:lnTo>
                    <a:pt x="798100" y="1324261"/>
                  </a:lnTo>
                  <a:lnTo>
                    <a:pt x="841439" y="1362932"/>
                  </a:lnTo>
                  <a:lnTo>
                    <a:pt x="866299" y="1381411"/>
                  </a:lnTo>
                  <a:lnTo>
                    <a:pt x="877348" y="1395222"/>
                  </a:lnTo>
                  <a:cubicBezTo>
                    <a:pt x="877348" y="1395222"/>
                    <a:pt x="891159" y="1407223"/>
                    <a:pt x="892112" y="1413700"/>
                  </a:cubicBezTo>
                  <a:cubicBezTo>
                    <a:pt x="893064" y="1420178"/>
                    <a:pt x="892112" y="1435798"/>
                    <a:pt x="892112" y="1435798"/>
                  </a:cubicBezTo>
                  <a:lnTo>
                    <a:pt x="892493" y="1461611"/>
                  </a:lnTo>
                  <a:lnTo>
                    <a:pt x="899446" y="1468946"/>
                  </a:lnTo>
                  <a:lnTo>
                    <a:pt x="910495" y="1475423"/>
                  </a:lnTo>
                  <a:lnTo>
                    <a:pt x="915067" y="1492948"/>
                  </a:lnTo>
                  <a:lnTo>
                    <a:pt x="921544" y="1500283"/>
                  </a:lnTo>
                  <a:lnTo>
                    <a:pt x="1215581" y="1473517"/>
                  </a:lnTo>
                  <a:lnTo>
                    <a:pt x="1241393" y="1458754"/>
                  </a:lnTo>
                  <a:close/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Oval 4"/>
          <p:cNvSpPr/>
          <p:nvPr/>
        </p:nvSpPr>
        <p:spPr>
          <a:xfrm>
            <a:off x="19261639" y="379524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535959" y="28808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london</a:t>
            </a:r>
          </a:p>
        </p:txBody>
      </p:sp>
      <p:sp>
        <p:nvSpPr>
          <p:cNvPr id="7" name="Oval 6"/>
          <p:cNvSpPr/>
          <p:nvPr/>
        </p:nvSpPr>
        <p:spPr>
          <a:xfrm>
            <a:off x="19641008" y="1020909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915328" y="92946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paris</a:t>
            </a:r>
          </a:p>
        </p:txBody>
      </p:sp>
      <p:sp>
        <p:nvSpPr>
          <p:cNvPr id="9" name="Oval 8"/>
          <p:cNvSpPr/>
          <p:nvPr/>
        </p:nvSpPr>
        <p:spPr>
          <a:xfrm>
            <a:off x="40942476" y="3798540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216796" y="3707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tokyo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5</cp:revision>
  <dcterms:created xsi:type="dcterms:W3CDTF">2013-01-27T09:14:16Z</dcterms:created>
  <dcterms:modified xsi:type="dcterms:W3CDTF">2025-12-14T10:57:18Z</dcterms:modified>
  <cp:category/>
</cp:coreProperties>
</file>