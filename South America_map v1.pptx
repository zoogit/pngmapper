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/>
          <p:cNvSpPr/>
          <p:nvPr/>
        </p:nvSpPr>
        <p:spPr>
          <a:xfrm>
            <a:off x="40942476" y="3798540"/>
            <a:ext cx="182880" cy="18288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216796" y="37071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none" lIns="63500" tIns="0" rIns="63500" bIns="0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tokyo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EEB689-2717-84F1-CD7E-64A13AE4AB30}"/>
              </a:ext>
            </a:extLst>
          </p:cNvPr>
          <p:cNvGrpSpPr/>
          <p:nvPr/>
        </p:nvGrpSpPr>
        <p:grpSpPr>
          <a:xfrm>
            <a:off x="2516446" y="-17181"/>
            <a:ext cx="4002024" cy="6855491"/>
            <a:chOff x="11649469" y="1224274"/>
            <a:chExt cx="2834695" cy="4855850"/>
          </a:xfrm>
          <a:solidFill>
            <a:schemeClr val="bg1">
              <a:lumMod val="95000"/>
            </a:schemeClr>
          </a:solidFill>
        </p:grpSpPr>
        <p:grpSp>
          <p:nvGrpSpPr>
            <p:cNvPr id="3" name="Group 4">
              <a:extLst>
                <a:ext uri="{FF2B5EF4-FFF2-40B4-BE49-F238E27FC236}">
                  <a16:creationId xmlns:a16="http://schemas.microsoft.com/office/drawing/2014/main" id="{381F8A93-B2C2-3249-B579-BEE23A6B2B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135481" y="1237838"/>
              <a:ext cx="827351" cy="700798"/>
              <a:chOff x="2607" y="1151"/>
              <a:chExt cx="366" cy="310"/>
            </a:xfrm>
            <a:grpFill/>
          </p:grpSpPr>
          <p:sp>
            <p:nvSpPr>
              <p:cNvPr id="280" name="Freeform 5">
                <a:extLst>
                  <a:ext uri="{FF2B5EF4-FFF2-40B4-BE49-F238E27FC236}">
                    <a16:creationId xmlns:a16="http://schemas.microsoft.com/office/drawing/2014/main" id="{8E1F6A0C-E4F6-7691-9C46-DD7432CDB2B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7" y="1151"/>
                <a:ext cx="366" cy="310"/>
              </a:xfrm>
              <a:custGeom>
                <a:avLst/>
                <a:gdLst/>
                <a:ahLst/>
                <a:cxnLst>
                  <a:cxn ang="0">
                    <a:pos x="332" y="187"/>
                  </a:cxn>
                  <a:cxn ang="0">
                    <a:pos x="379" y="300"/>
                  </a:cxn>
                  <a:cxn ang="0">
                    <a:pos x="289" y="524"/>
                  </a:cxn>
                  <a:cxn ang="0">
                    <a:pos x="386" y="694"/>
                  </a:cxn>
                  <a:cxn ang="0">
                    <a:pos x="497" y="581"/>
                  </a:cxn>
                  <a:cxn ang="0">
                    <a:pos x="426" y="291"/>
                  </a:cxn>
                  <a:cxn ang="0">
                    <a:pos x="773" y="165"/>
                  </a:cxn>
                  <a:cxn ang="0">
                    <a:pos x="666" y="106"/>
                  </a:cxn>
                  <a:cxn ang="0">
                    <a:pos x="753" y="8"/>
                  </a:cxn>
                  <a:cxn ang="0">
                    <a:pos x="957" y="181"/>
                  </a:cxn>
                  <a:cxn ang="0">
                    <a:pos x="1121" y="347"/>
                  </a:cxn>
                  <a:cxn ang="0">
                    <a:pos x="1444" y="347"/>
                  </a:cxn>
                  <a:cxn ang="0">
                    <a:pos x="1619" y="419"/>
                  </a:cxn>
                  <a:cxn ang="0">
                    <a:pos x="1951" y="387"/>
                  </a:cxn>
                  <a:cxn ang="0">
                    <a:pos x="1969" y="347"/>
                  </a:cxn>
                  <a:cxn ang="0">
                    <a:pos x="2448" y="341"/>
                  </a:cxn>
                  <a:cxn ang="0">
                    <a:pos x="2261" y="376"/>
                  </a:cxn>
                  <a:cxn ang="0">
                    <a:pos x="2336" y="463"/>
                  </a:cxn>
                  <a:cxn ang="0">
                    <a:pos x="2614" y="590"/>
                  </a:cxn>
                  <a:cxn ang="0">
                    <a:pos x="2715" y="775"/>
                  </a:cxn>
                  <a:cxn ang="0">
                    <a:pos x="2739" y="830"/>
                  </a:cxn>
                  <a:cxn ang="0">
                    <a:pos x="2906" y="825"/>
                  </a:cxn>
                  <a:cxn ang="0">
                    <a:pos x="2870" y="912"/>
                  </a:cxn>
                  <a:cxn ang="0">
                    <a:pos x="2715" y="996"/>
                  </a:cxn>
                  <a:cxn ang="0">
                    <a:pos x="2768" y="1102"/>
                  </a:cxn>
                  <a:cxn ang="0">
                    <a:pos x="2655" y="1265"/>
                  </a:cxn>
                  <a:cxn ang="0">
                    <a:pos x="2659" y="1413"/>
                  </a:cxn>
                  <a:cxn ang="0">
                    <a:pos x="2753" y="1581"/>
                  </a:cxn>
                  <a:cxn ang="0">
                    <a:pos x="2546" y="1699"/>
                  </a:cxn>
                  <a:cxn ang="0">
                    <a:pos x="2243" y="1809"/>
                  </a:cxn>
                  <a:cxn ang="0">
                    <a:pos x="1870" y="1719"/>
                  </a:cxn>
                  <a:cxn ang="0">
                    <a:pos x="1960" y="1841"/>
                  </a:cxn>
                  <a:cxn ang="0">
                    <a:pos x="1975" y="2065"/>
                  </a:cxn>
                  <a:cxn ang="0">
                    <a:pos x="2155" y="2166"/>
                  </a:cxn>
                  <a:cxn ang="0">
                    <a:pos x="2045" y="2227"/>
                  </a:cxn>
                  <a:cxn ang="0">
                    <a:pos x="1917" y="2337"/>
                  </a:cxn>
                  <a:cxn ang="0">
                    <a:pos x="1782" y="2392"/>
                  </a:cxn>
                  <a:cxn ang="0">
                    <a:pos x="1587" y="2484"/>
                  </a:cxn>
                  <a:cxn ang="0">
                    <a:pos x="1423" y="2412"/>
                  </a:cxn>
                  <a:cxn ang="0">
                    <a:pos x="1269" y="2097"/>
                  </a:cxn>
                  <a:cxn ang="0">
                    <a:pos x="1290" y="1940"/>
                  </a:cxn>
                  <a:cxn ang="0">
                    <a:pos x="1246" y="1809"/>
                  </a:cxn>
                  <a:cxn ang="0">
                    <a:pos x="1179" y="1653"/>
                  </a:cxn>
                  <a:cxn ang="0">
                    <a:pos x="1240" y="1404"/>
                  </a:cxn>
                  <a:cxn ang="0">
                    <a:pos x="1240" y="1297"/>
                  </a:cxn>
                  <a:cxn ang="0">
                    <a:pos x="995" y="1329"/>
                  </a:cxn>
                  <a:cxn ang="0">
                    <a:pos x="855" y="1332"/>
                  </a:cxn>
                  <a:cxn ang="0">
                    <a:pos x="666" y="1138"/>
                  </a:cxn>
                  <a:cxn ang="0">
                    <a:pos x="359" y="1129"/>
                  </a:cxn>
                  <a:cxn ang="0">
                    <a:pos x="207" y="903"/>
                  </a:cxn>
                  <a:cxn ang="0">
                    <a:pos x="125" y="770"/>
                  </a:cxn>
                  <a:cxn ang="0">
                    <a:pos x="58" y="555"/>
                  </a:cxn>
                  <a:cxn ang="0">
                    <a:pos x="312" y="114"/>
                  </a:cxn>
                </a:cxnLst>
                <a:rect l="0" t="0" r="r" b="b"/>
                <a:pathLst>
                  <a:path w="2928" h="2484">
                    <a:moveTo>
                      <a:pt x="430" y="83"/>
                    </a:moveTo>
                    <a:lnTo>
                      <a:pt x="391" y="114"/>
                    </a:lnTo>
                    <a:lnTo>
                      <a:pt x="350" y="124"/>
                    </a:lnTo>
                    <a:lnTo>
                      <a:pt x="323" y="138"/>
                    </a:lnTo>
                    <a:lnTo>
                      <a:pt x="323" y="152"/>
                    </a:lnTo>
                    <a:lnTo>
                      <a:pt x="332" y="187"/>
                    </a:lnTo>
                    <a:lnTo>
                      <a:pt x="345" y="217"/>
                    </a:lnTo>
                    <a:lnTo>
                      <a:pt x="374" y="256"/>
                    </a:lnTo>
                    <a:lnTo>
                      <a:pt x="377" y="274"/>
                    </a:lnTo>
                    <a:lnTo>
                      <a:pt x="368" y="281"/>
                    </a:lnTo>
                    <a:lnTo>
                      <a:pt x="368" y="289"/>
                    </a:lnTo>
                    <a:lnTo>
                      <a:pt x="379" y="300"/>
                    </a:lnTo>
                    <a:lnTo>
                      <a:pt x="379" y="327"/>
                    </a:lnTo>
                    <a:lnTo>
                      <a:pt x="368" y="376"/>
                    </a:lnTo>
                    <a:lnTo>
                      <a:pt x="310" y="425"/>
                    </a:lnTo>
                    <a:lnTo>
                      <a:pt x="298" y="440"/>
                    </a:lnTo>
                    <a:lnTo>
                      <a:pt x="289" y="468"/>
                    </a:lnTo>
                    <a:lnTo>
                      <a:pt x="289" y="524"/>
                    </a:lnTo>
                    <a:lnTo>
                      <a:pt x="296" y="555"/>
                    </a:lnTo>
                    <a:lnTo>
                      <a:pt x="310" y="575"/>
                    </a:lnTo>
                    <a:lnTo>
                      <a:pt x="345" y="599"/>
                    </a:lnTo>
                    <a:lnTo>
                      <a:pt x="368" y="650"/>
                    </a:lnTo>
                    <a:lnTo>
                      <a:pt x="377" y="684"/>
                    </a:lnTo>
                    <a:lnTo>
                      <a:pt x="386" y="694"/>
                    </a:lnTo>
                    <a:lnTo>
                      <a:pt x="415" y="694"/>
                    </a:lnTo>
                    <a:lnTo>
                      <a:pt x="444" y="686"/>
                    </a:lnTo>
                    <a:lnTo>
                      <a:pt x="470" y="665"/>
                    </a:lnTo>
                    <a:lnTo>
                      <a:pt x="494" y="637"/>
                    </a:lnTo>
                    <a:lnTo>
                      <a:pt x="497" y="625"/>
                    </a:lnTo>
                    <a:lnTo>
                      <a:pt x="497" y="581"/>
                    </a:lnTo>
                    <a:lnTo>
                      <a:pt x="491" y="529"/>
                    </a:lnTo>
                    <a:lnTo>
                      <a:pt x="457" y="463"/>
                    </a:lnTo>
                    <a:lnTo>
                      <a:pt x="430" y="433"/>
                    </a:lnTo>
                    <a:lnTo>
                      <a:pt x="410" y="400"/>
                    </a:lnTo>
                    <a:lnTo>
                      <a:pt x="410" y="303"/>
                    </a:lnTo>
                    <a:lnTo>
                      <a:pt x="426" y="291"/>
                    </a:lnTo>
                    <a:lnTo>
                      <a:pt x="433" y="278"/>
                    </a:lnTo>
                    <a:lnTo>
                      <a:pt x="441" y="269"/>
                    </a:lnTo>
                    <a:lnTo>
                      <a:pt x="476" y="260"/>
                    </a:lnTo>
                    <a:lnTo>
                      <a:pt x="549" y="207"/>
                    </a:lnTo>
                    <a:lnTo>
                      <a:pt x="680" y="174"/>
                    </a:lnTo>
                    <a:lnTo>
                      <a:pt x="773" y="165"/>
                    </a:lnTo>
                    <a:lnTo>
                      <a:pt x="773" y="141"/>
                    </a:lnTo>
                    <a:lnTo>
                      <a:pt x="768" y="127"/>
                    </a:lnTo>
                    <a:lnTo>
                      <a:pt x="750" y="118"/>
                    </a:lnTo>
                    <a:lnTo>
                      <a:pt x="686" y="112"/>
                    </a:lnTo>
                    <a:lnTo>
                      <a:pt x="677" y="106"/>
                    </a:lnTo>
                    <a:lnTo>
                      <a:pt x="666" y="106"/>
                    </a:lnTo>
                    <a:lnTo>
                      <a:pt x="662" y="101"/>
                    </a:lnTo>
                    <a:lnTo>
                      <a:pt x="668" y="68"/>
                    </a:lnTo>
                    <a:lnTo>
                      <a:pt x="692" y="19"/>
                    </a:lnTo>
                    <a:lnTo>
                      <a:pt x="718" y="0"/>
                    </a:lnTo>
                    <a:lnTo>
                      <a:pt x="733" y="0"/>
                    </a:lnTo>
                    <a:lnTo>
                      <a:pt x="753" y="8"/>
                    </a:lnTo>
                    <a:lnTo>
                      <a:pt x="759" y="17"/>
                    </a:lnTo>
                    <a:lnTo>
                      <a:pt x="791" y="114"/>
                    </a:lnTo>
                    <a:lnTo>
                      <a:pt x="793" y="114"/>
                    </a:lnTo>
                    <a:lnTo>
                      <a:pt x="817" y="158"/>
                    </a:lnTo>
                    <a:lnTo>
                      <a:pt x="881" y="165"/>
                    </a:lnTo>
                    <a:lnTo>
                      <a:pt x="957" y="181"/>
                    </a:lnTo>
                    <a:lnTo>
                      <a:pt x="971" y="181"/>
                    </a:lnTo>
                    <a:lnTo>
                      <a:pt x="1025" y="196"/>
                    </a:lnTo>
                    <a:lnTo>
                      <a:pt x="1071" y="217"/>
                    </a:lnTo>
                    <a:lnTo>
                      <a:pt x="1089" y="240"/>
                    </a:lnTo>
                    <a:lnTo>
                      <a:pt x="1103" y="303"/>
                    </a:lnTo>
                    <a:lnTo>
                      <a:pt x="1121" y="347"/>
                    </a:lnTo>
                    <a:lnTo>
                      <a:pt x="1127" y="355"/>
                    </a:lnTo>
                    <a:lnTo>
                      <a:pt x="1152" y="376"/>
                    </a:lnTo>
                    <a:lnTo>
                      <a:pt x="1193" y="373"/>
                    </a:lnTo>
                    <a:lnTo>
                      <a:pt x="1298" y="355"/>
                    </a:lnTo>
                    <a:lnTo>
                      <a:pt x="1339" y="358"/>
                    </a:lnTo>
                    <a:lnTo>
                      <a:pt x="1444" y="347"/>
                    </a:lnTo>
                    <a:lnTo>
                      <a:pt x="1557" y="347"/>
                    </a:lnTo>
                    <a:lnTo>
                      <a:pt x="1570" y="350"/>
                    </a:lnTo>
                    <a:lnTo>
                      <a:pt x="1584" y="362"/>
                    </a:lnTo>
                    <a:lnTo>
                      <a:pt x="1596" y="385"/>
                    </a:lnTo>
                    <a:lnTo>
                      <a:pt x="1598" y="400"/>
                    </a:lnTo>
                    <a:lnTo>
                      <a:pt x="1619" y="419"/>
                    </a:lnTo>
                    <a:lnTo>
                      <a:pt x="1666" y="442"/>
                    </a:lnTo>
                    <a:lnTo>
                      <a:pt x="1704" y="451"/>
                    </a:lnTo>
                    <a:lnTo>
                      <a:pt x="1777" y="451"/>
                    </a:lnTo>
                    <a:lnTo>
                      <a:pt x="1879" y="433"/>
                    </a:lnTo>
                    <a:lnTo>
                      <a:pt x="1908" y="419"/>
                    </a:lnTo>
                    <a:lnTo>
                      <a:pt x="1951" y="387"/>
                    </a:lnTo>
                    <a:lnTo>
                      <a:pt x="2018" y="387"/>
                    </a:lnTo>
                    <a:lnTo>
                      <a:pt x="2062" y="378"/>
                    </a:lnTo>
                    <a:lnTo>
                      <a:pt x="2077" y="369"/>
                    </a:lnTo>
                    <a:lnTo>
                      <a:pt x="2073" y="358"/>
                    </a:lnTo>
                    <a:lnTo>
                      <a:pt x="1992" y="355"/>
                    </a:lnTo>
                    <a:lnTo>
                      <a:pt x="1969" y="347"/>
                    </a:lnTo>
                    <a:lnTo>
                      <a:pt x="1969" y="345"/>
                    </a:lnTo>
                    <a:lnTo>
                      <a:pt x="1996" y="332"/>
                    </a:lnTo>
                    <a:lnTo>
                      <a:pt x="2054" y="327"/>
                    </a:lnTo>
                    <a:lnTo>
                      <a:pt x="2398" y="327"/>
                    </a:lnTo>
                    <a:lnTo>
                      <a:pt x="2445" y="338"/>
                    </a:lnTo>
                    <a:lnTo>
                      <a:pt x="2448" y="341"/>
                    </a:lnTo>
                    <a:lnTo>
                      <a:pt x="2439" y="347"/>
                    </a:lnTo>
                    <a:lnTo>
                      <a:pt x="2392" y="355"/>
                    </a:lnTo>
                    <a:lnTo>
                      <a:pt x="2387" y="364"/>
                    </a:lnTo>
                    <a:lnTo>
                      <a:pt x="2366" y="373"/>
                    </a:lnTo>
                    <a:lnTo>
                      <a:pt x="2316" y="367"/>
                    </a:lnTo>
                    <a:lnTo>
                      <a:pt x="2261" y="376"/>
                    </a:lnTo>
                    <a:lnTo>
                      <a:pt x="2247" y="391"/>
                    </a:lnTo>
                    <a:lnTo>
                      <a:pt x="2249" y="404"/>
                    </a:lnTo>
                    <a:lnTo>
                      <a:pt x="2285" y="419"/>
                    </a:lnTo>
                    <a:lnTo>
                      <a:pt x="2301" y="422"/>
                    </a:lnTo>
                    <a:lnTo>
                      <a:pt x="2328" y="440"/>
                    </a:lnTo>
                    <a:lnTo>
                      <a:pt x="2336" y="463"/>
                    </a:lnTo>
                    <a:lnTo>
                      <a:pt x="2363" y="482"/>
                    </a:lnTo>
                    <a:lnTo>
                      <a:pt x="2366" y="512"/>
                    </a:lnTo>
                    <a:lnTo>
                      <a:pt x="2383" y="529"/>
                    </a:lnTo>
                    <a:lnTo>
                      <a:pt x="2448" y="521"/>
                    </a:lnTo>
                    <a:lnTo>
                      <a:pt x="2517" y="535"/>
                    </a:lnTo>
                    <a:lnTo>
                      <a:pt x="2614" y="590"/>
                    </a:lnTo>
                    <a:lnTo>
                      <a:pt x="2646" y="599"/>
                    </a:lnTo>
                    <a:lnTo>
                      <a:pt x="2674" y="625"/>
                    </a:lnTo>
                    <a:lnTo>
                      <a:pt x="2706" y="680"/>
                    </a:lnTo>
                    <a:lnTo>
                      <a:pt x="2713" y="698"/>
                    </a:lnTo>
                    <a:lnTo>
                      <a:pt x="2719" y="761"/>
                    </a:lnTo>
                    <a:lnTo>
                      <a:pt x="2715" y="775"/>
                    </a:lnTo>
                    <a:lnTo>
                      <a:pt x="2706" y="784"/>
                    </a:lnTo>
                    <a:lnTo>
                      <a:pt x="2668" y="799"/>
                    </a:lnTo>
                    <a:lnTo>
                      <a:pt x="2668" y="811"/>
                    </a:lnTo>
                    <a:lnTo>
                      <a:pt x="2677" y="816"/>
                    </a:lnTo>
                    <a:lnTo>
                      <a:pt x="2715" y="821"/>
                    </a:lnTo>
                    <a:lnTo>
                      <a:pt x="2739" y="830"/>
                    </a:lnTo>
                    <a:lnTo>
                      <a:pt x="2762" y="830"/>
                    </a:lnTo>
                    <a:lnTo>
                      <a:pt x="2777" y="825"/>
                    </a:lnTo>
                    <a:lnTo>
                      <a:pt x="2806" y="797"/>
                    </a:lnTo>
                    <a:lnTo>
                      <a:pt x="2844" y="790"/>
                    </a:lnTo>
                    <a:lnTo>
                      <a:pt x="2868" y="799"/>
                    </a:lnTo>
                    <a:lnTo>
                      <a:pt x="2906" y="825"/>
                    </a:lnTo>
                    <a:lnTo>
                      <a:pt x="2924" y="842"/>
                    </a:lnTo>
                    <a:lnTo>
                      <a:pt x="2928" y="854"/>
                    </a:lnTo>
                    <a:lnTo>
                      <a:pt x="2928" y="888"/>
                    </a:lnTo>
                    <a:lnTo>
                      <a:pt x="2917" y="897"/>
                    </a:lnTo>
                    <a:lnTo>
                      <a:pt x="2897" y="897"/>
                    </a:lnTo>
                    <a:lnTo>
                      <a:pt x="2870" y="912"/>
                    </a:lnTo>
                    <a:lnTo>
                      <a:pt x="2859" y="923"/>
                    </a:lnTo>
                    <a:lnTo>
                      <a:pt x="2794" y="950"/>
                    </a:lnTo>
                    <a:lnTo>
                      <a:pt x="2777" y="964"/>
                    </a:lnTo>
                    <a:lnTo>
                      <a:pt x="2771" y="976"/>
                    </a:lnTo>
                    <a:lnTo>
                      <a:pt x="2724" y="985"/>
                    </a:lnTo>
                    <a:lnTo>
                      <a:pt x="2715" y="996"/>
                    </a:lnTo>
                    <a:lnTo>
                      <a:pt x="2706" y="1019"/>
                    </a:lnTo>
                    <a:lnTo>
                      <a:pt x="2706" y="1053"/>
                    </a:lnTo>
                    <a:lnTo>
                      <a:pt x="2715" y="1100"/>
                    </a:lnTo>
                    <a:lnTo>
                      <a:pt x="2736" y="1105"/>
                    </a:lnTo>
                    <a:lnTo>
                      <a:pt x="2759" y="1100"/>
                    </a:lnTo>
                    <a:lnTo>
                      <a:pt x="2768" y="1102"/>
                    </a:lnTo>
                    <a:lnTo>
                      <a:pt x="2788" y="1120"/>
                    </a:lnTo>
                    <a:lnTo>
                      <a:pt x="2771" y="1143"/>
                    </a:lnTo>
                    <a:lnTo>
                      <a:pt x="2724" y="1172"/>
                    </a:lnTo>
                    <a:lnTo>
                      <a:pt x="2657" y="1198"/>
                    </a:lnTo>
                    <a:lnTo>
                      <a:pt x="2655" y="1207"/>
                    </a:lnTo>
                    <a:lnTo>
                      <a:pt x="2655" y="1265"/>
                    </a:lnTo>
                    <a:lnTo>
                      <a:pt x="2639" y="1291"/>
                    </a:lnTo>
                    <a:lnTo>
                      <a:pt x="2616" y="1323"/>
                    </a:lnTo>
                    <a:lnTo>
                      <a:pt x="2610" y="1326"/>
                    </a:lnTo>
                    <a:lnTo>
                      <a:pt x="2607" y="1340"/>
                    </a:lnTo>
                    <a:lnTo>
                      <a:pt x="2610" y="1351"/>
                    </a:lnTo>
                    <a:lnTo>
                      <a:pt x="2659" y="1413"/>
                    </a:lnTo>
                    <a:lnTo>
                      <a:pt x="2704" y="1459"/>
                    </a:lnTo>
                    <a:lnTo>
                      <a:pt x="2719" y="1486"/>
                    </a:lnTo>
                    <a:lnTo>
                      <a:pt x="2741" y="1514"/>
                    </a:lnTo>
                    <a:lnTo>
                      <a:pt x="2753" y="1519"/>
                    </a:lnTo>
                    <a:lnTo>
                      <a:pt x="2753" y="1531"/>
                    </a:lnTo>
                    <a:lnTo>
                      <a:pt x="2753" y="1581"/>
                    </a:lnTo>
                    <a:lnTo>
                      <a:pt x="2713" y="1632"/>
                    </a:lnTo>
                    <a:lnTo>
                      <a:pt x="2683" y="1659"/>
                    </a:lnTo>
                    <a:lnTo>
                      <a:pt x="2668" y="1665"/>
                    </a:lnTo>
                    <a:lnTo>
                      <a:pt x="2605" y="1670"/>
                    </a:lnTo>
                    <a:lnTo>
                      <a:pt x="2581" y="1685"/>
                    </a:lnTo>
                    <a:lnTo>
                      <a:pt x="2546" y="1699"/>
                    </a:lnTo>
                    <a:lnTo>
                      <a:pt x="2521" y="1734"/>
                    </a:lnTo>
                    <a:lnTo>
                      <a:pt x="2503" y="1743"/>
                    </a:lnTo>
                    <a:lnTo>
                      <a:pt x="2390" y="1754"/>
                    </a:lnTo>
                    <a:lnTo>
                      <a:pt x="2328" y="1766"/>
                    </a:lnTo>
                    <a:lnTo>
                      <a:pt x="2256" y="1792"/>
                    </a:lnTo>
                    <a:lnTo>
                      <a:pt x="2243" y="1809"/>
                    </a:lnTo>
                    <a:lnTo>
                      <a:pt x="2234" y="1812"/>
                    </a:lnTo>
                    <a:lnTo>
                      <a:pt x="2140" y="1809"/>
                    </a:lnTo>
                    <a:lnTo>
                      <a:pt x="2068" y="1786"/>
                    </a:lnTo>
                    <a:lnTo>
                      <a:pt x="1984" y="1741"/>
                    </a:lnTo>
                    <a:lnTo>
                      <a:pt x="1896" y="1728"/>
                    </a:lnTo>
                    <a:lnTo>
                      <a:pt x="1870" y="1719"/>
                    </a:lnTo>
                    <a:lnTo>
                      <a:pt x="1853" y="1719"/>
                    </a:lnTo>
                    <a:lnTo>
                      <a:pt x="1849" y="1723"/>
                    </a:lnTo>
                    <a:lnTo>
                      <a:pt x="1853" y="1760"/>
                    </a:lnTo>
                    <a:lnTo>
                      <a:pt x="1870" y="1794"/>
                    </a:lnTo>
                    <a:lnTo>
                      <a:pt x="1911" y="1812"/>
                    </a:lnTo>
                    <a:lnTo>
                      <a:pt x="1960" y="1841"/>
                    </a:lnTo>
                    <a:lnTo>
                      <a:pt x="1969" y="1852"/>
                    </a:lnTo>
                    <a:lnTo>
                      <a:pt x="1966" y="1899"/>
                    </a:lnTo>
                    <a:lnTo>
                      <a:pt x="1951" y="1951"/>
                    </a:lnTo>
                    <a:lnTo>
                      <a:pt x="1951" y="1974"/>
                    </a:lnTo>
                    <a:lnTo>
                      <a:pt x="1955" y="1998"/>
                    </a:lnTo>
                    <a:lnTo>
                      <a:pt x="1975" y="2065"/>
                    </a:lnTo>
                    <a:lnTo>
                      <a:pt x="1978" y="2100"/>
                    </a:lnTo>
                    <a:lnTo>
                      <a:pt x="1987" y="2123"/>
                    </a:lnTo>
                    <a:lnTo>
                      <a:pt x="2045" y="2131"/>
                    </a:lnTo>
                    <a:lnTo>
                      <a:pt x="2056" y="2137"/>
                    </a:lnTo>
                    <a:lnTo>
                      <a:pt x="2155" y="2131"/>
                    </a:lnTo>
                    <a:lnTo>
                      <a:pt x="2155" y="2166"/>
                    </a:lnTo>
                    <a:lnTo>
                      <a:pt x="2153" y="2171"/>
                    </a:lnTo>
                    <a:lnTo>
                      <a:pt x="2144" y="2184"/>
                    </a:lnTo>
                    <a:lnTo>
                      <a:pt x="2100" y="2192"/>
                    </a:lnTo>
                    <a:lnTo>
                      <a:pt x="2073" y="2207"/>
                    </a:lnTo>
                    <a:lnTo>
                      <a:pt x="2068" y="2215"/>
                    </a:lnTo>
                    <a:lnTo>
                      <a:pt x="2045" y="2227"/>
                    </a:lnTo>
                    <a:lnTo>
                      <a:pt x="2015" y="2229"/>
                    </a:lnTo>
                    <a:lnTo>
                      <a:pt x="1992" y="2256"/>
                    </a:lnTo>
                    <a:lnTo>
                      <a:pt x="1973" y="2314"/>
                    </a:lnTo>
                    <a:lnTo>
                      <a:pt x="1957" y="2329"/>
                    </a:lnTo>
                    <a:lnTo>
                      <a:pt x="1933" y="2337"/>
                    </a:lnTo>
                    <a:lnTo>
                      <a:pt x="1917" y="2337"/>
                    </a:lnTo>
                    <a:lnTo>
                      <a:pt x="1893" y="2349"/>
                    </a:lnTo>
                    <a:lnTo>
                      <a:pt x="1884" y="2355"/>
                    </a:lnTo>
                    <a:lnTo>
                      <a:pt x="1873" y="2373"/>
                    </a:lnTo>
                    <a:lnTo>
                      <a:pt x="1841" y="2375"/>
                    </a:lnTo>
                    <a:lnTo>
                      <a:pt x="1791" y="2392"/>
                    </a:lnTo>
                    <a:lnTo>
                      <a:pt x="1782" y="2392"/>
                    </a:lnTo>
                    <a:lnTo>
                      <a:pt x="1753" y="2409"/>
                    </a:lnTo>
                    <a:lnTo>
                      <a:pt x="1719" y="2421"/>
                    </a:lnTo>
                    <a:lnTo>
                      <a:pt x="1698" y="2435"/>
                    </a:lnTo>
                    <a:lnTo>
                      <a:pt x="1672" y="2464"/>
                    </a:lnTo>
                    <a:lnTo>
                      <a:pt x="1660" y="2470"/>
                    </a:lnTo>
                    <a:lnTo>
                      <a:pt x="1587" y="2484"/>
                    </a:lnTo>
                    <a:lnTo>
                      <a:pt x="1521" y="2484"/>
                    </a:lnTo>
                    <a:lnTo>
                      <a:pt x="1512" y="2479"/>
                    </a:lnTo>
                    <a:lnTo>
                      <a:pt x="1503" y="2479"/>
                    </a:lnTo>
                    <a:lnTo>
                      <a:pt x="1453" y="2444"/>
                    </a:lnTo>
                    <a:lnTo>
                      <a:pt x="1438" y="2430"/>
                    </a:lnTo>
                    <a:lnTo>
                      <a:pt x="1423" y="2412"/>
                    </a:lnTo>
                    <a:lnTo>
                      <a:pt x="1414" y="2392"/>
                    </a:lnTo>
                    <a:lnTo>
                      <a:pt x="1394" y="2364"/>
                    </a:lnTo>
                    <a:lnTo>
                      <a:pt x="1374" y="2331"/>
                    </a:lnTo>
                    <a:lnTo>
                      <a:pt x="1363" y="2284"/>
                    </a:lnTo>
                    <a:lnTo>
                      <a:pt x="1301" y="2143"/>
                    </a:lnTo>
                    <a:lnTo>
                      <a:pt x="1269" y="2097"/>
                    </a:lnTo>
                    <a:lnTo>
                      <a:pt x="1199" y="2044"/>
                    </a:lnTo>
                    <a:lnTo>
                      <a:pt x="1199" y="2030"/>
                    </a:lnTo>
                    <a:lnTo>
                      <a:pt x="1249" y="1986"/>
                    </a:lnTo>
                    <a:lnTo>
                      <a:pt x="1269" y="1958"/>
                    </a:lnTo>
                    <a:lnTo>
                      <a:pt x="1278" y="1954"/>
                    </a:lnTo>
                    <a:lnTo>
                      <a:pt x="1290" y="1940"/>
                    </a:lnTo>
                    <a:lnTo>
                      <a:pt x="1305" y="1931"/>
                    </a:lnTo>
                    <a:lnTo>
                      <a:pt x="1307" y="1922"/>
                    </a:lnTo>
                    <a:lnTo>
                      <a:pt x="1305" y="1894"/>
                    </a:lnTo>
                    <a:lnTo>
                      <a:pt x="1290" y="1876"/>
                    </a:lnTo>
                    <a:lnTo>
                      <a:pt x="1274" y="1841"/>
                    </a:lnTo>
                    <a:lnTo>
                      <a:pt x="1246" y="1809"/>
                    </a:lnTo>
                    <a:lnTo>
                      <a:pt x="1214" y="1790"/>
                    </a:lnTo>
                    <a:lnTo>
                      <a:pt x="1208" y="1781"/>
                    </a:lnTo>
                    <a:lnTo>
                      <a:pt x="1205" y="1741"/>
                    </a:lnTo>
                    <a:lnTo>
                      <a:pt x="1197" y="1714"/>
                    </a:lnTo>
                    <a:lnTo>
                      <a:pt x="1197" y="1679"/>
                    </a:lnTo>
                    <a:lnTo>
                      <a:pt x="1179" y="1653"/>
                    </a:lnTo>
                    <a:lnTo>
                      <a:pt x="1179" y="1604"/>
                    </a:lnTo>
                    <a:lnTo>
                      <a:pt x="1193" y="1581"/>
                    </a:lnTo>
                    <a:lnTo>
                      <a:pt x="1205" y="1539"/>
                    </a:lnTo>
                    <a:lnTo>
                      <a:pt x="1205" y="1500"/>
                    </a:lnTo>
                    <a:lnTo>
                      <a:pt x="1240" y="1457"/>
                    </a:lnTo>
                    <a:lnTo>
                      <a:pt x="1240" y="1404"/>
                    </a:lnTo>
                    <a:lnTo>
                      <a:pt x="1249" y="1387"/>
                    </a:lnTo>
                    <a:lnTo>
                      <a:pt x="1274" y="1360"/>
                    </a:lnTo>
                    <a:lnTo>
                      <a:pt x="1274" y="1344"/>
                    </a:lnTo>
                    <a:lnTo>
                      <a:pt x="1263" y="1309"/>
                    </a:lnTo>
                    <a:lnTo>
                      <a:pt x="1252" y="1300"/>
                    </a:lnTo>
                    <a:lnTo>
                      <a:pt x="1240" y="1297"/>
                    </a:lnTo>
                    <a:lnTo>
                      <a:pt x="1199" y="1300"/>
                    </a:lnTo>
                    <a:lnTo>
                      <a:pt x="1121" y="1332"/>
                    </a:lnTo>
                    <a:lnTo>
                      <a:pt x="1080" y="1340"/>
                    </a:lnTo>
                    <a:lnTo>
                      <a:pt x="1051" y="1340"/>
                    </a:lnTo>
                    <a:lnTo>
                      <a:pt x="1016" y="1335"/>
                    </a:lnTo>
                    <a:lnTo>
                      <a:pt x="995" y="1329"/>
                    </a:lnTo>
                    <a:lnTo>
                      <a:pt x="978" y="1318"/>
                    </a:lnTo>
                    <a:lnTo>
                      <a:pt x="954" y="1311"/>
                    </a:lnTo>
                    <a:lnTo>
                      <a:pt x="922" y="1323"/>
                    </a:lnTo>
                    <a:lnTo>
                      <a:pt x="913" y="1332"/>
                    </a:lnTo>
                    <a:lnTo>
                      <a:pt x="890" y="1335"/>
                    </a:lnTo>
                    <a:lnTo>
                      <a:pt x="855" y="1332"/>
                    </a:lnTo>
                    <a:lnTo>
                      <a:pt x="844" y="1323"/>
                    </a:lnTo>
                    <a:lnTo>
                      <a:pt x="838" y="1323"/>
                    </a:lnTo>
                    <a:lnTo>
                      <a:pt x="724" y="1163"/>
                    </a:lnTo>
                    <a:lnTo>
                      <a:pt x="721" y="1152"/>
                    </a:lnTo>
                    <a:lnTo>
                      <a:pt x="709" y="1146"/>
                    </a:lnTo>
                    <a:lnTo>
                      <a:pt x="666" y="1138"/>
                    </a:lnTo>
                    <a:lnTo>
                      <a:pt x="642" y="1123"/>
                    </a:lnTo>
                    <a:lnTo>
                      <a:pt x="596" y="1105"/>
                    </a:lnTo>
                    <a:lnTo>
                      <a:pt x="526" y="1108"/>
                    </a:lnTo>
                    <a:lnTo>
                      <a:pt x="457" y="1129"/>
                    </a:lnTo>
                    <a:lnTo>
                      <a:pt x="417" y="1134"/>
                    </a:lnTo>
                    <a:lnTo>
                      <a:pt x="359" y="1129"/>
                    </a:lnTo>
                    <a:lnTo>
                      <a:pt x="292" y="1102"/>
                    </a:lnTo>
                    <a:lnTo>
                      <a:pt x="274" y="1074"/>
                    </a:lnTo>
                    <a:lnTo>
                      <a:pt x="263" y="1065"/>
                    </a:lnTo>
                    <a:lnTo>
                      <a:pt x="210" y="1042"/>
                    </a:lnTo>
                    <a:lnTo>
                      <a:pt x="207" y="1034"/>
                    </a:lnTo>
                    <a:lnTo>
                      <a:pt x="207" y="903"/>
                    </a:lnTo>
                    <a:lnTo>
                      <a:pt x="198" y="868"/>
                    </a:lnTo>
                    <a:lnTo>
                      <a:pt x="187" y="845"/>
                    </a:lnTo>
                    <a:lnTo>
                      <a:pt x="170" y="830"/>
                    </a:lnTo>
                    <a:lnTo>
                      <a:pt x="163" y="819"/>
                    </a:lnTo>
                    <a:lnTo>
                      <a:pt x="134" y="788"/>
                    </a:lnTo>
                    <a:lnTo>
                      <a:pt x="125" y="770"/>
                    </a:lnTo>
                    <a:lnTo>
                      <a:pt x="112" y="694"/>
                    </a:lnTo>
                    <a:lnTo>
                      <a:pt x="100" y="668"/>
                    </a:lnTo>
                    <a:lnTo>
                      <a:pt x="94" y="662"/>
                    </a:lnTo>
                    <a:lnTo>
                      <a:pt x="0" y="665"/>
                    </a:lnTo>
                    <a:lnTo>
                      <a:pt x="24" y="611"/>
                    </a:lnTo>
                    <a:lnTo>
                      <a:pt x="58" y="555"/>
                    </a:lnTo>
                    <a:lnTo>
                      <a:pt x="105" y="376"/>
                    </a:lnTo>
                    <a:lnTo>
                      <a:pt x="161" y="289"/>
                    </a:lnTo>
                    <a:lnTo>
                      <a:pt x="256" y="193"/>
                    </a:lnTo>
                    <a:lnTo>
                      <a:pt x="272" y="176"/>
                    </a:lnTo>
                    <a:lnTo>
                      <a:pt x="292" y="136"/>
                    </a:lnTo>
                    <a:lnTo>
                      <a:pt x="312" y="114"/>
                    </a:lnTo>
                    <a:lnTo>
                      <a:pt x="370" y="90"/>
                    </a:lnTo>
                    <a:lnTo>
                      <a:pt x="430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81" name="Freeform 6">
                <a:extLst>
                  <a:ext uri="{FF2B5EF4-FFF2-40B4-BE49-F238E27FC236}">
                    <a16:creationId xmlns:a16="http://schemas.microsoft.com/office/drawing/2014/main" id="{513A8C4B-F753-A47A-78AA-D078DB3565F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9" y="1179"/>
                <a:ext cx="16" cy="8"/>
              </a:xfrm>
              <a:custGeom>
                <a:avLst/>
                <a:gdLst/>
                <a:ahLst/>
                <a:cxnLst>
                  <a:cxn ang="0">
                    <a:pos x="102" y="0"/>
                  </a:cxn>
                  <a:cxn ang="0">
                    <a:pos x="116" y="11"/>
                  </a:cxn>
                  <a:cxn ang="0">
                    <a:pos x="125" y="37"/>
                  </a:cxn>
                  <a:cxn ang="0">
                    <a:pos x="78" y="64"/>
                  </a:cxn>
                  <a:cxn ang="0">
                    <a:pos x="59" y="59"/>
                  </a:cxn>
                  <a:cxn ang="0">
                    <a:pos x="45" y="49"/>
                  </a:cxn>
                  <a:cxn ang="0">
                    <a:pos x="9" y="49"/>
                  </a:cxn>
                  <a:cxn ang="0">
                    <a:pos x="0" y="28"/>
                  </a:cxn>
                  <a:cxn ang="0">
                    <a:pos x="16" y="16"/>
                  </a:cxn>
                  <a:cxn ang="0">
                    <a:pos x="37" y="16"/>
                  </a:cxn>
                  <a:cxn ang="0">
                    <a:pos x="57" y="30"/>
                  </a:cxn>
                  <a:cxn ang="0">
                    <a:pos x="102" y="0"/>
                  </a:cxn>
                </a:cxnLst>
                <a:rect l="0" t="0" r="r" b="b"/>
                <a:pathLst>
                  <a:path w="125" h="64">
                    <a:moveTo>
                      <a:pt x="102" y="0"/>
                    </a:moveTo>
                    <a:lnTo>
                      <a:pt x="116" y="11"/>
                    </a:lnTo>
                    <a:lnTo>
                      <a:pt x="125" y="37"/>
                    </a:lnTo>
                    <a:lnTo>
                      <a:pt x="78" y="64"/>
                    </a:lnTo>
                    <a:lnTo>
                      <a:pt x="59" y="59"/>
                    </a:lnTo>
                    <a:lnTo>
                      <a:pt x="45" y="49"/>
                    </a:lnTo>
                    <a:lnTo>
                      <a:pt x="9" y="49"/>
                    </a:lnTo>
                    <a:lnTo>
                      <a:pt x="0" y="28"/>
                    </a:lnTo>
                    <a:lnTo>
                      <a:pt x="16" y="16"/>
                    </a:lnTo>
                    <a:lnTo>
                      <a:pt x="37" y="16"/>
                    </a:lnTo>
                    <a:lnTo>
                      <a:pt x="57" y="30"/>
                    </a:lnTo>
                    <a:lnTo>
                      <a:pt x="10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</p:grpSp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190EF3B7-EB48-D1FB-2609-9DCAC9D7D52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1674335" y="1902465"/>
              <a:ext cx="345860" cy="386569"/>
            </a:xfrm>
            <a:custGeom>
              <a:avLst/>
              <a:gdLst/>
              <a:ahLst/>
              <a:cxnLst>
                <a:cxn ang="0">
                  <a:pos x="436" y="12"/>
                </a:cxn>
                <a:cxn ang="0">
                  <a:pos x="579" y="73"/>
                </a:cxn>
                <a:cxn ang="0">
                  <a:pos x="742" y="168"/>
                </a:cxn>
                <a:cxn ang="0">
                  <a:pos x="763" y="229"/>
                </a:cxn>
                <a:cxn ang="0">
                  <a:pos x="817" y="247"/>
                </a:cxn>
                <a:cxn ang="0">
                  <a:pos x="873" y="238"/>
                </a:cxn>
                <a:cxn ang="0">
                  <a:pos x="993" y="247"/>
                </a:cxn>
                <a:cxn ang="0">
                  <a:pos x="1017" y="217"/>
                </a:cxn>
                <a:cxn ang="0">
                  <a:pos x="1066" y="226"/>
                </a:cxn>
                <a:cxn ang="0">
                  <a:pos x="1115" y="258"/>
                </a:cxn>
                <a:cxn ang="0">
                  <a:pos x="1197" y="304"/>
                </a:cxn>
                <a:cxn ang="0">
                  <a:pos x="1145" y="312"/>
                </a:cxn>
                <a:cxn ang="0">
                  <a:pos x="1159" y="353"/>
                </a:cxn>
                <a:cxn ang="0">
                  <a:pos x="1189" y="412"/>
                </a:cxn>
                <a:cxn ang="0">
                  <a:pos x="1223" y="495"/>
                </a:cxn>
                <a:cxn ang="0">
                  <a:pos x="1189" y="499"/>
                </a:cxn>
                <a:cxn ang="0">
                  <a:pos x="1104" y="654"/>
                </a:cxn>
                <a:cxn ang="0">
                  <a:pos x="1022" y="736"/>
                </a:cxn>
                <a:cxn ang="0">
                  <a:pos x="947" y="820"/>
                </a:cxn>
                <a:cxn ang="0">
                  <a:pos x="850" y="872"/>
                </a:cxn>
                <a:cxn ang="0">
                  <a:pos x="635" y="946"/>
                </a:cxn>
                <a:cxn ang="0">
                  <a:pos x="597" y="976"/>
                </a:cxn>
                <a:cxn ang="0">
                  <a:pos x="573" y="1051"/>
                </a:cxn>
                <a:cxn ang="0">
                  <a:pos x="550" y="1060"/>
                </a:cxn>
                <a:cxn ang="0">
                  <a:pos x="526" y="1049"/>
                </a:cxn>
                <a:cxn ang="0">
                  <a:pos x="472" y="1130"/>
                </a:cxn>
                <a:cxn ang="0">
                  <a:pos x="460" y="1266"/>
                </a:cxn>
                <a:cxn ang="0">
                  <a:pos x="445" y="1301"/>
                </a:cxn>
                <a:cxn ang="0">
                  <a:pos x="381" y="1344"/>
                </a:cxn>
                <a:cxn ang="0">
                  <a:pos x="305" y="1358"/>
                </a:cxn>
                <a:cxn ang="0">
                  <a:pos x="279" y="1303"/>
                </a:cxn>
                <a:cxn ang="0">
                  <a:pos x="233" y="1268"/>
                </a:cxn>
                <a:cxn ang="0">
                  <a:pos x="183" y="1254"/>
                </a:cxn>
                <a:cxn ang="0">
                  <a:pos x="130" y="1240"/>
                </a:cxn>
                <a:cxn ang="0">
                  <a:pos x="78" y="1266"/>
                </a:cxn>
                <a:cxn ang="0">
                  <a:pos x="67" y="1202"/>
                </a:cxn>
                <a:cxn ang="0">
                  <a:pos x="54" y="1173"/>
                </a:cxn>
                <a:cxn ang="0">
                  <a:pos x="109" y="1144"/>
                </a:cxn>
                <a:cxn ang="0">
                  <a:pos x="125" y="1092"/>
                </a:cxn>
                <a:cxn ang="0">
                  <a:pos x="107" y="1046"/>
                </a:cxn>
                <a:cxn ang="0">
                  <a:pos x="104" y="1031"/>
                </a:cxn>
                <a:cxn ang="0">
                  <a:pos x="156" y="1004"/>
                </a:cxn>
                <a:cxn ang="0">
                  <a:pos x="207" y="958"/>
                </a:cxn>
                <a:cxn ang="0">
                  <a:pos x="230" y="845"/>
                </a:cxn>
                <a:cxn ang="0">
                  <a:pos x="207" y="811"/>
                </a:cxn>
                <a:cxn ang="0">
                  <a:pos x="176" y="782"/>
                </a:cxn>
                <a:cxn ang="0">
                  <a:pos x="116" y="857"/>
                </a:cxn>
                <a:cxn ang="0">
                  <a:pos x="78" y="829"/>
                </a:cxn>
                <a:cxn ang="0">
                  <a:pos x="5" y="785"/>
                </a:cxn>
                <a:cxn ang="0">
                  <a:pos x="0" y="652"/>
                </a:cxn>
                <a:cxn ang="0">
                  <a:pos x="2" y="516"/>
                </a:cxn>
                <a:cxn ang="0">
                  <a:pos x="63" y="479"/>
                </a:cxn>
                <a:cxn ang="0">
                  <a:pos x="98" y="386"/>
                </a:cxn>
                <a:cxn ang="0">
                  <a:pos x="156" y="290"/>
                </a:cxn>
                <a:cxn ang="0">
                  <a:pos x="171" y="240"/>
                </a:cxn>
                <a:cxn ang="0">
                  <a:pos x="162" y="134"/>
                </a:cxn>
                <a:cxn ang="0">
                  <a:pos x="256" y="111"/>
                </a:cxn>
                <a:cxn ang="0">
                  <a:pos x="279" y="98"/>
                </a:cxn>
                <a:cxn ang="0">
                  <a:pos x="346" y="44"/>
                </a:cxn>
                <a:cxn ang="0">
                  <a:pos x="405" y="30"/>
                </a:cxn>
                <a:cxn ang="0">
                  <a:pos x="428" y="0"/>
                </a:cxn>
              </a:cxnLst>
              <a:rect l="0" t="0" r="r" b="b"/>
              <a:pathLst>
                <a:path w="1223" h="1362">
                  <a:moveTo>
                    <a:pt x="428" y="0"/>
                  </a:moveTo>
                  <a:lnTo>
                    <a:pt x="436" y="12"/>
                  </a:lnTo>
                  <a:lnTo>
                    <a:pt x="454" y="23"/>
                  </a:lnTo>
                  <a:lnTo>
                    <a:pt x="579" y="73"/>
                  </a:lnTo>
                  <a:lnTo>
                    <a:pt x="693" y="131"/>
                  </a:lnTo>
                  <a:lnTo>
                    <a:pt x="742" y="168"/>
                  </a:lnTo>
                  <a:lnTo>
                    <a:pt x="754" y="189"/>
                  </a:lnTo>
                  <a:lnTo>
                    <a:pt x="763" y="229"/>
                  </a:lnTo>
                  <a:lnTo>
                    <a:pt x="770" y="244"/>
                  </a:lnTo>
                  <a:lnTo>
                    <a:pt x="817" y="247"/>
                  </a:lnTo>
                  <a:lnTo>
                    <a:pt x="857" y="238"/>
                  </a:lnTo>
                  <a:lnTo>
                    <a:pt x="873" y="238"/>
                  </a:lnTo>
                  <a:lnTo>
                    <a:pt x="955" y="247"/>
                  </a:lnTo>
                  <a:lnTo>
                    <a:pt x="993" y="247"/>
                  </a:lnTo>
                  <a:lnTo>
                    <a:pt x="1002" y="240"/>
                  </a:lnTo>
                  <a:lnTo>
                    <a:pt x="1017" y="217"/>
                  </a:lnTo>
                  <a:lnTo>
                    <a:pt x="1037" y="215"/>
                  </a:lnTo>
                  <a:lnTo>
                    <a:pt x="1066" y="226"/>
                  </a:lnTo>
                  <a:lnTo>
                    <a:pt x="1089" y="247"/>
                  </a:lnTo>
                  <a:lnTo>
                    <a:pt x="1115" y="258"/>
                  </a:lnTo>
                  <a:lnTo>
                    <a:pt x="1173" y="301"/>
                  </a:lnTo>
                  <a:lnTo>
                    <a:pt x="1197" y="304"/>
                  </a:lnTo>
                  <a:lnTo>
                    <a:pt x="1189" y="312"/>
                  </a:lnTo>
                  <a:lnTo>
                    <a:pt x="1145" y="312"/>
                  </a:lnTo>
                  <a:lnTo>
                    <a:pt x="1142" y="344"/>
                  </a:lnTo>
                  <a:lnTo>
                    <a:pt x="1159" y="353"/>
                  </a:lnTo>
                  <a:lnTo>
                    <a:pt x="1168" y="366"/>
                  </a:lnTo>
                  <a:lnTo>
                    <a:pt x="1189" y="412"/>
                  </a:lnTo>
                  <a:lnTo>
                    <a:pt x="1191" y="429"/>
                  </a:lnTo>
                  <a:lnTo>
                    <a:pt x="1223" y="495"/>
                  </a:lnTo>
                  <a:lnTo>
                    <a:pt x="1220" y="499"/>
                  </a:lnTo>
                  <a:lnTo>
                    <a:pt x="1189" y="499"/>
                  </a:lnTo>
                  <a:lnTo>
                    <a:pt x="1159" y="559"/>
                  </a:lnTo>
                  <a:lnTo>
                    <a:pt x="1104" y="654"/>
                  </a:lnTo>
                  <a:lnTo>
                    <a:pt x="1055" y="712"/>
                  </a:lnTo>
                  <a:lnTo>
                    <a:pt x="1022" y="736"/>
                  </a:lnTo>
                  <a:lnTo>
                    <a:pt x="984" y="774"/>
                  </a:lnTo>
                  <a:lnTo>
                    <a:pt x="947" y="820"/>
                  </a:lnTo>
                  <a:lnTo>
                    <a:pt x="912" y="845"/>
                  </a:lnTo>
                  <a:lnTo>
                    <a:pt x="850" y="872"/>
                  </a:lnTo>
                  <a:lnTo>
                    <a:pt x="708" y="915"/>
                  </a:lnTo>
                  <a:lnTo>
                    <a:pt x="635" y="946"/>
                  </a:lnTo>
                  <a:lnTo>
                    <a:pt x="608" y="964"/>
                  </a:lnTo>
                  <a:lnTo>
                    <a:pt x="597" y="976"/>
                  </a:lnTo>
                  <a:lnTo>
                    <a:pt x="577" y="1013"/>
                  </a:lnTo>
                  <a:lnTo>
                    <a:pt x="573" y="1051"/>
                  </a:lnTo>
                  <a:lnTo>
                    <a:pt x="559" y="1060"/>
                  </a:lnTo>
                  <a:lnTo>
                    <a:pt x="550" y="1060"/>
                  </a:lnTo>
                  <a:lnTo>
                    <a:pt x="535" y="1049"/>
                  </a:lnTo>
                  <a:lnTo>
                    <a:pt x="526" y="1049"/>
                  </a:lnTo>
                  <a:lnTo>
                    <a:pt x="526" y="1055"/>
                  </a:lnTo>
                  <a:lnTo>
                    <a:pt x="472" y="1130"/>
                  </a:lnTo>
                  <a:lnTo>
                    <a:pt x="463" y="1184"/>
                  </a:lnTo>
                  <a:lnTo>
                    <a:pt x="460" y="1266"/>
                  </a:lnTo>
                  <a:lnTo>
                    <a:pt x="452" y="1295"/>
                  </a:lnTo>
                  <a:lnTo>
                    <a:pt x="445" y="1301"/>
                  </a:lnTo>
                  <a:lnTo>
                    <a:pt x="410" y="1315"/>
                  </a:lnTo>
                  <a:lnTo>
                    <a:pt x="381" y="1344"/>
                  </a:lnTo>
                  <a:lnTo>
                    <a:pt x="337" y="1362"/>
                  </a:lnTo>
                  <a:lnTo>
                    <a:pt x="305" y="1358"/>
                  </a:lnTo>
                  <a:lnTo>
                    <a:pt x="288" y="1330"/>
                  </a:lnTo>
                  <a:lnTo>
                    <a:pt x="279" y="1303"/>
                  </a:lnTo>
                  <a:lnTo>
                    <a:pt x="259" y="1272"/>
                  </a:lnTo>
                  <a:lnTo>
                    <a:pt x="233" y="1268"/>
                  </a:lnTo>
                  <a:lnTo>
                    <a:pt x="194" y="1272"/>
                  </a:lnTo>
                  <a:lnTo>
                    <a:pt x="183" y="1254"/>
                  </a:lnTo>
                  <a:lnTo>
                    <a:pt x="165" y="1243"/>
                  </a:lnTo>
                  <a:lnTo>
                    <a:pt x="130" y="1240"/>
                  </a:lnTo>
                  <a:lnTo>
                    <a:pt x="98" y="1259"/>
                  </a:lnTo>
                  <a:lnTo>
                    <a:pt x="78" y="1266"/>
                  </a:lnTo>
                  <a:lnTo>
                    <a:pt x="72" y="1257"/>
                  </a:lnTo>
                  <a:lnTo>
                    <a:pt x="67" y="1202"/>
                  </a:lnTo>
                  <a:lnTo>
                    <a:pt x="54" y="1184"/>
                  </a:lnTo>
                  <a:lnTo>
                    <a:pt x="54" y="1173"/>
                  </a:lnTo>
                  <a:lnTo>
                    <a:pt x="69" y="1155"/>
                  </a:lnTo>
                  <a:lnTo>
                    <a:pt x="109" y="1144"/>
                  </a:lnTo>
                  <a:lnTo>
                    <a:pt x="127" y="1123"/>
                  </a:lnTo>
                  <a:lnTo>
                    <a:pt x="125" y="1092"/>
                  </a:lnTo>
                  <a:lnTo>
                    <a:pt x="116" y="1084"/>
                  </a:lnTo>
                  <a:lnTo>
                    <a:pt x="107" y="1046"/>
                  </a:lnTo>
                  <a:lnTo>
                    <a:pt x="104" y="1046"/>
                  </a:lnTo>
                  <a:lnTo>
                    <a:pt x="104" y="1031"/>
                  </a:lnTo>
                  <a:lnTo>
                    <a:pt x="118" y="1019"/>
                  </a:lnTo>
                  <a:lnTo>
                    <a:pt x="156" y="1004"/>
                  </a:lnTo>
                  <a:lnTo>
                    <a:pt x="180" y="991"/>
                  </a:lnTo>
                  <a:lnTo>
                    <a:pt x="207" y="958"/>
                  </a:lnTo>
                  <a:lnTo>
                    <a:pt x="215" y="938"/>
                  </a:lnTo>
                  <a:lnTo>
                    <a:pt x="230" y="845"/>
                  </a:lnTo>
                  <a:lnTo>
                    <a:pt x="221" y="820"/>
                  </a:lnTo>
                  <a:lnTo>
                    <a:pt x="207" y="811"/>
                  </a:lnTo>
                  <a:lnTo>
                    <a:pt x="200" y="759"/>
                  </a:lnTo>
                  <a:lnTo>
                    <a:pt x="176" y="782"/>
                  </a:lnTo>
                  <a:lnTo>
                    <a:pt x="145" y="829"/>
                  </a:lnTo>
                  <a:lnTo>
                    <a:pt x="116" y="857"/>
                  </a:lnTo>
                  <a:lnTo>
                    <a:pt x="98" y="851"/>
                  </a:lnTo>
                  <a:lnTo>
                    <a:pt x="78" y="829"/>
                  </a:lnTo>
                  <a:lnTo>
                    <a:pt x="42" y="814"/>
                  </a:lnTo>
                  <a:lnTo>
                    <a:pt x="5" y="785"/>
                  </a:lnTo>
                  <a:lnTo>
                    <a:pt x="0" y="687"/>
                  </a:lnTo>
                  <a:lnTo>
                    <a:pt x="0" y="652"/>
                  </a:lnTo>
                  <a:lnTo>
                    <a:pt x="5" y="617"/>
                  </a:lnTo>
                  <a:lnTo>
                    <a:pt x="2" y="516"/>
                  </a:lnTo>
                  <a:lnTo>
                    <a:pt x="14" y="499"/>
                  </a:lnTo>
                  <a:lnTo>
                    <a:pt x="63" y="479"/>
                  </a:lnTo>
                  <a:lnTo>
                    <a:pt x="95" y="441"/>
                  </a:lnTo>
                  <a:lnTo>
                    <a:pt x="98" y="386"/>
                  </a:lnTo>
                  <a:lnTo>
                    <a:pt x="107" y="353"/>
                  </a:lnTo>
                  <a:lnTo>
                    <a:pt x="156" y="290"/>
                  </a:lnTo>
                  <a:lnTo>
                    <a:pt x="171" y="262"/>
                  </a:lnTo>
                  <a:lnTo>
                    <a:pt x="171" y="240"/>
                  </a:lnTo>
                  <a:lnTo>
                    <a:pt x="160" y="189"/>
                  </a:lnTo>
                  <a:lnTo>
                    <a:pt x="162" y="134"/>
                  </a:lnTo>
                  <a:lnTo>
                    <a:pt x="183" y="111"/>
                  </a:lnTo>
                  <a:lnTo>
                    <a:pt x="256" y="111"/>
                  </a:lnTo>
                  <a:lnTo>
                    <a:pt x="265" y="107"/>
                  </a:lnTo>
                  <a:lnTo>
                    <a:pt x="279" y="98"/>
                  </a:lnTo>
                  <a:lnTo>
                    <a:pt x="320" y="58"/>
                  </a:lnTo>
                  <a:lnTo>
                    <a:pt x="346" y="44"/>
                  </a:lnTo>
                  <a:lnTo>
                    <a:pt x="381" y="38"/>
                  </a:lnTo>
                  <a:lnTo>
                    <a:pt x="405" y="30"/>
                  </a:lnTo>
                  <a:lnTo>
                    <a:pt x="422" y="12"/>
                  </a:lnTo>
                  <a:lnTo>
                    <a:pt x="42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8AB5020C-718F-D695-479A-14C97AB22A9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2784251" y="3172944"/>
              <a:ext cx="510878" cy="547074"/>
            </a:xfrm>
            <a:custGeom>
              <a:avLst/>
              <a:gdLst/>
              <a:ahLst/>
              <a:cxnLst>
                <a:cxn ang="0">
                  <a:pos x="32" y="649"/>
                </a:cxn>
                <a:cxn ang="0">
                  <a:pos x="76" y="466"/>
                </a:cxn>
                <a:cxn ang="0">
                  <a:pos x="70" y="347"/>
                </a:cxn>
                <a:cxn ang="0">
                  <a:pos x="113" y="261"/>
                </a:cxn>
                <a:cxn ang="0">
                  <a:pos x="169" y="141"/>
                </a:cxn>
                <a:cxn ang="0">
                  <a:pos x="250" y="101"/>
                </a:cxn>
                <a:cxn ang="0">
                  <a:pos x="478" y="34"/>
                </a:cxn>
                <a:cxn ang="0">
                  <a:pos x="615" y="0"/>
                </a:cxn>
                <a:cxn ang="0">
                  <a:pos x="837" y="17"/>
                </a:cxn>
                <a:cxn ang="0">
                  <a:pos x="912" y="77"/>
                </a:cxn>
                <a:cxn ang="0">
                  <a:pos x="977" y="173"/>
                </a:cxn>
                <a:cxn ang="0">
                  <a:pos x="993" y="217"/>
                </a:cxn>
                <a:cxn ang="0">
                  <a:pos x="1026" y="281"/>
                </a:cxn>
                <a:cxn ang="0">
                  <a:pos x="1031" y="478"/>
                </a:cxn>
                <a:cxn ang="0">
                  <a:pos x="1046" y="643"/>
                </a:cxn>
                <a:cxn ang="0">
                  <a:pos x="1128" y="669"/>
                </a:cxn>
                <a:cxn ang="0">
                  <a:pos x="1224" y="695"/>
                </a:cxn>
                <a:cxn ang="0">
                  <a:pos x="1323" y="689"/>
                </a:cxn>
                <a:cxn ang="0">
                  <a:pos x="1373" y="666"/>
                </a:cxn>
                <a:cxn ang="0">
                  <a:pos x="1489" y="711"/>
                </a:cxn>
                <a:cxn ang="0">
                  <a:pos x="1518" y="771"/>
                </a:cxn>
                <a:cxn ang="0">
                  <a:pos x="1542" y="909"/>
                </a:cxn>
                <a:cxn ang="0">
                  <a:pos x="1545" y="1028"/>
                </a:cxn>
                <a:cxn ang="0">
                  <a:pos x="1594" y="1074"/>
                </a:cxn>
                <a:cxn ang="0">
                  <a:pos x="1661" y="1086"/>
                </a:cxn>
                <a:cxn ang="0">
                  <a:pos x="1731" y="1074"/>
                </a:cxn>
                <a:cxn ang="0">
                  <a:pos x="1790" y="1083"/>
                </a:cxn>
                <a:cxn ang="0">
                  <a:pos x="1810" y="1217"/>
                </a:cxn>
                <a:cxn ang="0">
                  <a:pos x="1790" y="1295"/>
                </a:cxn>
                <a:cxn ang="0">
                  <a:pos x="1772" y="1475"/>
                </a:cxn>
                <a:cxn ang="0">
                  <a:pos x="1746" y="1654"/>
                </a:cxn>
                <a:cxn ang="0">
                  <a:pos x="1707" y="1727"/>
                </a:cxn>
                <a:cxn ang="0">
                  <a:pos x="1620" y="1809"/>
                </a:cxn>
                <a:cxn ang="0">
                  <a:pos x="1594" y="1829"/>
                </a:cxn>
                <a:cxn ang="0">
                  <a:pos x="1530" y="1887"/>
                </a:cxn>
                <a:cxn ang="0">
                  <a:pos x="1489" y="1901"/>
                </a:cxn>
                <a:cxn ang="0">
                  <a:pos x="1402" y="1909"/>
                </a:cxn>
                <a:cxn ang="0">
                  <a:pos x="1358" y="1936"/>
                </a:cxn>
                <a:cxn ang="0">
                  <a:pos x="1309" y="1929"/>
                </a:cxn>
                <a:cxn ang="0">
                  <a:pos x="1233" y="1922"/>
                </a:cxn>
                <a:cxn ang="0">
                  <a:pos x="1142" y="1869"/>
                </a:cxn>
                <a:cxn ang="0">
                  <a:pos x="927" y="1849"/>
                </a:cxn>
                <a:cxn ang="0">
                  <a:pos x="921" y="1811"/>
                </a:cxn>
                <a:cxn ang="0">
                  <a:pos x="939" y="1742"/>
                </a:cxn>
                <a:cxn ang="0">
                  <a:pos x="1039" y="1561"/>
                </a:cxn>
                <a:cxn ang="0">
                  <a:pos x="1074" y="1466"/>
                </a:cxn>
                <a:cxn ang="0">
                  <a:pos x="1057" y="1414"/>
                </a:cxn>
                <a:cxn ang="0">
                  <a:pos x="1024" y="1374"/>
                </a:cxn>
                <a:cxn ang="0">
                  <a:pos x="939" y="1336"/>
                </a:cxn>
                <a:cxn ang="0">
                  <a:pos x="842" y="1257"/>
                </a:cxn>
                <a:cxn ang="0">
                  <a:pos x="679" y="1159"/>
                </a:cxn>
                <a:cxn ang="0">
                  <a:pos x="606" y="1132"/>
                </a:cxn>
                <a:cxn ang="0">
                  <a:pos x="463" y="1121"/>
                </a:cxn>
                <a:cxn ang="0">
                  <a:pos x="402" y="1092"/>
                </a:cxn>
                <a:cxn ang="0">
                  <a:pos x="352" y="1015"/>
                </a:cxn>
                <a:cxn ang="0">
                  <a:pos x="289" y="973"/>
                </a:cxn>
                <a:cxn ang="0">
                  <a:pos x="183" y="880"/>
                </a:cxn>
                <a:cxn ang="0">
                  <a:pos x="85" y="747"/>
                </a:cxn>
                <a:cxn ang="0">
                  <a:pos x="0" y="707"/>
                </a:cxn>
              </a:cxnLst>
              <a:rect l="0" t="0" r="r" b="b"/>
              <a:pathLst>
                <a:path w="1810" h="1936">
                  <a:moveTo>
                    <a:pt x="0" y="707"/>
                  </a:moveTo>
                  <a:lnTo>
                    <a:pt x="32" y="649"/>
                  </a:lnTo>
                  <a:lnTo>
                    <a:pt x="76" y="492"/>
                  </a:lnTo>
                  <a:lnTo>
                    <a:pt x="76" y="466"/>
                  </a:lnTo>
                  <a:lnTo>
                    <a:pt x="70" y="445"/>
                  </a:lnTo>
                  <a:lnTo>
                    <a:pt x="70" y="347"/>
                  </a:lnTo>
                  <a:lnTo>
                    <a:pt x="73" y="336"/>
                  </a:lnTo>
                  <a:lnTo>
                    <a:pt x="113" y="261"/>
                  </a:lnTo>
                  <a:lnTo>
                    <a:pt x="158" y="199"/>
                  </a:lnTo>
                  <a:lnTo>
                    <a:pt x="169" y="141"/>
                  </a:lnTo>
                  <a:lnTo>
                    <a:pt x="178" y="119"/>
                  </a:lnTo>
                  <a:lnTo>
                    <a:pt x="250" y="101"/>
                  </a:lnTo>
                  <a:lnTo>
                    <a:pt x="463" y="34"/>
                  </a:lnTo>
                  <a:lnTo>
                    <a:pt x="478" y="34"/>
                  </a:lnTo>
                  <a:lnTo>
                    <a:pt x="597" y="2"/>
                  </a:lnTo>
                  <a:lnTo>
                    <a:pt x="615" y="0"/>
                  </a:lnTo>
                  <a:lnTo>
                    <a:pt x="781" y="2"/>
                  </a:lnTo>
                  <a:lnTo>
                    <a:pt x="837" y="17"/>
                  </a:lnTo>
                  <a:lnTo>
                    <a:pt x="877" y="43"/>
                  </a:lnTo>
                  <a:lnTo>
                    <a:pt x="912" y="77"/>
                  </a:lnTo>
                  <a:lnTo>
                    <a:pt x="970" y="159"/>
                  </a:lnTo>
                  <a:lnTo>
                    <a:pt x="977" y="173"/>
                  </a:lnTo>
                  <a:lnTo>
                    <a:pt x="1002" y="199"/>
                  </a:lnTo>
                  <a:lnTo>
                    <a:pt x="993" y="217"/>
                  </a:lnTo>
                  <a:lnTo>
                    <a:pt x="993" y="228"/>
                  </a:lnTo>
                  <a:lnTo>
                    <a:pt x="1026" y="281"/>
                  </a:lnTo>
                  <a:lnTo>
                    <a:pt x="1028" y="292"/>
                  </a:lnTo>
                  <a:lnTo>
                    <a:pt x="1031" y="478"/>
                  </a:lnTo>
                  <a:lnTo>
                    <a:pt x="1028" y="611"/>
                  </a:lnTo>
                  <a:lnTo>
                    <a:pt x="1046" y="643"/>
                  </a:lnTo>
                  <a:lnTo>
                    <a:pt x="1067" y="654"/>
                  </a:lnTo>
                  <a:lnTo>
                    <a:pt x="1128" y="669"/>
                  </a:lnTo>
                  <a:lnTo>
                    <a:pt x="1158" y="683"/>
                  </a:lnTo>
                  <a:lnTo>
                    <a:pt x="1224" y="695"/>
                  </a:lnTo>
                  <a:lnTo>
                    <a:pt x="1271" y="695"/>
                  </a:lnTo>
                  <a:lnTo>
                    <a:pt x="1323" y="689"/>
                  </a:lnTo>
                  <a:lnTo>
                    <a:pt x="1340" y="677"/>
                  </a:lnTo>
                  <a:lnTo>
                    <a:pt x="1373" y="666"/>
                  </a:lnTo>
                  <a:lnTo>
                    <a:pt x="1398" y="683"/>
                  </a:lnTo>
                  <a:lnTo>
                    <a:pt x="1489" y="711"/>
                  </a:lnTo>
                  <a:lnTo>
                    <a:pt x="1512" y="747"/>
                  </a:lnTo>
                  <a:lnTo>
                    <a:pt x="1518" y="771"/>
                  </a:lnTo>
                  <a:lnTo>
                    <a:pt x="1530" y="860"/>
                  </a:lnTo>
                  <a:lnTo>
                    <a:pt x="1542" y="909"/>
                  </a:lnTo>
                  <a:lnTo>
                    <a:pt x="1539" y="1008"/>
                  </a:lnTo>
                  <a:lnTo>
                    <a:pt x="1545" y="1028"/>
                  </a:lnTo>
                  <a:lnTo>
                    <a:pt x="1565" y="1057"/>
                  </a:lnTo>
                  <a:lnTo>
                    <a:pt x="1594" y="1074"/>
                  </a:lnTo>
                  <a:lnTo>
                    <a:pt x="1620" y="1083"/>
                  </a:lnTo>
                  <a:lnTo>
                    <a:pt x="1661" y="1086"/>
                  </a:lnTo>
                  <a:lnTo>
                    <a:pt x="1681" y="1077"/>
                  </a:lnTo>
                  <a:lnTo>
                    <a:pt x="1731" y="1074"/>
                  </a:lnTo>
                  <a:lnTo>
                    <a:pt x="1769" y="1066"/>
                  </a:lnTo>
                  <a:lnTo>
                    <a:pt x="1790" y="1083"/>
                  </a:lnTo>
                  <a:lnTo>
                    <a:pt x="1810" y="1121"/>
                  </a:lnTo>
                  <a:lnTo>
                    <a:pt x="1810" y="1217"/>
                  </a:lnTo>
                  <a:lnTo>
                    <a:pt x="1804" y="1228"/>
                  </a:lnTo>
                  <a:lnTo>
                    <a:pt x="1790" y="1295"/>
                  </a:lnTo>
                  <a:lnTo>
                    <a:pt x="1775" y="1397"/>
                  </a:lnTo>
                  <a:lnTo>
                    <a:pt x="1772" y="1475"/>
                  </a:lnTo>
                  <a:lnTo>
                    <a:pt x="1758" y="1594"/>
                  </a:lnTo>
                  <a:lnTo>
                    <a:pt x="1746" y="1654"/>
                  </a:lnTo>
                  <a:lnTo>
                    <a:pt x="1731" y="1692"/>
                  </a:lnTo>
                  <a:lnTo>
                    <a:pt x="1707" y="1727"/>
                  </a:lnTo>
                  <a:lnTo>
                    <a:pt x="1675" y="1765"/>
                  </a:lnTo>
                  <a:lnTo>
                    <a:pt x="1620" y="1809"/>
                  </a:lnTo>
                  <a:lnTo>
                    <a:pt x="1612" y="1820"/>
                  </a:lnTo>
                  <a:lnTo>
                    <a:pt x="1594" y="1829"/>
                  </a:lnTo>
                  <a:lnTo>
                    <a:pt x="1539" y="1872"/>
                  </a:lnTo>
                  <a:lnTo>
                    <a:pt x="1530" y="1887"/>
                  </a:lnTo>
                  <a:lnTo>
                    <a:pt x="1521" y="1893"/>
                  </a:lnTo>
                  <a:lnTo>
                    <a:pt x="1489" y="1901"/>
                  </a:lnTo>
                  <a:lnTo>
                    <a:pt x="1433" y="1896"/>
                  </a:lnTo>
                  <a:lnTo>
                    <a:pt x="1402" y="1909"/>
                  </a:lnTo>
                  <a:lnTo>
                    <a:pt x="1387" y="1927"/>
                  </a:lnTo>
                  <a:lnTo>
                    <a:pt x="1358" y="1936"/>
                  </a:lnTo>
                  <a:lnTo>
                    <a:pt x="1332" y="1936"/>
                  </a:lnTo>
                  <a:lnTo>
                    <a:pt x="1309" y="1929"/>
                  </a:lnTo>
                  <a:lnTo>
                    <a:pt x="1274" y="1933"/>
                  </a:lnTo>
                  <a:lnTo>
                    <a:pt x="1233" y="1922"/>
                  </a:lnTo>
                  <a:lnTo>
                    <a:pt x="1166" y="1878"/>
                  </a:lnTo>
                  <a:lnTo>
                    <a:pt x="1142" y="1869"/>
                  </a:lnTo>
                  <a:lnTo>
                    <a:pt x="1015" y="1849"/>
                  </a:lnTo>
                  <a:lnTo>
                    <a:pt x="927" y="1849"/>
                  </a:lnTo>
                  <a:lnTo>
                    <a:pt x="921" y="1838"/>
                  </a:lnTo>
                  <a:lnTo>
                    <a:pt x="921" y="1811"/>
                  </a:lnTo>
                  <a:lnTo>
                    <a:pt x="930" y="1775"/>
                  </a:lnTo>
                  <a:lnTo>
                    <a:pt x="939" y="1742"/>
                  </a:lnTo>
                  <a:lnTo>
                    <a:pt x="982" y="1646"/>
                  </a:lnTo>
                  <a:lnTo>
                    <a:pt x="1039" y="1561"/>
                  </a:lnTo>
                  <a:lnTo>
                    <a:pt x="1073" y="1507"/>
                  </a:lnTo>
                  <a:lnTo>
                    <a:pt x="1074" y="1466"/>
                  </a:lnTo>
                  <a:lnTo>
                    <a:pt x="1067" y="1432"/>
                  </a:lnTo>
                  <a:lnTo>
                    <a:pt x="1057" y="1414"/>
                  </a:lnTo>
                  <a:lnTo>
                    <a:pt x="1046" y="1408"/>
                  </a:lnTo>
                  <a:lnTo>
                    <a:pt x="1024" y="1374"/>
                  </a:lnTo>
                  <a:lnTo>
                    <a:pt x="993" y="1353"/>
                  </a:lnTo>
                  <a:lnTo>
                    <a:pt x="939" y="1336"/>
                  </a:lnTo>
                  <a:lnTo>
                    <a:pt x="904" y="1292"/>
                  </a:lnTo>
                  <a:lnTo>
                    <a:pt x="842" y="1257"/>
                  </a:lnTo>
                  <a:lnTo>
                    <a:pt x="781" y="1232"/>
                  </a:lnTo>
                  <a:lnTo>
                    <a:pt x="679" y="1159"/>
                  </a:lnTo>
                  <a:lnTo>
                    <a:pt x="655" y="1146"/>
                  </a:lnTo>
                  <a:lnTo>
                    <a:pt x="606" y="1132"/>
                  </a:lnTo>
                  <a:lnTo>
                    <a:pt x="498" y="1127"/>
                  </a:lnTo>
                  <a:lnTo>
                    <a:pt x="463" y="1121"/>
                  </a:lnTo>
                  <a:lnTo>
                    <a:pt x="419" y="1104"/>
                  </a:lnTo>
                  <a:lnTo>
                    <a:pt x="402" y="1092"/>
                  </a:lnTo>
                  <a:lnTo>
                    <a:pt x="394" y="1083"/>
                  </a:lnTo>
                  <a:lnTo>
                    <a:pt x="352" y="1015"/>
                  </a:lnTo>
                  <a:lnTo>
                    <a:pt x="334" y="999"/>
                  </a:lnTo>
                  <a:lnTo>
                    <a:pt x="289" y="973"/>
                  </a:lnTo>
                  <a:lnTo>
                    <a:pt x="195" y="900"/>
                  </a:lnTo>
                  <a:lnTo>
                    <a:pt x="183" y="880"/>
                  </a:lnTo>
                  <a:lnTo>
                    <a:pt x="129" y="829"/>
                  </a:lnTo>
                  <a:lnTo>
                    <a:pt x="85" y="747"/>
                  </a:lnTo>
                  <a:lnTo>
                    <a:pt x="64" y="726"/>
                  </a:lnTo>
                  <a:lnTo>
                    <a:pt x="0" y="7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F1856623-557C-FE45-AED5-AF617B615A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93181" y="1224274"/>
              <a:ext cx="54253" cy="20346"/>
              <a:chOff x="2721" y="1145"/>
              <a:chExt cx="24" cy="9"/>
            </a:xfrm>
            <a:grpFill/>
          </p:grpSpPr>
          <p:sp>
            <p:nvSpPr>
              <p:cNvPr id="278" name="Freeform 18">
                <a:extLst>
                  <a:ext uri="{FF2B5EF4-FFF2-40B4-BE49-F238E27FC236}">
                    <a16:creationId xmlns:a16="http://schemas.microsoft.com/office/drawing/2014/main" id="{1189FE98-E0C7-17C5-7273-8456B998203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21" y="1145"/>
                <a:ext cx="8" cy="8"/>
              </a:xfrm>
              <a:custGeom>
                <a:avLst/>
                <a:gdLst/>
                <a:ahLst/>
                <a:cxnLst>
                  <a:cxn ang="0">
                    <a:pos x="17" y="26"/>
                  </a:cxn>
                  <a:cxn ang="0">
                    <a:pos x="0" y="0"/>
                  </a:cxn>
                  <a:cxn ang="0">
                    <a:pos x="0" y="7"/>
                  </a:cxn>
                  <a:cxn ang="0">
                    <a:pos x="2" y="28"/>
                  </a:cxn>
                  <a:cxn ang="0">
                    <a:pos x="17" y="49"/>
                  </a:cxn>
                  <a:cxn ang="0">
                    <a:pos x="69" y="71"/>
                  </a:cxn>
                  <a:cxn ang="0">
                    <a:pos x="69" y="59"/>
                  </a:cxn>
                  <a:cxn ang="0">
                    <a:pos x="40" y="48"/>
                  </a:cxn>
                  <a:cxn ang="0">
                    <a:pos x="17" y="26"/>
                  </a:cxn>
                </a:cxnLst>
                <a:rect l="0" t="0" r="r" b="b"/>
                <a:pathLst>
                  <a:path w="69" h="71">
                    <a:moveTo>
                      <a:pt x="17" y="26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2" y="28"/>
                    </a:lnTo>
                    <a:lnTo>
                      <a:pt x="17" y="49"/>
                    </a:lnTo>
                    <a:lnTo>
                      <a:pt x="69" y="71"/>
                    </a:lnTo>
                    <a:lnTo>
                      <a:pt x="69" y="59"/>
                    </a:lnTo>
                    <a:lnTo>
                      <a:pt x="40" y="48"/>
                    </a:lnTo>
                    <a:lnTo>
                      <a:pt x="17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79" name="Freeform 19">
                <a:extLst>
                  <a:ext uri="{FF2B5EF4-FFF2-40B4-BE49-F238E27FC236}">
                    <a16:creationId xmlns:a16="http://schemas.microsoft.com/office/drawing/2014/main" id="{ACA949A9-BA87-22F0-A04B-0ED56036188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9" y="1147"/>
                <a:ext cx="6" cy="7"/>
              </a:xfrm>
              <a:custGeom>
                <a:avLst/>
                <a:gdLst/>
                <a:ahLst/>
                <a:cxnLst>
                  <a:cxn ang="0">
                    <a:pos x="13" y="11"/>
                  </a:cxn>
                  <a:cxn ang="0">
                    <a:pos x="0" y="0"/>
                  </a:cxn>
                  <a:cxn ang="0">
                    <a:pos x="9" y="19"/>
                  </a:cxn>
                  <a:cxn ang="0">
                    <a:pos x="25" y="36"/>
                  </a:cxn>
                  <a:cxn ang="0">
                    <a:pos x="35" y="56"/>
                  </a:cxn>
                  <a:cxn ang="0">
                    <a:pos x="42" y="59"/>
                  </a:cxn>
                  <a:cxn ang="0">
                    <a:pos x="47" y="26"/>
                  </a:cxn>
                  <a:cxn ang="0">
                    <a:pos x="35" y="16"/>
                  </a:cxn>
                  <a:cxn ang="0">
                    <a:pos x="13" y="11"/>
                  </a:cxn>
                </a:cxnLst>
                <a:rect l="0" t="0" r="r" b="b"/>
                <a:pathLst>
                  <a:path w="47" h="59">
                    <a:moveTo>
                      <a:pt x="13" y="11"/>
                    </a:moveTo>
                    <a:lnTo>
                      <a:pt x="0" y="0"/>
                    </a:lnTo>
                    <a:lnTo>
                      <a:pt x="9" y="19"/>
                    </a:lnTo>
                    <a:lnTo>
                      <a:pt x="25" y="36"/>
                    </a:lnTo>
                    <a:lnTo>
                      <a:pt x="35" y="56"/>
                    </a:lnTo>
                    <a:lnTo>
                      <a:pt x="42" y="59"/>
                    </a:lnTo>
                    <a:lnTo>
                      <a:pt x="47" y="26"/>
                    </a:lnTo>
                    <a:lnTo>
                      <a:pt x="35" y="16"/>
                    </a:lnTo>
                    <a:lnTo>
                      <a:pt x="13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</p:grpSp>
        <p:sp>
          <p:nvSpPr>
            <p:cNvPr id="7" name="Freeform 21">
              <a:extLst>
                <a:ext uri="{FF2B5EF4-FFF2-40B4-BE49-F238E27FC236}">
                  <a16:creationId xmlns:a16="http://schemas.microsoft.com/office/drawing/2014/main" id="{4C568E70-51C7-9670-1D0D-1092C091826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2833983" y="1323742"/>
              <a:ext cx="56513" cy="47473"/>
            </a:xfrm>
            <a:custGeom>
              <a:avLst/>
              <a:gdLst/>
              <a:ahLst/>
              <a:cxnLst>
                <a:cxn ang="0">
                  <a:pos x="199" y="18"/>
                </a:cxn>
                <a:cxn ang="0">
                  <a:pos x="185" y="33"/>
                </a:cxn>
                <a:cxn ang="0">
                  <a:pos x="179" y="73"/>
                </a:cxn>
                <a:cxn ang="0">
                  <a:pos x="185" y="99"/>
                </a:cxn>
                <a:cxn ang="0">
                  <a:pos x="191" y="105"/>
                </a:cxn>
                <a:cxn ang="0">
                  <a:pos x="188" y="140"/>
                </a:cxn>
                <a:cxn ang="0">
                  <a:pos x="161" y="160"/>
                </a:cxn>
                <a:cxn ang="0">
                  <a:pos x="121" y="168"/>
                </a:cxn>
                <a:cxn ang="0">
                  <a:pos x="3" y="168"/>
                </a:cxn>
                <a:cxn ang="0">
                  <a:pos x="0" y="160"/>
                </a:cxn>
                <a:cxn ang="0">
                  <a:pos x="70" y="133"/>
                </a:cxn>
                <a:cxn ang="0">
                  <a:pos x="83" y="108"/>
                </a:cxn>
                <a:cxn ang="0">
                  <a:pos x="88" y="59"/>
                </a:cxn>
                <a:cxn ang="0">
                  <a:pos x="85" y="50"/>
                </a:cxn>
                <a:cxn ang="0">
                  <a:pos x="77" y="44"/>
                </a:cxn>
                <a:cxn ang="0">
                  <a:pos x="54" y="42"/>
                </a:cxn>
                <a:cxn ang="0">
                  <a:pos x="50" y="24"/>
                </a:cxn>
                <a:cxn ang="0">
                  <a:pos x="59" y="24"/>
                </a:cxn>
                <a:cxn ang="0">
                  <a:pos x="77" y="15"/>
                </a:cxn>
                <a:cxn ang="0">
                  <a:pos x="143" y="13"/>
                </a:cxn>
                <a:cxn ang="0">
                  <a:pos x="191" y="0"/>
                </a:cxn>
                <a:cxn ang="0">
                  <a:pos x="199" y="0"/>
                </a:cxn>
                <a:cxn ang="0">
                  <a:pos x="199" y="18"/>
                </a:cxn>
              </a:cxnLst>
              <a:rect l="0" t="0" r="r" b="b"/>
              <a:pathLst>
                <a:path w="199" h="168">
                  <a:moveTo>
                    <a:pt x="199" y="18"/>
                  </a:moveTo>
                  <a:lnTo>
                    <a:pt x="185" y="33"/>
                  </a:lnTo>
                  <a:lnTo>
                    <a:pt x="179" y="73"/>
                  </a:lnTo>
                  <a:lnTo>
                    <a:pt x="185" y="99"/>
                  </a:lnTo>
                  <a:lnTo>
                    <a:pt x="191" y="105"/>
                  </a:lnTo>
                  <a:lnTo>
                    <a:pt x="188" y="140"/>
                  </a:lnTo>
                  <a:lnTo>
                    <a:pt x="161" y="160"/>
                  </a:lnTo>
                  <a:lnTo>
                    <a:pt x="121" y="168"/>
                  </a:lnTo>
                  <a:lnTo>
                    <a:pt x="3" y="168"/>
                  </a:lnTo>
                  <a:lnTo>
                    <a:pt x="0" y="160"/>
                  </a:lnTo>
                  <a:lnTo>
                    <a:pt x="70" y="133"/>
                  </a:lnTo>
                  <a:lnTo>
                    <a:pt x="83" y="108"/>
                  </a:lnTo>
                  <a:lnTo>
                    <a:pt x="88" y="59"/>
                  </a:lnTo>
                  <a:lnTo>
                    <a:pt x="85" y="50"/>
                  </a:lnTo>
                  <a:lnTo>
                    <a:pt x="77" y="44"/>
                  </a:lnTo>
                  <a:lnTo>
                    <a:pt x="54" y="42"/>
                  </a:lnTo>
                  <a:lnTo>
                    <a:pt x="50" y="24"/>
                  </a:lnTo>
                  <a:lnTo>
                    <a:pt x="59" y="24"/>
                  </a:lnTo>
                  <a:lnTo>
                    <a:pt x="77" y="15"/>
                  </a:lnTo>
                  <a:lnTo>
                    <a:pt x="143" y="13"/>
                  </a:lnTo>
                  <a:lnTo>
                    <a:pt x="191" y="0"/>
                  </a:lnTo>
                  <a:lnTo>
                    <a:pt x="199" y="0"/>
                  </a:lnTo>
                  <a:lnTo>
                    <a:pt x="199" y="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grpSp>
          <p:nvGrpSpPr>
            <p:cNvPr id="8" name="Group 22">
              <a:extLst>
                <a:ext uri="{FF2B5EF4-FFF2-40B4-BE49-F238E27FC236}">
                  <a16:creationId xmlns:a16="http://schemas.microsoft.com/office/drawing/2014/main" id="{97DF6A0B-A069-0281-C462-A62220A7AF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106095" y="1667359"/>
              <a:ext cx="2378069" cy="2495744"/>
              <a:chOff x="2594" y="1341"/>
              <a:chExt cx="1052" cy="1104"/>
            </a:xfrm>
            <a:grpFill/>
          </p:grpSpPr>
          <p:sp>
            <p:nvSpPr>
              <p:cNvPr id="263" name="Freeform 23">
                <a:extLst>
                  <a:ext uri="{FF2B5EF4-FFF2-40B4-BE49-F238E27FC236}">
                    <a16:creationId xmlns:a16="http://schemas.microsoft.com/office/drawing/2014/main" id="{504330B4-6ED2-640D-5C18-E98C931F029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28" y="1468"/>
                <a:ext cx="16" cy="13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0" y="32"/>
                  </a:cxn>
                  <a:cxn ang="0">
                    <a:pos x="0" y="56"/>
                  </a:cxn>
                  <a:cxn ang="0">
                    <a:pos x="27" y="86"/>
                  </a:cxn>
                  <a:cxn ang="0">
                    <a:pos x="63" y="92"/>
                  </a:cxn>
                  <a:cxn ang="0">
                    <a:pos x="92" y="103"/>
                  </a:cxn>
                  <a:cxn ang="0">
                    <a:pos x="122" y="99"/>
                  </a:cxn>
                  <a:cxn ang="0">
                    <a:pos x="125" y="71"/>
                  </a:cxn>
                  <a:cxn ang="0">
                    <a:pos x="103" y="52"/>
                  </a:cxn>
                  <a:cxn ang="0">
                    <a:pos x="72" y="46"/>
                  </a:cxn>
                  <a:cxn ang="0">
                    <a:pos x="46" y="27"/>
                  </a:cxn>
                  <a:cxn ang="0">
                    <a:pos x="31" y="0"/>
                  </a:cxn>
                </a:cxnLst>
                <a:rect l="0" t="0" r="r" b="b"/>
                <a:pathLst>
                  <a:path w="125" h="103">
                    <a:moveTo>
                      <a:pt x="31" y="0"/>
                    </a:moveTo>
                    <a:lnTo>
                      <a:pt x="0" y="32"/>
                    </a:lnTo>
                    <a:lnTo>
                      <a:pt x="0" y="56"/>
                    </a:lnTo>
                    <a:lnTo>
                      <a:pt x="27" y="86"/>
                    </a:lnTo>
                    <a:lnTo>
                      <a:pt x="63" y="92"/>
                    </a:lnTo>
                    <a:lnTo>
                      <a:pt x="92" y="103"/>
                    </a:lnTo>
                    <a:lnTo>
                      <a:pt x="122" y="99"/>
                    </a:lnTo>
                    <a:lnTo>
                      <a:pt x="125" y="71"/>
                    </a:lnTo>
                    <a:lnTo>
                      <a:pt x="103" y="52"/>
                    </a:lnTo>
                    <a:lnTo>
                      <a:pt x="72" y="46"/>
                    </a:lnTo>
                    <a:lnTo>
                      <a:pt x="46" y="27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64" name="Freeform 24">
                <a:extLst>
                  <a:ext uri="{FF2B5EF4-FFF2-40B4-BE49-F238E27FC236}">
                    <a16:creationId xmlns:a16="http://schemas.microsoft.com/office/drawing/2014/main" id="{89496937-CBDC-8579-FB4A-E3ABAFFE35B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46" y="1480"/>
                <a:ext cx="9" cy="6"/>
              </a:xfrm>
              <a:custGeom>
                <a:avLst/>
                <a:gdLst/>
                <a:ahLst/>
                <a:cxnLst>
                  <a:cxn ang="0">
                    <a:pos x="67" y="34"/>
                  </a:cxn>
                  <a:cxn ang="0">
                    <a:pos x="44" y="46"/>
                  </a:cxn>
                  <a:cxn ang="0">
                    <a:pos x="4" y="46"/>
                  </a:cxn>
                  <a:cxn ang="0">
                    <a:pos x="0" y="43"/>
                  </a:cxn>
                  <a:cxn ang="0">
                    <a:pos x="0" y="32"/>
                  </a:cxn>
                  <a:cxn ang="0">
                    <a:pos x="4" y="26"/>
                  </a:cxn>
                  <a:cxn ang="0">
                    <a:pos x="11" y="26"/>
                  </a:cxn>
                  <a:cxn ang="0">
                    <a:pos x="35" y="3"/>
                  </a:cxn>
                  <a:cxn ang="0">
                    <a:pos x="44" y="0"/>
                  </a:cxn>
                  <a:cxn ang="0">
                    <a:pos x="58" y="0"/>
                  </a:cxn>
                  <a:cxn ang="0">
                    <a:pos x="73" y="6"/>
                  </a:cxn>
                  <a:cxn ang="0">
                    <a:pos x="73" y="23"/>
                  </a:cxn>
                  <a:cxn ang="0">
                    <a:pos x="67" y="34"/>
                  </a:cxn>
                </a:cxnLst>
                <a:rect l="0" t="0" r="r" b="b"/>
                <a:pathLst>
                  <a:path w="73" h="46">
                    <a:moveTo>
                      <a:pt x="67" y="34"/>
                    </a:moveTo>
                    <a:lnTo>
                      <a:pt x="44" y="46"/>
                    </a:lnTo>
                    <a:lnTo>
                      <a:pt x="4" y="46"/>
                    </a:lnTo>
                    <a:lnTo>
                      <a:pt x="0" y="43"/>
                    </a:lnTo>
                    <a:lnTo>
                      <a:pt x="0" y="32"/>
                    </a:lnTo>
                    <a:lnTo>
                      <a:pt x="4" y="26"/>
                    </a:lnTo>
                    <a:lnTo>
                      <a:pt x="11" y="26"/>
                    </a:lnTo>
                    <a:lnTo>
                      <a:pt x="35" y="3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73" y="6"/>
                    </a:lnTo>
                    <a:lnTo>
                      <a:pt x="73" y="23"/>
                    </a:lnTo>
                    <a:lnTo>
                      <a:pt x="67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65" name="Freeform 25">
                <a:extLst>
                  <a:ext uri="{FF2B5EF4-FFF2-40B4-BE49-F238E27FC236}">
                    <a16:creationId xmlns:a16="http://schemas.microsoft.com/office/drawing/2014/main" id="{C76DDBEB-E503-E4A9-49D9-B6947123D2B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23" y="1486"/>
                <a:ext cx="57" cy="43"/>
              </a:xfrm>
              <a:custGeom>
                <a:avLst/>
                <a:gdLst/>
                <a:ahLst/>
                <a:cxnLst>
                  <a:cxn ang="0">
                    <a:pos x="456" y="38"/>
                  </a:cxn>
                  <a:cxn ang="0">
                    <a:pos x="456" y="133"/>
                  </a:cxn>
                  <a:cxn ang="0">
                    <a:pos x="452" y="151"/>
                  </a:cxn>
                  <a:cxn ang="0">
                    <a:pos x="377" y="255"/>
                  </a:cxn>
                  <a:cxn ang="0">
                    <a:pos x="324" y="296"/>
                  </a:cxn>
                  <a:cxn ang="0">
                    <a:pos x="271" y="319"/>
                  </a:cxn>
                  <a:cxn ang="0">
                    <a:pos x="161" y="348"/>
                  </a:cxn>
                  <a:cxn ang="0">
                    <a:pos x="144" y="341"/>
                  </a:cxn>
                  <a:cxn ang="0">
                    <a:pos x="62" y="341"/>
                  </a:cxn>
                  <a:cxn ang="0">
                    <a:pos x="30" y="328"/>
                  </a:cxn>
                  <a:cxn ang="0">
                    <a:pos x="14" y="308"/>
                  </a:cxn>
                  <a:cxn ang="0">
                    <a:pos x="14" y="255"/>
                  </a:cxn>
                  <a:cxn ang="0">
                    <a:pos x="6" y="217"/>
                  </a:cxn>
                  <a:cxn ang="0">
                    <a:pos x="6" y="192"/>
                  </a:cxn>
                  <a:cxn ang="0">
                    <a:pos x="0" y="160"/>
                  </a:cxn>
                  <a:cxn ang="0">
                    <a:pos x="0" y="64"/>
                  </a:cxn>
                  <a:cxn ang="0">
                    <a:pos x="12" y="46"/>
                  </a:cxn>
                  <a:cxn ang="0">
                    <a:pos x="50" y="29"/>
                  </a:cxn>
                  <a:cxn ang="0">
                    <a:pos x="58" y="18"/>
                  </a:cxn>
                  <a:cxn ang="0">
                    <a:pos x="97" y="6"/>
                  </a:cxn>
                  <a:cxn ang="0">
                    <a:pos x="144" y="6"/>
                  </a:cxn>
                  <a:cxn ang="0">
                    <a:pos x="167" y="9"/>
                  </a:cxn>
                  <a:cxn ang="0">
                    <a:pos x="213" y="24"/>
                  </a:cxn>
                  <a:cxn ang="0">
                    <a:pos x="246" y="24"/>
                  </a:cxn>
                  <a:cxn ang="0">
                    <a:pos x="298" y="9"/>
                  </a:cxn>
                  <a:cxn ang="0">
                    <a:pos x="371" y="0"/>
                  </a:cxn>
                  <a:cxn ang="0">
                    <a:pos x="417" y="6"/>
                  </a:cxn>
                  <a:cxn ang="0">
                    <a:pos x="435" y="15"/>
                  </a:cxn>
                  <a:cxn ang="0">
                    <a:pos x="447" y="29"/>
                  </a:cxn>
                  <a:cxn ang="0">
                    <a:pos x="447" y="35"/>
                  </a:cxn>
                  <a:cxn ang="0">
                    <a:pos x="456" y="38"/>
                  </a:cxn>
                </a:cxnLst>
                <a:rect l="0" t="0" r="r" b="b"/>
                <a:pathLst>
                  <a:path w="456" h="348">
                    <a:moveTo>
                      <a:pt x="456" y="38"/>
                    </a:moveTo>
                    <a:lnTo>
                      <a:pt x="456" y="133"/>
                    </a:lnTo>
                    <a:lnTo>
                      <a:pt x="452" y="151"/>
                    </a:lnTo>
                    <a:lnTo>
                      <a:pt x="377" y="255"/>
                    </a:lnTo>
                    <a:lnTo>
                      <a:pt x="324" y="296"/>
                    </a:lnTo>
                    <a:lnTo>
                      <a:pt x="271" y="319"/>
                    </a:lnTo>
                    <a:lnTo>
                      <a:pt x="161" y="348"/>
                    </a:lnTo>
                    <a:lnTo>
                      <a:pt x="144" y="341"/>
                    </a:lnTo>
                    <a:lnTo>
                      <a:pt x="62" y="341"/>
                    </a:lnTo>
                    <a:lnTo>
                      <a:pt x="30" y="328"/>
                    </a:lnTo>
                    <a:lnTo>
                      <a:pt x="14" y="308"/>
                    </a:lnTo>
                    <a:lnTo>
                      <a:pt x="14" y="255"/>
                    </a:lnTo>
                    <a:lnTo>
                      <a:pt x="6" y="217"/>
                    </a:lnTo>
                    <a:lnTo>
                      <a:pt x="6" y="192"/>
                    </a:lnTo>
                    <a:lnTo>
                      <a:pt x="0" y="160"/>
                    </a:lnTo>
                    <a:lnTo>
                      <a:pt x="0" y="64"/>
                    </a:lnTo>
                    <a:lnTo>
                      <a:pt x="12" y="46"/>
                    </a:lnTo>
                    <a:lnTo>
                      <a:pt x="50" y="29"/>
                    </a:lnTo>
                    <a:lnTo>
                      <a:pt x="58" y="18"/>
                    </a:lnTo>
                    <a:lnTo>
                      <a:pt x="97" y="6"/>
                    </a:lnTo>
                    <a:lnTo>
                      <a:pt x="144" y="6"/>
                    </a:lnTo>
                    <a:lnTo>
                      <a:pt x="167" y="9"/>
                    </a:lnTo>
                    <a:lnTo>
                      <a:pt x="213" y="24"/>
                    </a:lnTo>
                    <a:lnTo>
                      <a:pt x="246" y="24"/>
                    </a:lnTo>
                    <a:lnTo>
                      <a:pt x="298" y="9"/>
                    </a:lnTo>
                    <a:lnTo>
                      <a:pt x="371" y="0"/>
                    </a:lnTo>
                    <a:lnTo>
                      <a:pt x="417" y="6"/>
                    </a:lnTo>
                    <a:lnTo>
                      <a:pt x="435" y="15"/>
                    </a:lnTo>
                    <a:lnTo>
                      <a:pt x="447" y="29"/>
                    </a:lnTo>
                    <a:lnTo>
                      <a:pt x="447" y="35"/>
                    </a:lnTo>
                    <a:lnTo>
                      <a:pt x="456" y="3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66" name="Freeform 26">
                <a:extLst>
                  <a:ext uri="{FF2B5EF4-FFF2-40B4-BE49-F238E27FC236}">
                    <a16:creationId xmlns:a16="http://schemas.microsoft.com/office/drawing/2014/main" id="{C7CDA242-876C-773D-6CD5-B5341419358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08" y="1482"/>
                <a:ext cx="15" cy="19"/>
              </a:xfrm>
              <a:custGeom>
                <a:avLst/>
                <a:gdLst/>
                <a:ahLst/>
                <a:cxnLst>
                  <a:cxn ang="0">
                    <a:pos x="122" y="60"/>
                  </a:cxn>
                  <a:cxn ang="0">
                    <a:pos x="122" y="69"/>
                  </a:cxn>
                  <a:cxn ang="0">
                    <a:pos x="94" y="95"/>
                  </a:cxn>
                  <a:cxn ang="0">
                    <a:pos x="90" y="104"/>
                  </a:cxn>
                  <a:cxn ang="0">
                    <a:pos x="47" y="148"/>
                  </a:cxn>
                  <a:cxn ang="0">
                    <a:pos x="18" y="150"/>
                  </a:cxn>
                  <a:cxn ang="0">
                    <a:pos x="18" y="130"/>
                  </a:cxn>
                  <a:cxn ang="0">
                    <a:pos x="0" y="119"/>
                  </a:cxn>
                  <a:cxn ang="0">
                    <a:pos x="0" y="104"/>
                  </a:cxn>
                  <a:cxn ang="0">
                    <a:pos x="5" y="86"/>
                  </a:cxn>
                  <a:cxn ang="0">
                    <a:pos x="35" y="58"/>
                  </a:cxn>
                  <a:cxn ang="0">
                    <a:pos x="38" y="37"/>
                  </a:cxn>
                  <a:cxn ang="0">
                    <a:pos x="43" y="26"/>
                  </a:cxn>
                  <a:cxn ang="0">
                    <a:pos x="58" y="17"/>
                  </a:cxn>
                  <a:cxn ang="0">
                    <a:pos x="90" y="8"/>
                  </a:cxn>
                  <a:cxn ang="0">
                    <a:pos x="94" y="2"/>
                  </a:cxn>
                  <a:cxn ang="0">
                    <a:pos x="119" y="0"/>
                  </a:cxn>
                  <a:cxn ang="0">
                    <a:pos x="122" y="8"/>
                  </a:cxn>
                  <a:cxn ang="0">
                    <a:pos x="90" y="26"/>
                  </a:cxn>
                  <a:cxn ang="0">
                    <a:pos x="78" y="37"/>
                  </a:cxn>
                  <a:cxn ang="0">
                    <a:pos x="76" y="49"/>
                  </a:cxn>
                  <a:cxn ang="0">
                    <a:pos x="113" y="42"/>
                  </a:cxn>
                  <a:cxn ang="0">
                    <a:pos x="116" y="58"/>
                  </a:cxn>
                  <a:cxn ang="0">
                    <a:pos x="122" y="60"/>
                  </a:cxn>
                </a:cxnLst>
                <a:rect l="0" t="0" r="r" b="b"/>
                <a:pathLst>
                  <a:path w="122" h="150">
                    <a:moveTo>
                      <a:pt x="122" y="60"/>
                    </a:moveTo>
                    <a:lnTo>
                      <a:pt x="122" y="69"/>
                    </a:lnTo>
                    <a:lnTo>
                      <a:pt x="94" y="95"/>
                    </a:lnTo>
                    <a:lnTo>
                      <a:pt x="90" y="104"/>
                    </a:lnTo>
                    <a:lnTo>
                      <a:pt x="47" y="148"/>
                    </a:lnTo>
                    <a:lnTo>
                      <a:pt x="18" y="150"/>
                    </a:lnTo>
                    <a:lnTo>
                      <a:pt x="18" y="130"/>
                    </a:lnTo>
                    <a:lnTo>
                      <a:pt x="0" y="119"/>
                    </a:lnTo>
                    <a:lnTo>
                      <a:pt x="0" y="104"/>
                    </a:lnTo>
                    <a:lnTo>
                      <a:pt x="5" y="86"/>
                    </a:lnTo>
                    <a:lnTo>
                      <a:pt x="35" y="58"/>
                    </a:lnTo>
                    <a:lnTo>
                      <a:pt x="38" y="37"/>
                    </a:lnTo>
                    <a:lnTo>
                      <a:pt x="43" y="26"/>
                    </a:lnTo>
                    <a:lnTo>
                      <a:pt x="58" y="17"/>
                    </a:lnTo>
                    <a:lnTo>
                      <a:pt x="90" y="8"/>
                    </a:lnTo>
                    <a:lnTo>
                      <a:pt x="94" y="2"/>
                    </a:lnTo>
                    <a:lnTo>
                      <a:pt x="119" y="0"/>
                    </a:lnTo>
                    <a:lnTo>
                      <a:pt x="122" y="8"/>
                    </a:lnTo>
                    <a:lnTo>
                      <a:pt x="90" y="26"/>
                    </a:lnTo>
                    <a:lnTo>
                      <a:pt x="78" y="37"/>
                    </a:lnTo>
                    <a:lnTo>
                      <a:pt x="76" y="49"/>
                    </a:lnTo>
                    <a:lnTo>
                      <a:pt x="113" y="42"/>
                    </a:lnTo>
                    <a:lnTo>
                      <a:pt x="116" y="58"/>
                    </a:lnTo>
                    <a:lnTo>
                      <a:pt x="122" y="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67" name="Freeform 27">
                <a:extLst>
                  <a:ext uri="{FF2B5EF4-FFF2-40B4-BE49-F238E27FC236}">
                    <a16:creationId xmlns:a16="http://schemas.microsoft.com/office/drawing/2014/main" id="{FB4E9039-9209-0010-A181-5F8B593D3E2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36" y="1468"/>
                <a:ext cx="3" cy="4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5" y="22"/>
                  </a:cxn>
                  <a:cxn ang="0">
                    <a:pos x="23" y="28"/>
                  </a:cxn>
                  <a:cxn ang="0">
                    <a:pos x="12" y="31"/>
                  </a:cxn>
                  <a:cxn ang="0">
                    <a:pos x="3" y="28"/>
                  </a:cxn>
                  <a:cxn ang="0">
                    <a:pos x="0" y="11"/>
                  </a:cxn>
                  <a:cxn ang="0">
                    <a:pos x="6" y="6"/>
                  </a:cxn>
                  <a:cxn ang="0">
                    <a:pos x="23" y="0"/>
                  </a:cxn>
                </a:cxnLst>
                <a:rect l="0" t="0" r="r" b="b"/>
                <a:pathLst>
                  <a:path w="25" h="31">
                    <a:moveTo>
                      <a:pt x="23" y="0"/>
                    </a:moveTo>
                    <a:lnTo>
                      <a:pt x="25" y="22"/>
                    </a:lnTo>
                    <a:lnTo>
                      <a:pt x="23" y="28"/>
                    </a:lnTo>
                    <a:lnTo>
                      <a:pt x="12" y="31"/>
                    </a:lnTo>
                    <a:lnTo>
                      <a:pt x="3" y="28"/>
                    </a:lnTo>
                    <a:lnTo>
                      <a:pt x="0" y="11"/>
                    </a:lnTo>
                    <a:lnTo>
                      <a:pt x="6" y="6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76" name="Freeform 28">
                <a:extLst>
                  <a:ext uri="{FF2B5EF4-FFF2-40B4-BE49-F238E27FC236}">
                    <a16:creationId xmlns:a16="http://schemas.microsoft.com/office/drawing/2014/main" id="{8377E337-AE2F-49DC-77F9-35A84F07FE8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27" y="1480"/>
                <a:ext cx="3" cy="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8" y="12"/>
                  </a:cxn>
                  <a:cxn ang="0">
                    <a:pos x="28" y="26"/>
                  </a:cxn>
                  <a:cxn ang="0">
                    <a:pos x="9" y="26"/>
                  </a:cxn>
                  <a:cxn ang="0">
                    <a:pos x="0" y="6"/>
                  </a:cxn>
                  <a:cxn ang="0">
                    <a:pos x="20" y="0"/>
                  </a:cxn>
                </a:cxnLst>
                <a:rect l="0" t="0" r="r" b="b"/>
                <a:pathLst>
                  <a:path w="28" h="26">
                    <a:moveTo>
                      <a:pt x="20" y="0"/>
                    </a:moveTo>
                    <a:lnTo>
                      <a:pt x="28" y="12"/>
                    </a:lnTo>
                    <a:lnTo>
                      <a:pt x="28" y="26"/>
                    </a:lnTo>
                    <a:lnTo>
                      <a:pt x="9" y="26"/>
                    </a:lnTo>
                    <a:lnTo>
                      <a:pt x="0" y="6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77" name="Freeform 29">
                <a:extLst>
                  <a:ext uri="{FF2B5EF4-FFF2-40B4-BE49-F238E27FC236}">
                    <a16:creationId xmlns:a16="http://schemas.microsoft.com/office/drawing/2014/main" id="{76A93B72-FA97-FCD3-CBA6-1282D120C94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4" y="1341"/>
                <a:ext cx="1052" cy="1104"/>
              </a:xfrm>
              <a:custGeom>
                <a:avLst/>
                <a:gdLst/>
                <a:ahLst/>
                <a:cxnLst>
                  <a:cxn ang="0">
                    <a:pos x="2360" y="272"/>
                  </a:cxn>
                  <a:cxn ang="0">
                    <a:pos x="2065" y="321"/>
                  </a:cxn>
                  <a:cxn ang="0">
                    <a:pos x="2257" y="651"/>
                  </a:cxn>
                  <a:cxn ang="0">
                    <a:pos x="1988" y="835"/>
                  </a:cxn>
                  <a:cxn ang="0">
                    <a:pos x="1607" y="959"/>
                  </a:cxn>
                  <a:cxn ang="0">
                    <a:pos x="1251" y="733"/>
                  </a:cxn>
                  <a:cxn ang="0">
                    <a:pos x="887" y="910"/>
                  </a:cxn>
                  <a:cxn ang="0">
                    <a:pos x="831" y="1005"/>
                  </a:cxn>
                  <a:cxn ang="0">
                    <a:pos x="869" y="1813"/>
                  </a:cxn>
                  <a:cxn ang="0">
                    <a:pos x="330" y="2184"/>
                  </a:cxn>
                  <a:cxn ang="0">
                    <a:pos x="0" y="2752"/>
                  </a:cxn>
                  <a:cxn ang="0">
                    <a:pos x="327" y="3176"/>
                  </a:cxn>
                  <a:cxn ang="0">
                    <a:pos x="712" y="3360"/>
                  </a:cxn>
                  <a:cxn ang="0">
                    <a:pos x="1198" y="3484"/>
                  </a:cxn>
                  <a:cxn ang="0">
                    <a:pos x="1846" y="3313"/>
                  </a:cxn>
                  <a:cxn ang="0">
                    <a:pos x="2263" y="3834"/>
                  </a:cxn>
                  <a:cxn ang="0">
                    <a:pos x="2837" y="4100"/>
                  </a:cxn>
                  <a:cxn ang="0">
                    <a:pos x="2957" y="4652"/>
                  </a:cxn>
                  <a:cxn ang="0">
                    <a:pos x="3406" y="4902"/>
                  </a:cxn>
                  <a:cxn ang="0">
                    <a:pos x="3440" y="5510"/>
                  </a:cxn>
                  <a:cxn ang="0">
                    <a:pos x="3558" y="6014"/>
                  </a:cxn>
                  <a:cxn ang="0">
                    <a:pos x="3945" y="6359"/>
                  </a:cxn>
                  <a:cxn ang="0">
                    <a:pos x="4175" y="6728"/>
                  </a:cxn>
                  <a:cxn ang="0">
                    <a:pos x="4158" y="7260"/>
                  </a:cxn>
                  <a:cxn ang="0">
                    <a:pos x="3566" y="7885"/>
                  </a:cxn>
                  <a:cxn ang="0">
                    <a:pos x="3836" y="8099"/>
                  </a:cxn>
                  <a:cxn ang="0">
                    <a:pos x="4152" y="8248"/>
                  </a:cxn>
                  <a:cxn ang="0">
                    <a:pos x="4443" y="8596"/>
                  </a:cxn>
                  <a:cxn ang="0">
                    <a:pos x="4558" y="8657"/>
                  </a:cxn>
                  <a:cxn ang="0">
                    <a:pos x="5026" y="8064"/>
                  </a:cxn>
                  <a:cxn ang="0">
                    <a:pos x="5428" y="7470"/>
                  </a:cxn>
                  <a:cxn ang="0">
                    <a:pos x="5426" y="6942"/>
                  </a:cxn>
                  <a:cxn ang="0">
                    <a:pos x="5814" y="6501"/>
                  </a:cxn>
                  <a:cxn ang="0">
                    <a:pos x="6303" y="6261"/>
                  </a:cxn>
                  <a:cxn ang="0">
                    <a:pos x="6535" y="6188"/>
                  </a:cxn>
                  <a:cxn ang="0">
                    <a:pos x="7047" y="5962"/>
                  </a:cxn>
                  <a:cxn ang="0">
                    <a:pos x="7370" y="5142"/>
                  </a:cxn>
                  <a:cxn ang="0">
                    <a:pos x="7497" y="4342"/>
                  </a:cxn>
                  <a:cxn ang="0">
                    <a:pos x="7788" y="3734"/>
                  </a:cxn>
                  <a:cxn ang="0">
                    <a:pos x="8340" y="3059"/>
                  </a:cxn>
                  <a:cxn ang="0">
                    <a:pos x="8048" y="2229"/>
                  </a:cxn>
                  <a:cxn ang="0">
                    <a:pos x="7477" y="1828"/>
                  </a:cxn>
                  <a:cxn ang="0">
                    <a:pos x="6546" y="1628"/>
                  </a:cxn>
                  <a:cxn ang="0">
                    <a:pos x="6330" y="1596"/>
                  </a:cxn>
                  <a:cxn ang="0">
                    <a:pos x="6158" y="1434"/>
                  </a:cxn>
                  <a:cxn ang="0">
                    <a:pos x="5534" y="1347"/>
                  </a:cxn>
                  <a:cxn ang="0">
                    <a:pos x="5301" y="1653"/>
                  </a:cxn>
                  <a:cxn ang="0">
                    <a:pos x="5038" y="1526"/>
                  </a:cxn>
                  <a:cxn ang="0">
                    <a:pos x="4884" y="1502"/>
                  </a:cxn>
                  <a:cxn ang="0">
                    <a:pos x="4976" y="1336"/>
                  </a:cxn>
                  <a:cxn ang="0">
                    <a:pos x="4855" y="1216"/>
                  </a:cxn>
                  <a:cxn ang="0">
                    <a:pos x="5176" y="771"/>
                  </a:cxn>
                  <a:cxn ang="0">
                    <a:pos x="4916" y="272"/>
                  </a:cxn>
                  <a:cxn ang="0">
                    <a:pos x="4502" y="669"/>
                  </a:cxn>
                  <a:cxn ang="0">
                    <a:pos x="4079" y="586"/>
                  </a:cxn>
                  <a:cxn ang="0">
                    <a:pos x="3635" y="698"/>
                  </a:cxn>
                  <a:cxn ang="0">
                    <a:pos x="3202" y="837"/>
                  </a:cxn>
                  <a:cxn ang="0">
                    <a:pos x="3050" y="379"/>
                  </a:cxn>
                  <a:cxn ang="0">
                    <a:pos x="2981" y="3"/>
                  </a:cxn>
                </a:cxnLst>
                <a:rect l="0" t="0" r="r" b="b"/>
                <a:pathLst>
                  <a:path w="8417" h="8832">
                    <a:moveTo>
                      <a:pt x="2857" y="11"/>
                    </a:moveTo>
                    <a:lnTo>
                      <a:pt x="2857" y="61"/>
                    </a:lnTo>
                    <a:lnTo>
                      <a:pt x="2817" y="112"/>
                    </a:lnTo>
                    <a:lnTo>
                      <a:pt x="2788" y="139"/>
                    </a:lnTo>
                    <a:lnTo>
                      <a:pt x="2774" y="145"/>
                    </a:lnTo>
                    <a:lnTo>
                      <a:pt x="2709" y="150"/>
                    </a:lnTo>
                    <a:lnTo>
                      <a:pt x="2686" y="165"/>
                    </a:lnTo>
                    <a:lnTo>
                      <a:pt x="2650" y="179"/>
                    </a:lnTo>
                    <a:lnTo>
                      <a:pt x="2625" y="214"/>
                    </a:lnTo>
                    <a:lnTo>
                      <a:pt x="2607" y="223"/>
                    </a:lnTo>
                    <a:lnTo>
                      <a:pt x="2494" y="234"/>
                    </a:lnTo>
                    <a:lnTo>
                      <a:pt x="2432" y="246"/>
                    </a:lnTo>
                    <a:lnTo>
                      <a:pt x="2360" y="272"/>
                    </a:lnTo>
                    <a:lnTo>
                      <a:pt x="2347" y="289"/>
                    </a:lnTo>
                    <a:lnTo>
                      <a:pt x="2338" y="292"/>
                    </a:lnTo>
                    <a:lnTo>
                      <a:pt x="2245" y="289"/>
                    </a:lnTo>
                    <a:lnTo>
                      <a:pt x="2173" y="266"/>
                    </a:lnTo>
                    <a:lnTo>
                      <a:pt x="2089" y="221"/>
                    </a:lnTo>
                    <a:lnTo>
                      <a:pt x="2000" y="208"/>
                    </a:lnTo>
                    <a:lnTo>
                      <a:pt x="1974" y="199"/>
                    </a:lnTo>
                    <a:lnTo>
                      <a:pt x="1957" y="199"/>
                    </a:lnTo>
                    <a:lnTo>
                      <a:pt x="1953" y="203"/>
                    </a:lnTo>
                    <a:lnTo>
                      <a:pt x="1957" y="240"/>
                    </a:lnTo>
                    <a:lnTo>
                      <a:pt x="1974" y="274"/>
                    </a:lnTo>
                    <a:lnTo>
                      <a:pt x="2015" y="292"/>
                    </a:lnTo>
                    <a:lnTo>
                      <a:pt x="2065" y="321"/>
                    </a:lnTo>
                    <a:lnTo>
                      <a:pt x="2073" y="332"/>
                    </a:lnTo>
                    <a:lnTo>
                      <a:pt x="2071" y="379"/>
                    </a:lnTo>
                    <a:lnTo>
                      <a:pt x="2056" y="431"/>
                    </a:lnTo>
                    <a:lnTo>
                      <a:pt x="2056" y="454"/>
                    </a:lnTo>
                    <a:lnTo>
                      <a:pt x="2059" y="478"/>
                    </a:lnTo>
                    <a:lnTo>
                      <a:pt x="2080" y="545"/>
                    </a:lnTo>
                    <a:lnTo>
                      <a:pt x="2082" y="580"/>
                    </a:lnTo>
                    <a:lnTo>
                      <a:pt x="2091" y="603"/>
                    </a:lnTo>
                    <a:lnTo>
                      <a:pt x="2149" y="611"/>
                    </a:lnTo>
                    <a:lnTo>
                      <a:pt x="2162" y="617"/>
                    </a:lnTo>
                    <a:lnTo>
                      <a:pt x="2260" y="611"/>
                    </a:lnTo>
                    <a:lnTo>
                      <a:pt x="2260" y="646"/>
                    </a:lnTo>
                    <a:lnTo>
                      <a:pt x="2257" y="651"/>
                    </a:lnTo>
                    <a:lnTo>
                      <a:pt x="2248" y="664"/>
                    </a:lnTo>
                    <a:lnTo>
                      <a:pt x="2205" y="672"/>
                    </a:lnTo>
                    <a:lnTo>
                      <a:pt x="2178" y="687"/>
                    </a:lnTo>
                    <a:lnTo>
                      <a:pt x="2173" y="695"/>
                    </a:lnTo>
                    <a:lnTo>
                      <a:pt x="2149" y="707"/>
                    </a:lnTo>
                    <a:lnTo>
                      <a:pt x="2120" y="709"/>
                    </a:lnTo>
                    <a:lnTo>
                      <a:pt x="2097" y="736"/>
                    </a:lnTo>
                    <a:lnTo>
                      <a:pt x="2077" y="794"/>
                    </a:lnTo>
                    <a:lnTo>
                      <a:pt x="2062" y="809"/>
                    </a:lnTo>
                    <a:lnTo>
                      <a:pt x="2039" y="817"/>
                    </a:lnTo>
                    <a:lnTo>
                      <a:pt x="2022" y="817"/>
                    </a:lnTo>
                    <a:lnTo>
                      <a:pt x="1998" y="829"/>
                    </a:lnTo>
                    <a:lnTo>
                      <a:pt x="1988" y="835"/>
                    </a:lnTo>
                    <a:lnTo>
                      <a:pt x="1977" y="853"/>
                    </a:lnTo>
                    <a:lnTo>
                      <a:pt x="1945" y="855"/>
                    </a:lnTo>
                    <a:lnTo>
                      <a:pt x="1895" y="872"/>
                    </a:lnTo>
                    <a:lnTo>
                      <a:pt x="1886" y="872"/>
                    </a:lnTo>
                    <a:lnTo>
                      <a:pt x="1857" y="889"/>
                    </a:lnTo>
                    <a:lnTo>
                      <a:pt x="1823" y="901"/>
                    </a:lnTo>
                    <a:lnTo>
                      <a:pt x="1802" y="915"/>
                    </a:lnTo>
                    <a:lnTo>
                      <a:pt x="1776" y="944"/>
                    </a:lnTo>
                    <a:lnTo>
                      <a:pt x="1764" y="950"/>
                    </a:lnTo>
                    <a:lnTo>
                      <a:pt x="1692" y="964"/>
                    </a:lnTo>
                    <a:lnTo>
                      <a:pt x="1625" y="964"/>
                    </a:lnTo>
                    <a:lnTo>
                      <a:pt x="1616" y="959"/>
                    </a:lnTo>
                    <a:lnTo>
                      <a:pt x="1607" y="959"/>
                    </a:lnTo>
                    <a:lnTo>
                      <a:pt x="1557" y="924"/>
                    </a:lnTo>
                    <a:lnTo>
                      <a:pt x="1543" y="910"/>
                    </a:lnTo>
                    <a:lnTo>
                      <a:pt x="1528" y="892"/>
                    </a:lnTo>
                    <a:lnTo>
                      <a:pt x="1519" y="872"/>
                    </a:lnTo>
                    <a:lnTo>
                      <a:pt x="1499" y="844"/>
                    </a:lnTo>
                    <a:lnTo>
                      <a:pt x="1496" y="853"/>
                    </a:lnTo>
                    <a:lnTo>
                      <a:pt x="1452" y="872"/>
                    </a:lnTo>
                    <a:lnTo>
                      <a:pt x="1430" y="759"/>
                    </a:lnTo>
                    <a:lnTo>
                      <a:pt x="1397" y="713"/>
                    </a:lnTo>
                    <a:lnTo>
                      <a:pt x="1377" y="695"/>
                    </a:lnTo>
                    <a:lnTo>
                      <a:pt x="1336" y="695"/>
                    </a:lnTo>
                    <a:lnTo>
                      <a:pt x="1262" y="733"/>
                    </a:lnTo>
                    <a:lnTo>
                      <a:pt x="1251" y="733"/>
                    </a:lnTo>
                    <a:lnTo>
                      <a:pt x="1236" y="709"/>
                    </a:lnTo>
                    <a:lnTo>
                      <a:pt x="1222" y="698"/>
                    </a:lnTo>
                    <a:lnTo>
                      <a:pt x="1211" y="698"/>
                    </a:lnTo>
                    <a:lnTo>
                      <a:pt x="1198" y="716"/>
                    </a:lnTo>
                    <a:lnTo>
                      <a:pt x="1193" y="745"/>
                    </a:lnTo>
                    <a:lnTo>
                      <a:pt x="1178" y="755"/>
                    </a:lnTo>
                    <a:lnTo>
                      <a:pt x="864" y="755"/>
                    </a:lnTo>
                    <a:lnTo>
                      <a:pt x="857" y="753"/>
                    </a:lnTo>
                    <a:lnTo>
                      <a:pt x="857" y="881"/>
                    </a:lnTo>
                    <a:lnTo>
                      <a:pt x="860" y="881"/>
                    </a:lnTo>
                    <a:lnTo>
                      <a:pt x="860" y="889"/>
                    </a:lnTo>
                    <a:lnTo>
                      <a:pt x="875" y="895"/>
                    </a:lnTo>
                    <a:lnTo>
                      <a:pt x="887" y="910"/>
                    </a:lnTo>
                    <a:lnTo>
                      <a:pt x="915" y="910"/>
                    </a:lnTo>
                    <a:lnTo>
                      <a:pt x="928" y="904"/>
                    </a:lnTo>
                    <a:lnTo>
                      <a:pt x="966" y="898"/>
                    </a:lnTo>
                    <a:lnTo>
                      <a:pt x="986" y="924"/>
                    </a:lnTo>
                    <a:lnTo>
                      <a:pt x="991" y="957"/>
                    </a:lnTo>
                    <a:lnTo>
                      <a:pt x="1006" y="993"/>
                    </a:lnTo>
                    <a:lnTo>
                      <a:pt x="1004" y="999"/>
                    </a:lnTo>
                    <a:lnTo>
                      <a:pt x="982" y="1002"/>
                    </a:lnTo>
                    <a:lnTo>
                      <a:pt x="980" y="996"/>
                    </a:lnTo>
                    <a:lnTo>
                      <a:pt x="966" y="988"/>
                    </a:lnTo>
                    <a:lnTo>
                      <a:pt x="924" y="982"/>
                    </a:lnTo>
                    <a:lnTo>
                      <a:pt x="896" y="993"/>
                    </a:lnTo>
                    <a:lnTo>
                      <a:pt x="831" y="1005"/>
                    </a:lnTo>
                    <a:lnTo>
                      <a:pt x="811" y="1014"/>
                    </a:lnTo>
                    <a:lnTo>
                      <a:pt x="811" y="1161"/>
                    </a:lnTo>
                    <a:lnTo>
                      <a:pt x="829" y="1181"/>
                    </a:lnTo>
                    <a:lnTo>
                      <a:pt x="878" y="1223"/>
                    </a:lnTo>
                    <a:lnTo>
                      <a:pt x="902" y="1249"/>
                    </a:lnTo>
                    <a:lnTo>
                      <a:pt x="922" y="1285"/>
                    </a:lnTo>
                    <a:lnTo>
                      <a:pt x="949" y="1398"/>
                    </a:lnTo>
                    <a:lnTo>
                      <a:pt x="948" y="1422"/>
                    </a:lnTo>
                    <a:lnTo>
                      <a:pt x="942" y="1458"/>
                    </a:lnTo>
                    <a:lnTo>
                      <a:pt x="902" y="1706"/>
                    </a:lnTo>
                    <a:lnTo>
                      <a:pt x="896" y="1712"/>
                    </a:lnTo>
                    <a:lnTo>
                      <a:pt x="881" y="1781"/>
                    </a:lnTo>
                    <a:lnTo>
                      <a:pt x="869" y="1813"/>
                    </a:lnTo>
                    <a:lnTo>
                      <a:pt x="864" y="1863"/>
                    </a:lnTo>
                    <a:lnTo>
                      <a:pt x="857" y="1874"/>
                    </a:lnTo>
                    <a:lnTo>
                      <a:pt x="851" y="1905"/>
                    </a:lnTo>
                    <a:lnTo>
                      <a:pt x="846" y="1963"/>
                    </a:lnTo>
                    <a:lnTo>
                      <a:pt x="835" y="1987"/>
                    </a:lnTo>
                    <a:lnTo>
                      <a:pt x="829" y="2016"/>
                    </a:lnTo>
                    <a:lnTo>
                      <a:pt x="826" y="2024"/>
                    </a:lnTo>
                    <a:lnTo>
                      <a:pt x="799" y="2039"/>
                    </a:lnTo>
                    <a:lnTo>
                      <a:pt x="719" y="2033"/>
                    </a:lnTo>
                    <a:lnTo>
                      <a:pt x="668" y="2054"/>
                    </a:lnTo>
                    <a:lnTo>
                      <a:pt x="467" y="2112"/>
                    </a:lnTo>
                    <a:lnTo>
                      <a:pt x="394" y="2143"/>
                    </a:lnTo>
                    <a:lnTo>
                      <a:pt x="330" y="2184"/>
                    </a:lnTo>
                    <a:lnTo>
                      <a:pt x="289" y="2218"/>
                    </a:lnTo>
                    <a:lnTo>
                      <a:pt x="234" y="2282"/>
                    </a:lnTo>
                    <a:lnTo>
                      <a:pt x="201" y="2328"/>
                    </a:lnTo>
                    <a:lnTo>
                      <a:pt x="167" y="2392"/>
                    </a:lnTo>
                    <a:lnTo>
                      <a:pt x="158" y="2415"/>
                    </a:lnTo>
                    <a:lnTo>
                      <a:pt x="158" y="2534"/>
                    </a:lnTo>
                    <a:lnTo>
                      <a:pt x="122" y="2537"/>
                    </a:lnTo>
                    <a:lnTo>
                      <a:pt x="85" y="2548"/>
                    </a:lnTo>
                    <a:lnTo>
                      <a:pt x="69" y="2566"/>
                    </a:lnTo>
                    <a:lnTo>
                      <a:pt x="53" y="2635"/>
                    </a:lnTo>
                    <a:lnTo>
                      <a:pt x="6" y="2723"/>
                    </a:lnTo>
                    <a:lnTo>
                      <a:pt x="0" y="2737"/>
                    </a:lnTo>
                    <a:lnTo>
                      <a:pt x="0" y="2752"/>
                    </a:lnTo>
                    <a:lnTo>
                      <a:pt x="46" y="2845"/>
                    </a:lnTo>
                    <a:lnTo>
                      <a:pt x="53" y="2893"/>
                    </a:lnTo>
                    <a:lnTo>
                      <a:pt x="58" y="2905"/>
                    </a:lnTo>
                    <a:lnTo>
                      <a:pt x="93" y="2948"/>
                    </a:lnTo>
                    <a:lnTo>
                      <a:pt x="107" y="2978"/>
                    </a:lnTo>
                    <a:lnTo>
                      <a:pt x="158" y="3033"/>
                    </a:lnTo>
                    <a:lnTo>
                      <a:pt x="196" y="3056"/>
                    </a:lnTo>
                    <a:lnTo>
                      <a:pt x="198" y="3088"/>
                    </a:lnTo>
                    <a:lnTo>
                      <a:pt x="175" y="3129"/>
                    </a:lnTo>
                    <a:lnTo>
                      <a:pt x="179" y="3145"/>
                    </a:lnTo>
                    <a:lnTo>
                      <a:pt x="228" y="3157"/>
                    </a:lnTo>
                    <a:lnTo>
                      <a:pt x="307" y="3163"/>
                    </a:lnTo>
                    <a:lnTo>
                      <a:pt x="327" y="3176"/>
                    </a:lnTo>
                    <a:lnTo>
                      <a:pt x="338" y="3195"/>
                    </a:lnTo>
                    <a:lnTo>
                      <a:pt x="350" y="3238"/>
                    </a:lnTo>
                    <a:lnTo>
                      <a:pt x="361" y="3254"/>
                    </a:lnTo>
                    <a:lnTo>
                      <a:pt x="414" y="3271"/>
                    </a:lnTo>
                    <a:lnTo>
                      <a:pt x="472" y="3273"/>
                    </a:lnTo>
                    <a:lnTo>
                      <a:pt x="507" y="3267"/>
                    </a:lnTo>
                    <a:lnTo>
                      <a:pt x="574" y="3233"/>
                    </a:lnTo>
                    <a:lnTo>
                      <a:pt x="661" y="3166"/>
                    </a:lnTo>
                    <a:lnTo>
                      <a:pt x="700" y="3129"/>
                    </a:lnTo>
                    <a:lnTo>
                      <a:pt x="712" y="3123"/>
                    </a:lnTo>
                    <a:lnTo>
                      <a:pt x="714" y="3132"/>
                    </a:lnTo>
                    <a:lnTo>
                      <a:pt x="714" y="3349"/>
                    </a:lnTo>
                    <a:lnTo>
                      <a:pt x="712" y="3360"/>
                    </a:lnTo>
                    <a:lnTo>
                      <a:pt x="712" y="3477"/>
                    </a:lnTo>
                    <a:lnTo>
                      <a:pt x="723" y="3493"/>
                    </a:lnTo>
                    <a:lnTo>
                      <a:pt x="750" y="3506"/>
                    </a:lnTo>
                    <a:lnTo>
                      <a:pt x="764" y="3506"/>
                    </a:lnTo>
                    <a:lnTo>
                      <a:pt x="797" y="3499"/>
                    </a:lnTo>
                    <a:lnTo>
                      <a:pt x="797" y="3497"/>
                    </a:lnTo>
                    <a:lnTo>
                      <a:pt x="826" y="3484"/>
                    </a:lnTo>
                    <a:lnTo>
                      <a:pt x="893" y="3477"/>
                    </a:lnTo>
                    <a:lnTo>
                      <a:pt x="902" y="3470"/>
                    </a:lnTo>
                    <a:lnTo>
                      <a:pt x="933" y="3470"/>
                    </a:lnTo>
                    <a:lnTo>
                      <a:pt x="1004" y="3493"/>
                    </a:lnTo>
                    <a:lnTo>
                      <a:pt x="1164" y="3499"/>
                    </a:lnTo>
                    <a:lnTo>
                      <a:pt x="1198" y="3484"/>
                    </a:lnTo>
                    <a:lnTo>
                      <a:pt x="1220" y="3470"/>
                    </a:lnTo>
                    <a:lnTo>
                      <a:pt x="1320" y="3435"/>
                    </a:lnTo>
                    <a:lnTo>
                      <a:pt x="1350" y="3417"/>
                    </a:lnTo>
                    <a:lnTo>
                      <a:pt x="1447" y="3331"/>
                    </a:lnTo>
                    <a:lnTo>
                      <a:pt x="1514" y="3254"/>
                    </a:lnTo>
                    <a:lnTo>
                      <a:pt x="1537" y="3233"/>
                    </a:lnTo>
                    <a:lnTo>
                      <a:pt x="1598" y="3215"/>
                    </a:lnTo>
                    <a:lnTo>
                      <a:pt x="1625" y="3215"/>
                    </a:lnTo>
                    <a:lnTo>
                      <a:pt x="1730" y="3200"/>
                    </a:lnTo>
                    <a:lnTo>
                      <a:pt x="1802" y="3204"/>
                    </a:lnTo>
                    <a:lnTo>
                      <a:pt x="1819" y="3218"/>
                    </a:lnTo>
                    <a:lnTo>
                      <a:pt x="1837" y="3244"/>
                    </a:lnTo>
                    <a:lnTo>
                      <a:pt x="1846" y="3313"/>
                    </a:lnTo>
                    <a:lnTo>
                      <a:pt x="1846" y="3437"/>
                    </a:lnTo>
                    <a:lnTo>
                      <a:pt x="1839" y="3479"/>
                    </a:lnTo>
                    <a:lnTo>
                      <a:pt x="1823" y="3506"/>
                    </a:lnTo>
                    <a:lnTo>
                      <a:pt x="1817" y="3522"/>
                    </a:lnTo>
                    <a:lnTo>
                      <a:pt x="1814" y="3552"/>
                    </a:lnTo>
                    <a:lnTo>
                      <a:pt x="1837" y="3644"/>
                    </a:lnTo>
                    <a:lnTo>
                      <a:pt x="1870" y="3694"/>
                    </a:lnTo>
                    <a:lnTo>
                      <a:pt x="1898" y="3719"/>
                    </a:lnTo>
                    <a:lnTo>
                      <a:pt x="2007" y="3798"/>
                    </a:lnTo>
                    <a:lnTo>
                      <a:pt x="2056" y="3812"/>
                    </a:lnTo>
                    <a:lnTo>
                      <a:pt x="2124" y="3821"/>
                    </a:lnTo>
                    <a:lnTo>
                      <a:pt x="2202" y="3821"/>
                    </a:lnTo>
                    <a:lnTo>
                      <a:pt x="2263" y="3834"/>
                    </a:lnTo>
                    <a:lnTo>
                      <a:pt x="2287" y="3858"/>
                    </a:lnTo>
                    <a:lnTo>
                      <a:pt x="2295" y="3876"/>
                    </a:lnTo>
                    <a:lnTo>
                      <a:pt x="2324" y="3907"/>
                    </a:lnTo>
                    <a:lnTo>
                      <a:pt x="2353" y="3922"/>
                    </a:lnTo>
                    <a:lnTo>
                      <a:pt x="2505" y="3960"/>
                    </a:lnTo>
                    <a:lnTo>
                      <a:pt x="2565" y="4018"/>
                    </a:lnTo>
                    <a:lnTo>
                      <a:pt x="2589" y="4032"/>
                    </a:lnTo>
                    <a:lnTo>
                      <a:pt x="2625" y="4032"/>
                    </a:lnTo>
                    <a:lnTo>
                      <a:pt x="2665" y="4024"/>
                    </a:lnTo>
                    <a:lnTo>
                      <a:pt x="2683" y="4024"/>
                    </a:lnTo>
                    <a:lnTo>
                      <a:pt x="2732" y="4032"/>
                    </a:lnTo>
                    <a:lnTo>
                      <a:pt x="2812" y="4078"/>
                    </a:lnTo>
                    <a:lnTo>
                      <a:pt x="2837" y="4100"/>
                    </a:lnTo>
                    <a:lnTo>
                      <a:pt x="2864" y="4140"/>
                    </a:lnTo>
                    <a:lnTo>
                      <a:pt x="2884" y="4197"/>
                    </a:lnTo>
                    <a:lnTo>
                      <a:pt x="2888" y="4255"/>
                    </a:lnTo>
                    <a:lnTo>
                      <a:pt x="2902" y="4291"/>
                    </a:lnTo>
                    <a:lnTo>
                      <a:pt x="2916" y="4310"/>
                    </a:lnTo>
                    <a:lnTo>
                      <a:pt x="2916" y="4346"/>
                    </a:lnTo>
                    <a:lnTo>
                      <a:pt x="2907" y="4412"/>
                    </a:lnTo>
                    <a:lnTo>
                      <a:pt x="2875" y="4415"/>
                    </a:lnTo>
                    <a:lnTo>
                      <a:pt x="2875" y="4432"/>
                    </a:lnTo>
                    <a:lnTo>
                      <a:pt x="2879" y="4452"/>
                    </a:lnTo>
                    <a:lnTo>
                      <a:pt x="2904" y="4516"/>
                    </a:lnTo>
                    <a:lnTo>
                      <a:pt x="2930" y="4603"/>
                    </a:lnTo>
                    <a:lnTo>
                      <a:pt x="2957" y="4652"/>
                    </a:lnTo>
                    <a:lnTo>
                      <a:pt x="3015" y="4652"/>
                    </a:lnTo>
                    <a:lnTo>
                      <a:pt x="3055" y="4660"/>
                    </a:lnTo>
                    <a:lnTo>
                      <a:pt x="3108" y="4660"/>
                    </a:lnTo>
                    <a:lnTo>
                      <a:pt x="3132" y="4667"/>
                    </a:lnTo>
                    <a:lnTo>
                      <a:pt x="3302" y="4670"/>
                    </a:lnTo>
                    <a:lnTo>
                      <a:pt x="3318" y="4676"/>
                    </a:lnTo>
                    <a:lnTo>
                      <a:pt x="3331" y="4685"/>
                    </a:lnTo>
                    <a:lnTo>
                      <a:pt x="3336" y="4702"/>
                    </a:lnTo>
                    <a:lnTo>
                      <a:pt x="3331" y="4739"/>
                    </a:lnTo>
                    <a:lnTo>
                      <a:pt x="3318" y="4773"/>
                    </a:lnTo>
                    <a:lnTo>
                      <a:pt x="3318" y="4798"/>
                    </a:lnTo>
                    <a:lnTo>
                      <a:pt x="3336" y="4875"/>
                    </a:lnTo>
                    <a:lnTo>
                      <a:pt x="3406" y="4902"/>
                    </a:lnTo>
                    <a:lnTo>
                      <a:pt x="3415" y="4909"/>
                    </a:lnTo>
                    <a:lnTo>
                      <a:pt x="3433" y="4969"/>
                    </a:lnTo>
                    <a:lnTo>
                      <a:pt x="3475" y="5040"/>
                    </a:lnTo>
                    <a:lnTo>
                      <a:pt x="3485" y="5078"/>
                    </a:lnTo>
                    <a:lnTo>
                      <a:pt x="3485" y="5170"/>
                    </a:lnTo>
                    <a:lnTo>
                      <a:pt x="3478" y="5291"/>
                    </a:lnTo>
                    <a:lnTo>
                      <a:pt x="3475" y="5304"/>
                    </a:lnTo>
                    <a:lnTo>
                      <a:pt x="3453" y="5346"/>
                    </a:lnTo>
                    <a:lnTo>
                      <a:pt x="3433" y="5391"/>
                    </a:lnTo>
                    <a:lnTo>
                      <a:pt x="3429" y="5414"/>
                    </a:lnTo>
                    <a:lnTo>
                      <a:pt x="3429" y="5443"/>
                    </a:lnTo>
                    <a:lnTo>
                      <a:pt x="3437" y="5463"/>
                    </a:lnTo>
                    <a:lnTo>
                      <a:pt x="3440" y="5510"/>
                    </a:lnTo>
                    <a:lnTo>
                      <a:pt x="3437" y="5516"/>
                    </a:lnTo>
                    <a:lnTo>
                      <a:pt x="3406" y="5525"/>
                    </a:lnTo>
                    <a:lnTo>
                      <a:pt x="3402" y="5530"/>
                    </a:lnTo>
                    <a:lnTo>
                      <a:pt x="3394" y="5548"/>
                    </a:lnTo>
                    <a:lnTo>
                      <a:pt x="3394" y="5559"/>
                    </a:lnTo>
                    <a:lnTo>
                      <a:pt x="3427" y="5612"/>
                    </a:lnTo>
                    <a:lnTo>
                      <a:pt x="3429" y="5623"/>
                    </a:lnTo>
                    <a:lnTo>
                      <a:pt x="3433" y="5809"/>
                    </a:lnTo>
                    <a:lnTo>
                      <a:pt x="3429" y="5942"/>
                    </a:lnTo>
                    <a:lnTo>
                      <a:pt x="3447" y="5974"/>
                    </a:lnTo>
                    <a:lnTo>
                      <a:pt x="3467" y="5985"/>
                    </a:lnTo>
                    <a:lnTo>
                      <a:pt x="3528" y="5999"/>
                    </a:lnTo>
                    <a:lnTo>
                      <a:pt x="3558" y="6014"/>
                    </a:lnTo>
                    <a:lnTo>
                      <a:pt x="3624" y="6026"/>
                    </a:lnTo>
                    <a:lnTo>
                      <a:pt x="3671" y="6026"/>
                    </a:lnTo>
                    <a:lnTo>
                      <a:pt x="3723" y="6020"/>
                    </a:lnTo>
                    <a:lnTo>
                      <a:pt x="3740" y="6008"/>
                    </a:lnTo>
                    <a:lnTo>
                      <a:pt x="3773" y="5997"/>
                    </a:lnTo>
                    <a:lnTo>
                      <a:pt x="3798" y="6014"/>
                    </a:lnTo>
                    <a:lnTo>
                      <a:pt x="3890" y="6042"/>
                    </a:lnTo>
                    <a:lnTo>
                      <a:pt x="3912" y="6078"/>
                    </a:lnTo>
                    <a:lnTo>
                      <a:pt x="3919" y="6102"/>
                    </a:lnTo>
                    <a:lnTo>
                      <a:pt x="3930" y="6191"/>
                    </a:lnTo>
                    <a:lnTo>
                      <a:pt x="3943" y="6240"/>
                    </a:lnTo>
                    <a:lnTo>
                      <a:pt x="3939" y="6339"/>
                    </a:lnTo>
                    <a:lnTo>
                      <a:pt x="3945" y="6359"/>
                    </a:lnTo>
                    <a:lnTo>
                      <a:pt x="3965" y="6388"/>
                    </a:lnTo>
                    <a:lnTo>
                      <a:pt x="3994" y="6405"/>
                    </a:lnTo>
                    <a:lnTo>
                      <a:pt x="4021" y="6414"/>
                    </a:lnTo>
                    <a:lnTo>
                      <a:pt x="4061" y="6417"/>
                    </a:lnTo>
                    <a:lnTo>
                      <a:pt x="4083" y="6408"/>
                    </a:lnTo>
                    <a:lnTo>
                      <a:pt x="4132" y="6405"/>
                    </a:lnTo>
                    <a:lnTo>
                      <a:pt x="4169" y="6397"/>
                    </a:lnTo>
                    <a:lnTo>
                      <a:pt x="4190" y="6414"/>
                    </a:lnTo>
                    <a:lnTo>
                      <a:pt x="4210" y="6452"/>
                    </a:lnTo>
                    <a:lnTo>
                      <a:pt x="4210" y="6547"/>
                    </a:lnTo>
                    <a:lnTo>
                      <a:pt x="4204" y="6559"/>
                    </a:lnTo>
                    <a:lnTo>
                      <a:pt x="4190" y="6626"/>
                    </a:lnTo>
                    <a:lnTo>
                      <a:pt x="4175" y="6728"/>
                    </a:lnTo>
                    <a:lnTo>
                      <a:pt x="4172" y="6805"/>
                    </a:lnTo>
                    <a:lnTo>
                      <a:pt x="4204" y="6803"/>
                    </a:lnTo>
                    <a:lnTo>
                      <a:pt x="4219" y="6797"/>
                    </a:lnTo>
                    <a:lnTo>
                      <a:pt x="4281" y="6797"/>
                    </a:lnTo>
                    <a:lnTo>
                      <a:pt x="4303" y="6825"/>
                    </a:lnTo>
                    <a:lnTo>
                      <a:pt x="4352" y="6982"/>
                    </a:lnTo>
                    <a:lnTo>
                      <a:pt x="4352" y="7107"/>
                    </a:lnTo>
                    <a:lnTo>
                      <a:pt x="4344" y="7151"/>
                    </a:lnTo>
                    <a:lnTo>
                      <a:pt x="4335" y="7169"/>
                    </a:lnTo>
                    <a:lnTo>
                      <a:pt x="4326" y="7180"/>
                    </a:lnTo>
                    <a:lnTo>
                      <a:pt x="4236" y="7244"/>
                    </a:lnTo>
                    <a:lnTo>
                      <a:pt x="4204" y="7255"/>
                    </a:lnTo>
                    <a:lnTo>
                      <a:pt x="4158" y="7260"/>
                    </a:lnTo>
                    <a:lnTo>
                      <a:pt x="4126" y="7273"/>
                    </a:lnTo>
                    <a:lnTo>
                      <a:pt x="4091" y="7322"/>
                    </a:lnTo>
                    <a:lnTo>
                      <a:pt x="4056" y="7359"/>
                    </a:lnTo>
                    <a:lnTo>
                      <a:pt x="3881" y="7508"/>
                    </a:lnTo>
                    <a:lnTo>
                      <a:pt x="3876" y="7526"/>
                    </a:lnTo>
                    <a:lnTo>
                      <a:pt x="3854" y="7553"/>
                    </a:lnTo>
                    <a:lnTo>
                      <a:pt x="3778" y="7652"/>
                    </a:lnTo>
                    <a:lnTo>
                      <a:pt x="3769" y="7675"/>
                    </a:lnTo>
                    <a:lnTo>
                      <a:pt x="3697" y="7757"/>
                    </a:lnTo>
                    <a:lnTo>
                      <a:pt x="3638" y="7804"/>
                    </a:lnTo>
                    <a:lnTo>
                      <a:pt x="3609" y="7841"/>
                    </a:lnTo>
                    <a:lnTo>
                      <a:pt x="3577" y="7864"/>
                    </a:lnTo>
                    <a:lnTo>
                      <a:pt x="3566" y="7885"/>
                    </a:lnTo>
                    <a:lnTo>
                      <a:pt x="3531" y="7919"/>
                    </a:lnTo>
                    <a:lnTo>
                      <a:pt x="3493" y="7942"/>
                    </a:lnTo>
                    <a:lnTo>
                      <a:pt x="3566" y="7949"/>
                    </a:lnTo>
                    <a:lnTo>
                      <a:pt x="3595" y="7937"/>
                    </a:lnTo>
                    <a:lnTo>
                      <a:pt x="3609" y="7914"/>
                    </a:lnTo>
                    <a:lnTo>
                      <a:pt x="3627" y="7901"/>
                    </a:lnTo>
                    <a:lnTo>
                      <a:pt x="3647" y="7901"/>
                    </a:lnTo>
                    <a:lnTo>
                      <a:pt x="3671" y="7910"/>
                    </a:lnTo>
                    <a:lnTo>
                      <a:pt x="3723" y="7949"/>
                    </a:lnTo>
                    <a:lnTo>
                      <a:pt x="3740" y="7972"/>
                    </a:lnTo>
                    <a:lnTo>
                      <a:pt x="3784" y="8008"/>
                    </a:lnTo>
                    <a:lnTo>
                      <a:pt x="3816" y="8041"/>
                    </a:lnTo>
                    <a:lnTo>
                      <a:pt x="3836" y="8099"/>
                    </a:lnTo>
                    <a:lnTo>
                      <a:pt x="3842" y="8135"/>
                    </a:lnTo>
                    <a:lnTo>
                      <a:pt x="3878" y="8138"/>
                    </a:lnTo>
                    <a:lnTo>
                      <a:pt x="3890" y="8135"/>
                    </a:lnTo>
                    <a:lnTo>
                      <a:pt x="3943" y="8090"/>
                    </a:lnTo>
                    <a:lnTo>
                      <a:pt x="3963" y="8105"/>
                    </a:lnTo>
                    <a:lnTo>
                      <a:pt x="3968" y="8122"/>
                    </a:lnTo>
                    <a:lnTo>
                      <a:pt x="3989" y="8157"/>
                    </a:lnTo>
                    <a:lnTo>
                      <a:pt x="4015" y="8193"/>
                    </a:lnTo>
                    <a:lnTo>
                      <a:pt x="4027" y="8202"/>
                    </a:lnTo>
                    <a:lnTo>
                      <a:pt x="4045" y="8207"/>
                    </a:lnTo>
                    <a:lnTo>
                      <a:pt x="4074" y="8207"/>
                    </a:lnTo>
                    <a:lnTo>
                      <a:pt x="4105" y="8239"/>
                    </a:lnTo>
                    <a:lnTo>
                      <a:pt x="4152" y="8248"/>
                    </a:lnTo>
                    <a:lnTo>
                      <a:pt x="4163" y="8259"/>
                    </a:lnTo>
                    <a:lnTo>
                      <a:pt x="4190" y="8306"/>
                    </a:lnTo>
                    <a:lnTo>
                      <a:pt x="4213" y="8325"/>
                    </a:lnTo>
                    <a:lnTo>
                      <a:pt x="4250" y="8343"/>
                    </a:lnTo>
                    <a:lnTo>
                      <a:pt x="4268" y="8347"/>
                    </a:lnTo>
                    <a:lnTo>
                      <a:pt x="4324" y="8376"/>
                    </a:lnTo>
                    <a:lnTo>
                      <a:pt x="4341" y="8401"/>
                    </a:lnTo>
                    <a:lnTo>
                      <a:pt x="4357" y="8472"/>
                    </a:lnTo>
                    <a:lnTo>
                      <a:pt x="4364" y="8489"/>
                    </a:lnTo>
                    <a:lnTo>
                      <a:pt x="4450" y="8547"/>
                    </a:lnTo>
                    <a:lnTo>
                      <a:pt x="4466" y="8578"/>
                    </a:lnTo>
                    <a:lnTo>
                      <a:pt x="4464" y="8590"/>
                    </a:lnTo>
                    <a:lnTo>
                      <a:pt x="4443" y="8596"/>
                    </a:lnTo>
                    <a:lnTo>
                      <a:pt x="4432" y="8622"/>
                    </a:lnTo>
                    <a:lnTo>
                      <a:pt x="4423" y="8628"/>
                    </a:lnTo>
                    <a:lnTo>
                      <a:pt x="4406" y="8657"/>
                    </a:lnTo>
                    <a:lnTo>
                      <a:pt x="4394" y="8685"/>
                    </a:lnTo>
                    <a:lnTo>
                      <a:pt x="4394" y="8749"/>
                    </a:lnTo>
                    <a:lnTo>
                      <a:pt x="4385" y="8806"/>
                    </a:lnTo>
                    <a:lnTo>
                      <a:pt x="4388" y="8813"/>
                    </a:lnTo>
                    <a:lnTo>
                      <a:pt x="4406" y="8832"/>
                    </a:lnTo>
                    <a:lnTo>
                      <a:pt x="4406" y="8816"/>
                    </a:lnTo>
                    <a:lnTo>
                      <a:pt x="4423" y="8796"/>
                    </a:lnTo>
                    <a:lnTo>
                      <a:pt x="4455" y="8779"/>
                    </a:lnTo>
                    <a:lnTo>
                      <a:pt x="4513" y="8732"/>
                    </a:lnTo>
                    <a:lnTo>
                      <a:pt x="4558" y="8657"/>
                    </a:lnTo>
                    <a:lnTo>
                      <a:pt x="4602" y="8608"/>
                    </a:lnTo>
                    <a:lnTo>
                      <a:pt x="4627" y="8501"/>
                    </a:lnTo>
                    <a:lnTo>
                      <a:pt x="4644" y="8468"/>
                    </a:lnTo>
                    <a:lnTo>
                      <a:pt x="4703" y="8405"/>
                    </a:lnTo>
                    <a:lnTo>
                      <a:pt x="4727" y="8392"/>
                    </a:lnTo>
                    <a:lnTo>
                      <a:pt x="4816" y="8325"/>
                    </a:lnTo>
                    <a:lnTo>
                      <a:pt x="4851" y="8310"/>
                    </a:lnTo>
                    <a:lnTo>
                      <a:pt x="4884" y="8286"/>
                    </a:lnTo>
                    <a:lnTo>
                      <a:pt x="4907" y="8259"/>
                    </a:lnTo>
                    <a:lnTo>
                      <a:pt x="4916" y="8230"/>
                    </a:lnTo>
                    <a:lnTo>
                      <a:pt x="4940" y="8193"/>
                    </a:lnTo>
                    <a:lnTo>
                      <a:pt x="4998" y="8114"/>
                    </a:lnTo>
                    <a:lnTo>
                      <a:pt x="5026" y="8064"/>
                    </a:lnTo>
                    <a:lnTo>
                      <a:pt x="5074" y="8008"/>
                    </a:lnTo>
                    <a:lnTo>
                      <a:pt x="5091" y="7919"/>
                    </a:lnTo>
                    <a:lnTo>
                      <a:pt x="5138" y="7812"/>
                    </a:lnTo>
                    <a:lnTo>
                      <a:pt x="5163" y="7777"/>
                    </a:lnTo>
                    <a:lnTo>
                      <a:pt x="5181" y="7737"/>
                    </a:lnTo>
                    <a:lnTo>
                      <a:pt x="5199" y="7710"/>
                    </a:lnTo>
                    <a:lnTo>
                      <a:pt x="5221" y="7688"/>
                    </a:lnTo>
                    <a:lnTo>
                      <a:pt x="5281" y="7606"/>
                    </a:lnTo>
                    <a:lnTo>
                      <a:pt x="5306" y="7580"/>
                    </a:lnTo>
                    <a:lnTo>
                      <a:pt x="5336" y="7562"/>
                    </a:lnTo>
                    <a:lnTo>
                      <a:pt x="5377" y="7548"/>
                    </a:lnTo>
                    <a:lnTo>
                      <a:pt x="5397" y="7496"/>
                    </a:lnTo>
                    <a:lnTo>
                      <a:pt x="5428" y="7470"/>
                    </a:lnTo>
                    <a:lnTo>
                      <a:pt x="5443" y="7383"/>
                    </a:lnTo>
                    <a:lnTo>
                      <a:pt x="5450" y="7229"/>
                    </a:lnTo>
                    <a:lnTo>
                      <a:pt x="5461" y="7211"/>
                    </a:lnTo>
                    <a:lnTo>
                      <a:pt x="5484" y="7209"/>
                    </a:lnTo>
                    <a:lnTo>
                      <a:pt x="5487" y="7197"/>
                    </a:lnTo>
                    <a:lnTo>
                      <a:pt x="5479" y="7177"/>
                    </a:lnTo>
                    <a:lnTo>
                      <a:pt x="5450" y="7145"/>
                    </a:lnTo>
                    <a:lnTo>
                      <a:pt x="5443" y="7133"/>
                    </a:lnTo>
                    <a:lnTo>
                      <a:pt x="5446" y="7075"/>
                    </a:lnTo>
                    <a:lnTo>
                      <a:pt x="5435" y="7064"/>
                    </a:lnTo>
                    <a:lnTo>
                      <a:pt x="5435" y="7005"/>
                    </a:lnTo>
                    <a:lnTo>
                      <a:pt x="5424" y="6971"/>
                    </a:lnTo>
                    <a:lnTo>
                      <a:pt x="5426" y="6942"/>
                    </a:lnTo>
                    <a:lnTo>
                      <a:pt x="5435" y="6930"/>
                    </a:lnTo>
                    <a:lnTo>
                      <a:pt x="5443" y="6904"/>
                    </a:lnTo>
                    <a:lnTo>
                      <a:pt x="5446" y="6867"/>
                    </a:lnTo>
                    <a:lnTo>
                      <a:pt x="5482" y="6803"/>
                    </a:lnTo>
                    <a:lnTo>
                      <a:pt x="5505" y="6774"/>
                    </a:lnTo>
                    <a:lnTo>
                      <a:pt x="5557" y="6725"/>
                    </a:lnTo>
                    <a:lnTo>
                      <a:pt x="5635" y="6637"/>
                    </a:lnTo>
                    <a:lnTo>
                      <a:pt x="5642" y="6637"/>
                    </a:lnTo>
                    <a:lnTo>
                      <a:pt x="5662" y="6623"/>
                    </a:lnTo>
                    <a:lnTo>
                      <a:pt x="5700" y="6588"/>
                    </a:lnTo>
                    <a:lnTo>
                      <a:pt x="5755" y="6550"/>
                    </a:lnTo>
                    <a:lnTo>
                      <a:pt x="5776" y="6527"/>
                    </a:lnTo>
                    <a:lnTo>
                      <a:pt x="5814" y="6501"/>
                    </a:lnTo>
                    <a:lnTo>
                      <a:pt x="5864" y="6450"/>
                    </a:lnTo>
                    <a:lnTo>
                      <a:pt x="5920" y="6414"/>
                    </a:lnTo>
                    <a:lnTo>
                      <a:pt x="5960" y="6414"/>
                    </a:lnTo>
                    <a:lnTo>
                      <a:pt x="5978" y="6405"/>
                    </a:lnTo>
                    <a:lnTo>
                      <a:pt x="6001" y="6377"/>
                    </a:lnTo>
                    <a:lnTo>
                      <a:pt x="6047" y="6365"/>
                    </a:lnTo>
                    <a:lnTo>
                      <a:pt x="6114" y="6362"/>
                    </a:lnTo>
                    <a:lnTo>
                      <a:pt x="6155" y="6328"/>
                    </a:lnTo>
                    <a:lnTo>
                      <a:pt x="6169" y="6324"/>
                    </a:lnTo>
                    <a:lnTo>
                      <a:pt x="6205" y="6282"/>
                    </a:lnTo>
                    <a:lnTo>
                      <a:pt x="6222" y="6273"/>
                    </a:lnTo>
                    <a:lnTo>
                      <a:pt x="6272" y="6261"/>
                    </a:lnTo>
                    <a:lnTo>
                      <a:pt x="6303" y="6261"/>
                    </a:lnTo>
                    <a:lnTo>
                      <a:pt x="6312" y="6249"/>
                    </a:lnTo>
                    <a:lnTo>
                      <a:pt x="6309" y="6234"/>
                    </a:lnTo>
                    <a:lnTo>
                      <a:pt x="6298" y="6224"/>
                    </a:lnTo>
                    <a:lnTo>
                      <a:pt x="6298" y="6211"/>
                    </a:lnTo>
                    <a:lnTo>
                      <a:pt x="6330" y="6182"/>
                    </a:lnTo>
                    <a:lnTo>
                      <a:pt x="6339" y="6182"/>
                    </a:lnTo>
                    <a:lnTo>
                      <a:pt x="6339" y="6179"/>
                    </a:lnTo>
                    <a:lnTo>
                      <a:pt x="6345" y="6191"/>
                    </a:lnTo>
                    <a:lnTo>
                      <a:pt x="6372" y="6199"/>
                    </a:lnTo>
                    <a:lnTo>
                      <a:pt x="6461" y="6173"/>
                    </a:lnTo>
                    <a:lnTo>
                      <a:pt x="6482" y="6173"/>
                    </a:lnTo>
                    <a:lnTo>
                      <a:pt x="6494" y="6182"/>
                    </a:lnTo>
                    <a:lnTo>
                      <a:pt x="6535" y="6188"/>
                    </a:lnTo>
                    <a:lnTo>
                      <a:pt x="6599" y="6164"/>
                    </a:lnTo>
                    <a:lnTo>
                      <a:pt x="6628" y="6164"/>
                    </a:lnTo>
                    <a:lnTo>
                      <a:pt x="6648" y="6173"/>
                    </a:lnTo>
                    <a:lnTo>
                      <a:pt x="6695" y="6179"/>
                    </a:lnTo>
                    <a:lnTo>
                      <a:pt x="6739" y="6179"/>
                    </a:lnTo>
                    <a:lnTo>
                      <a:pt x="6828" y="6164"/>
                    </a:lnTo>
                    <a:lnTo>
                      <a:pt x="6846" y="6160"/>
                    </a:lnTo>
                    <a:lnTo>
                      <a:pt x="6864" y="6124"/>
                    </a:lnTo>
                    <a:lnTo>
                      <a:pt x="6873" y="6078"/>
                    </a:lnTo>
                    <a:lnTo>
                      <a:pt x="6907" y="6046"/>
                    </a:lnTo>
                    <a:lnTo>
                      <a:pt x="6937" y="6029"/>
                    </a:lnTo>
                    <a:lnTo>
                      <a:pt x="7016" y="5994"/>
                    </a:lnTo>
                    <a:lnTo>
                      <a:pt x="7047" y="5962"/>
                    </a:lnTo>
                    <a:lnTo>
                      <a:pt x="7062" y="5929"/>
                    </a:lnTo>
                    <a:lnTo>
                      <a:pt x="7069" y="5901"/>
                    </a:lnTo>
                    <a:lnTo>
                      <a:pt x="7071" y="5846"/>
                    </a:lnTo>
                    <a:lnTo>
                      <a:pt x="7083" y="5791"/>
                    </a:lnTo>
                    <a:lnTo>
                      <a:pt x="7129" y="5725"/>
                    </a:lnTo>
                    <a:lnTo>
                      <a:pt x="7199" y="5643"/>
                    </a:lnTo>
                    <a:lnTo>
                      <a:pt x="7234" y="5583"/>
                    </a:lnTo>
                    <a:lnTo>
                      <a:pt x="7276" y="5472"/>
                    </a:lnTo>
                    <a:lnTo>
                      <a:pt x="7330" y="5414"/>
                    </a:lnTo>
                    <a:lnTo>
                      <a:pt x="7352" y="5379"/>
                    </a:lnTo>
                    <a:lnTo>
                      <a:pt x="7361" y="5264"/>
                    </a:lnTo>
                    <a:lnTo>
                      <a:pt x="7361" y="5197"/>
                    </a:lnTo>
                    <a:lnTo>
                      <a:pt x="7370" y="5142"/>
                    </a:lnTo>
                    <a:lnTo>
                      <a:pt x="7383" y="5089"/>
                    </a:lnTo>
                    <a:lnTo>
                      <a:pt x="7404" y="5055"/>
                    </a:lnTo>
                    <a:lnTo>
                      <a:pt x="7456" y="4997"/>
                    </a:lnTo>
                    <a:lnTo>
                      <a:pt x="7468" y="4969"/>
                    </a:lnTo>
                    <a:lnTo>
                      <a:pt x="7468" y="4904"/>
                    </a:lnTo>
                    <a:lnTo>
                      <a:pt x="7486" y="4753"/>
                    </a:lnTo>
                    <a:lnTo>
                      <a:pt x="7495" y="4727"/>
                    </a:lnTo>
                    <a:lnTo>
                      <a:pt x="7506" y="4626"/>
                    </a:lnTo>
                    <a:lnTo>
                      <a:pt x="7523" y="4559"/>
                    </a:lnTo>
                    <a:lnTo>
                      <a:pt x="7517" y="4508"/>
                    </a:lnTo>
                    <a:lnTo>
                      <a:pt x="7508" y="4469"/>
                    </a:lnTo>
                    <a:lnTo>
                      <a:pt x="7506" y="4379"/>
                    </a:lnTo>
                    <a:lnTo>
                      <a:pt x="7497" y="4342"/>
                    </a:lnTo>
                    <a:lnTo>
                      <a:pt x="7497" y="4255"/>
                    </a:lnTo>
                    <a:lnTo>
                      <a:pt x="7506" y="4145"/>
                    </a:lnTo>
                    <a:lnTo>
                      <a:pt x="7521" y="4076"/>
                    </a:lnTo>
                    <a:lnTo>
                      <a:pt x="7523" y="4029"/>
                    </a:lnTo>
                    <a:lnTo>
                      <a:pt x="7532" y="3978"/>
                    </a:lnTo>
                    <a:lnTo>
                      <a:pt x="7537" y="3965"/>
                    </a:lnTo>
                    <a:lnTo>
                      <a:pt x="7579" y="3925"/>
                    </a:lnTo>
                    <a:lnTo>
                      <a:pt x="7596" y="3922"/>
                    </a:lnTo>
                    <a:lnTo>
                      <a:pt x="7628" y="3934"/>
                    </a:lnTo>
                    <a:lnTo>
                      <a:pt x="7637" y="3931"/>
                    </a:lnTo>
                    <a:lnTo>
                      <a:pt x="7697" y="3881"/>
                    </a:lnTo>
                    <a:lnTo>
                      <a:pt x="7739" y="3823"/>
                    </a:lnTo>
                    <a:lnTo>
                      <a:pt x="7788" y="3734"/>
                    </a:lnTo>
                    <a:lnTo>
                      <a:pt x="7814" y="3661"/>
                    </a:lnTo>
                    <a:lnTo>
                      <a:pt x="7841" y="3603"/>
                    </a:lnTo>
                    <a:lnTo>
                      <a:pt x="7875" y="3554"/>
                    </a:lnTo>
                    <a:lnTo>
                      <a:pt x="7937" y="3506"/>
                    </a:lnTo>
                    <a:lnTo>
                      <a:pt x="7958" y="3473"/>
                    </a:lnTo>
                    <a:lnTo>
                      <a:pt x="7998" y="3435"/>
                    </a:lnTo>
                    <a:lnTo>
                      <a:pt x="8080" y="3389"/>
                    </a:lnTo>
                    <a:lnTo>
                      <a:pt x="8106" y="3362"/>
                    </a:lnTo>
                    <a:lnTo>
                      <a:pt x="8135" y="3313"/>
                    </a:lnTo>
                    <a:lnTo>
                      <a:pt x="8184" y="3251"/>
                    </a:lnTo>
                    <a:lnTo>
                      <a:pt x="8258" y="3172"/>
                    </a:lnTo>
                    <a:lnTo>
                      <a:pt x="8327" y="3071"/>
                    </a:lnTo>
                    <a:lnTo>
                      <a:pt x="8340" y="3059"/>
                    </a:lnTo>
                    <a:lnTo>
                      <a:pt x="8359" y="3021"/>
                    </a:lnTo>
                    <a:lnTo>
                      <a:pt x="8362" y="3021"/>
                    </a:lnTo>
                    <a:lnTo>
                      <a:pt x="8400" y="2852"/>
                    </a:lnTo>
                    <a:lnTo>
                      <a:pt x="8409" y="2798"/>
                    </a:lnTo>
                    <a:lnTo>
                      <a:pt x="8417" y="2652"/>
                    </a:lnTo>
                    <a:lnTo>
                      <a:pt x="8417" y="2563"/>
                    </a:lnTo>
                    <a:lnTo>
                      <a:pt x="8385" y="2479"/>
                    </a:lnTo>
                    <a:lnTo>
                      <a:pt x="8359" y="2355"/>
                    </a:lnTo>
                    <a:lnTo>
                      <a:pt x="8327" y="2297"/>
                    </a:lnTo>
                    <a:lnTo>
                      <a:pt x="8286" y="2247"/>
                    </a:lnTo>
                    <a:lnTo>
                      <a:pt x="8254" y="2229"/>
                    </a:lnTo>
                    <a:lnTo>
                      <a:pt x="8068" y="2227"/>
                    </a:lnTo>
                    <a:lnTo>
                      <a:pt x="8048" y="2229"/>
                    </a:lnTo>
                    <a:lnTo>
                      <a:pt x="8021" y="2222"/>
                    </a:lnTo>
                    <a:lnTo>
                      <a:pt x="8007" y="2210"/>
                    </a:lnTo>
                    <a:lnTo>
                      <a:pt x="7975" y="2201"/>
                    </a:lnTo>
                    <a:lnTo>
                      <a:pt x="7942" y="2201"/>
                    </a:lnTo>
                    <a:lnTo>
                      <a:pt x="7922" y="2172"/>
                    </a:lnTo>
                    <a:lnTo>
                      <a:pt x="7886" y="2138"/>
                    </a:lnTo>
                    <a:lnTo>
                      <a:pt x="7864" y="2123"/>
                    </a:lnTo>
                    <a:lnTo>
                      <a:pt x="7828" y="2109"/>
                    </a:lnTo>
                    <a:lnTo>
                      <a:pt x="7776" y="2073"/>
                    </a:lnTo>
                    <a:lnTo>
                      <a:pt x="7659" y="1958"/>
                    </a:lnTo>
                    <a:lnTo>
                      <a:pt x="7608" y="1914"/>
                    </a:lnTo>
                    <a:lnTo>
                      <a:pt x="7550" y="1872"/>
                    </a:lnTo>
                    <a:lnTo>
                      <a:pt x="7477" y="1828"/>
                    </a:lnTo>
                    <a:lnTo>
                      <a:pt x="7428" y="1792"/>
                    </a:lnTo>
                    <a:lnTo>
                      <a:pt x="7381" y="1770"/>
                    </a:lnTo>
                    <a:lnTo>
                      <a:pt x="7334" y="1752"/>
                    </a:lnTo>
                    <a:lnTo>
                      <a:pt x="7129" y="1750"/>
                    </a:lnTo>
                    <a:lnTo>
                      <a:pt x="7094" y="1755"/>
                    </a:lnTo>
                    <a:lnTo>
                      <a:pt x="7060" y="1755"/>
                    </a:lnTo>
                    <a:lnTo>
                      <a:pt x="6942" y="1750"/>
                    </a:lnTo>
                    <a:lnTo>
                      <a:pt x="6907" y="1744"/>
                    </a:lnTo>
                    <a:lnTo>
                      <a:pt x="6826" y="1726"/>
                    </a:lnTo>
                    <a:lnTo>
                      <a:pt x="6617" y="1657"/>
                    </a:lnTo>
                    <a:lnTo>
                      <a:pt x="6577" y="1660"/>
                    </a:lnTo>
                    <a:lnTo>
                      <a:pt x="6566" y="1657"/>
                    </a:lnTo>
                    <a:lnTo>
                      <a:pt x="6546" y="1628"/>
                    </a:lnTo>
                    <a:lnTo>
                      <a:pt x="6514" y="1642"/>
                    </a:lnTo>
                    <a:lnTo>
                      <a:pt x="6485" y="1666"/>
                    </a:lnTo>
                    <a:lnTo>
                      <a:pt x="6450" y="1682"/>
                    </a:lnTo>
                    <a:lnTo>
                      <a:pt x="6392" y="1706"/>
                    </a:lnTo>
                    <a:lnTo>
                      <a:pt x="6354" y="1709"/>
                    </a:lnTo>
                    <a:lnTo>
                      <a:pt x="6348" y="1688"/>
                    </a:lnTo>
                    <a:lnTo>
                      <a:pt x="6360" y="1662"/>
                    </a:lnTo>
                    <a:lnTo>
                      <a:pt x="6383" y="1637"/>
                    </a:lnTo>
                    <a:lnTo>
                      <a:pt x="6386" y="1619"/>
                    </a:lnTo>
                    <a:lnTo>
                      <a:pt x="6374" y="1599"/>
                    </a:lnTo>
                    <a:lnTo>
                      <a:pt x="6357" y="1591"/>
                    </a:lnTo>
                    <a:lnTo>
                      <a:pt x="6345" y="1587"/>
                    </a:lnTo>
                    <a:lnTo>
                      <a:pt x="6330" y="1596"/>
                    </a:lnTo>
                    <a:lnTo>
                      <a:pt x="6318" y="1596"/>
                    </a:lnTo>
                    <a:lnTo>
                      <a:pt x="6309" y="1591"/>
                    </a:lnTo>
                    <a:lnTo>
                      <a:pt x="6309" y="1575"/>
                    </a:lnTo>
                    <a:lnTo>
                      <a:pt x="6327" y="1567"/>
                    </a:lnTo>
                    <a:lnTo>
                      <a:pt x="6332" y="1526"/>
                    </a:lnTo>
                    <a:lnTo>
                      <a:pt x="6301" y="1480"/>
                    </a:lnTo>
                    <a:lnTo>
                      <a:pt x="6260" y="1445"/>
                    </a:lnTo>
                    <a:lnTo>
                      <a:pt x="6236" y="1448"/>
                    </a:lnTo>
                    <a:lnTo>
                      <a:pt x="6216" y="1457"/>
                    </a:lnTo>
                    <a:lnTo>
                      <a:pt x="6193" y="1480"/>
                    </a:lnTo>
                    <a:lnTo>
                      <a:pt x="6163" y="1491"/>
                    </a:lnTo>
                    <a:lnTo>
                      <a:pt x="6163" y="1454"/>
                    </a:lnTo>
                    <a:lnTo>
                      <a:pt x="6158" y="1434"/>
                    </a:lnTo>
                    <a:lnTo>
                      <a:pt x="6134" y="1402"/>
                    </a:lnTo>
                    <a:lnTo>
                      <a:pt x="6083" y="1389"/>
                    </a:lnTo>
                    <a:lnTo>
                      <a:pt x="6044" y="1367"/>
                    </a:lnTo>
                    <a:lnTo>
                      <a:pt x="6003" y="1364"/>
                    </a:lnTo>
                    <a:lnTo>
                      <a:pt x="5980" y="1341"/>
                    </a:lnTo>
                    <a:lnTo>
                      <a:pt x="5922" y="1341"/>
                    </a:lnTo>
                    <a:lnTo>
                      <a:pt x="5904" y="1336"/>
                    </a:lnTo>
                    <a:lnTo>
                      <a:pt x="5779" y="1269"/>
                    </a:lnTo>
                    <a:lnTo>
                      <a:pt x="5736" y="1257"/>
                    </a:lnTo>
                    <a:lnTo>
                      <a:pt x="5619" y="1260"/>
                    </a:lnTo>
                    <a:lnTo>
                      <a:pt x="5584" y="1278"/>
                    </a:lnTo>
                    <a:lnTo>
                      <a:pt x="5557" y="1336"/>
                    </a:lnTo>
                    <a:lnTo>
                      <a:pt x="5534" y="1347"/>
                    </a:lnTo>
                    <a:lnTo>
                      <a:pt x="5517" y="1382"/>
                    </a:lnTo>
                    <a:lnTo>
                      <a:pt x="5508" y="1413"/>
                    </a:lnTo>
                    <a:lnTo>
                      <a:pt x="5491" y="1443"/>
                    </a:lnTo>
                    <a:lnTo>
                      <a:pt x="5455" y="1445"/>
                    </a:lnTo>
                    <a:lnTo>
                      <a:pt x="5419" y="1457"/>
                    </a:lnTo>
                    <a:lnTo>
                      <a:pt x="5406" y="1463"/>
                    </a:lnTo>
                    <a:lnTo>
                      <a:pt x="5383" y="1483"/>
                    </a:lnTo>
                    <a:lnTo>
                      <a:pt x="5356" y="1561"/>
                    </a:lnTo>
                    <a:lnTo>
                      <a:pt x="5342" y="1591"/>
                    </a:lnTo>
                    <a:lnTo>
                      <a:pt x="5333" y="1596"/>
                    </a:lnTo>
                    <a:lnTo>
                      <a:pt x="5327" y="1608"/>
                    </a:lnTo>
                    <a:lnTo>
                      <a:pt x="5319" y="1648"/>
                    </a:lnTo>
                    <a:lnTo>
                      <a:pt x="5301" y="1653"/>
                    </a:lnTo>
                    <a:lnTo>
                      <a:pt x="5298" y="1653"/>
                    </a:lnTo>
                    <a:lnTo>
                      <a:pt x="5292" y="1624"/>
                    </a:lnTo>
                    <a:lnTo>
                      <a:pt x="5292" y="1582"/>
                    </a:lnTo>
                    <a:lnTo>
                      <a:pt x="5303" y="1524"/>
                    </a:lnTo>
                    <a:lnTo>
                      <a:pt x="5295" y="1520"/>
                    </a:lnTo>
                    <a:lnTo>
                      <a:pt x="5261" y="1520"/>
                    </a:lnTo>
                    <a:lnTo>
                      <a:pt x="5234" y="1533"/>
                    </a:lnTo>
                    <a:lnTo>
                      <a:pt x="5202" y="1526"/>
                    </a:lnTo>
                    <a:lnTo>
                      <a:pt x="5108" y="1533"/>
                    </a:lnTo>
                    <a:lnTo>
                      <a:pt x="5079" y="1526"/>
                    </a:lnTo>
                    <a:lnTo>
                      <a:pt x="5070" y="1533"/>
                    </a:lnTo>
                    <a:lnTo>
                      <a:pt x="5047" y="1533"/>
                    </a:lnTo>
                    <a:lnTo>
                      <a:pt x="5038" y="1526"/>
                    </a:lnTo>
                    <a:lnTo>
                      <a:pt x="5012" y="1526"/>
                    </a:lnTo>
                    <a:lnTo>
                      <a:pt x="4956" y="1547"/>
                    </a:lnTo>
                    <a:lnTo>
                      <a:pt x="4931" y="1547"/>
                    </a:lnTo>
                    <a:lnTo>
                      <a:pt x="4881" y="1526"/>
                    </a:lnTo>
                    <a:lnTo>
                      <a:pt x="4867" y="1526"/>
                    </a:lnTo>
                    <a:lnTo>
                      <a:pt x="4860" y="1533"/>
                    </a:lnTo>
                    <a:lnTo>
                      <a:pt x="4849" y="1567"/>
                    </a:lnTo>
                    <a:lnTo>
                      <a:pt x="4843" y="1573"/>
                    </a:lnTo>
                    <a:lnTo>
                      <a:pt x="4834" y="1567"/>
                    </a:lnTo>
                    <a:lnTo>
                      <a:pt x="4831" y="1538"/>
                    </a:lnTo>
                    <a:lnTo>
                      <a:pt x="4834" y="1526"/>
                    </a:lnTo>
                    <a:lnTo>
                      <a:pt x="4858" y="1502"/>
                    </a:lnTo>
                    <a:lnTo>
                      <a:pt x="4884" y="1502"/>
                    </a:lnTo>
                    <a:lnTo>
                      <a:pt x="4918" y="1517"/>
                    </a:lnTo>
                    <a:lnTo>
                      <a:pt x="4965" y="1524"/>
                    </a:lnTo>
                    <a:lnTo>
                      <a:pt x="5003" y="1509"/>
                    </a:lnTo>
                    <a:lnTo>
                      <a:pt x="5014" y="1498"/>
                    </a:lnTo>
                    <a:lnTo>
                      <a:pt x="5018" y="1489"/>
                    </a:lnTo>
                    <a:lnTo>
                      <a:pt x="5018" y="1398"/>
                    </a:lnTo>
                    <a:lnTo>
                      <a:pt x="5014" y="1393"/>
                    </a:lnTo>
                    <a:lnTo>
                      <a:pt x="4991" y="1393"/>
                    </a:lnTo>
                    <a:lnTo>
                      <a:pt x="4983" y="1378"/>
                    </a:lnTo>
                    <a:lnTo>
                      <a:pt x="4960" y="1364"/>
                    </a:lnTo>
                    <a:lnTo>
                      <a:pt x="4956" y="1356"/>
                    </a:lnTo>
                    <a:lnTo>
                      <a:pt x="4956" y="1344"/>
                    </a:lnTo>
                    <a:lnTo>
                      <a:pt x="4976" y="1336"/>
                    </a:lnTo>
                    <a:lnTo>
                      <a:pt x="4994" y="1321"/>
                    </a:lnTo>
                    <a:lnTo>
                      <a:pt x="4998" y="1301"/>
                    </a:lnTo>
                    <a:lnTo>
                      <a:pt x="4974" y="1301"/>
                    </a:lnTo>
                    <a:lnTo>
                      <a:pt x="4962" y="1307"/>
                    </a:lnTo>
                    <a:lnTo>
                      <a:pt x="4948" y="1307"/>
                    </a:lnTo>
                    <a:lnTo>
                      <a:pt x="4925" y="1341"/>
                    </a:lnTo>
                    <a:lnTo>
                      <a:pt x="4916" y="1370"/>
                    </a:lnTo>
                    <a:lnTo>
                      <a:pt x="4875" y="1373"/>
                    </a:lnTo>
                    <a:lnTo>
                      <a:pt x="4869" y="1361"/>
                    </a:lnTo>
                    <a:lnTo>
                      <a:pt x="4867" y="1353"/>
                    </a:lnTo>
                    <a:lnTo>
                      <a:pt x="4869" y="1289"/>
                    </a:lnTo>
                    <a:lnTo>
                      <a:pt x="4855" y="1251"/>
                    </a:lnTo>
                    <a:lnTo>
                      <a:pt x="4855" y="1216"/>
                    </a:lnTo>
                    <a:lnTo>
                      <a:pt x="4858" y="1205"/>
                    </a:lnTo>
                    <a:lnTo>
                      <a:pt x="4884" y="1179"/>
                    </a:lnTo>
                    <a:lnTo>
                      <a:pt x="4901" y="1153"/>
                    </a:lnTo>
                    <a:lnTo>
                      <a:pt x="4940" y="1110"/>
                    </a:lnTo>
                    <a:lnTo>
                      <a:pt x="4994" y="1054"/>
                    </a:lnTo>
                    <a:lnTo>
                      <a:pt x="5061" y="1002"/>
                    </a:lnTo>
                    <a:lnTo>
                      <a:pt x="5093" y="953"/>
                    </a:lnTo>
                    <a:lnTo>
                      <a:pt x="5114" y="941"/>
                    </a:lnTo>
                    <a:lnTo>
                      <a:pt x="5141" y="915"/>
                    </a:lnTo>
                    <a:lnTo>
                      <a:pt x="5150" y="881"/>
                    </a:lnTo>
                    <a:lnTo>
                      <a:pt x="5150" y="860"/>
                    </a:lnTo>
                    <a:lnTo>
                      <a:pt x="5176" y="785"/>
                    </a:lnTo>
                    <a:lnTo>
                      <a:pt x="5176" y="771"/>
                    </a:lnTo>
                    <a:lnTo>
                      <a:pt x="5161" y="755"/>
                    </a:lnTo>
                    <a:lnTo>
                      <a:pt x="5129" y="755"/>
                    </a:lnTo>
                    <a:lnTo>
                      <a:pt x="5067" y="736"/>
                    </a:lnTo>
                    <a:lnTo>
                      <a:pt x="5044" y="690"/>
                    </a:lnTo>
                    <a:lnTo>
                      <a:pt x="5018" y="600"/>
                    </a:lnTo>
                    <a:lnTo>
                      <a:pt x="5012" y="591"/>
                    </a:lnTo>
                    <a:lnTo>
                      <a:pt x="5003" y="545"/>
                    </a:lnTo>
                    <a:lnTo>
                      <a:pt x="4985" y="510"/>
                    </a:lnTo>
                    <a:lnTo>
                      <a:pt x="4971" y="454"/>
                    </a:lnTo>
                    <a:lnTo>
                      <a:pt x="4953" y="414"/>
                    </a:lnTo>
                    <a:lnTo>
                      <a:pt x="4942" y="358"/>
                    </a:lnTo>
                    <a:lnTo>
                      <a:pt x="4940" y="318"/>
                    </a:lnTo>
                    <a:lnTo>
                      <a:pt x="4916" y="272"/>
                    </a:lnTo>
                    <a:lnTo>
                      <a:pt x="4878" y="223"/>
                    </a:lnTo>
                    <a:lnTo>
                      <a:pt x="4858" y="212"/>
                    </a:lnTo>
                    <a:lnTo>
                      <a:pt x="4849" y="214"/>
                    </a:lnTo>
                    <a:lnTo>
                      <a:pt x="4837" y="243"/>
                    </a:lnTo>
                    <a:lnTo>
                      <a:pt x="4820" y="249"/>
                    </a:lnTo>
                    <a:lnTo>
                      <a:pt x="4767" y="301"/>
                    </a:lnTo>
                    <a:lnTo>
                      <a:pt x="4756" y="329"/>
                    </a:lnTo>
                    <a:lnTo>
                      <a:pt x="4706" y="402"/>
                    </a:lnTo>
                    <a:lnTo>
                      <a:pt x="4665" y="451"/>
                    </a:lnTo>
                    <a:lnTo>
                      <a:pt x="4651" y="475"/>
                    </a:lnTo>
                    <a:lnTo>
                      <a:pt x="4618" y="565"/>
                    </a:lnTo>
                    <a:lnTo>
                      <a:pt x="4511" y="658"/>
                    </a:lnTo>
                    <a:lnTo>
                      <a:pt x="4502" y="669"/>
                    </a:lnTo>
                    <a:lnTo>
                      <a:pt x="4482" y="678"/>
                    </a:lnTo>
                    <a:lnTo>
                      <a:pt x="4441" y="678"/>
                    </a:lnTo>
                    <a:lnTo>
                      <a:pt x="4415" y="667"/>
                    </a:lnTo>
                    <a:lnTo>
                      <a:pt x="4388" y="667"/>
                    </a:lnTo>
                    <a:lnTo>
                      <a:pt x="4373" y="669"/>
                    </a:lnTo>
                    <a:lnTo>
                      <a:pt x="4312" y="698"/>
                    </a:lnTo>
                    <a:lnTo>
                      <a:pt x="4290" y="698"/>
                    </a:lnTo>
                    <a:lnTo>
                      <a:pt x="4277" y="695"/>
                    </a:lnTo>
                    <a:lnTo>
                      <a:pt x="4239" y="672"/>
                    </a:lnTo>
                    <a:lnTo>
                      <a:pt x="4201" y="628"/>
                    </a:lnTo>
                    <a:lnTo>
                      <a:pt x="4175" y="623"/>
                    </a:lnTo>
                    <a:lnTo>
                      <a:pt x="4161" y="614"/>
                    </a:lnTo>
                    <a:lnTo>
                      <a:pt x="4079" y="586"/>
                    </a:lnTo>
                    <a:lnTo>
                      <a:pt x="3992" y="611"/>
                    </a:lnTo>
                    <a:lnTo>
                      <a:pt x="3977" y="611"/>
                    </a:lnTo>
                    <a:lnTo>
                      <a:pt x="3939" y="600"/>
                    </a:lnTo>
                    <a:lnTo>
                      <a:pt x="3910" y="600"/>
                    </a:lnTo>
                    <a:lnTo>
                      <a:pt x="3887" y="611"/>
                    </a:lnTo>
                    <a:lnTo>
                      <a:pt x="3890" y="707"/>
                    </a:lnTo>
                    <a:lnTo>
                      <a:pt x="3878" y="722"/>
                    </a:lnTo>
                    <a:lnTo>
                      <a:pt x="3810" y="722"/>
                    </a:lnTo>
                    <a:lnTo>
                      <a:pt x="3760" y="702"/>
                    </a:lnTo>
                    <a:lnTo>
                      <a:pt x="3717" y="709"/>
                    </a:lnTo>
                    <a:lnTo>
                      <a:pt x="3662" y="713"/>
                    </a:lnTo>
                    <a:lnTo>
                      <a:pt x="3638" y="704"/>
                    </a:lnTo>
                    <a:lnTo>
                      <a:pt x="3635" y="698"/>
                    </a:lnTo>
                    <a:lnTo>
                      <a:pt x="3620" y="693"/>
                    </a:lnTo>
                    <a:lnTo>
                      <a:pt x="3600" y="695"/>
                    </a:lnTo>
                    <a:lnTo>
                      <a:pt x="3558" y="716"/>
                    </a:lnTo>
                    <a:lnTo>
                      <a:pt x="3522" y="755"/>
                    </a:lnTo>
                    <a:lnTo>
                      <a:pt x="3467" y="755"/>
                    </a:lnTo>
                    <a:lnTo>
                      <a:pt x="3436" y="773"/>
                    </a:lnTo>
                    <a:lnTo>
                      <a:pt x="3415" y="791"/>
                    </a:lnTo>
                    <a:lnTo>
                      <a:pt x="3371" y="791"/>
                    </a:lnTo>
                    <a:lnTo>
                      <a:pt x="3340" y="802"/>
                    </a:lnTo>
                    <a:lnTo>
                      <a:pt x="3313" y="837"/>
                    </a:lnTo>
                    <a:lnTo>
                      <a:pt x="3293" y="849"/>
                    </a:lnTo>
                    <a:lnTo>
                      <a:pt x="3240" y="849"/>
                    </a:lnTo>
                    <a:lnTo>
                      <a:pt x="3202" y="837"/>
                    </a:lnTo>
                    <a:lnTo>
                      <a:pt x="3141" y="800"/>
                    </a:lnTo>
                    <a:lnTo>
                      <a:pt x="3117" y="779"/>
                    </a:lnTo>
                    <a:lnTo>
                      <a:pt x="3102" y="755"/>
                    </a:lnTo>
                    <a:lnTo>
                      <a:pt x="3091" y="750"/>
                    </a:lnTo>
                    <a:lnTo>
                      <a:pt x="3073" y="733"/>
                    </a:lnTo>
                    <a:lnTo>
                      <a:pt x="3068" y="722"/>
                    </a:lnTo>
                    <a:lnTo>
                      <a:pt x="3070" y="669"/>
                    </a:lnTo>
                    <a:lnTo>
                      <a:pt x="3068" y="637"/>
                    </a:lnTo>
                    <a:lnTo>
                      <a:pt x="3024" y="598"/>
                    </a:lnTo>
                    <a:lnTo>
                      <a:pt x="3019" y="582"/>
                    </a:lnTo>
                    <a:lnTo>
                      <a:pt x="3021" y="460"/>
                    </a:lnTo>
                    <a:lnTo>
                      <a:pt x="3044" y="409"/>
                    </a:lnTo>
                    <a:lnTo>
                      <a:pt x="3050" y="379"/>
                    </a:lnTo>
                    <a:lnTo>
                      <a:pt x="3050" y="338"/>
                    </a:lnTo>
                    <a:lnTo>
                      <a:pt x="3094" y="289"/>
                    </a:lnTo>
                    <a:lnTo>
                      <a:pt x="3097" y="279"/>
                    </a:lnTo>
                    <a:lnTo>
                      <a:pt x="3094" y="249"/>
                    </a:lnTo>
                    <a:lnTo>
                      <a:pt x="3073" y="223"/>
                    </a:lnTo>
                    <a:lnTo>
                      <a:pt x="3073" y="165"/>
                    </a:lnTo>
                    <a:lnTo>
                      <a:pt x="3030" y="152"/>
                    </a:lnTo>
                    <a:lnTo>
                      <a:pt x="3021" y="148"/>
                    </a:lnTo>
                    <a:lnTo>
                      <a:pt x="2983" y="141"/>
                    </a:lnTo>
                    <a:lnTo>
                      <a:pt x="2997" y="86"/>
                    </a:lnTo>
                    <a:lnTo>
                      <a:pt x="3001" y="61"/>
                    </a:lnTo>
                    <a:lnTo>
                      <a:pt x="2997" y="35"/>
                    </a:lnTo>
                    <a:lnTo>
                      <a:pt x="2981" y="3"/>
                    </a:lnTo>
                    <a:lnTo>
                      <a:pt x="2946" y="0"/>
                    </a:lnTo>
                    <a:lnTo>
                      <a:pt x="2899" y="17"/>
                    </a:lnTo>
                    <a:lnTo>
                      <a:pt x="2857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</p:grpSp>
        <p:grpSp>
          <p:nvGrpSpPr>
            <p:cNvPr id="11" name="Group 31">
              <a:extLst>
                <a:ext uri="{FF2B5EF4-FFF2-40B4-BE49-F238E27FC236}">
                  <a16:creationId xmlns:a16="http://schemas.microsoft.com/office/drawing/2014/main" id="{A37C8261-FB43-AA93-4720-A876DA2D5B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874672" y="5627996"/>
              <a:ext cx="214750" cy="103989"/>
              <a:chOff x="2934" y="3093"/>
              <a:chExt cx="95" cy="46"/>
            </a:xfrm>
            <a:grpFill/>
          </p:grpSpPr>
          <p:sp>
            <p:nvSpPr>
              <p:cNvPr id="189" name="Freeform 32">
                <a:extLst>
                  <a:ext uri="{FF2B5EF4-FFF2-40B4-BE49-F238E27FC236}">
                    <a16:creationId xmlns:a16="http://schemas.microsoft.com/office/drawing/2014/main" id="{8D5A8B40-0BD6-0894-1A51-F6BB90A162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34" y="3110"/>
                <a:ext cx="12" cy="13"/>
              </a:xfrm>
              <a:custGeom>
                <a:avLst/>
                <a:gdLst/>
                <a:ahLst/>
                <a:cxnLst>
                  <a:cxn ang="0">
                    <a:pos x="69" y="45"/>
                  </a:cxn>
                  <a:cxn ang="0">
                    <a:pos x="78" y="39"/>
                  </a:cxn>
                  <a:cxn ang="0">
                    <a:pos x="80" y="48"/>
                  </a:cxn>
                  <a:cxn ang="0">
                    <a:pos x="95" y="52"/>
                  </a:cxn>
                  <a:cxn ang="0">
                    <a:pos x="90" y="90"/>
                  </a:cxn>
                  <a:cxn ang="0">
                    <a:pos x="73" y="106"/>
                  </a:cxn>
                  <a:cxn ang="0">
                    <a:pos x="49" y="96"/>
                  </a:cxn>
                  <a:cxn ang="0">
                    <a:pos x="2" y="52"/>
                  </a:cxn>
                  <a:cxn ang="0">
                    <a:pos x="0" y="10"/>
                  </a:cxn>
                  <a:cxn ang="0">
                    <a:pos x="14" y="0"/>
                  </a:cxn>
                  <a:cxn ang="0">
                    <a:pos x="16" y="10"/>
                  </a:cxn>
                  <a:cxn ang="0">
                    <a:pos x="7" y="31"/>
                  </a:cxn>
                  <a:cxn ang="0">
                    <a:pos x="12" y="55"/>
                  </a:cxn>
                  <a:cxn ang="0">
                    <a:pos x="23" y="64"/>
                  </a:cxn>
                  <a:cxn ang="0">
                    <a:pos x="25" y="50"/>
                  </a:cxn>
                  <a:cxn ang="0">
                    <a:pos x="35" y="39"/>
                  </a:cxn>
                  <a:cxn ang="0">
                    <a:pos x="57" y="39"/>
                  </a:cxn>
                  <a:cxn ang="0">
                    <a:pos x="69" y="45"/>
                  </a:cxn>
                </a:cxnLst>
                <a:rect l="0" t="0" r="r" b="b"/>
                <a:pathLst>
                  <a:path w="95" h="106">
                    <a:moveTo>
                      <a:pt x="69" y="45"/>
                    </a:moveTo>
                    <a:lnTo>
                      <a:pt x="78" y="39"/>
                    </a:lnTo>
                    <a:lnTo>
                      <a:pt x="80" y="48"/>
                    </a:lnTo>
                    <a:lnTo>
                      <a:pt x="95" y="52"/>
                    </a:lnTo>
                    <a:lnTo>
                      <a:pt x="90" y="90"/>
                    </a:lnTo>
                    <a:lnTo>
                      <a:pt x="73" y="106"/>
                    </a:lnTo>
                    <a:lnTo>
                      <a:pt x="49" y="96"/>
                    </a:lnTo>
                    <a:lnTo>
                      <a:pt x="2" y="52"/>
                    </a:lnTo>
                    <a:lnTo>
                      <a:pt x="0" y="10"/>
                    </a:lnTo>
                    <a:lnTo>
                      <a:pt x="14" y="0"/>
                    </a:lnTo>
                    <a:lnTo>
                      <a:pt x="16" y="10"/>
                    </a:lnTo>
                    <a:lnTo>
                      <a:pt x="7" y="31"/>
                    </a:lnTo>
                    <a:lnTo>
                      <a:pt x="12" y="55"/>
                    </a:lnTo>
                    <a:lnTo>
                      <a:pt x="23" y="64"/>
                    </a:lnTo>
                    <a:lnTo>
                      <a:pt x="25" y="50"/>
                    </a:lnTo>
                    <a:lnTo>
                      <a:pt x="35" y="39"/>
                    </a:lnTo>
                    <a:lnTo>
                      <a:pt x="57" y="39"/>
                    </a:lnTo>
                    <a:lnTo>
                      <a:pt x="69" y="4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90" name="Freeform 33">
                <a:extLst>
                  <a:ext uri="{FF2B5EF4-FFF2-40B4-BE49-F238E27FC236}">
                    <a16:creationId xmlns:a16="http://schemas.microsoft.com/office/drawing/2014/main" id="{63C118B7-E891-8CCC-9610-EE3912C76B4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43" y="3096"/>
                <a:ext cx="47" cy="38"/>
              </a:xfrm>
              <a:custGeom>
                <a:avLst/>
                <a:gdLst/>
                <a:ahLst/>
                <a:cxnLst>
                  <a:cxn ang="0">
                    <a:pos x="340" y="15"/>
                  </a:cxn>
                  <a:cxn ang="0">
                    <a:pos x="345" y="3"/>
                  </a:cxn>
                  <a:cxn ang="0">
                    <a:pos x="350" y="13"/>
                  </a:cxn>
                  <a:cxn ang="0">
                    <a:pos x="369" y="18"/>
                  </a:cxn>
                  <a:cxn ang="0">
                    <a:pos x="374" y="38"/>
                  </a:cxn>
                  <a:cxn ang="0">
                    <a:pos x="364" y="49"/>
                  </a:cxn>
                  <a:cxn ang="0">
                    <a:pos x="355" y="81"/>
                  </a:cxn>
                  <a:cxn ang="0">
                    <a:pos x="333" y="93"/>
                  </a:cxn>
                  <a:cxn ang="0">
                    <a:pos x="287" y="159"/>
                  </a:cxn>
                  <a:cxn ang="0">
                    <a:pos x="271" y="171"/>
                  </a:cxn>
                  <a:cxn ang="0">
                    <a:pos x="245" y="213"/>
                  </a:cxn>
                  <a:cxn ang="0">
                    <a:pos x="224" y="216"/>
                  </a:cxn>
                  <a:cxn ang="0">
                    <a:pos x="207" y="213"/>
                  </a:cxn>
                  <a:cxn ang="0">
                    <a:pos x="169" y="231"/>
                  </a:cxn>
                  <a:cxn ang="0">
                    <a:pos x="164" y="218"/>
                  </a:cxn>
                  <a:cxn ang="0">
                    <a:pos x="154" y="222"/>
                  </a:cxn>
                  <a:cxn ang="0">
                    <a:pos x="157" y="258"/>
                  </a:cxn>
                  <a:cxn ang="0">
                    <a:pos x="133" y="275"/>
                  </a:cxn>
                  <a:cxn ang="0">
                    <a:pos x="121" y="273"/>
                  </a:cxn>
                  <a:cxn ang="0">
                    <a:pos x="78" y="302"/>
                  </a:cxn>
                  <a:cxn ang="0">
                    <a:pos x="66" y="266"/>
                  </a:cxn>
                  <a:cxn ang="0">
                    <a:pos x="42" y="262"/>
                  </a:cxn>
                  <a:cxn ang="0">
                    <a:pos x="38" y="266"/>
                  </a:cxn>
                  <a:cxn ang="0">
                    <a:pos x="47" y="283"/>
                  </a:cxn>
                  <a:cxn ang="0">
                    <a:pos x="0" y="237"/>
                  </a:cxn>
                  <a:cxn ang="0">
                    <a:pos x="7" y="231"/>
                  </a:cxn>
                  <a:cxn ang="0">
                    <a:pos x="42" y="231"/>
                  </a:cxn>
                  <a:cxn ang="0">
                    <a:pos x="42" y="206"/>
                  </a:cxn>
                  <a:cxn ang="0">
                    <a:pos x="66" y="215"/>
                  </a:cxn>
                  <a:cxn ang="0">
                    <a:pos x="97" y="215"/>
                  </a:cxn>
                  <a:cxn ang="0">
                    <a:pos x="119" y="200"/>
                  </a:cxn>
                  <a:cxn ang="0">
                    <a:pos x="88" y="197"/>
                  </a:cxn>
                  <a:cxn ang="0">
                    <a:pos x="89" y="188"/>
                  </a:cxn>
                  <a:cxn ang="0">
                    <a:pos x="116" y="159"/>
                  </a:cxn>
                  <a:cxn ang="0">
                    <a:pos x="140" y="167"/>
                  </a:cxn>
                  <a:cxn ang="0">
                    <a:pos x="157" y="126"/>
                  </a:cxn>
                  <a:cxn ang="0">
                    <a:pos x="199" y="119"/>
                  </a:cxn>
                  <a:cxn ang="0">
                    <a:pos x="143" y="60"/>
                  </a:cxn>
                  <a:cxn ang="0">
                    <a:pos x="114" y="62"/>
                  </a:cxn>
                  <a:cxn ang="0">
                    <a:pos x="104" y="52"/>
                  </a:cxn>
                  <a:cxn ang="0">
                    <a:pos x="119" y="49"/>
                  </a:cxn>
                  <a:cxn ang="0">
                    <a:pos x="121" y="41"/>
                  </a:cxn>
                  <a:cxn ang="0">
                    <a:pos x="111" y="29"/>
                  </a:cxn>
                  <a:cxn ang="0">
                    <a:pos x="88" y="24"/>
                  </a:cxn>
                  <a:cxn ang="0">
                    <a:pos x="83" y="0"/>
                  </a:cxn>
                  <a:cxn ang="0">
                    <a:pos x="123" y="27"/>
                  </a:cxn>
                  <a:cxn ang="0">
                    <a:pos x="183" y="43"/>
                  </a:cxn>
                  <a:cxn ang="0">
                    <a:pos x="214" y="24"/>
                  </a:cxn>
                  <a:cxn ang="0">
                    <a:pos x="290" y="38"/>
                  </a:cxn>
                  <a:cxn ang="0">
                    <a:pos x="340" y="35"/>
                  </a:cxn>
                  <a:cxn ang="0">
                    <a:pos x="340" y="15"/>
                  </a:cxn>
                </a:cxnLst>
                <a:rect l="0" t="0" r="r" b="b"/>
                <a:pathLst>
                  <a:path w="374" h="302">
                    <a:moveTo>
                      <a:pt x="340" y="15"/>
                    </a:moveTo>
                    <a:lnTo>
                      <a:pt x="345" y="3"/>
                    </a:lnTo>
                    <a:lnTo>
                      <a:pt x="350" y="13"/>
                    </a:lnTo>
                    <a:lnTo>
                      <a:pt x="369" y="18"/>
                    </a:lnTo>
                    <a:lnTo>
                      <a:pt x="374" y="38"/>
                    </a:lnTo>
                    <a:lnTo>
                      <a:pt x="364" y="49"/>
                    </a:lnTo>
                    <a:lnTo>
                      <a:pt x="355" y="81"/>
                    </a:lnTo>
                    <a:lnTo>
                      <a:pt x="333" y="93"/>
                    </a:lnTo>
                    <a:lnTo>
                      <a:pt x="287" y="159"/>
                    </a:lnTo>
                    <a:lnTo>
                      <a:pt x="271" y="171"/>
                    </a:lnTo>
                    <a:lnTo>
                      <a:pt x="245" y="213"/>
                    </a:lnTo>
                    <a:lnTo>
                      <a:pt x="224" y="216"/>
                    </a:lnTo>
                    <a:lnTo>
                      <a:pt x="207" y="213"/>
                    </a:lnTo>
                    <a:lnTo>
                      <a:pt x="169" y="231"/>
                    </a:lnTo>
                    <a:lnTo>
                      <a:pt x="164" y="218"/>
                    </a:lnTo>
                    <a:lnTo>
                      <a:pt x="154" y="222"/>
                    </a:lnTo>
                    <a:lnTo>
                      <a:pt x="157" y="258"/>
                    </a:lnTo>
                    <a:lnTo>
                      <a:pt x="133" y="275"/>
                    </a:lnTo>
                    <a:lnTo>
                      <a:pt x="121" y="273"/>
                    </a:lnTo>
                    <a:lnTo>
                      <a:pt x="78" y="302"/>
                    </a:lnTo>
                    <a:lnTo>
                      <a:pt x="66" y="266"/>
                    </a:lnTo>
                    <a:lnTo>
                      <a:pt x="42" y="262"/>
                    </a:lnTo>
                    <a:lnTo>
                      <a:pt x="38" y="266"/>
                    </a:lnTo>
                    <a:lnTo>
                      <a:pt x="47" y="283"/>
                    </a:lnTo>
                    <a:lnTo>
                      <a:pt x="0" y="237"/>
                    </a:lnTo>
                    <a:lnTo>
                      <a:pt x="7" y="231"/>
                    </a:lnTo>
                    <a:lnTo>
                      <a:pt x="42" y="231"/>
                    </a:lnTo>
                    <a:lnTo>
                      <a:pt x="42" y="206"/>
                    </a:lnTo>
                    <a:lnTo>
                      <a:pt x="66" y="215"/>
                    </a:lnTo>
                    <a:lnTo>
                      <a:pt x="97" y="215"/>
                    </a:lnTo>
                    <a:lnTo>
                      <a:pt x="119" y="200"/>
                    </a:lnTo>
                    <a:lnTo>
                      <a:pt x="88" y="197"/>
                    </a:lnTo>
                    <a:lnTo>
                      <a:pt x="89" y="188"/>
                    </a:lnTo>
                    <a:lnTo>
                      <a:pt x="116" y="159"/>
                    </a:lnTo>
                    <a:lnTo>
                      <a:pt x="140" y="167"/>
                    </a:lnTo>
                    <a:lnTo>
                      <a:pt x="157" y="126"/>
                    </a:lnTo>
                    <a:lnTo>
                      <a:pt x="199" y="119"/>
                    </a:lnTo>
                    <a:lnTo>
                      <a:pt x="143" y="60"/>
                    </a:lnTo>
                    <a:lnTo>
                      <a:pt x="114" y="62"/>
                    </a:lnTo>
                    <a:lnTo>
                      <a:pt x="104" y="52"/>
                    </a:lnTo>
                    <a:lnTo>
                      <a:pt x="119" y="49"/>
                    </a:lnTo>
                    <a:lnTo>
                      <a:pt x="121" y="41"/>
                    </a:lnTo>
                    <a:lnTo>
                      <a:pt x="111" y="29"/>
                    </a:lnTo>
                    <a:lnTo>
                      <a:pt x="88" y="24"/>
                    </a:lnTo>
                    <a:lnTo>
                      <a:pt x="83" y="0"/>
                    </a:lnTo>
                    <a:lnTo>
                      <a:pt x="123" y="27"/>
                    </a:lnTo>
                    <a:lnTo>
                      <a:pt x="183" y="43"/>
                    </a:lnTo>
                    <a:lnTo>
                      <a:pt x="214" y="24"/>
                    </a:lnTo>
                    <a:lnTo>
                      <a:pt x="290" y="38"/>
                    </a:lnTo>
                    <a:lnTo>
                      <a:pt x="340" y="35"/>
                    </a:lnTo>
                    <a:lnTo>
                      <a:pt x="340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91" name="Freeform 34">
                <a:extLst>
                  <a:ext uri="{FF2B5EF4-FFF2-40B4-BE49-F238E27FC236}">
                    <a16:creationId xmlns:a16="http://schemas.microsoft.com/office/drawing/2014/main" id="{A4B44EDC-6B1E-FBD0-6F82-4EF40D3E0AE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78" y="3093"/>
                <a:ext cx="51" cy="46"/>
              </a:xfrm>
              <a:custGeom>
                <a:avLst/>
                <a:gdLst/>
                <a:ahLst/>
                <a:cxnLst>
                  <a:cxn ang="0">
                    <a:pos x="376" y="158"/>
                  </a:cxn>
                  <a:cxn ang="0">
                    <a:pos x="359" y="158"/>
                  </a:cxn>
                  <a:cxn ang="0">
                    <a:pos x="329" y="187"/>
                  </a:cxn>
                  <a:cxn ang="0">
                    <a:pos x="297" y="202"/>
                  </a:cxn>
                  <a:cxn ang="0">
                    <a:pos x="236" y="205"/>
                  </a:cxn>
                  <a:cxn ang="0">
                    <a:pos x="187" y="196"/>
                  </a:cxn>
                  <a:cxn ang="0">
                    <a:pos x="172" y="199"/>
                  </a:cxn>
                  <a:cxn ang="0">
                    <a:pos x="172" y="205"/>
                  </a:cxn>
                  <a:cxn ang="0">
                    <a:pos x="216" y="256"/>
                  </a:cxn>
                  <a:cxn ang="0">
                    <a:pos x="221" y="284"/>
                  </a:cxn>
                  <a:cxn ang="0">
                    <a:pos x="187" y="262"/>
                  </a:cxn>
                  <a:cxn ang="0">
                    <a:pos x="153" y="266"/>
                  </a:cxn>
                  <a:cxn ang="0">
                    <a:pos x="142" y="257"/>
                  </a:cxn>
                  <a:cxn ang="0">
                    <a:pos x="131" y="257"/>
                  </a:cxn>
                  <a:cxn ang="0">
                    <a:pos x="125" y="304"/>
                  </a:cxn>
                  <a:cxn ang="0">
                    <a:pos x="142" y="315"/>
                  </a:cxn>
                  <a:cxn ang="0">
                    <a:pos x="149" y="330"/>
                  </a:cxn>
                  <a:cxn ang="0">
                    <a:pos x="104" y="324"/>
                  </a:cxn>
                  <a:cxn ang="0">
                    <a:pos x="76" y="300"/>
                  </a:cxn>
                  <a:cxn ang="0">
                    <a:pos x="67" y="327"/>
                  </a:cxn>
                  <a:cxn ang="0">
                    <a:pos x="60" y="365"/>
                  </a:cxn>
                  <a:cxn ang="0">
                    <a:pos x="40" y="353"/>
                  </a:cxn>
                  <a:cxn ang="0">
                    <a:pos x="2" y="298"/>
                  </a:cxn>
                  <a:cxn ang="0">
                    <a:pos x="0" y="280"/>
                  </a:cxn>
                  <a:cxn ang="0">
                    <a:pos x="20" y="190"/>
                  </a:cxn>
                  <a:cxn ang="0">
                    <a:pos x="46" y="187"/>
                  </a:cxn>
                  <a:cxn ang="0">
                    <a:pos x="55" y="179"/>
                  </a:cxn>
                  <a:cxn ang="0">
                    <a:pos x="58" y="167"/>
                  </a:cxn>
                  <a:cxn ang="0">
                    <a:pos x="90" y="140"/>
                  </a:cxn>
                  <a:cxn ang="0">
                    <a:pos x="113" y="144"/>
                  </a:cxn>
                  <a:cxn ang="0">
                    <a:pos x="136" y="173"/>
                  </a:cxn>
                  <a:cxn ang="0">
                    <a:pos x="142" y="173"/>
                  </a:cxn>
                  <a:cxn ang="0">
                    <a:pos x="142" y="155"/>
                  </a:cxn>
                  <a:cxn ang="0">
                    <a:pos x="125" y="104"/>
                  </a:cxn>
                  <a:cxn ang="0">
                    <a:pos x="118" y="51"/>
                  </a:cxn>
                  <a:cxn ang="0">
                    <a:pos x="134" y="42"/>
                  </a:cxn>
                  <a:cxn ang="0">
                    <a:pos x="153" y="42"/>
                  </a:cxn>
                  <a:cxn ang="0">
                    <a:pos x="163" y="10"/>
                  </a:cxn>
                  <a:cxn ang="0">
                    <a:pos x="178" y="0"/>
                  </a:cxn>
                  <a:cxn ang="0">
                    <a:pos x="207" y="8"/>
                  </a:cxn>
                  <a:cxn ang="0">
                    <a:pos x="241" y="1"/>
                  </a:cxn>
                  <a:cxn ang="0">
                    <a:pos x="288" y="54"/>
                  </a:cxn>
                  <a:cxn ang="0">
                    <a:pos x="347" y="42"/>
                  </a:cxn>
                  <a:cxn ang="0">
                    <a:pos x="370" y="49"/>
                  </a:cxn>
                  <a:cxn ang="0">
                    <a:pos x="398" y="77"/>
                  </a:cxn>
                  <a:cxn ang="0">
                    <a:pos x="396" y="86"/>
                  </a:cxn>
                  <a:cxn ang="0">
                    <a:pos x="376" y="86"/>
                  </a:cxn>
                  <a:cxn ang="0">
                    <a:pos x="376" y="98"/>
                  </a:cxn>
                  <a:cxn ang="0">
                    <a:pos x="390" y="107"/>
                  </a:cxn>
                  <a:cxn ang="0">
                    <a:pos x="405" y="130"/>
                  </a:cxn>
                  <a:cxn ang="0">
                    <a:pos x="398" y="140"/>
                  </a:cxn>
                  <a:cxn ang="0">
                    <a:pos x="376" y="158"/>
                  </a:cxn>
                </a:cxnLst>
                <a:rect l="0" t="0" r="r" b="b"/>
                <a:pathLst>
                  <a:path w="405" h="365">
                    <a:moveTo>
                      <a:pt x="376" y="158"/>
                    </a:moveTo>
                    <a:lnTo>
                      <a:pt x="359" y="158"/>
                    </a:lnTo>
                    <a:lnTo>
                      <a:pt x="329" y="187"/>
                    </a:lnTo>
                    <a:lnTo>
                      <a:pt x="297" y="202"/>
                    </a:lnTo>
                    <a:lnTo>
                      <a:pt x="236" y="205"/>
                    </a:lnTo>
                    <a:lnTo>
                      <a:pt x="187" y="196"/>
                    </a:lnTo>
                    <a:lnTo>
                      <a:pt x="172" y="199"/>
                    </a:lnTo>
                    <a:lnTo>
                      <a:pt x="172" y="205"/>
                    </a:lnTo>
                    <a:lnTo>
                      <a:pt x="216" y="256"/>
                    </a:lnTo>
                    <a:lnTo>
                      <a:pt x="221" y="284"/>
                    </a:lnTo>
                    <a:lnTo>
                      <a:pt x="187" y="262"/>
                    </a:lnTo>
                    <a:lnTo>
                      <a:pt x="153" y="266"/>
                    </a:lnTo>
                    <a:lnTo>
                      <a:pt x="142" y="257"/>
                    </a:lnTo>
                    <a:lnTo>
                      <a:pt x="131" y="257"/>
                    </a:lnTo>
                    <a:lnTo>
                      <a:pt x="125" y="304"/>
                    </a:lnTo>
                    <a:lnTo>
                      <a:pt x="142" y="315"/>
                    </a:lnTo>
                    <a:lnTo>
                      <a:pt x="149" y="330"/>
                    </a:lnTo>
                    <a:lnTo>
                      <a:pt x="104" y="324"/>
                    </a:lnTo>
                    <a:lnTo>
                      <a:pt x="76" y="300"/>
                    </a:lnTo>
                    <a:lnTo>
                      <a:pt x="67" y="327"/>
                    </a:lnTo>
                    <a:lnTo>
                      <a:pt x="60" y="365"/>
                    </a:lnTo>
                    <a:lnTo>
                      <a:pt x="40" y="353"/>
                    </a:lnTo>
                    <a:lnTo>
                      <a:pt x="2" y="298"/>
                    </a:lnTo>
                    <a:lnTo>
                      <a:pt x="0" y="280"/>
                    </a:lnTo>
                    <a:lnTo>
                      <a:pt x="20" y="190"/>
                    </a:lnTo>
                    <a:lnTo>
                      <a:pt x="46" y="187"/>
                    </a:lnTo>
                    <a:lnTo>
                      <a:pt x="55" y="179"/>
                    </a:lnTo>
                    <a:lnTo>
                      <a:pt x="58" y="167"/>
                    </a:lnTo>
                    <a:lnTo>
                      <a:pt x="90" y="140"/>
                    </a:lnTo>
                    <a:lnTo>
                      <a:pt x="113" y="144"/>
                    </a:lnTo>
                    <a:lnTo>
                      <a:pt x="136" y="173"/>
                    </a:lnTo>
                    <a:lnTo>
                      <a:pt x="142" y="173"/>
                    </a:lnTo>
                    <a:lnTo>
                      <a:pt x="142" y="155"/>
                    </a:lnTo>
                    <a:lnTo>
                      <a:pt x="125" y="104"/>
                    </a:lnTo>
                    <a:lnTo>
                      <a:pt x="118" y="51"/>
                    </a:lnTo>
                    <a:lnTo>
                      <a:pt x="134" y="42"/>
                    </a:lnTo>
                    <a:lnTo>
                      <a:pt x="153" y="42"/>
                    </a:lnTo>
                    <a:lnTo>
                      <a:pt x="163" y="10"/>
                    </a:lnTo>
                    <a:lnTo>
                      <a:pt x="178" y="0"/>
                    </a:lnTo>
                    <a:lnTo>
                      <a:pt x="207" y="8"/>
                    </a:lnTo>
                    <a:lnTo>
                      <a:pt x="241" y="1"/>
                    </a:lnTo>
                    <a:lnTo>
                      <a:pt x="288" y="54"/>
                    </a:lnTo>
                    <a:lnTo>
                      <a:pt x="347" y="42"/>
                    </a:lnTo>
                    <a:lnTo>
                      <a:pt x="370" y="49"/>
                    </a:lnTo>
                    <a:lnTo>
                      <a:pt x="398" y="77"/>
                    </a:lnTo>
                    <a:lnTo>
                      <a:pt x="396" y="86"/>
                    </a:lnTo>
                    <a:lnTo>
                      <a:pt x="376" y="86"/>
                    </a:lnTo>
                    <a:lnTo>
                      <a:pt x="376" y="98"/>
                    </a:lnTo>
                    <a:lnTo>
                      <a:pt x="390" y="107"/>
                    </a:lnTo>
                    <a:lnTo>
                      <a:pt x="405" y="130"/>
                    </a:lnTo>
                    <a:lnTo>
                      <a:pt x="398" y="140"/>
                    </a:lnTo>
                    <a:lnTo>
                      <a:pt x="376" y="15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</p:grpSp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04D2DBC8-65DE-2EA8-DD50-0DBA82E2B7F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1789622" y="1224274"/>
              <a:ext cx="739191" cy="1012766"/>
            </a:xfrm>
            <a:custGeom>
              <a:avLst/>
              <a:gdLst/>
              <a:ahLst/>
              <a:cxnLst>
                <a:cxn ang="0">
                  <a:pos x="1590" y="0"/>
                </a:cxn>
                <a:cxn ang="0">
                  <a:pos x="1498" y="47"/>
                </a:cxn>
                <a:cxn ang="0">
                  <a:pos x="1238" y="226"/>
                </a:cxn>
                <a:cxn ang="0">
                  <a:pos x="1025" y="252"/>
                </a:cxn>
                <a:cxn ang="0">
                  <a:pos x="961" y="323"/>
                </a:cxn>
                <a:cxn ang="0">
                  <a:pos x="737" y="400"/>
                </a:cxn>
                <a:cxn ang="0">
                  <a:pos x="626" y="664"/>
                </a:cxn>
                <a:cxn ang="0">
                  <a:pos x="454" y="835"/>
                </a:cxn>
                <a:cxn ang="0">
                  <a:pos x="445" y="953"/>
                </a:cxn>
                <a:cxn ang="0">
                  <a:pos x="349" y="887"/>
                </a:cxn>
                <a:cxn ang="0">
                  <a:pos x="358" y="986"/>
                </a:cxn>
                <a:cxn ang="0">
                  <a:pos x="238" y="1092"/>
                </a:cxn>
                <a:cxn ang="0">
                  <a:pos x="320" y="1255"/>
                </a:cxn>
                <a:cxn ang="0">
                  <a:pos x="328" y="1493"/>
                </a:cxn>
                <a:cxn ang="0">
                  <a:pos x="328" y="1820"/>
                </a:cxn>
                <a:cxn ang="0">
                  <a:pos x="437" y="1857"/>
                </a:cxn>
                <a:cxn ang="0">
                  <a:pos x="279" y="2100"/>
                </a:cxn>
                <a:cxn ang="0">
                  <a:pos x="79" y="2205"/>
                </a:cxn>
                <a:cxn ang="0">
                  <a:pos x="0" y="2344"/>
                </a:cxn>
                <a:cxn ang="0">
                  <a:pos x="174" y="2475"/>
                </a:cxn>
                <a:cxn ang="0">
                  <a:pos x="412" y="2649"/>
                </a:cxn>
                <a:cxn ang="0">
                  <a:pos x="612" y="2619"/>
                </a:cxn>
                <a:cxn ang="0">
                  <a:pos x="792" y="2706"/>
                </a:cxn>
                <a:cxn ang="0">
                  <a:pos x="940" y="2786"/>
                </a:cxn>
                <a:cxn ang="0">
                  <a:pos x="1076" y="2929"/>
                </a:cxn>
                <a:cxn ang="0">
                  <a:pos x="1169" y="3058"/>
                </a:cxn>
                <a:cxn ang="0">
                  <a:pos x="1259" y="3195"/>
                </a:cxn>
                <a:cxn ang="0">
                  <a:pos x="1436" y="3231"/>
                </a:cxn>
                <a:cxn ang="0">
                  <a:pos x="1532" y="3179"/>
                </a:cxn>
                <a:cxn ang="0">
                  <a:pos x="1714" y="3179"/>
                </a:cxn>
                <a:cxn ang="0">
                  <a:pos x="1921" y="3315"/>
                </a:cxn>
                <a:cxn ang="0">
                  <a:pos x="1810" y="3511"/>
                </a:cxn>
                <a:cxn ang="0">
                  <a:pos x="1944" y="3581"/>
                </a:cxn>
                <a:cxn ang="0">
                  <a:pos x="1984" y="3378"/>
                </a:cxn>
                <a:cxn ang="0">
                  <a:pos x="2065" y="2963"/>
                </a:cxn>
                <a:cxn ang="0">
                  <a:pos x="1926" y="2579"/>
                </a:cxn>
                <a:cxn ang="0">
                  <a:pos x="2098" y="2567"/>
                </a:cxn>
                <a:cxn ang="0">
                  <a:pos x="2042" y="2469"/>
                </a:cxn>
                <a:cxn ang="0">
                  <a:pos x="1973" y="2446"/>
                </a:cxn>
                <a:cxn ang="0">
                  <a:pos x="2327" y="2263"/>
                </a:cxn>
                <a:cxn ang="0">
                  <a:pos x="2492" y="2260"/>
                </a:cxn>
                <a:cxn ang="0">
                  <a:pos x="2594" y="2376"/>
                </a:cxn>
                <a:cxn ang="0">
                  <a:pos x="2469" y="2031"/>
                </a:cxn>
                <a:cxn ang="0">
                  <a:pos x="2525" y="1939"/>
                </a:cxn>
                <a:cxn ang="0">
                  <a:pos x="2425" y="1786"/>
                </a:cxn>
                <a:cxn ang="0">
                  <a:pos x="2425" y="1584"/>
                </a:cxn>
                <a:cxn ang="0">
                  <a:pos x="2494" y="1389"/>
                </a:cxn>
                <a:cxn ang="0">
                  <a:pos x="2300" y="1385"/>
                </a:cxn>
                <a:cxn ang="0">
                  <a:pos x="2142" y="1368"/>
                </a:cxn>
                <a:cxn ang="0">
                  <a:pos x="1944" y="1208"/>
                </a:cxn>
                <a:cxn ang="0">
                  <a:pos x="1746" y="1153"/>
                </a:cxn>
                <a:cxn ang="0">
                  <a:pos x="1483" y="1110"/>
                </a:cxn>
                <a:cxn ang="0">
                  <a:pos x="1390" y="875"/>
                </a:cxn>
                <a:cxn ang="0">
                  <a:pos x="1314" y="707"/>
                </a:cxn>
                <a:cxn ang="0">
                  <a:pos x="1476" y="238"/>
                </a:cxn>
              </a:cxnLst>
              <a:rect l="0" t="0" r="r" b="b"/>
              <a:pathLst>
                <a:path w="2614" h="3581">
                  <a:moveTo>
                    <a:pt x="1650" y="128"/>
                  </a:moveTo>
                  <a:lnTo>
                    <a:pt x="1670" y="110"/>
                  </a:lnTo>
                  <a:lnTo>
                    <a:pt x="1688" y="82"/>
                  </a:lnTo>
                  <a:lnTo>
                    <a:pt x="1684" y="47"/>
                  </a:lnTo>
                  <a:lnTo>
                    <a:pt x="1646" y="21"/>
                  </a:lnTo>
                  <a:lnTo>
                    <a:pt x="1590" y="0"/>
                  </a:lnTo>
                  <a:lnTo>
                    <a:pt x="1558" y="18"/>
                  </a:lnTo>
                  <a:lnTo>
                    <a:pt x="1547" y="15"/>
                  </a:lnTo>
                  <a:lnTo>
                    <a:pt x="1541" y="18"/>
                  </a:lnTo>
                  <a:lnTo>
                    <a:pt x="1541" y="50"/>
                  </a:lnTo>
                  <a:lnTo>
                    <a:pt x="1518" y="53"/>
                  </a:lnTo>
                  <a:lnTo>
                    <a:pt x="1498" y="47"/>
                  </a:lnTo>
                  <a:lnTo>
                    <a:pt x="1489" y="62"/>
                  </a:lnTo>
                  <a:lnTo>
                    <a:pt x="1485" y="88"/>
                  </a:lnTo>
                  <a:lnTo>
                    <a:pt x="1465" y="117"/>
                  </a:lnTo>
                  <a:lnTo>
                    <a:pt x="1442" y="135"/>
                  </a:lnTo>
                  <a:lnTo>
                    <a:pt x="1345" y="166"/>
                  </a:lnTo>
                  <a:lnTo>
                    <a:pt x="1238" y="226"/>
                  </a:lnTo>
                  <a:lnTo>
                    <a:pt x="1218" y="235"/>
                  </a:lnTo>
                  <a:lnTo>
                    <a:pt x="1136" y="252"/>
                  </a:lnTo>
                  <a:lnTo>
                    <a:pt x="1107" y="252"/>
                  </a:lnTo>
                  <a:lnTo>
                    <a:pt x="1069" y="244"/>
                  </a:lnTo>
                  <a:lnTo>
                    <a:pt x="1034" y="247"/>
                  </a:lnTo>
                  <a:lnTo>
                    <a:pt x="1025" y="252"/>
                  </a:lnTo>
                  <a:lnTo>
                    <a:pt x="1011" y="277"/>
                  </a:lnTo>
                  <a:lnTo>
                    <a:pt x="999" y="319"/>
                  </a:lnTo>
                  <a:lnTo>
                    <a:pt x="982" y="351"/>
                  </a:lnTo>
                  <a:lnTo>
                    <a:pt x="970" y="357"/>
                  </a:lnTo>
                  <a:lnTo>
                    <a:pt x="964" y="357"/>
                  </a:lnTo>
                  <a:lnTo>
                    <a:pt x="961" y="323"/>
                  </a:lnTo>
                  <a:lnTo>
                    <a:pt x="952" y="314"/>
                  </a:lnTo>
                  <a:lnTo>
                    <a:pt x="909" y="314"/>
                  </a:lnTo>
                  <a:lnTo>
                    <a:pt x="868" y="310"/>
                  </a:lnTo>
                  <a:lnTo>
                    <a:pt x="853" y="314"/>
                  </a:lnTo>
                  <a:lnTo>
                    <a:pt x="766" y="375"/>
                  </a:lnTo>
                  <a:lnTo>
                    <a:pt x="737" y="400"/>
                  </a:lnTo>
                  <a:lnTo>
                    <a:pt x="728" y="418"/>
                  </a:lnTo>
                  <a:lnTo>
                    <a:pt x="722" y="503"/>
                  </a:lnTo>
                  <a:lnTo>
                    <a:pt x="710" y="563"/>
                  </a:lnTo>
                  <a:lnTo>
                    <a:pt x="708" y="626"/>
                  </a:lnTo>
                  <a:lnTo>
                    <a:pt x="682" y="653"/>
                  </a:lnTo>
                  <a:lnTo>
                    <a:pt x="626" y="664"/>
                  </a:lnTo>
                  <a:lnTo>
                    <a:pt x="608" y="682"/>
                  </a:lnTo>
                  <a:lnTo>
                    <a:pt x="573" y="739"/>
                  </a:lnTo>
                  <a:lnTo>
                    <a:pt x="561" y="751"/>
                  </a:lnTo>
                  <a:lnTo>
                    <a:pt x="530" y="777"/>
                  </a:lnTo>
                  <a:lnTo>
                    <a:pt x="460" y="823"/>
                  </a:lnTo>
                  <a:lnTo>
                    <a:pt x="454" y="835"/>
                  </a:lnTo>
                  <a:lnTo>
                    <a:pt x="457" y="849"/>
                  </a:lnTo>
                  <a:lnTo>
                    <a:pt x="466" y="858"/>
                  </a:lnTo>
                  <a:lnTo>
                    <a:pt x="477" y="939"/>
                  </a:lnTo>
                  <a:lnTo>
                    <a:pt x="468" y="962"/>
                  </a:lnTo>
                  <a:lnTo>
                    <a:pt x="463" y="965"/>
                  </a:lnTo>
                  <a:lnTo>
                    <a:pt x="445" y="953"/>
                  </a:lnTo>
                  <a:lnTo>
                    <a:pt x="408" y="899"/>
                  </a:lnTo>
                  <a:lnTo>
                    <a:pt x="337" y="823"/>
                  </a:lnTo>
                  <a:lnTo>
                    <a:pt x="332" y="835"/>
                  </a:lnTo>
                  <a:lnTo>
                    <a:pt x="326" y="870"/>
                  </a:lnTo>
                  <a:lnTo>
                    <a:pt x="328" y="875"/>
                  </a:lnTo>
                  <a:lnTo>
                    <a:pt x="349" y="887"/>
                  </a:lnTo>
                  <a:lnTo>
                    <a:pt x="361" y="913"/>
                  </a:lnTo>
                  <a:lnTo>
                    <a:pt x="361" y="939"/>
                  </a:lnTo>
                  <a:lnTo>
                    <a:pt x="369" y="942"/>
                  </a:lnTo>
                  <a:lnTo>
                    <a:pt x="381" y="953"/>
                  </a:lnTo>
                  <a:lnTo>
                    <a:pt x="381" y="965"/>
                  </a:lnTo>
                  <a:lnTo>
                    <a:pt x="358" y="986"/>
                  </a:lnTo>
                  <a:lnTo>
                    <a:pt x="320" y="1037"/>
                  </a:lnTo>
                  <a:lnTo>
                    <a:pt x="305" y="1050"/>
                  </a:lnTo>
                  <a:lnTo>
                    <a:pt x="285" y="1035"/>
                  </a:lnTo>
                  <a:lnTo>
                    <a:pt x="270" y="1037"/>
                  </a:lnTo>
                  <a:lnTo>
                    <a:pt x="268" y="1070"/>
                  </a:lnTo>
                  <a:lnTo>
                    <a:pt x="238" y="1092"/>
                  </a:lnTo>
                  <a:lnTo>
                    <a:pt x="238" y="1112"/>
                  </a:lnTo>
                  <a:lnTo>
                    <a:pt x="230" y="1112"/>
                  </a:lnTo>
                  <a:lnTo>
                    <a:pt x="241" y="1130"/>
                  </a:lnTo>
                  <a:lnTo>
                    <a:pt x="261" y="1202"/>
                  </a:lnTo>
                  <a:lnTo>
                    <a:pt x="274" y="1223"/>
                  </a:lnTo>
                  <a:lnTo>
                    <a:pt x="320" y="1255"/>
                  </a:lnTo>
                  <a:lnTo>
                    <a:pt x="337" y="1283"/>
                  </a:lnTo>
                  <a:lnTo>
                    <a:pt x="341" y="1299"/>
                  </a:lnTo>
                  <a:lnTo>
                    <a:pt x="335" y="1385"/>
                  </a:lnTo>
                  <a:lnTo>
                    <a:pt x="349" y="1446"/>
                  </a:lnTo>
                  <a:lnTo>
                    <a:pt x="349" y="1463"/>
                  </a:lnTo>
                  <a:lnTo>
                    <a:pt x="328" y="1493"/>
                  </a:lnTo>
                  <a:lnTo>
                    <a:pt x="320" y="1518"/>
                  </a:lnTo>
                  <a:lnTo>
                    <a:pt x="335" y="1619"/>
                  </a:lnTo>
                  <a:lnTo>
                    <a:pt x="351" y="1698"/>
                  </a:lnTo>
                  <a:lnTo>
                    <a:pt x="351" y="1726"/>
                  </a:lnTo>
                  <a:lnTo>
                    <a:pt x="332" y="1788"/>
                  </a:lnTo>
                  <a:lnTo>
                    <a:pt x="328" y="1820"/>
                  </a:lnTo>
                  <a:lnTo>
                    <a:pt x="332" y="1845"/>
                  </a:lnTo>
                  <a:lnTo>
                    <a:pt x="361" y="1857"/>
                  </a:lnTo>
                  <a:lnTo>
                    <a:pt x="387" y="1859"/>
                  </a:lnTo>
                  <a:lnTo>
                    <a:pt x="408" y="1857"/>
                  </a:lnTo>
                  <a:lnTo>
                    <a:pt x="437" y="1837"/>
                  </a:lnTo>
                  <a:lnTo>
                    <a:pt x="437" y="1857"/>
                  </a:lnTo>
                  <a:lnTo>
                    <a:pt x="434" y="1868"/>
                  </a:lnTo>
                  <a:lnTo>
                    <a:pt x="421" y="1886"/>
                  </a:lnTo>
                  <a:lnTo>
                    <a:pt x="372" y="1930"/>
                  </a:lnTo>
                  <a:lnTo>
                    <a:pt x="317" y="1996"/>
                  </a:lnTo>
                  <a:lnTo>
                    <a:pt x="288" y="2089"/>
                  </a:lnTo>
                  <a:lnTo>
                    <a:pt x="279" y="2100"/>
                  </a:lnTo>
                  <a:lnTo>
                    <a:pt x="268" y="2110"/>
                  </a:lnTo>
                  <a:lnTo>
                    <a:pt x="212" y="2128"/>
                  </a:lnTo>
                  <a:lnTo>
                    <a:pt x="156" y="2125"/>
                  </a:lnTo>
                  <a:lnTo>
                    <a:pt x="145" y="2128"/>
                  </a:lnTo>
                  <a:lnTo>
                    <a:pt x="98" y="2154"/>
                  </a:lnTo>
                  <a:lnTo>
                    <a:pt x="79" y="2205"/>
                  </a:lnTo>
                  <a:lnTo>
                    <a:pt x="72" y="2240"/>
                  </a:lnTo>
                  <a:lnTo>
                    <a:pt x="81" y="2272"/>
                  </a:lnTo>
                  <a:lnTo>
                    <a:pt x="79" y="2296"/>
                  </a:lnTo>
                  <a:lnTo>
                    <a:pt x="29" y="2305"/>
                  </a:lnTo>
                  <a:lnTo>
                    <a:pt x="12" y="2320"/>
                  </a:lnTo>
                  <a:lnTo>
                    <a:pt x="0" y="2344"/>
                  </a:lnTo>
                  <a:lnTo>
                    <a:pt x="0" y="2367"/>
                  </a:lnTo>
                  <a:lnTo>
                    <a:pt x="20" y="2391"/>
                  </a:lnTo>
                  <a:lnTo>
                    <a:pt x="23" y="2402"/>
                  </a:lnTo>
                  <a:lnTo>
                    <a:pt x="31" y="2414"/>
                  </a:lnTo>
                  <a:lnTo>
                    <a:pt x="49" y="2425"/>
                  </a:lnTo>
                  <a:lnTo>
                    <a:pt x="174" y="2475"/>
                  </a:lnTo>
                  <a:lnTo>
                    <a:pt x="288" y="2533"/>
                  </a:lnTo>
                  <a:lnTo>
                    <a:pt x="337" y="2570"/>
                  </a:lnTo>
                  <a:lnTo>
                    <a:pt x="349" y="2591"/>
                  </a:lnTo>
                  <a:lnTo>
                    <a:pt x="358" y="2631"/>
                  </a:lnTo>
                  <a:lnTo>
                    <a:pt x="365" y="2646"/>
                  </a:lnTo>
                  <a:lnTo>
                    <a:pt x="412" y="2649"/>
                  </a:lnTo>
                  <a:lnTo>
                    <a:pt x="452" y="2640"/>
                  </a:lnTo>
                  <a:lnTo>
                    <a:pt x="468" y="2640"/>
                  </a:lnTo>
                  <a:lnTo>
                    <a:pt x="550" y="2649"/>
                  </a:lnTo>
                  <a:lnTo>
                    <a:pt x="588" y="2649"/>
                  </a:lnTo>
                  <a:lnTo>
                    <a:pt x="597" y="2642"/>
                  </a:lnTo>
                  <a:lnTo>
                    <a:pt x="612" y="2619"/>
                  </a:lnTo>
                  <a:lnTo>
                    <a:pt x="632" y="2617"/>
                  </a:lnTo>
                  <a:lnTo>
                    <a:pt x="661" y="2628"/>
                  </a:lnTo>
                  <a:lnTo>
                    <a:pt x="684" y="2649"/>
                  </a:lnTo>
                  <a:lnTo>
                    <a:pt x="710" y="2660"/>
                  </a:lnTo>
                  <a:lnTo>
                    <a:pt x="768" y="2703"/>
                  </a:lnTo>
                  <a:lnTo>
                    <a:pt x="792" y="2706"/>
                  </a:lnTo>
                  <a:lnTo>
                    <a:pt x="807" y="2706"/>
                  </a:lnTo>
                  <a:lnTo>
                    <a:pt x="848" y="2721"/>
                  </a:lnTo>
                  <a:lnTo>
                    <a:pt x="882" y="2726"/>
                  </a:lnTo>
                  <a:lnTo>
                    <a:pt x="902" y="2737"/>
                  </a:lnTo>
                  <a:lnTo>
                    <a:pt x="924" y="2770"/>
                  </a:lnTo>
                  <a:lnTo>
                    <a:pt x="940" y="2786"/>
                  </a:lnTo>
                  <a:lnTo>
                    <a:pt x="978" y="2802"/>
                  </a:lnTo>
                  <a:lnTo>
                    <a:pt x="996" y="2854"/>
                  </a:lnTo>
                  <a:lnTo>
                    <a:pt x="1018" y="2890"/>
                  </a:lnTo>
                  <a:lnTo>
                    <a:pt x="1040" y="2903"/>
                  </a:lnTo>
                  <a:lnTo>
                    <a:pt x="1052" y="2921"/>
                  </a:lnTo>
                  <a:lnTo>
                    <a:pt x="1076" y="2929"/>
                  </a:lnTo>
                  <a:lnTo>
                    <a:pt x="1093" y="2929"/>
                  </a:lnTo>
                  <a:lnTo>
                    <a:pt x="1116" y="2935"/>
                  </a:lnTo>
                  <a:lnTo>
                    <a:pt x="1136" y="2949"/>
                  </a:lnTo>
                  <a:lnTo>
                    <a:pt x="1153" y="2976"/>
                  </a:lnTo>
                  <a:lnTo>
                    <a:pt x="1156" y="3025"/>
                  </a:lnTo>
                  <a:lnTo>
                    <a:pt x="1169" y="3058"/>
                  </a:lnTo>
                  <a:lnTo>
                    <a:pt x="1178" y="3071"/>
                  </a:lnTo>
                  <a:lnTo>
                    <a:pt x="1192" y="3080"/>
                  </a:lnTo>
                  <a:lnTo>
                    <a:pt x="1223" y="3080"/>
                  </a:lnTo>
                  <a:lnTo>
                    <a:pt x="1244" y="3089"/>
                  </a:lnTo>
                  <a:lnTo>
                    <a:pt x="1244" y="3173"/>
                  </a:lnTo>
                  <a:lnTo>
                    <a:pt x="1259" y="3195"/>
                  </a:lnTo>
                  <a:lnTo>
                    <a:pt x="1278" y="3213"/>
                  </a:lnTo>
                  <a:lnTo>
                    <a:pt x="1314" y="3218"/>
                  </a:lnTo>
                  <a:lnTo>
                    <a:pt x="1334" y="3213"/>
                  </a:lnTo>
                  <a:lnTo>
                    <a:pt x="1390" y="3216"/>
                  </a:lnTo>
                  <a:lnTo>
                    <a:pt x="1422" y="3231"/>
                  </a:lnTo>
                  <a:lnTo>
                    <a:pt x="1436" y="3231"/>
                  </a:lnTo>
                  <a:lnTo>
                    <a:pt x="1465" y="3227"/>
                  </a:lnTo>
                  <a:lnTo>
                    <a:pt x="1480" y="3218"/>
                  </a:lnTo>
                  <a:lnTo>
                    <a:pt x="1489" y="3204"/>
                  </a:lnTo>
                  <a:lnTo>
                    <a:pt x="1503" y="3198"/>
                  </a:lnTo>
                  <a:lnTo>
                    <a:pt x="1518" y="3184"/>
                  </a:lnTo>
                  <a:lnTo>
                    <a:pt x="1532" y="3179"/>
                  </a:lnTo>
                  <a:lnTo>
                    <a:pt x="1567" y="3179"/>
                  </a:lnTo>
                  <a:lnTo>
                    <a:pt x="1597" y="3184"/>
                  </a:lnTo>
                  <a:lnTo>
                    <a:pt x="1617" y="3202"/>
                  </a:lnTo>
                  <a:lnTo>
                    <a:pt x="1646" y="3207"/>
                  </a:lnTo>
                  <a:lnTo>
                    <a:pt x="1682" y="3202"/>
                  </a:lnTo>
                  <a:lnTo>
                    <a:pt x="1714" y="3179"/>
                  </a:lnTo>
                  <a:lnTo>
                    <a:pt x="1722" y="3179"/>
                  </a:lnTo>
                  <a:lnTo>
                    <a:pt x="1752" y="3184"/>
                  </a:lnTo>
                  <a:lnTo>
                    <a:pt x="1816" y="3207"/>
                  </a:lnTo>
                  <a:lnTo>
                    <a:pt x="1879" y="3247"/>
                  </a:lnTo>
                  <a:lnTo>
                    <a:pt x="1921" y="3293"/>
                  </a:lnTo>
                  <a:lnTo>
                    <a:pt x="1921" y="3315"/>
                  </a:lnTo>
                  <a:lnTo>
                    <a:pt x="1906" y="3344"/>
                  </a:lnTo>
                  <a:lnTo>
                    <a:pt x="1882" y="3375"/>
                  </a:lnTo>
                  <a:lnTo>
                    <a:pt x="1835" y="3421"/>
                  </a:lnTo>
                  <a:lnTo>
                    <a:pt x="1808" y="3466"/>
                  </a:lnTo>
                  <a:lnTo>
                    <a:pt x="1808" y="3506"/>
                  </a:lnTo>
                  <a:lnTo>
                    <a:pt x="1810" y="3511"/>
                  </a:lnTo>
                  <a:lnTo>
                    <a:pt x="1830" y="3517"/>
                  </a:lnTo>
                  <a:lnTo>
                    <a:pt x="1848" y="3515"/>
                  </a:lnTo>
                  <a:lnTo>
                    <a:pt x="1866" y="3517"/>
                  </a:lnTo>
                  <a:lnTo>
                    <a:pt x="1882" y="3532"/>
                  </a:lnTo>
                  <a:lnTo>
                    <a:pt x="1917" y="3577"/>
                  </a:lnTo>
                  <a:lnTo>
                    <a:pt x="1944" y="3581"/>
                  </a:lnTo>
                  <a:lnTo>
                    <a:pt x="1950" y="3552"/>
                  </a:lnTo>
                  <a:lnTo>
                    <a:pt x="1961" y="3528"/>
                  </a:lnTo>
                  <a:lnTo>
                    <a:pt x="1967" y="3470"/>
                  </a:lnTo>
                  <a:lnTo>
                    <a:pt x="1973" y="3439"/>
                  </a:lnTo>
                  <a:lnTo>
                    <a:pt x="1979" y="3428"/>
                  </a:lnTo>
                  <a:lnTo>
                    <a:pt x="1984" y="3378"/>
                  </a:lnTo>
                  <a:lnTo>
                    <a:pt x="1997" y="3346"/>
                  </a:lnTo>
                  <a:lnTo>
                    <a:pt x="2011" y="3277"/>
                  </a:lnTo>
                  <a:lnTo>
                    <a:pt x="2017" y="3271"/>
                  </a:lnTo>
                  <a:lnTo>
                    <a:pt x="2058" y="3023"/>
                  </a:lnTo>
                  <a:lnTo>
                    <a:pt x="2064" y="2987"/>
                  </a:lnTo>
                  <a:lnTo>
                    <a:pt x="2065" y="2963"/>
                  </a:lnTo>
                  <a:lnTo>
                    <a:pt x="2037" y="2850"/>
                  </a:lnTo>
                  <a:lnTo>
                    <a:pt x="2017" y="2814"/>
                  </a:lnTo>
                  <a:lnTo>
                    <a:pt x="1993" y="2788"/>
                  </a:lnTo>
                  <a:lnTo>
                    <a:pt x="1944" y="2746"/>
                  </a:lnTo>
                  <a:lnTo>
                    <a:pt x="1926" y="2726"/>
                  </a:lnTo>
                  <a:lnTo>
                    <a:pt x="1926" y="2579"/>
                  </a:lnTo>
                  <a:lnTo>
                    <a:pt x="1946" y="2570"/>
                  </a:lnTo>
                  <a:lnTo>
                    <a:pt x="2011" y="2558"/>
                  </a:lnTo>
                  <a:lnTo>
                    <a:pt x="2040" y="2547"/>
                  </a:lnTo>
                  <a:lnTo>
                    <a:pt x="2080" y="2553"/>
                  </a:lnTo>
                  <a:lnTo>
                    <a:pt x="2095" y="2561"/>
                  </a:lnTo>
                  <a:lnTo>
                    <a:pt x="2098" y="2567"/>
                  </a:lnTo>
                  <a:lnTo>
                    <a:pt x="2119" y="2564"/>
                  </a:lnTo>
                  <a:lnTo>
                    <a:pt x="2122" y="2558"/>
                  </a:lnTo>
                  <a:lnTo>
                    <a:pt x="2107" y="2522"/>
                  </a:lnTo>
                  <a:lnTo>
                    <a:pt x="2101" y="2489"/>
                  </a:lnTo>
                  <a:lnTo>
                    <a:pt x="2080" y="2463"/>
                  </a:lnTo>
                  <a:lnTo>
                    <a:pt x="2042" y="2469"/>
                  </a:lnTo>
                  <a:lnTo>
                    <a:pt x="2031" y="2475"/>
                  </a:lnTo>
                  <a:lnTo>
                    <a:pt x="2002" y="2475"/>
                  </a:lnTo>
                  <a:lnTo>
                    <a:pt x="1991" y="2460"/>
                  </a:lnTo>
                  <a:lnTo>
                    <a:pt x="1976" y="2454"/>
                  </a:lnTo>
                  <a:lnTo>
                    <a:pt x="1976" y="2446"/>
                  </a:lnTo>
                  <a:lnTo>
                    <a:pt x="1973" y="2446"/>
                  </a:lnTo>
                  <a:lnTo>
                    <a:pt x="1973" y="2318"/>
                  </a:lnTo>
                  <a:lnTo>
                    <a:pt x="1979" y="2320"/>
                  </a:lnTo>
                  <a:lnTo>
                    <a:pt x="2294" y="2320"/>
                  </a:lnTo>
                  <a:lnTo>
                    <a:pt x="2309" y="2310"/>
                  </a:lnTo>
                  <a:lnTo>
                    <a:pt x="2314" y="2281"/>
                  </a:lnTo>
                  <a:lnTo>
                    <a:pt x="2327" y="2263"/>
                  </a:lnTo>
                  <a:lnTo>
                    <a:pt x="2338" y="2263"/>
                  </a:lnTo>
                  <a:lnTo>
                    <a:pt x="2352" y="2274"/>
                  </a:lnTo>
                  <a:lnTo>
                    <a:pt x="2367" y="2298"/>
                  </a:lnTo>
                  <a:lnTo>
                    <a:pt x="2378" y="2298"/>
                  </a:lnTo>
                  <a:lnTo>
                    <a:pt x="2452" y="2260"/>
                  </a:lnTo>
                  <a:lnTo>
                    <a:pt x="2492" y="2260"/>
                  </a:lnTo>
                  <a:lnTo>
                    <a:pt x="2512" y="2278"/>
                  </a:lnTo>
                  <a:lnTo>
                    <a:pt x="2545" y="2324"/>
                  </a:lnTo>
                  <a:lnTo>
                    <a:pt x="2568" y="2437"/>
                  </a:lnTo>
                  <a:lnTo>
                    <a:pt x="2611" y="2418"/>
                  </a:lnTo>
                  <a:lnTo>
                    <a:pt x="2614" y="2409"/>
                  </a:lnTo>
                  <a:lnTo>
                    <a:pt x="2594" y="2376"/>
                  </a:lnTo>
                  <a:lnTo>
                    <a:pt x="2583" y="2329"/>
                  </a:lnTo>
                  <a:lnTo>
                    <a:pt x="2521" y="2188"/>
                  </a:lnTo>
                  <a:lnTo>
                    <a:pt x="2489" y="2142"/>
                  </a:lnTo>
                  <a:lnTo>
                    <a:pt x="2419" y="2089"/>
                  </a:lnTo>
                  <a:lnTo>
                    <a:pt x="2419" y="2075"/>
                  </a:lnTo>
                  <a:lnTo>
                    <a:pt x="2469" y="2031"/>
                  </a:lnTo>
                  <a:lnTo>
                    <a:pt x="2489" y="2003"/>
                  </a:lnTo>
                  <a:lnTo>
                    <a:pt x="2498" y="1999"/>
                  </a:lnTo>
                  <a:lnTo>
                    <a:pt x="2510" y="1985"/>
                  </a:lnTo>
                  <a:lnTo>
                    <a:pt x="2525" y="1976"/>
                  </a:lnTo>
                  <a:lnTo>
                    <a:pt x="2527" y="1967"/>
                  </a:lnTo>
                  <a:lnTo>
                    <a:pt x="2525" y="1939"/>
                  </a:lnTo>
                  <a:lnTo>
                    <a:pt x="2510" y="1921"/>
                  </a:lnTo>
                  <a:lnTo>
                    <a:pt x="2494" y="1886"/>
                  </a:lnTo>
                  <a:lnTo>
                    <a:pt x="2466" y="1854"/>
                  </a:lnTo>
                  <a:lnTo>
                    <a:pt x="2434" y="1835"/>
                  </a:lnTo>
                  <a:lnTo>
                    <a:pt x="2428" y="1826"/>
                  </a:lnTo>
                  <a:lnTo>
                    <a:pt x="2425" y="1786"/>
                  </a:lnTo>
                  <a:lnTo>
                    <a:pt x="2417" y="1759"/>
                  </a:lnTo>
                  <a:lnTo>
                    <a:pt x="2417" y="1724"/>
                  </a:lnTo>
                  <a:lnTo>
                    <a:pt x="2399" y="1698"/>
                  </a:lnTo>
                  <a:lnTo>
                    <a:pt x="2399" y="1649"/>
                  </a:lnTo>
                  <a:lnTo>
                    <a:pt x="2413" y="1626"/>
                  </a:lnTo>
                  <a:lnTo>
                    <a:pt x="2425" y="1584"/>
                  </a:lnTo>
                  <a:lnTo>
                    <a:pt x="2425" y="1545"/>
                  </a:lnTo>
                  <a:lnTo>
                    <a:pt x="2460" y="1502"/>
                  </a:lnTo>
                  <a:lnTo>
                    <a:pt x="2460" y="1449"/>
                  </a:lnTo>
                  <a:lnTo>
                    <a:pt x="2469" y="1432"/>
                  </a:lnTo>
                  <a:lnTo>
                    <a:pt x="2494" y="1405"/>
                  </a:lnTo>
                  <a:lnTo>
                    <a:pt x="2494" y="1389"/>
                  </a:lnTo>
                  <a:lnTo>
                    <a:pt x="2483" y="1354"/>
                  </a:lnTo>
                  <a:lnTo>
                    <a:pt x="2472" y="1345"/>
                  </a:lnTo>
                  <a:lnTo>
                    <a:pt x="2460" y="1342"/>
                  </a:lnTo>
                  <a:lnTo>
                    <a:pt x="2419" y="1345"/>
                  </a:lnTo>
                  <a:lnTo>
                    <a:pt x="2341" y="1377"/>
                  </a:lnTo>
                  <a:lnTo>
                    <a:pt x="2300" y="1385"/>
                  </a:lnTo>
                  <a:lnTo>
                    <a:pt x="2271" y="1385"/>
                  </a:lnTo>
                  <a:lnTo>
                    <a:pt x="2236" y="1380"/>
                  </a:lnTo>
                  <a:lnTo>
                    <a:pt x="2215" y="1374"/>
                  </a:lnTo>
                  <a:lnTo>
                    <a:pt x="2198" y="1363"/>
                  </a:lnTo>
                  <a:lnTo>
                    <a:pt x="2174" y="1356"/>
                  </a:lnTo>
                  <a:lnTo>
                    <a:pt x="2142" y="1368"/>
                  </a:lnTo>
                  <a:lnTo>
                    <a:pt x="2133" y="1377"/>
                  </a:lnTo>
                  <a:lnTo>
                    <a:pt x="2110" y="1380"/>
                  </a:lnTo>
                  <a:lnTo>
                    <a:pt x="2075" y="1377"/>
                  </a:lnTo>
                  <a:lnTo>
                    <a:pt x="2064" y="1368"/>
                  </a:lnTo>
                  <a:lnTo>
                    <a:pt x="2058" y="1368"/>
                  </a:lnTo>
                  <a:lnTo>
                    <a:pt x="1944" y="1208"/>
                  </a:lnTo>
                  <a:lnTo>
                    <a:pt x="1941" y="1197"/>
                  </a:lnTo>
                  <a:lnTo>
                    <a:pt x="1929" y="1191"/>
                  </a:lnTo>
                  <a:lnTo>
                    <a:pt x="1886" y="1183"/>
                  </a:lnTo>
                  <a:lnTo>
                    <a:pt x="1862" y="1168"/>
                  </a:lnTo>
                  <a:lnTo>
                    <a:pt x="1816" y="1150"/>
                  </a:lnTo>
                  <a:lnTo>
                    <a:pt x="1746" y="1153"/>
                  </a:lnTo>
                  <a:lnTo>
                    <a:pt x="1677" y="1174"/>
                  </a:lnTo>
                  <a:lnTo>
                    <a:pt x="1637" y="1179"/>
                  </a:lnTo>
                  <a:lnTo>
                    <a:pt x="1579" y="1174"/>
                  </a:lnTo>
                  <a:lnTo>
                    <a:pt x="1512" y="1147"/>
                  </a:lnTo>
                  <a:lnTo>
                    <a:pt x="1494" y="1119"/>
                  </a:lnTo>
                  <a:lnTo>
                    <a:pt x="1483" y="1110"/>
                  </a:lnTo>
                  <a:lnTo>
                    <a:pt x="1430" y="1087"/>
                  </a:lnTo>
                  <a:lnTo>
                    <a:pt x="1427" y="1079"/>
                  </a:lnTo>
                  <a:lnTo>
                    <a:pt x="1427" y="948"/>
                  </a:lnTo>
                  <a:lnTo>
                    <a:pt x="1418" y="913"/>
                  </a:lnTo>
                  <a:lnTo>
                    <a:pt x="1407" y="890"/>
                  </a:lnTo>
                  <a:lnTo>
                    <a:pt x="1390" y="875"/>
                  </a:lnTo>
                  <a:lnTo>
                    <a:pt x="1383" y="864"/>
                  </a:lnTo>
                  <a:lnTo>
                    <a:pt x="1354" y="833"/>
                  </a:lnTo>
                  <a:lnTo>
                    <a:pt x="1345" y="815"/>
                  </a:lnTo>
                  <a:lnTo>
                    <a:pt x="1332" y="739"/>
                  </a:lnTo>
                  <a:lnTo>
                    <a:pt x="1320" y="713"/>
                  </a:lnTo>
                  <a:lnTo>
                    <a:pt x="1314" y="707"/>
                  </a:lnTo>
                  <a:lnTo>
                    <a:pt x="1220" y="710"/>
                  </a:lnTo>
                  <a:lnTo>
                    <a:pt x="1244" y="656"/>
                  </a:lnTo>
                  <a:lnTo>
                    <a:pt x="1278" y="600"/>
                  </a:lnTo>
                  <a:lnTo>
                    <a:pt x="1325" y="421"/>
                  </a:lnTo>
                  <a:lnTo>
                    <a:pt x="1381" y="334"/>
                  </a:lnTo>
                  <a:lnTo>
                    <a:pt x="1476" y="238"/>
                  </a:lnTo>
                  <a:lnTo>
                    <a:pt x="1492" y="221"/>
                  </a:lnTo>
                  <a:lnTo>
                    <a:pt x="1512" y="181"/>
                  </a:lnTo>
                  <a:lnTo>
                    <a:pt x="1532" y="159"/>
                  </a:lnTo>
                  <a:lnTo>
                    <a:pt x="1590" y="135"/>
                  </a:lnTo>
                  <a:lnTo>
                    <a:pt x="1650" y="12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08E7AC8D-3DB9-1E5E-9053-D63D5EB98E7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2357013" y="2571614"/>
              <a:ext cx="732409" cy="840957"/>
            </a:xfrm>
            <a:custGeom>
              <a:avLst/>
              <a:gdLst/>
              <a:ahLst/>
              <a:cxnLst>
                <a:cxn ang="0">
                  <a:pos x="113" y="293"/>
                </a:cxn>
                <a:cxn ang="0">
                  <a:pos x="430" y="235"/>
                </a:cxn>
                <a:cxn ang="0">
                  <a:pos x="646" y="33"/>
                </a:cxn>
                <a:cxn ang="0">
                  <a:pos x="912" y="4"/>
                </a:cxn>
                <a:cxn ang="0">
                  <a:pos x="956" y="239"/>
                </a:cxn>
                <a:cxn ang="0">
                  <a:pos x="924" y="352"/>
                </a:cxn>
                <a:cxn ang="0">
                  <a:pos x="1116" y="598"/>
                </a:cxn>
                <a:cxn ang="0">
                  <a:pos x="1372" y="636"/>
                </a:cxn>
                <a:cxn ang="0">
                  <a:pos x="1463" y="722"/>
                </a:cxn>
                <a:cxn ang="0">
                  <a:pos x="1735" y="832"/>
                </a:cxn>
                <a:cxn ang="0">
                  <a:pos x="1920" y="878"/>
                </a:cxn>
                <a:cxn ang="0">
                  <a:pos x="1997" y="1055"/>
                </a:cxn>
                <a:cxn ang="0">
                  <a:pos x="2017" y="1212"/>
                </a:cxn>
                <a:cxn ang="0">
                  <a:pos x="2013" y="1317"/>
                </a:cxn>
                <a:cxn ang="0">
                  <a:pos x="2165" y="1461"/>
                </a:cxn>
                <a:cxn ang="0">
                  <a:pos x="2428" y="1476"/>
                </a:cxn>
                <a:cxn ang="0">
                  <a:pos x="2428" y="1574"/>
                </a:cxn>
                <a:cxn ang="0">
                  <a:pos x="2525" y="1709"/>
                </a:cxn>
                <a:cxn ang="0">
                  <a:pos x="2594" y="1970"/>
                </a:cxn>
                <a:cxn ang="0">
                  <a:pos x="2541" y="2191"/>
                </a:cxn>
                <a:cxn ang="0">
                  <a:pos x="2549" y="2310"/>
                </a:cxn>
                <a:cxn ang="0">
                  <a:pos x="2487" y="2304"/>
                </a:cxn>
                <a:cxn ang="0">
                  <a:pos x="2347" y="2148"/>
                </a:cxn>
                <a:cxn ang="0">
                  <a:pos x="1988" y="2165"/>
                </a:cxn>
                <a:cxn ang="0">
                  <a:pos x="1679" y="2272"/>
                </a:cxn>
                <a:cxn ang="0">
                  <a:pos x="1580" y="2478"/>
                </a:cxn>
                <a:cxn ang="0">
                  <a:pos x="1542" y="2780"/>
                </a:cxn>
                <a:cxn ang="0">
                  <a:pos x="1427" y="2785"/>
                </a:cxn>
                <a:cxn ang="0">
                  <a:pos x="1241" y="2767"/>
                </a:cxn>
                <a:cxn ang="0">
                  <a:pos x="1169" y="2895"/>
                </a:cxn>
                <a:cxn ang="0">
                  <a:pos x="1107" y="2864"/>
                </a:cxn>
                <a:cxn ang="0">
                  <a:pos x="987" y="2800"/>
                </a:cxn>
                <a:cxn ang="0">
                  <a:pos x="798" y="2742"/>
                </a:cxn>
                <a:cxn ang="0">
                  <a:pos x="695" y="2789"/>
                </a:cxn>
                <a:cxn ang="0">
                  <a:pos x="588" y="2907"/>
                </a:cxn>
                <a:cxn ang="0">
                  <a:pos x="495" y="2964"/>
                </a:cxn>
                <a:cxn ang="0">
                  <a:pos x="372" y="2960"/>
                </a:cxn>
                <a:cxn ang="0">
                  <a:pos x="337" y="2802"/>
                </a:cxn>
                <a:cxn ang="0">
                  <a:pos x="303" y="2571"/>
                </a:cxn>
                <a:cxn ang="0">
                  <a:pos x="241" y="2469"/>
                </a:cxn>
                <a:cxn ang="0">
                  <a:pos x="214" y="2374"/>
                </a:cxn>
                <a:cxn ang="0">
                  <a:pos x="200" y="2281"/>
                </a:cxn>
                <a:cxn ang="0">
                  <a:pos x="227" y="2226"/>
                </a:cxn>
                <a:cxn ang="0">
                  <a:pos x="209" y="2110"/>
                </a:cxn>
                <a:cxn ang="0">
                  <a:pos x="113" y="1896"/>
                </a:cxn>
                <a:cxn ang="0">
                  <a:pos x="29" y="1751"/>
                </a:cxn>
                <a:cxn ang="0">
                  <a:pos x="2" y="1702"/>
                </a:cxn>
                <a:cxn ang="0">
                  <a:pos x="142" y="1476"/>
                </a:cxn>
                <a:cxn ang="0">
                  <a:pos x="80" y="1412"/>
                </a:cxn>
                <a:cxn ang="0">
                  <a:pos x="63" y="1296"/>
                </a:cxn>
                <a:cxn ang="0">
                  <a:pos x="113" y="1197"/>
                </a:cxn>
                <a:cxn ang="0">
                  <a:pos x="83" y="1091"/>
                </a:cxn>
                <a:cxn ang="0">
                  <a:pos x="127" y="911"/>
                </a:cxn>
                <a:cxn ang="0">
                  <a:pos x="156" y="656"/>
                </a:cxn>
                <a:cxn ang="0">
                  <a:pos x="136" y="510"/>
                </a:cxn>
              </a:cxnLst>
              <a:rect l="0" t="0" r="r" b="b"/>
              <a:pathLst>
                <a:path w="2594" h="2977">
                  <a:moveTo>
                    <a:pt x="2" y="277"/>
                  </a:moveTo>
                  <a:lnTo>
                    <a:pt x="11" y="270"/>
                  </a:lnTo>
                  <a:lnTo>
                    <a:pt x="43" y="270"/>
                  </a:lnTo>
                  <a:lnTo>
                    <a:pt x="113" y="293"/>
                  </a:lnTo>
                  <a:lnTo>
                    <a:pt x="274" y="299"/>
                  </a:lnTo>
                  <a:lnTo>
                    <a:pt x="308" y="284"/>
                  </a:lnTo>
                  <a:lnTo>
                    <a:pt x="330" y="270"/>
                  </a:lnTo>
                  <a:lnTo>
                    <a:pt x="430" y="235"/>
                  </a:lnTo>
                  <a:lnTo>
                    <a:pt x="460" y="217"/>
                  </a:lnTo>
                  <a:lnTo>
                    <a:pt x="556" y="131"/>
                  </a:lnTo>
                  <a:lnTo>
                    <a:pt x="623" y="54"/>
                  </a:lnTo>
                  <a:lnTo>
                    <a:pt x="646" y="33"/>
                  </a:lnTo>
                  <a:lnTo>
                    <a:pt x="708" y="15"/>
                  </a:lnTo>
                  <a:lnTo>
                    <a:pt x="735" y="15"/>
                  </a:lnTo>
                  <a:lnTo>
                    <a:pt x="840" y="0"/>
                  </a:lnTo>
                  <a:lnTo>
                    <a:pt x="912" y="4"/>
                  </a:lnTo>
                  <a:lnTo>
                    <a:pt x="929" y="18"/>
                  </a:lnTo>
                  <a:lnTo>
                    <a:pt x="947" y="45"/>
                  </a:lnTo>
                  <a:lnTo>
                    <a:pt x="956" y="114"/>
                  </a:lnTo>
                  <a:lnTo>
                    <a:pt x="956" y="239"/>
                  </a:lnTo>
                  <a:lnTo>
                    <a:pt x="949" y="279"/>
                  </a:lnTo>
                  <a:lnTo>
                    <a:pt x="933" y="306"/>
                  </a:lnTo>
                  <a:lnTo>
                    <a:pt x="927" y="322"/>
                  </a:lnTo>
                  <a:lnTo>
                    <a:pt x="924" y="352"/>
                  </a:lnTo>
                  <a:lnTo>
                    <a:pt x="947" y="444"/>
                  </a:lnTo>
                  <a:lnTo>
                    <a:pt x="980" y="494"/>
                  </a:lnTo>
                  <a:lnTo>
                    <a:pt x="1008" y="519"/>
                  </a:lnTo>
                  <a:lnTo>
                    <a:pt x="1116" y="598"/>
                  </a:lnTo>
                  <a:lnTo>
                    <a:pt x="1165" y="612"/>
                  </a:lnTo>
                  <a:lnTo>
                    <a:pt x="1232" y="621"/>
                  </a:lnTo>
                  <a:lnTo>
                    <a:pt x="1311" y="621"/>
                  </a:lnTo>
                  <a:lnTo>
                    <a:pt x="1372" y="636"/>
                  </a:lnTo>
                  <a:lnTo>
                    <a:pt x="1396" y="658"/>
                  </a:lnTo>
                  <a:lnTo>
                    <a:pt x="1404" y="676"/>
                  </a:lnTo>
                  <a:lnTo>
                    <a:pt x="1434" y="708"/>
                  </a:lnTo>
                  <a:lnTo>
                    <a:pt x="1463" y="722"/>
                  </a:lnTo>
                  <a:lnTo>
                    <a:pt x="1615" y="760"/>
                  </a:lnTo>
                  <a:lnTo>
                    <a:pt x="1675" y="818"/>
                  </a:lnTo>
                  <a:lnTo>
                    <a:pt x="1699" y="832"/>
                  </a:lnTo>
                  <a:lnTo>
                    <a:pt x="1735" y="832"/>
                  </a:lnTo>
                  <a:lnTo>
                    <a:pt x="1775" y="824"/>
                  </a:lnTo>
                  <a:lnTo>
                    <a:pt x="1793" y="824"/>
                  </a:lnTo>
                  <a:lnTo>
                    <a:pt x="1842" y="832"/>
                  </a:lnTo>
                  <a:lnTo>
                    <a:pt x="1920" y="878"/>
                  </a:lnTo>
                  <a:lnTo>
                    <a:pt x="1946" y="900"/>
                  </a:lnTo>
                  <a:lnTo>
                    <a:pt x="1973" y="940"/>
                  </a:lnTo>
                  <a:lnTo>
                    <a:pt x="1993" y="997"/>
                  </a:lnTo>
                  <a:lnTo>
                    <a:pt x="1997" y="1055"/>
                  </a:lnTo>
                  <a:lnTo>
                    <a:pt x="2011" y="1091"/>
                  </a:lnTo>
                  <a:lnTo>
                    <a:pt x="2026" y="1111"/>
                  </a:lnTo>
                  <a:lnTo>
                    <a:pt x="2026" y="1146"/>
                  </a:lnTo>
                  <a:lnTo>
                    <a:pt x="2017" y="1212"/>
                  </a:lnTo>
                  <a:lnTo>
                    <a:pt x="1985" y="1215"/>
                  </a:lnTo>
                  <a:lnTo>
                    <a:pt x="1985" y="1232"/>
                  </a:lnTo>
                  <a:lnTo>
                    <a:pt x="1988" y="1253"/>
                  </a:lnTo>
                  <a:lnTo>
                    <a:pt x="2013" y="1317"/>
                  </a:lnTo>
                  <a:lnTo>
                    <a:pt x="2040" y="1403"/>
                  </a:lnTo>
                  <a:lnTo>
                    <a:pt x="2067" y="1452"/>
                  </a:lnTo>
                  <a:lnTo>
                    <a:pt x="2125" y="1452"/>
                  </a:lnTo>
                  <a:lnTo>
                    <a:pt x="2165" y="1461"/>
                  </a:lnTo>
                  <a:lnTo>
                    <a:pt x="2218" y="1461"/>
                  </a:lnTo>
                  <a:lnTo>
                    <a:pt x="2242" y="1467"/>
                  </a:lnTo>
                  <a:lnTo>
                    <a:pt x="2411" y="1470"/>
                  </a:lnTo>
                  <a:lnTo>
                    <a:pt x="2428" y="1476"/>
                  </a:lnTo>
                  <a:lnTo>
                    <a:pt x="2440" y="1485"/>
                  </a:lnTo>
                  <a:lnTo>
                    <a:pt x="2445" y="1502"/>
                  </a:lnTo>
                  <a:lnTo>
                    <a:pt x="2440" y="1539"/>
                  </a:lnTo>
                  <a:lnTo>
                    <a:pt x="2428" y="1574"/>
                  </a:lnTo>
                  <a:lnTo>
                    <a:pt x="2428" y="1598"/>
                  </a:lnTo>
                  <a:lnTo>
                    <a:pt x="2445" y="1675"/>
                  </a:lnTo>
                  <a:lnTo>
                    <a:pt x="2516" y="1702"/>
                  </a:lnTo>
                  <a:lnTo>
                    <a:pt x="2525" y="1709"/>
                  </a:lnTo>
                  <a:lnTo>
                    <a:pt x="2541" y="1769"/>
                  </a:lnTo>
                  <a:lnTo>
                    <a:pt x="2584" y="1841"/>
                  </a:lnTo>
                  <a:lnTo>
                    <a:pt x="2594" y="1878"/>
                  </a:lnTo>
                  <a:lnTo>
                    <a:pt x="2594" y="1970"/>
                  </a:lnTo>
                  <a:lnTo>
                    <a:pt x="2588" y="2091"/>
                  </a:lnTo>
                  <a:lnTo>
                    <a:pt x="2584" y="2104"/>
                  </a:lnTo>
                  <a:lnTo>
                    <a:pt x="2562" y="2146"/>
                  </a:lnTo>
                  <a:lnTo>
                    <a:pt x="2541" y="2191"/>
                  </a:lnTo>
                  <a:lnTo>
                    <a:pt x="2538" y="2214"/>
                  </a:lnTo>
                  <a:lnTo>
                    <a:pt x="2538" y="2243"/>
                  </a:lnTo>
                  <a:lnTo>
                    <a:pt x="2547" y="2263"/>
                  </a:lnTo>
                  <a:lnTo>
                    <a:pt x="2549" y="2310"/>
                  </a:lnTo>
                  <a:lnTo>
                    <a:pt x="2547" y="2316"/>
                  </a:lnTo>
                  <a:lnTo>
                    <a:pt x="2516" y="2325"/>
                  </a:lnTo>
                  <a:lnTo>
                    <a:pt x="2512" y="2330"/>
                  </a:lnTo>
                  <a:lnTo>
                    <a:pt x="2487" y="2304"/>
                  </a:lnTo>
                  <a:lnTo>
                    <a:pt x="2480" y="2290"/>
                  </a:lnTo>
                  <a:lnTo>
                    <a:pt x="2422" y="2208"/>
                  </a:lnTo>
                  <a:lnTo>
                    <a:pt x="2387" y="2174"/>
                  </a:lnTo>
                  <a:lnTo>
                    <a:pt x="2347" y="2148"/>
                  </a:lnTo>
                  <a:lnTo>
                    <a:pt x="2291" y="2133"/>
                  </a:lnTo>
                  <a:lnTo>
                    <a:pt x="2125" y="2131"/>
                  </a:lnTo>
                  <a:lnTo>
                    <a:pt x="2107" y="2133"/>
                  </a:lnTo>
                  <a:lnTo>
                    <a:pt x="1988" y="2165"/>
                  </a:lnTo>
                  <a:lnTo>
                    <a:pt x="1973" y="2165"/>
                  </a:lnTo>
                  <a:lnTo>
                    <a:pt x="1760" y="2232"/>
                  </a:lnTo>
                  <a:lnTo>
                    <a:pt x="1688" y="2250"/>
                  </a:lnTo>
                  <a:lnTo>
                    <a:pt x="1679" y="2272"/>
                  </a:lnTo>
                  <a:lnTo>
                    <a:pt x="1668" y="2330"/>
                  </a:lnTo>
                  <a:lnTo>
                    <a:pt x="1623" y="2392"/>
                  </a:lnTo>
                  <a:lnTo>
                    <a:pt x="1583" y="2467"/>
                  </a:lnTo>
                  <a:lnTo>
                    <a:pt x="1580" y="2478"/>
                  </a:lnTo>
                  <a:lnTo>
                    <a:pt x="1580" y="2576"/>
                  </a:lnTo>
                  <a:lnTo>
                    <a:pt x="1586" y="2597"/>
                  </a:lnTo>
                  <a:lnTo>
                    <a:pt x="1586" y="2623"/>
                  </a:lnTo>
                  <a:lnTo>
                    <a:pt x="1542" y="2780"/>
                  </a:lnTo>
                  <a:lnTo>
                    <a:pt x="1510" y="2838"/>
                  </a:lnTo>
                  <a:lnTo>
                    <a:pt x="1479" y="2826"/>
                  </a:lnTo>
                  <a:lnTo>
                    <a:pt x="1455" y="2802"/>
                  </a:lnTo>
                  <a:lnTo>
                    <a:pt x="1427" y="2785"/>
                  </a:lnTo>
                  <a:lnTo>
                    <a:pt x="1416" y="2783"/>
                  </a:lnTo>
                  <a:lnTo>
                    <a:pt x="1385" y="2776"/>
                  </a:lnTo>
                  <a:lnTo>
                    <a:pt x="1314" y="2776"/>
                  </a:lnTo>
                  <a:lnTo>
                    <a:pt x="1241" y="2767"/>
                  </a:lnTo>
                  <a:lnTo>
                    <a:pt x="1206" y="2767"/>
                  </a:lnTo>
                  <a:lnTo>
                    <a:pt x="1201" y="2780"/>
                  </a:lnTo>
                  <a:lnTo>
                    <a:pt x="1187" y="2855"/>
                  </a:lnTo>
                  <a:lnTo>
                    <a:pt x="1169" y="2895"/>
                  </a:lnTo>
                  <a:lnTo>
                    <a:pt x="1165" y="2922"/>
                  </a:lnTo>
                  <a:lnTo>
                    <a:pt x="1154" y="2922"/>
                  </a:lnTo>
                  <a:lnTo>
                    <a:pt x="1113" y="2878"/>
                  </a:lnTo>
                  <a:lnTo>
                    <a:pt x="1107" y="2864"/>
                  </a:lnTo>
                  <a:lnTo>
                    <a:pt x="1098" y="2857"/>
                  </a:lnTo>
                  <a:lnTo>
                    <a:pt x="1081" y="2832"/>
                  </a:lnTo>
                  <a:lnTo>
                    <a:pt x="1067" y="2820"/>
                  </a:lnTo>
                  <a:lnTo>
                    <a:pt x="987" y="2800"/>
                  </a:lnTo>
                  <a:lnTo>
                    <a:pt x="967" y="2800"/>
                  </a:lnTo>
                  <a:lnTo>
                    <a:pt x="933" y="2792"/>
                  </a:lnTo>
                  <a:lnTo>
                    <a:pt x="831" y="2792"/>
                  </a:lnTo>
                  <a:lnTo>
                    <a:pt x="798" y="2742"/>
                  </a:lnTo>
                  <a:lnTo>
                    <a:pt x="775" y="2718"/>
                  </a:lnTo>
                  <a:lnTo>
                    <a:pt x="760" y="2716"/>
                  </a:lnTo>
                  <a:lnTo>
                    <a:pt x="746" y="2725"/>
                  </a:lnTo>
                  <a:lnTo>
                    <a:pt x="695" y="2789"/>
                  </a:lnTo>
                  <a:lnTo>
                    <a:pt x="650" y="2826"/>
                  </a:lnTo>
                  <a:lnTo>
                    <a:pt x="617" y="2857"/>
                  </a:lnTo>
                  <a:lnTo>
                    <a:pt x="594" y="2889"/>
                  </a:lnTo>
                  <a:lnTo>
                    <a:pt x="588" y="2907"/>
                  </a:lnTo>
                  <a:lnTo>
                    <a:pt x="565" y="2945"/>
                  </a:lnTo>
                  <a:lnTo>
                    <a:pt x="544" y="2962"/>
                  </a:lnTo>
                  <a:lnTo>
                    <a:pt x="535" y="2964"/>
                  </a:lnTo>
                  <a:lnTo>
                    <a:pt x="495" y="2964"/>
                  </a:lnTo>
                  <a:lnTo>
                    <a:pt x="474" y="2973"/>
                  </a:lnTo>
                  <a:lnTo>
                    <a:pt x="425" y="2977"/>
                  </a:lnTo>
                  <a:lnTo>
                    <a:pt x="402" y="2973"/>
                  </a:lnTo>
                  <a:lnTo>
                    <a:pt x="372" y="2960"/>
                  </a:lnTo>
                  <a:lnTo>
                    <a:pt x="370" y="2954"/>
                  </a:lnTo>
                  <a:lnTo>
                    <a:pt x="355" y="2907"/>
                  </a:lnTo>
                  <a:lnTo>
                    <a:pt x="355" y="2889"/>
                  </a:lnTo>
                  <a:lnTo>
                    <a:pt x="337" y="2802"/>
                  </a:lnTo>
                  <a:lnTo>
                    <a:pt x="337" y="2731"/>
                  </a:lnTo>
                  <a:lnTo>
                    <a:pt x="326" y="2646"/>
                  </a:lnTo>
                  <a:lnTo>
                    <a:pt x="303" y="2606"/>
                  </a:lnTo>
                  <a:lnTo>
                    <a:pt x="303" y="2571"/>
                  </a:lnTo>
                  <a:lnTo>
                    <a:pt x="294" y="2519"/>
                  </a:lnTo>
                  <a:lnTo>
                    <a:pt x="288" y="2503"/>
                  </a:lnTo>
                  <a:lnTo>
                    <a:pt x="259" y="2478"/>
                  </a:lnTo>
                  <a:lnTo>
                    <a:pt x="241" y="2469"/>
                  </a:lnTo>
                  <a:lnTo>
                    <a:pt x="230" y="2454"/>
                  </a:lnTo>
                  <a:lnTo>
                    <a:pt x="232" y="2426"/>
                  </a:lnTo>
                  <a:lnTo>
                    <a:pt x="230" y="2392"/>
                  </a:lnTo>
                  <a:lnTo>
                    <a:pt x="214" y="2374"/>
                  </a:lnTo>
                  <a:lnTo>
                    <a:pt x="185" y="2359"/>
                  </a:lnTo>
                  <a:lnTo>
                    <a:pt x="185" y="2336"/>
                  </a:lnTo>
                  <a:lnTo>
                    <a:pt x="194" y="2287"/>
                  </a:lnTo>
                  <a:lnTo>
                    <a:pt x="200" y="2281"/>
                  </a:lnTo>
                  <a:lnTo>
                    <a:pt x="232" y="2269"/>
                  </a:lnTo>
                  <a:lnTo>
                    <a:pt x="239" y="2261"/>
                  </a:lnTo>
                  <a:lnTo>
                    <a:pt x="239" y="2246"/>
                  </a:lnTo>
                  <a:lnTo>
                    <a:pt x="227" y="2226"/>
                  </a:lnTo>
                  <a:lnTo>
                    <a:pt x="232" y="2200"/>
                  </a:lnTo>
                  <a:lnTo>
                    <a:pt x="247" y="2179"/>
                  </a:lnTo>
                  <a:lnTo>
                    <a:pt x="241" y="2142"/>
                  </a:lnTo>
                  <a:lnTo>
                    <a:pt x="209" y="2110"/>
                  </a:lnTo>
                  <a:lnTo>
                    <a:pt x="162" y="2075"/>
                  </a:lnTo>
                  <a:lnTo>
                    <a:pt x="142" y="2052"/>
                  </a:lnTo>
                  <a:lnTo>
                    <a:pt x="129" y="2020"/>
                  </a:lnTo>
                  <a:lnTo>
                    <a:pt x="113" y="1896"/>
                  </a:lnTo>
                  <a:lnTo>
                    <a:pt x="113" y="1855"/>
                  </a:lnTo>
                  <a:lnTo>
                    <a:pt x="87" y="1817"/>
                  </a:lnTo>
                  <a:lnTo>
                    <a:pt x="69" y="1802"/>
                  </a:lnTo>
                  <a:lnTo>
                    <a:pt x="29" y="1751"/>
                  </a:lnTo>
                  <a:lnTo>
                    <a:pt x="20" y="1751"/>
                  </a:lnTo>
                  <a:lnTo>
                    <a:pt x="5" y="1728"/>
                  </a:lnTo>
                  <a:lnTo>
                    <a:pt x="0" y="1725"/>
                  </a:lnTo>
                  <a:lnTo>
                    <a:pt x="2" y="1702"/>
                  </a:lnTo>
                  <a:lnTo>
                    <a:pt x="49" y="1623"/>
                  </a:lnTo>
                  <a:lnTo>
                    <a:pt x="89" y="1580"/>
                  </a:lnTo>
                  <a:lnTo>
                    <a:pt x="138" y="1513"/>
                  </a:lnTo>
                  <a:lnTo>
                    <a:pt x="142" y="1476"/>
                  </a:lnTo>
                  <a:lnTo>
                    <a:pt x="136" y="1461"/>
                  </a:lnTo>
                  <a:lnTo>
                    <a:pt x="113" y="1438"/>
                  </a:lnTo>
                  <a:lnTo>
                    <a:pt x="95" y="1432"/>
                  </a:lnTo>
                  <a:lnTo>
                    <a:pt x="80" y="1412"/>
                  </a:lnTo>
                  <a:lnTo>
                    <a:pt x="71" y="1406"/>
                  </a:lnTo>
                  <a:lnTo>
                    <a:pt x="63" y="1383"/>
                  </a:lnTo>
                  <a:lnTo>
                    <a:pt x="60" y="1345"/>
                  </a:lnTo>
                  <a:lnTo>
                    <a:pt x="63" y="1296"/>
                  </a:lnTo>
                  <a:lnTo>
                    <a:pt x="83" y="1259"/>
                  </a:lnTo>
                  <a:lnTo>
                    <a:pt x="104" y="1244"/>
                  </a:lnTo>
                  <a:lnTo>
                    <a:pt x="113" y="1217"/>
                  </a:lnTo>
                  <a:lnTo>
                    <a:pt x="113" y="1197"/>
                  </a:lnTo>
                  <a:lnTo>
                    <a:pt x="107" y="1174"/>
                  </a:lnTo>
                  <a:lnTo>
                    <a:pt x="69" y="1128"/>
                  </a:lnTo>
                  <a:lnTo>
                    <a:pt x="69" y="1113"/>
                  </a:lnTo>
                  <a:lnTo>
                    <a:pt x="83" y="1091"/>
                  </a:lnTo>
                  <a:lnTo>
                    <a:pt x="136" y="1064"/>
                  </a:lnTo>
                  <a:lnTo>
                    <a:pt x="142" y="1055"/>
                  </a:lnTo>
                  <a:lnTo>
                    <a:pt x="142" y="982"/>
                  </a:lnTo>
                  <a:lnTo>
                    <a:pt x="127" y="911"/>
                  </a:lnTo>
                  <a:lnTo>
                    <a:pt x="127" y="867"/>
                  </a:lnTo>
                  <a:lnTo>
                    <a:pt x="138" y="794"/>
                  </a:lnTo>
                  <a:lnTo>
                    <a:pt x="138" y="698"/>
                  </a:lnTo>
                  <a:lnTo>
                    <a:pt x="156" y="656"/>
                  </a:lnTo>
                  <a:lnTo>
                    <a:pt x="189" y="621"/>
                  </a:lnTo>
                  <a:lnTo>
                    <a:pt x="194" y="612"/>
                  </a:lnTo>
                  <a:lnTo>
                    <a:pt x="194" y="603"/>
                  </a:lnTo>
                  <a:lnTo>
                    <a:pt x="136" y="510"/>
                  </a:lnTo>
                  <a:lnTo>
                    <a:pt x="2" y="27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89DDA1D7-7A25-41F5-AB8C-505A74A460B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3041951" y="3898608"/>
              <a:ext cx="325515" cy="350399"/>
            </a:xfrm>
            <a:custGeom>
              <a:avLst/>
              <a:gdLst/>
              <a:ahLst/>
              <a:cxnLst>
                <a:cxn ang="0">
                  <a:pos x="7" y="993"/>
                </a:cxn>
                <a:cxn ang="0">
                  <a:pos x="100" y="1078"/>
                </a:cxn>
                <a:cxn ang="0">
                  <a:pos x="222" y="1120"/>
                </a:cxn>
                <a:cxn ang="0">
                  <a:pos x="359" y="1170"/>
                </a:cxn>
                <a:cxn ang="0">
                  <a:pos x="452" y="1202"/>
                </a:cxn>
                <a:cxn ang="0">
                  <a:pos x="509" y="1224"/>
                </a:cxn>
                <a:cxn ang="0">
                  <a:pos x="638" y="1208"/>
                </a:cxn>
                <a:cxn ang="0">
                  <a:pos x="773" y="1241"/>
                </a:cxn>
                <a:cxn ang="0">
                  <a:pos x="886" y="1194"/>
                </a:cxn>
                <a:cxn ang="0">
                  <a:pos x="967" y="1120"/>
                </a:cxn>
                <a:cxn ang="0">
                  <a:pos x="995" y="1078"/>
                </a:cxn>
                <a:cxn ang="0">
                  <a:pos x="1053" y="996"/>
                </a:cxn>
                <a:cxn ang="0">
                  <a:pos x="1091" y="930"/>
                </a:cxn>
                <a:cxn ang="0">
                  <a:pos x="1070" y="904"/>
                </a:cxn>
                <a:cxn ang="0">
                  <a:pos x="1079" y="785"/>
                </a:cxn>
                <a:cxn ang="0">
                  <a:pos x="1108" y="726"/>
                </a:cxn>
                <a:cxn ang="0">
                  <a:pos x="1128" y="695"/>
                </a:cxn>
                <a:cxn ang="0">
                  <a:pos x="1151" y="677"/>
                </a:cxn>
                <a:cxn ang="0">
                  <a:pos x="1049" y="587"/>
                </a:cxn>
                <a:cxn ang="0">
                  <a:pos x="1026" y="499"/>
                </a:cxn>
                <a:cxn ang="0">
                  <a:pos x="953" y="445"/>
                </a:cxn>
                <a:cxn ang="0">
                  <a:pos x="898" y="424"/>
                </a:cxn>
                <a:cxn ang="0">
                  <a:pos x="848" y="358"/>
                </a:cxn>
                <a:cxn ang="0">
                  <a:pos x="790" y="337"/>
                </a:cxn>
                <a:cxn ang="0">
                  <a:pos x="728" y="306"/>
                </a:cxn>
                <a:cxn ang="0">
                  <a:pos x="699" y="291"/>
                </a:cxn>
                <a:cxn ang="0">
                  <a:pos x="652" y="220"/>
                </a:cxn>
                <a:cxn ang="0">
                  <a:pos x="627" y="188"/>
                </a:cxn>
                <a:cxn ang="0">
                  <a:pos x="562" y="236"/>
                </a:cxn>
                <a:cxn ang="0">
                  <a:pos x="521" y="197"/>
                </a:cxn>
                <a:cxn ang="0">
                  <a:pos x="469" y="106"/>
                </a:cxn>
                <a:cxn ang="0">
                  <a:pos x="408" y="47"/>
                </a:cxn>
                <a:cxn ang="0">
                  <a:pos x="332" y="0"/>
                </a:cxn>
                <a:cxn ang="0">
                  <a:pos x="294" y="12"/>
                </a:cxn>
                <a:cxn ang="0">
                  <a:pos x="251" y="47"/>
                </a:cxn>
                <a:cxn ang="0">
                  <a:pos x="171" y="64"/>
                </a:cxn>
                <a:cxn ang="0">
                  <a:pos x="131" y="108"/>
                </a:cxn>
                <a:cxn ang="0">
                  <a:pos x="122" y="285"/>
                </a:cxn>
                <a:cxn ang="0">
                  <a:pos x="113" y="384"/>
                </a:cxn>
                <a:cxn ang="0">
                  <a:pos x="78" y="677"/>
                </a:cxn>
                <a:cxn ang="0">
                  <a:pos x="64" y="743"/>
                </a:cxn>
                <a:cxn ang="0">
                  <a:pos x="20" y="830"/>
                </a:cxn>
                <a:cxn ang="0">
                  <a:pos x="0" y="995"/>
                </a:cxn>
              </a:cxnLst>
              <a:rect l="0" t="0" r="r" b="b"/>
              <a:pathLst>
                <a:path w="1151" h="1241">
                  <a:moveTo>
                    <a:pt x="0" y="995"/>
                  </a:moveTo>
                  <a:lnTo>
                    <a:pt x="7" y="993"/>
                  </a:lnTo>
                  <a:lnTo>
                    <a:pt x="30" y="999"/>
                  </a:lnTo>
                  <a:lnTo>
                    <a:pt x="100" y="1078"/>
                  </a:lnTo>
                  <a:lnTo>
                    <a:pt x="113" y="1109"/>
                  </a:lnTo>
                  <a:lnTo>
                    <a:pt x="222" y="1120"/>
                  </a:lnTo>
                  <a:lnTo>
                    <a:pt x="262" y="1120"/>
                  </a:lnTo>
                  <a:lnTo>
                    <a:pt x="359" y="1170"/>
                  </a:lnTo>
                  <a:lnTo>
                    <a:pt x="412" y="1192"/>
                  </a:lnTo>
                  <a:lnTo>
                    <a:pt x="452" y="1202"/>
                  </a:lnTo>
                  <a:lnTo>
                    <a:pt x="486" y="1221"/>
                  </a:lnTo>
                  <a:lnTo>
                    <a:pt x="509" y="1224"/>
                  </a:lnTo>
                  <a:lnTo>
                    <a:pt x="585" y="1208"/>
                  </a:lnTo>
                  <a:lnTo>
                    <a:pt x="638" y="1208"/>
                  </a:lnTo>
                  <a:lnTo>
                    <a:pt x="722" y="1225"/>
                  </a:lnTo>
                  <a:lnTo>
                    <a:pt x="773" y="1241"/>
                  </a:lnTo>
                  <a:lnTo>
                    <a:pt x="838" y="1219"/>
                  </a:lnTo>
                  <a:lnTo>
                    <a:pt x="886" y="1194"/>
                  </a:lnTo>
                  <a:lnTo>
                    <a:pt x="931" y="1161"/>
                  </a:lnTo>
                  <a:lnTo>
                    <a:pt x="967" y="1120"/>
                  </a:lnTo>
                  <a:lnTo>
                    <a:pt x="983" y="1109"/>
                  </a:lnTo>
                  <a:lnTo>
                    <a:pt x="995" y="1078"/>
                  </a:lnTo>
                  <a:lnTo>
                    <a:pt x="1026" y="1044"/>
                  </a:lnTo>
                  <a:lnTo>
                    <a:pt x="1053" y="996"/>
                  </a:lnTo>
                  <a:lnTo>
                    <a:pt x="1070" y="950"/>
                  </a:lnTo>
                  <a:lnTo>
                    <a:pt x="1091" y="930"/>
                  </a:lnTo>
                  <a:lnTo>
                    <a:pt x="1073" y="912"/>
                  </a:lnTo>
                  <a:lnTo>
                    <a:pt x="1070" y="904"/>
                  </a:lnTo>
                  <a:lnTo>
                    <a:pt x="1079" y="848"/>
                  </a:lnTo>
                  <a:lnTo>
                    <a:pt x="1079" y="785"/>
                  </a:lnTo>
                  <a:lnTo>
                    <a:pt x="1091" y="755"/>
                  </a:lnTo>
                  <a:lnTo>
                    <a:pt x="1108" y="726"/>
                  </a:lnTo>
                  <a:lnTo>
                    <a:pt x="1117" y="721"/>
                  </a:lnTo>
                  <a:lnTo>
                    <a:pt x="1128" y="695"/>
                  </a:lnTo>
                  <a:lnTo>
                    <a:pt x="1149" y="688"/>
                  </a:lnTo>
                  <a:lnTo>
                    <a:pt x="1151" y="677"/>
                  </a:lnTo>
                  <a:lnTo>
                    <a:pt x="1135" y="646"/>
                  </a:lnTo>
                  <a:lnTo>
                    <a:pt x="1049" y="587"/>
                  </a:lnTo>
                  <a:lnTo>
                    <a:pt x="1042" y="570"/>
                  </a:lnTo>
                  <a:lnTo>
                    <a:pt x="1026" y="499"/>
                  </a:lnTo>
                  <a:lnTo>
                    <a:pt x="1009" y="475"/>
                  </a:lnTo>
                  <a:lnTo>
                    <a:pt x="953" y="445"/>
                  </a:lnTo>
                  <a:lnTo>
                    <a:pt x="935" y="442"/>
                  </a:lnTo>
                  <a:lnTo>
                    <a:pt x="898" y="424"/>
                  </a:lnTo>
                  <a:lnTo>
                    <a:pt x="875" y="404"/>
                  </a:lnTo>
                  <a:lnTo>
                    <a:pt x="848" y="358"/>
                  </a:lnTo>
                  <a:lnTo>
                    <a:pt x="837" y="346"/>
                  </a:lnTo>
                  <a:lnTo>
                    <a:pt x="790" y="337"/>
                  </a:lnTo>
                  <a:lnTo>
                    <a:pt x="757" y="306"/>
                  </a:lnTo>
                  <a:lnTo>
                    <a:pt x="728" y="306"/>
                  </a:lnTo>
                  <a:lnTo>
                    <a:pt x="710" y="300"/>
                  </a:lnTo>
                  <a:lnTo>
                    <a:pt x="699" y="291"/>
                  </a:lnTo>
                  <a:lnTo>
                    <a:pt x="674" y="257"/>
                  </a:lnTo>
                  <a:lnTo>
                    <a:pt x="652" y="220"/>
                  </a:lnTo>
                  <a:lnTo>
                    <a:pt x="647" y="203"/>
                  </a:lnTo>
                  <a:lnTo>
                    <a:pt x="627" y="188"/>
                  </a:lnTo>
                  <a:lnTo>
                    <a:pt x="574" y="233"/>
                  </a:lnTo>
                  <a:lnTo>
                    <a:pt x="562" y="236"/>
                  </a:lnTo>
                  <a:lnTo>
                    <a:pt x="527" y="233"/>
                  </a:lnTo>
                  <a:lnTo>
                    <a:pt x="521" y="197"/>
                  </a:lnTo>
                  <a:lnTo>
                    <a:pt x="501" y="139"/>
                  </a:lnTo>
                  <a:lnTo>
                    <a:pt x="469" y="106"/>
                  </a:lnTo>
                  <a:lnTo>
                    <a:pt x="425" y="70"/>
                  </a:lnTo>
                  <a:lnTo>
                    <a:pt x="408" y="47"/>
                  </a:lnTo>
                  <a:lnTo>
                    <a:pt x="356" y="8"/>
                  </a:lnTo>
                  <a:lnTo>
                    <a:pt x="332" y="0"/>
                  </a:lnTo>
                  <a:lnTo>
                    <a:pt x="312" y="0"/>
                  </a:lnTo>
                  <a:lnTo>
                    <a:pt x="294" y="12"/>
                  </a:lnTo>
                  <a:lnTo>
                    <a:pt x="280" y="35"/>
                  </a:lnTo>
                  <a:lnTo>
                    <a:pt x="251" y="47"/>
                  </a:lnTo>
                  <a:lnTo>
                    <a:pt x="177" y="40"/>
                  </a:lnTo>
                  <a:lnTo>
                    <a:pt x="171" y="64"/>
                  </a:lnTo>
                  <a:lnTo>
                    <a:pt x="134" y="97"/>
                  </a:lnTo>
                  <a:lnTo>
                    <a:pt x="131" y="108"/>
                  </a:lnTo>
                  <a:lnTo>
                    <a:pt x="137" y="201"/>
                  </a:lnTo>
                  <a:lnTo>
                    <a:pt x="122" y="285"/>
                  </a:lnTo>
                  <a:lnTo>
                    <a:pt x="122" y="346"/>
                  </a:lnTo>
                  <a:lnTo>
                    <a:pt x="113" y="384"/>
                  </a:lnTo>
                  <a:lnTo>
                    <a:pt x="78" y="480"/>
                  </a:lnTo>
                  <a:lnTo>
                    <a:pt x="78" y="677"/>
                  </a:lnTo>
                  <a:lnTo>
                    <a:pt x="73" y="717"/>
                  </a:lnTo>
                  <a:lnTo>
                    <a:pt x="64" y="743"/>
                  </a:lnTo>
                  <a:lnTo>
                    <a:pt x="33" y="793"/>
                  </a:lnTo>
                  <a:lnTo>
                    <a:pt x="20" y="830"/>
                  </a:lnTo>
                  <a:lnTo>
                    <a:pt x="3" y="930"/>
                  </a:lnTo>
                  <a:lnTo>
                    <a:pt x="0" y="99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sp>
          <p:nvSpPr>
            <p:cNvPr id="15" name="Freeform 38">
              <a:extLst>
                <a:ext uri="{FF2B5EF4-FFF2-40B4-BE49-F238E27FC236}">
                  <a16:creationId xmlns:a16="http://schemas.microsoft.com/office/drawing/2014/main" id="{12035803-EC8F-362B-E341-2B228F02F22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2870151" y="1477465"/>
              <a:ext cx="298389" cy="429521"/>
            </a:xfrm>
            <a:custGeom>
              <a:avLst/>
              <a:gdLst/>
              <a:ahLst/>
              <a:cxnLst>
                <a:cxn ang="0">
                  <a:pos x="353" y="0"/>
                </a:cxn>
                <a:cxn ang="0">
                  <a:pos x="560" y="162"/>
                </a:cxn>
                <a:cxn ang="0">
                  <a:pos x="601" y="324"/>
                </a:cxn>
                <a:cxn ang="0">
                  <a:pos x="682" y="330"/>
                </a:cxn>
                <a:cxn ang="0">
                  <a:pos x="771" y="368"/>
                </a:cxn>
                <a:cxn ang="0">
                  <a:pos x="835" y="440"/>
                </a:cxn>
                <a:cxn ang="0">
                  <a:pos x="918" y="548"/>
                </a:cxn>
                <a:cxn ang="0">
                  <a:pos x="858" y="625"/>
                </a:cxn>
                <a:cxn ang="0">
                  <a:pos x="869" y="649"/>
                </a:cxn>
                <a:cxn ang="0">
                  <a:pos x="840" y="717"/>
                </a:cxn>
                <a:cxn ang="0">
                  <a:pos x="749" y="733"/>
                </a:cxn>
                <a:cxn ang="0">
                  <a:pos x="724" y="762"/>
                </a:cxn>
                <a:cxn ang="0">
                  <a:pos x="689" y="897"/>
                </a:cxn>
                <a:cxn ang="0">
                  <a:pos x="746" y="1001"/>
                </a:cxn>
                <a:cxn ang="0">
                  <a:pos x="793" y="1054"/>
                </a:cxn>
                <a:cxn ang="0">
                  <a:pos x="858" y="1077"/>
                </a:cxn>
                <a:cxn ang="0">
                  <a:pos x="893" y="1138"/>
                </a:cxn>
                <a:cxn ang="0">
                  <a:pos x="924" y="1226"/>
                </a:cxn>
                <a:cxn ang="0">
                  <a:pos x="1040" y="1365"/>
                </a:cxn>
                <a:cxn ang="0">
                  <a:pos x="1006" y="1381"/>
                </a:cxn>
                <a:cxn ang="0">
                  <a:pos x="924" y="1370"/>
                </a:cxn>
                <a:cxn ang="0">
                  <a:pos x="847" y="1388"/>
                </a:cxn>
                <a:cxn ang="0">
                  <a:pos x="724" y="1445"/>
                </a:cxn>
                <a:cxn ang="0">
                  <a:pos x="628" y="1474"/>
                </a:cxn>
                <a:cxn ang="0">
                  <a:pos x="528" y="1521"/>
                </a:cxn>
                <a:cxn ang="0">
                  <a:pos x="406" y="1451"/>
                </a:cxn>
                <a:cxn ang="0">
                  <a:pos x="362" y="1405"/>
                </a:cxn>
                <a:cxn ang="0">
                  <a:pos x="357" y="1309"/>
                </a:cxn>
                <a:cxn ang="0">
                  <a:pos x="310" y="1132"/>
                </a:cxn>
                <a:cxn ang="0">
                  <a:pos x="339" y="1010"/>
                </a:cxn>
                <a:cxn ang="0">
                  <a:pos x="383" y="921"/>
                </a:cxn>
                <a:cxn ang="0">
                  <a:pos x="319" y="824"/>
                </a:cxn>
                <a:cxn ang="0">
                  <a:pos x="286" y="758"/>
                </a:cxn>
                <a:cxn ang="0">
                  <a:pos x="270" y="675"/>
                </a:cxn>
                <a:cxn ang="0">
                  <a:pos x="146" y="683"/>
                </a:cxn>
                <a:cxn ang="0">
                  <a:pos x="112" y="638"/>
                </a:cxn>
                <a:cxn ang="0">
                  <a:pos x="3" y="503"/>
                </a:cxn>
                <a:cxn ang="0">
                  <a:pos x="9" y="475"/>
                </a:cxn>
                <a:cxn ang="0">
                  <a:pos x="48" y="359"/>
                </a:cxn>
                <a:cxn ang="0">
                  <a:pos x="164" y="295"/>
                </a:cxn>
                <a:cxn ang="0">
                  <a:pos x="152" y="252"/>
                </a:cxn>
                <a:cxn ang="0">
                  <a:pos x="99" y="205"/>
                </a:cxn>
                <a:cxn ang="0">
                  <a:pos x="117" y="137"/>
                </a:cxn>
                <a:cxn ang="0">
                  <a:pos x="187" y="102"/>
                </a:cxn>
                <a:cxn ang="0">
                  <a:pos x="290" y="49"/>
                </a:cxn>
                <a:cxn ang="0">
                  <a:pos x="321" y="6"/>
                </a:cxn>
              </a:cxnLst>
              <a:rect l="0" t="0" r="r" b="b"/>
              <a:pathLst>
                <a:path w="1049" h="1521">
                  <a:moveTo>
                    <a:pt x="321" y="6"/>
                  </a:moveTo>
                  <a:lnTo>
                    <a:pt x="344" y="9"/>
                  </a:lnTo>
                  <a:lnTo>
                    <a:pt x="353" y="0"/>
                  </a:lnTo>
                  <a:lnTo>
                    <a:pt x="375" y="2"/>
                  </a:lnTo>
                  <a:lnTo>
                    <a:pt x="430" y="40"/>
                  </a:lnTo>
                  <a:lnTo>
                    <a:pt x="560" y="162"/>
                  </a:lnTo>
                  <a:lnTo>
                    <a:pt x="593" y="208"/>
                  </a:lnTo>
                  <a:lnTo>
                    <a:pt x="598" y="234"/>
                  </a:lnTo>
                  <a:lnTo>
                    <a:pt x="601" y="324"/>
                  </a:lnTo>
                  <a:lnTo>
                    <a:pt x="616" y="330"/>
                  </a:lnTo>
                  <a:lnTo>
                    <a:pt x="640" y="328"/>
                  </a:lnTo>
                  <a:lnTo>
                    <a:pt x="682" y="330"/>
                  </a:lnTo>
                  <a:lnTo>
                    <a:pt x="709" y="336"/>
                  </a:lnTo>
                  <a:lnTo>
                    <a:pt x="726" y="342"/>
                  </a:lnTo>
                  <a:lnTo>
                    <a:pt x="771" y="368"/>
                  </a:lnTo>
                  <a:lnTo>
                    <a:pt x="784" y="379"/>
                  </a:lnTo>
                  <a:lnTo>
                    <a:pt x="802" y="406"/>
                  </a:lnTo>
                  <a:lnTo>
                    <a:pt x="835" y="440"/>
                  </a:lnTo>
                  <a:lnTo>
                    <a:pt x="878" y="470"/>
                  </a:lnTo>
                  <a:lnTo>
                    <a:pt x="905" y="534"/>
                  </a:lnTo>
                  <a:lnTo>
                    <a:pt x="918" y="548"/>
                  </a:lnTo>
                  <a:lnTo>
                    <a:pt x="913" y="559"/>
                  </a:lnTo>
                  <a:lnTo>
                    <a:pt x="889" y="582"/>
                  </a:lnTo>
                  <a:lnTo>
                    <a:pt x="858" y="625"/>
                  </a:lnTo>
                  <a:lnTo>
                    <a:pt x="855" y="640"/>
                  </a:lnTo>
                  <a:lnTo>
                    <a:pt x="864" y="649"/>
                  </a:lnTo>
                  <a:lnTo>
                    <a:pt x="869" y="649"/>
                  </a:lnTo>
                  <a:lnTo>
                    <a:pt x="869" y="677"/>
                  </a:lnTo>
                  <a:lnTo>
                    <a:pt x="842" y="700"/>
                  </a:lnTo>
                  <a:lnTo>
                    <a:pt x="840" y="717"/>
                  </a:lnTo>
                  <a:lnTo>
                    <a:pt x="813" y="724"/>
                  </a:lnTo>
                  <a:lnTo>
                    <a:pt x="779" y="724"/>
                  </a:lnTo>
                  <a:lnTo>
                    <a:pt x="749" y="733"/>
                  </a:lnTo>
                  <a:lnTo>
                    <a:pt x="735" y="740"/>
                  </a:lnTo>
                  <a:lnTo>
                    <a:pt x="728" y="749"/>
                  </a:lnTo>
                  <a:lnTo>
                    <a:pt x="724" y="762"/>
                  </a:lnTo>
                  <a:lnTo>
                    <a:pt x="720" y="820"/>
                  </a:lnTo>
                  <a:lnTo>
                    <a:pt x="704" y="855"/>
                  </a:lnTo>
                  <a:lnTo>
                    <a:pt x="689" y="897"/>
                  </a:lnTo>
                  <a:lnTo>
                    <a:pt x="689" y="918"/>
                  </a:lnTo>
                  <a:lnTo>
                    <a:pt x="713" y="946"/>
                  </a:lnTo>
                  <a:lnTo>
                    <a:pt x="746" y="1001"/>
                  </a:lnTo>
                  <a:lnTo>
                    <a:pt x="758" y="1007"/>
                  </a:lnTo>
                  <a:lnTo>
                    <a:pt x="790" y="1037"/>
                  </a:lnTo>
                  <a:lnTo>
                    <a:pt x="793" y="1054"/>
                  </a:lnTo>
                  <a:lnTo>
                    <a:pt x="804" y="1068"/>
                  </a:lnTo>
                  <a:lnTo>
                    <a:pt x="813" y="1074"/>
                  </a:lnTo>
                  <a:lnTo>
                    <a:pt x="858" y="1077"/>
                  </a:lnTo>
                  <a:lnTo>
                    <a:pt x="869" y="1086"/>
                  </a:lnTo>
                  <a:lnTo>
                    <a:pt x="875" y="1121"/>
                  </a:lnTo>
                  <a:lnTo>
                    <a:pt x="893" y="1138"/>
                  </a:lnTo>
                  <a:lnTo>
                    <a:pt x="896" y="1176"/>
                  </a:lnTo>
                  <a:lnTo>
                    <a:pt x="916" y="1201"/>
                  </a:lnTo>
                  <a:lnTo>
                    <a:pt x="924" y="1226"/>
                  </a:lnTo>
                  <a:lnTo>
                    <a:pt x="948" y="1266"/>
                  </a:lnTo>
                  <a:lnTo>
                    <a:pt x="1000" y="1330"/>
                  </a:lnTo>
                  <a:lnTo>
                    <a:pt x="1040" y="1365"/>
                  </a:lnTo>
                  <a:lnTo>
                    <a:pt x="1047" y="1365"/>
                  </a:lnTo>
                  <a:lnTo>
                    <a:pt x="1049" y="1374"/>
                  </a:lnTo>
                  <a:lnTo>
                    <a:pt x="1006" y="1381"/>
                  </a:lnTo>
                  <a:lnTo>
                    <a:pt x="951" y="1385"/>
                  </a:lnTo>
                  <a:lnTo>
                    <a:pt x="927" y="1376"/>
                  </a:lnTo>
                  <a:lnTo>
                    <a:pt x="924" y="1370"/>
                  </a:lnTo>
                  <a:lnTo>
                    <a:pt x="909" y="1365"/>
                  </a:lnTo>
                  <a:lnTo>
                    <a:pt x="889" y="1367"/>
                  </a:lnTo>
                  <a:lnTo>
                    <a:pt x="847" y="1388"/>
                  </a:lnTo>
                  <a:lnTo>
                    <a:pt x="811" y="1427"/>
                  </a:lnTo>
                  <a:lnTo>
                    <a:pt x="756" y="1427"/>
                  </a:lnTo>
                  <a:lnTo>
                    <a:pt x="724" y="1445"/>
                  </a:lnTo>
                  <a:lnTo>
                    <a:pt x="704" y="1463"/>
                  </a:lnTo>
                  <a:lnTo>
                    <a:pt x="659" y="1463"/>
                  </a:lnTo>
                  <a:lnTo>
                    <a:pt x="628" y="1474"/>
                  </a:lnTo>
                  <a:lnTo>
                    <a:pt x="601" y="1509"/>
                  </a:lnTo>
                  <a:lnTo>
                    <a:pt x="582" y="1521"/>
                  </a:lnTo>
                  <a:lnTo>
                    <a:pt x="528" y="1521"/>
                  </a:lnTo>
                  <a:lnTo>
                    <a:pt x="491" y="1509"/>
                  </a:lnTo>
                  <a:lnTo>
                    <a:pt x="430" y="1472"/>
                  </a:lnTo>
                  <a:lnTo>
                    <a:pt x="406" y="1451"/>
                  </a:lnTo>
                  <a:lnTo>
                    <a:pt x="391" y="1427"/>
                  </a:lnTo>
                  <a:lnTo>
                    <a:pt x="380" y="1422"/>
                  </a:lnTo>
                  <a:lnTo>
                    <a:pt x="362" y="1405"/>
                  </a:lnTo>
                  <a:lnTo>
                    <a:pt x="357" y="1394"/>
                  </a:lnTo>
                  <a:lnTo>
                    <a:pt x="359" y="1341"/>
                  </a:lnTo>
                  <a:lnTo>
                    <a:pt x="357" y="1309"/>
                  </a:lnTo>
                  <a:lnTo>
                    <a:pt x="313" y="1270"/>
                  </a:lnTo>
                  <a:lnTo>
                    <a:pt x="308" y="1254"/>
                  </a:lnTo>
                  <a:lnTo>
                    <a:pt x="310" y="1132"/>
                  </a:lnTo>
                  <a:lnTo>
                    <a:pt x="333" y="1081"/>
                  </a:lnTo>
                  <a:lnTo>
                    <a:pt x="339" y="1051"/>
                  </a:lnTo>
                  <a:lnTo>
                    <a:pt x="339" y="1010"/>
                  </a:lnTo>
                  <a:lnTo>
                    <a:pt x="383" y="961"/>
                  </a:lnTo>
                  <a:lnTo>
                    <a:pt x="386" y="950"/>
                  </a:lnTo>
                  <a:lnTo>
                    <a:pt x="383" y="921"/>
                  </a:lnTo>
                  <a:lnTo>
                    <a:pt x="362" y="895"/>
                  </a:lnTo>
                  <a:lnTo>
                    <a:pt x="362" y="837"/>
                  </a:lnTo>
                  <a:lnTo>
                    <a:pt x="319" y="824"/>
                  </a:lnTo>
                  <a:lnTo>
                    <a:pt x="310" y="820"/>
                  </a:lnTo>
                  <a:lnTo>
                    <a:pt x="272" y="813"/>
                  </a:lnTo>
                  <a:lnTo>
                    <a:pt x="286" y="758"/>
                  </a:lnTo>
                  <a:lnTo>
                    <a:pt x="290" y="733"/>
                  </a:lnTo>
                  <a:lnTo>
                    <a:pt x="286" y="707"/>
                  </a:lnTo>
                  <a:lnTo>
                    <a:pt x="270" y="675"/>
                  </a:lnTo>
                  <a:lnTo>
                    <a:pt x="235" y="671"/>
                  </a:lnTo>
                  <a:lnTo>
                    <a:pt x="187" y="689"/>
                  </a:lnTo>
                  <a:lnTo>
                    <a:pt x="146" y="683"/>
                  </a:lnTo>
                  <a:lnTo>
                    <a:pt x="146" y="671"/>
                  </a:lnTo>
                  <a:lnTo>
                    <a:pt x="134" y="666"/>
                  </a:lnTo>
                  <a:lnTo>
                    <a:pt x="112" y="638"/>
                  </a:lnTo>
                  <a:lnTo>
                    <a:pt x="97" y="611"/>
                  </a:lnTo>
                  <a:lnTo>
                    <a:pt x="52" y="565"/>
                  </a:lnTo>
                  <a:lnTo>
                    <a:pt x="3" y="503"/>
                  </a:lnTo>
                  <a:lnTo>
                    <a:pt x="0" y="492"/>
                  </a:lnTo>
                  <a:lnTo>
                    <a:pt x="3" y="478"/>
                  </a:lnTo>
                  <a:lnTo>
                    <a:pt x="9" y="475"/>
                  </a:lnTo>
                  <a:lnTo>
                    <a:pt x="32" y="443"/>
                  </a:lnTo>
                  <a:lnTo>
                    <a:pt x="48" y="417"/>
                  </a:lnTo>
                  <a:lnTo>
                    <a:pt x="48" y="359"/>
                  </a:lnTo>
                  <a:lnTo>
                    <a:pt x="50" y="350"/>
                  </a:lnTo>
                  <a:lnTo>
                    <a:pt x="117" y="324"/>
                  </a:lnTo>
                  <a:lnTo>
                    <a:pt x="164" y="295"/>
                  </a:lnTo>
                  <a:lnTo>
                    <a:pt x="181" y="272"/>
                  </a:lnTo>
                  <a:lnTo>
                    <a:pt x="161" y="254"/>
                  </a:lnTo>
                  <a:lnTo>
                    <a:pt x="152" y="252"/>
                  </a:lnTo>
                  <a:lnTo>
                    <a:pt x="129" y="257"/>
                  </a:lnTo>
                  <a:lnTo>
                    <a:pt x="108" y="252"/>
                  </a:lnTo>
                  <a:lnTo>
                    <a:pt x="99" y="205"/>
                  </a:lnTo>
                  <a:lnTo>
                    <a:pt x="99" y="171"/>
                  </a:lnTo>
                  <a:lnTo>
                    <a:pt x="108" y="148"/>
                  </a:lnTo>
                  <a:lnTo>
                    <a:pt x="117" y="137"/>
                  </a:lnTo>
                  <a:lnTo>
                    <a:pt x="164" y="128"/>
                  </a:lnTo>
                  <a:lnTo>
                    <a:pt x="170" y="116"/>
                  </a:lnTo>
                  <a:lnTo>
                    <a:pt x="187" y="102"/>
                  </a:lnTo>
                  <a:lnTo>
                    <a:pt x="252" y="75"/>
                  </a:lnTo>
                  <a:lnTo>
                    <a:pt x="263" y="64"/>
                  </a:lnTo>
                  <a:lnTo>
                    <a:pt x="290" y="49"/>
                  </a:lnTo>
                  <a:lnTo>
                    <a:pt x="310" y="49"/>
                  </a:lnTo>
                  <a:lnTo>
                    <a:pt x="321" y="40"/>
                  </a:lnTo>
                  <a:lnTo>
                    <a:pt x="321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sp>
          <p:nvSpPr>
            <p:cNvPr id="16" name="Freeform 39">
              <a:extLst>
                <a:ext uri="{FF2B5EF4-FFF2-40B4-BE49-F238E27FC236}">
                  <a16:creationId xmlns:a16="http://schemas.microsoft.com/office/drawing/2014/main" id="{41810E79-2D7E-C1C4-8268-56936F36C28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3292869" y="1640231"/>
              <a:ext cx="174060" cy="223803"/>
            </a:xfrm>
            <a:custGeom>
              <a:avLst/>
              <a:gdLst/>
              <a:ahLst/>
              <a:cxnLst>
                <a:cxn ang="0">
                  <a:pos x="0" y="718"/>
                </a:cxn>
                <a:cxn ang="0">
                  <a:pos x="53" y="667"/>
                </a:cxn>
                <a:cxn ang="0">
                  <a:pos x="58" y="653"/>
                </a:cxn>
                <a:cxn ang="0">
                  <a:pos x="67" y="582"/>
                </a:cxn>
                <a:cxn ang="0">
                  <a:pos x="89" y="492"/>
                </a:cxn>
                <a:cxn ang="0">
                  <a:pos x="93" y="434"/>
                </a:cxn>
                <a:cxn ang="0">
                  <a:pos x="73" y="399"/>
                </a:cxn>
                <a:cxn ang="0">
                  <a:pos x="67" y="397"/>
                </a:cxn>
                <a:cxn ang="0">
                  <a:pos x="67" y="391"/>
                </a:cxn>
                <a:cxn ang="0">
                  <a:pos x="35" y="336"/>
                </a:cxn>
                <a:cxn ang="0">
                  <a:pos x="18" y="296"/>
                </a:cxn>
                <a:cxn ang="0">
                  <a:pos x="12" y="223"/>
                </a:cxn>
                <a:cxn ang="0">
                  <a:pos x="12" y="135"/>
                </a:cxn>
                <a:cxn ang="0">
                  <a:pos x="29" y="95"/>
                </a:cxn>
                <a:cxn ang="0">
                  <a:pos x="56" y="72"/>
                </a:cxn>
                <a:cxn ang="0">
                  <a:pos x="76" y="47"/>
                </a:cxn>
                <a:cxn ang="0">
                  <a:pos x="76" y="38"/>
                </a:cxn>
                <a:cxn ang="0">
                  <a:pos x="89" y="27"/>
                </a:cxn>
                <a:cxn ang="0">
                  <a:pos x="111" y="18"/>
                </a:cxn>
                <a:cxn ang="0">
                  <a:pos x="123" y="6"/>
                </a:cxn>
                <a:cxn ang="0">
                  <a:pos x="138" y="0"/>
                </a:cxn>
                <a:cxn ang="0">
                  <a:pos x="193" y="34"/>
                </a:cxn>
                <a:cxn ang="0">
                  <a:pos x="242" y="52"/>
                </a:cxn>
                <a:cxn ang="0">
                  <a:pos x="291" y="76"/>
                </a:cxn>
                <a:cxn ang="0">
                  <a:pos x="332" y="84"/>
                </a:cxn>
                <a:cxn ang="0">
                  <a:pos x="388" y="113"/>
                </a:cxn>
                <a:cxn ang="0">
                  <a:pos x="443" y="153"/>
                </a:cxn>
                <a:cxn ang="0">
                  <a:pos x="458" y="158"/>
                </a:cxn>
                <a:cxn ang="0">
                  <a:pos x="514" y="208"/>
                </a:cxn>
                <a:cxn ang="0">
                  <a:pos x="534" y="231"/>
                </a:cxn>
                <a:cxn ang="0">
                  <a:pos x="575" y="255"/>
                </a:cxn>
                <a:cxn ang="0">
                  <a:pos x="613" y="296"/>
                </a:cxn>
                <a:cxn ang="0">
                  <a:pos x="615" y="339"/>
                </a:cxn>
                <a:cxn ang="0">
                  <a:pos x="619" y="339"/>
                </a:cxn>
                <a:cxn ang="0">
                  <a:pos x="566" y="391"/>
                </a:cxn>
                <a:cxn ang="0">
                  <a:pos x="555" y="419"/>
                </a:cxn>
                <a:cxn ang="0">
                  <a:pos x="505" y="492"/>
                </a:cxn>
                <a:cxn ang="0">
                  <a:pos x="463" y="541"/>
                </a:cxn>
                <a:cxn ang="0">
                  <a:pos x="449" y="565"/>
                </a:cxn>
                <a:cxn ang="0">
                  <a:pos x="416" y="655"/>
                </a:cxn>
                <a:cxn ang="0">
                  <a:pos x="309" y="748"/>
                </a:cxn>
                <a:cxn ang="0">
                  <a:pos x="300" y="759"/>
                </a:cxn>
                <a:cxn ang="0">
                  <a:pos x="280" y="768"/>
                </a:cxn>
                <a:cxn ang="0">
                  <a:pos x="240" y="768"/>
                </a:cxn>
                <a:cxn ang="0">
                  <a:pos x="214" y="757"/>
                </a:cxn>
                <a:cxn ang="0">
                  <a:pos x="187" y="757"/>
                </a:cxn>
                <a:cxn ang="0">
                  <a:pos x="172" y="759"/>
                </a:cxn>
                <a:cxn ang="0">
                  <a:pos x="111" y="788"/>
                </a:cxn>
                <a:cxn ang="0">
                  <a:pos x="89" y="788"/>
                </a:cxn>
                <a:cxn ang="0">
                  <a:pos x="76" y="785"/>
                </a:cxn>
                <a:cxn ang="0">
                  <a:pos x="38" y="762"/>
                </a:cxn>
                <a:cxn ang="0">
                  <a:pos x="0" y="718"/>
                </a:cxn>
              </a:cxnLst>
              <a:rect l="0" t="0" r="r" b="b"/>
              <a:pathLst>
                <a:path w="619" h="788">
                  <a:moveTo>
                    <a:pt x="0" y="718"/>
                  </a:moveTo>
                  <a:lnTo>
                    <a:pt x="53" y="667"/>
                  </a:lnTo>
                  <a:lnTo>
                    <a:pt x="58" y="653"/>
                  </a:lnTo>
                  <a:lnTo>
                    <a:pt x="67" y="582"/>
                  </a:lnTo>
                  <a:lnTo>
                    <a:pt x="89" y="492"/>
                  </a:lnTo>
                  <a:lnTo>
                    <a:pt x="93" y="434"/>
                  </a:lnTo>
                  <a:lnTo>
                    <a:pt x="73" y="399"/>
                  </a:lnTo>
                  <a:lnTo>
                    <a:pt x="67" y="397"/>
                  </a:lnTo>
                  <a:lnTo>
                    <a:pt x="67" y="391"/>
                  </a:lnTo>
                  <a:lnTo>
                    <a:pt x="35" y="336"/>
                  </a:lnTo>
                  <a:lnTo>
                    <a:pt x="18" y="296"/>
                  </a:lnTo>
                  <a:lnTo>
                    <a:pt x="12" y="223"/>
                  </a:lnTo>
                  <a:lnTo>
                    <a:pt x="12" y="135"/>
                  </a:lnTo>
                  <a:lnTo>
                    <a:pt x="29" y="95"/>
                  </a:lnTo>
                  <a:lnTo>
                    <a:pt x="56" y="72"/>
                  </a:lnTo>
                  <a:lnTo>
                    <a:pt x="76" y="47"/>
                  </a:lnTo>
                  <a:lnTo>
                    <a:pt x="76" y="38"/>
                  </a:lnTo>
                  <a:lnTo>
                    <a:pt x="89" y="27"/>
                  </a:lnTo>
                  <a:lnTo>
                    <a:pt x="111" y="18"/>
                  </a:lnTo>
                  <a:lnTo>
                    <a:pt x="123" y="6"/>
                  </a:lnTo>
                  <a:lnTo>
                    <a:pt x="138" y="0"/>
                  </a:lnTo>
                  <a:lnTo>
                    <a:pt x="193" y="34"/>
                  </a:lnTo>
                  <a:lnTo>
                    <a:pt x="242" y="52"/>
                  </a:lnTo>
                  <a:lnTo>
                    <a:pt x="291" y="76"/>
                  </a:lnTo>
                  <a:lnTo>
                    <a:pt x="332" y="84"/>
                  </a:lnTo>
                  <a:lnTo>
                    <a:pt x="388" y="113"/>
                  </a:lnTo>
                  <a:lnTo>
                    <a:pt x="443" y="153"/>
                  </a:lnTo>
                  <a:lnTo>
                    <a:pt x="458" y="158"/>
                  </a:lnTo>
                  <a:lnTo>
                    <a:pt x="514" y="208"/>
                  </a:lnTo>
                  <a:lnTo>
                    <a:pt x="534" y="231"/>
                  </a:lnTo>
                  <a:lnTo>
                    <a:pt x="575" y="255"/>
                  </a:lnTo>
                  <a:lnTo>
                    <a:pt x="613" y="296"/>
                  </a:lnTo>
                  <a:lnTo>
                    <a:pt x="615" y="339"/>
                  </a:lnTo>
                  <a:lnTo>
                    <a:pt x="619" y="339"/>
                  </a:lnTo>
                  <a:lnTo>
                    <a:pt x="566" y="391"/>
                  </a:lnTo>
                  <a:lnTo>
                    <a:pt x="555" y="419"/>
                  </a:lnTo>
                  <a:lnTo>
                    <a:pt x="505" y="492"/>
                  </a:lnTo>
                  <a:lnTo>
                    <a:pt x="463" y="541"/>
                  </a:lnTo>
                  <a:lnTo>
                    <a:pt x="449" y="565"/>
                  </a:lnTo>
                  <a:lnTo>
                    <a:pt x="416" y="655"/>
                  </a:lnTo>
                  <a:lnTo>
                    <a:pt x="309" y="748"/>
                  </a:lnTo>
                  <a:lnTo>
                    <a:pt x="300" y="759"/>
                  </a:lnTo>
                  <a:lnTo>
                    <a:pt x="280" y="768"/>
                  </a:lnTo>
                  <a:lnTo>
                    <a:pt x="240" y="768"/>
                  </a:lnTo>
                  <a:lnTo>
                    <a:pt x="214" y="757"/>
                  </a:lnTo>
                  <a:lnTo>
                    <a:pt x="187" y="757"/>
                  </a:lnTo>
                  <a:lnTo>
                    <a:pt x="172" y="759"/>
                  </a:lnTo>
                  <a:lnTo>
                    <a:pt x="111" y="788"/>
                  </a:lnTo>
                  <a:lnTo>
                    <a:pt x="89" y="788"/>
                  </a:lnTo>
                  <a:lnTo>
                    <a:pt x="76" y="785"/>
                  </a:lnTo>
                  <a:lnTo>
                    <a:pt x="38" y="762"/>
                  </a:lnTo>
                  <a:lnTo>
                    <a:pt x="0" y="7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sp>
          <p:nvSpPr>
            <p:cNvPr id="17" name="Freeform 42">
              <a:extLst>
                <a:ext uri="{FF2B5EF4-FFF2-40B4-BE49-F238E27FC236}">
                  <a16:creationId xmlns:a16="http://schemas.microsoft.com/office/drawing/2014/main" id="{771A799C-8484-2A67-FE96-06D1FDD5707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1649469" y="1988369"/>
              <a:ext cx="761796" cy="1119016"/>
            </a:xfrm>
            <a:custGeom>
              <a:avLst/>
              <a:gdLst/>
              <a:ahLst/>
              <a:cxnLst>
                <a:cxn ang="0">
                  <a:pos x="1253" y="49"/>
                </a:cxn>
                <a:cxn ang="0">
                  <a:pos x="1314" y="195"/>
                </a:cxn>
                <a:cxn ang="0">
                  <a:pos x="1115" y="432"/>
                </a:cxn>
                <a:cxn ang="0">
                  <a:pos x="802" y="611"/>
                </a:cxn>
                <a:cxn ang="0">
                  <a:pos x="668" y="747"/>
                </a:cxn>
                <a:cxn ang="0">
                  <a:pos x="621" y="751"/>
                </a:cxn>
                <a:cxn ang="0">
                  <a:pos x="539" y="997"/>
                </a:cxn>
                <a:cxn ang="0">
                  <a:pos x="381" y="1026"/>
                </a:cxn>
                <a:cxn ang="0">
                  <a:pos x="276" y="950"/>
                </a:cxn>
                <a:cxn ang="0">
                  <a:pos x="165" y="953"/>
                </a:cxn>
                <a:cxn ang="0">
                  <a:pos x="203" y="840"/>
                </a:cxn>
                <a:cxn ang="0">
                  <a:pos x="198" y="742"/>
                </a:cxn>
                <a:cxn ang="0">
                  <a:pos x="8" y="909"/>
                </a:cxn>
                <a:cxn ang="0">
                  <a:pos x="31" y="1066"/>
                </a:cxn>
                <a:cxn ang="0">
                  <a:pos x="81" y="1214"/>
                </a:cxn>
                <a:cxn ang="0">
                  <a:pos x="195" y="1378"/>
                </a:cxn>
                <a:cxn ang="0">
                  <a:pos x="347" y="1524"/>
                </a:cxn>
                <a:cxn ang="0">
                  <a:pos x="550" y="1883"/>
                </a:cxn>
                <a:cxn ang="0">
                  <a:pos x="740" y="2276"/>
                </a:cxn>
                <a:cxn ang="0">
                  <a:pos x="830" y="2491"/>
                </a:cxn>
                <a:cxn ang="0">
                  <a:pos x="1005" y="2801"/>
                </a:cxn>
                <a:cxn ang="0">
                  <a:pos x="1051" y="3010"/>
                </a:cxn>
                <a:cxn ang="0">
                  <a:pos x="1171" y="3181"/>
                </a:cxn>
                <a:cxn ang="0">
                  <a:pos x="1538" y="3444"/>
                </a:cxn>
                <a:cxn ang="0">
                  <a:pos x="1894" y="3635"/>
                </a:cxn>
                <a:cxn ang="0">
                  <a:pos x="2095" y="3768"/>
                </a:cxn>
                <a:cxn ang="0">
                  <a:pos x="2297" y="3943"/>
                </a:cxn>
                <a:cxn ang="0">
                  <a:pos x="2436" y="3919"/>
                </a:cxn>
                <a:cxn ang="0">
                  <a:pos x="2510" y="3815"/>
                </a:cxn>
                <a:cxn ang="0">
                  <a:pos x="2553" y="3682"/>
                </a:cxn>
                <a:cxn ang="0">
                  <a:pos x="2618" y="3497"/>
                </a:cxn>
                <a:cxn ang="0">
                  <a:pos x="2565" y="3404"/>
                </a:cxn>
                <a:cxn ang="0">
                  <a:pos x="2618" y="3256"/>
                </a:cxn>
                <a:cxn ang="0">
                  <a:pos x="2641" y="3123"/>
                </a:cxn>
                <a:cxn ang="0">
                  <a:pos x="2643" y="2853"/>
                </a:cxn>
                <a:cxn ang="0">
                  <a:pos x="2699" y="2662"/>
                </a:cxn>
                <a:cxn ang="0">
                  <a:pos x="2411" y="2358"/>
                </a:cxn>
                <a:cxn ang="0">
                  <a:pos x="2326" y="2219"/>
                </a:cxn>
                <a:cxn ang="0">
                  <a:pos x="2275" y="2025"/>
                </a:cxn>
                <a:cxn ang="0">
                  <a:pos x="1975" y="2113"/>
                </a:cxn>
                <a:cxn ang="0">
                  <a:pos x="1842" y="2016"/>
                </a:cxn>
                <a:cxn ang="0">
                  <a:pos x="1772" y="1892"/>
                </a:cxn>
                <a:cxn ang="0">
                  <a:pos x="1660" y="1704"/>
                </a:cxn>
                <a:cxn ang="0">
                  <a:pos x="1683" y="1425"/>
                </a:cxn>
                <a:cxn ang="0">
                  <a:pos x="1781" y="1251"/>
                </a:cxn>
                <a:cxn ang="0">
                  <a:pos x="2008" y="1002"/>
                </a:cxn>
                <a:cxn ang="0">
                  <a:pos x="2440" y="883"/>
                </a:cxn>
                <a:cxn ang="0">
                  <a:pos x="2346" y="809"/>
                </a:cxn>
                <a:cxn ang="0">
                  <a:pos x="2333" y="715"/>
                </a:cxn>
                <a:cxn ang="0">
                  <a:pos x="2378" y="541"/>
                </a:cxn>
                <a:cxn ang="0">
                  <a:pos x="2180" y="496"/>
                </a:cxn>
                <a:cxn ang="0">
                  <a:pos x="2031" y="473"/>
                </a:cxn>
                <a:cxn ang="0">
                  <a:pos x="1964" y="521"/>
                </a:cxn>
                <a:cxn ang="0">
                  <a:pos x="1812" y="512"/>
                </a:cxn>
                <a:cxn ang="0">
                  <a:pos x="1721" y="374"/>
                </a:cxn>
                <a:cxn ang="0">
                  <a:pos x="1651" y="270"/>
                </a:cxn>
                <a:cxn ang="0">
                  <a:pos x="1550" y="215"/>
                </a:cxn>
                <a:cxn ang="0">
                  <a:pos x="1440" y="80"/>
                </a:cxn>
                <a:cxn ang="0">
                  <a:pos x="1305" y="0"/>
                </a:cxn>
              </a:cxnLst>
              <a:rect l="0" t="0" r="r" b="b"/>
              <a:pathLst>
                <a:path w="2699" h="3957">
                  <a:moveTo>
                    <a:pt x="1291" y="0"/>
                  </a:moveTo>
                  <a:lnTo>
                    <a:pt x="1282" y="8"/>
                  </a:lnTo>
                  <a:lnTo>
                    <a:pt x="1238" y="8"/>
                  </a:lnTo>
                  <a:lnTo>
                    <a:pt x="1235" y="40"/>
                  </a:lnTo>
                  <a:lnTo>
                    <a:pt x="1253" y="49"/>
                  </a:lnTo>
                  <a:lnTo>
                    <a:pt x="1262" y="62"/>
                  </a:lnTo>
                  <a:lnTo>
                    <a:pt x="1282" y="108"/>
                  </a:lnTo>
                  <a:lnTo>
                    <a:pt x="1285" y="125"/>
                  </a:lnTo>
                  <a:lnTo>
                    <a:pt x="1318" y="191"/>
                  </a:lnTo>
                  <a:lnTo>
                    <a:pt x="1314" y="195"/>
                  </a:lnTo>
                  <a:lnTo>
                    <a:pt x="1282" y="195"/>
                  </a:lnTo>
                  <a:lnTo>
                    <a:pt x="1253" y="255"/>
                  </a:lnTo>
                  <a:lnTo>
                    <a:pt x="1197" y="350"/>
                  </a:lnTo>
                  <a:lnTo>
                    <a:pt x="1148" y="408"/>
                  </a:lnTo>
                  <a:lnTo>
                    <a:pt x="1115" y="432"/>
                  </a:lnTo>
                  <a:lnTo>
                    <a:pt x="1077" y="470"/>
                  </a:lnTo>
                  <a:lnTo>
                    <a:pt x="1040" y="516"/>
                  </a:lnTo>
                  <a:lnTo>
                    <a:pt x="1005" y="541"/>
                  </a:lnTo>
                  <a:lnTo>
                    <a:pt x="943" y="568"/>
                  </a:lnTo>
                  <a:lnTo>
                    <a:pt x="802" y="611"/>
                  </a:lnTo>
                  <a:lnTo>
                    <a:pt x="729" y="642"/>
                  </a:lnTo>
                  <a:lnTo>
                    <a:pt x="702" y="660"/>
                  </a:lnTo>
                  <a:lnTo>
                    <a:pt x="690" y="672"/>
                  </a:lnTo>
                  <a:lnTo>
                    <a:pt x="671" y="709"/>
                  </a:lnTo>
                  <a:lnTo>
                    <a:pt x="668" y="747"/>
                  </a:lnTo>
                  <a:lnTo>
                    <a:pt x="653" y="756"/>
                  </a:lnTo>
                  <a:lnTo>
                    <a:pt x="644" y="756"/>
                  </a:lnTo>
                  <a:lnTo>
                    <a:pt x="630" y="745"/>
                  </a:lnTo>
                  <a:lnTo>
                    <a:pt x="621" y="745"/>
                  </a:lnTo>
                  <a:lnTo>
                    <a:pt x="621" y="751"/>
                  </a:lnTo>
                  <a:lnTo>
                    <a:pt x="566" y="826"/>
                  </a:lnTo>
                  <a:lnTo>
                    <a:pt x="557" y="880"/>
                  </a:lnTo>
                  <a:lnTo>
                    <a:pt x="553" y="962"/>
                  </a:lnTo>
                  <a:lnTo>
                    <a:pt x="545" y="991"/>
                  </a:lnTo>
                  <a:lnTo>
                    <a:pt x="539" y="997"/>
                  </a:lnTo>
                  <a:lnTo>
                    <a:pt x="504" y="1011"/>
                  </a:lnTo>
                  <a:lnTo>
                    <a:pt x="474" y="1040"/>
                  </a:lnTo>
                  <a:lnTo>
                    <a:pt x="430" y="1058"/>
                  </a:lnTo>
                  <a:lnTo>
                    <a:pt x="398" y="1054"/>
                  </a:lnTo>
                  <a:lnTo>
                    <a:pt x="381" y="1026"/>
                  </a:lnTo>
                  <a:lnTo>
                    <a:pt x="372" y="999"/>
                  </a:lnTo>
                  <a:lnTo>
                    <a:pt x="352" y="968"/>
                  </a:lnTo>
                  <a:lnTo>
                    <a:pt x="326" y="964"/>
                  </a:lnTo>
                  <a:lnTo>
                    <a:pt x="288" y="968"/>
                  </a:lnTo>
                  <a:lnTo>
                    <a:pt x="276" y="950"/>
                  </a:lnTo>
                  <a:lnTo>
                    <a:pt x="259" y="939"/>
                  </a:lnTo>
                  <a:lnTo>
                    <a:pt x="223" y="936"/>
                  </a:lnTo>
                  <a:lnTo>
                    <a:pt x="192" y="955"/>
                  </a:lnTo>
                  <a:lnTo>
                    <a:pt x="172" y="962"/>
                  </a:lnTo>
                  <a:lnTo>
                    <a:pt x="165" y="953"/>
                  </a:lnTo>
                  <a:lnTo>
                    <a:pt x="160" y="898"/>
                  </a:lnTo>
                  <a:lnTo>
                    <a:pt x="148" y="880"/>
                  </a:lnTo>
                  <a:lnTo>
                    <a:pt x="148" y="869"/>
                  </a:lnTo>
                  <a:lnTo>
                    <a:pt x="163" y="851"/>
                  </a:lnTo>
                  <a:lnTo>
                    <a:pt x="203" y="840"/>
                  </a:lnTo>
                  <a:lnTo>
                    <a:pt x="221" y="819"/>
                  </a:lnTo>
                  <a:lnTo>
                    <a:pt x="218" y="788"/>
                  </a:lnTo>
                  <a:lnTo>
                    <a:pt x="209" y="780"/>
                  </a:lnTo>
                  <a:lnTo>
                    <a:pt x="200" y="742"/>
                  </a:lnTo>
                  <a:lnTo>
                    <a:pt x="198" y="742"/>
                  </a:lnTo>
                  <a:lnTo>
                    <a:pt x="198" y="727"/>
                  </a:lnTo>
                  <a:lnTo>
                    <a:pt x="165" y="760"/>
                  </a:lnTo>
                  <a:lnTo>
                    <a:pt x="125" y="788"/>
                  </a:lnTo>
                  <a:lnTo>
                    <a:pt x="63" y="848"/>
                  </a:lnTo>
                  <a:lnTo>
                    <a:pt x="8" y="909"/>
                  </a:lnTo>
                  <a:lnTo>
                    <a:pt x="3" y="927"/>
                  </a:lnTo>
                  <a:lnTo>
                    <a:pt x="0" y="968"/>
                  </a:lnTo>
                  <a:lnTo>
                    <a:pt x="8" y="1022"/>
                  </a:lnTo>
                  <a:lnTo>
                    <a:pt x="11" y="1035"/>
                  </a:lnTo>
                  <a:lnTo>
                    <a:pt x="31" y="1066"/>
                  </a:lnTo>
                  <a:lnTo>
                    <a:pt x="38" y="1118"/>
                  </a:lnTo>
                  <a:lnTo>
                    <a:pt x="72" y="1152"/>
                  </a:lnTo>
                  <a:lnTo>
                    <a:pt x="89" y="1176"/>
                  </a:lnTo>
                  <a:lnTo>
                    <a:pt x="89" y="1187"/>
                  </a:lnTo>
                  <a:lnTo>
                    <a:pt x="81" y="1214"/>
                  </a:lnTo>
                  <a:lnTo>
                    <a:pt x="40" y="1251"/>
                  </a:lnTo>
                  <a:lnTo>
                    <a:pt x="49" y="1272"/>
                  </a:lnTo>
                  <a:lnTo>
                    <a:pt x="110" y="1309"/>
                  </a:lnTo>
                  <a:lnTo>
                    <a:pt x="142" y="1338"/>
                  </a:lnTo>
                  <a:lnTo>
                    <a:pt x="195" y="1378"/>
                  </a:lnTo>
                  <a:lnTo>
                    <a:pt x="223" y="1396"/>
                  </a:lnTo>
                  <a:lnTo>
                    <a:pt x="282" y="1444"/>
                  </a:lnTo>
                  <a:lnTo>
                    <a:pt x="314" y="1492"/>
                  </a:lnTo>
                  <a:lnTo>
                    <a:pt x="323" y="1494"/>
                  </a:lnTo>
                  <a:lnTo>
                    <a:pt x="347" y="1524"/>
                  </a:lnTo>
                  <a:lnTo>
                    <a:pt x="381" y="1625"/>
                  </a:lnTo>
                  <a:lnTo>
                    <a:pt x="401" y="1666"/>
                  </a:lnTo>
                  <a:lnTo>
                    <a:pt x="522" y="1779"/>
                  </a:lnTo>
                  <a:lnTo>
                    <a:pt x="545" y="1839"/>
                  </a:lnTo>
                  <a:lnTo>
                    <a:pt x="550" y="1883"/>
                  </a:lnTo>
                  <a:lnTo>
                    <a:pt x="559" y="1906"/>
                  </a:lnTo>
                  <a:lnTo>
                    <a:pt x="608" y="1999"/>
                  </a:lnTo>
                  <a:lnTo>
                    <a:pt x="632" y="2054"/>
                  </a:lnTo>
                  <a:lnTo>
                    <a:pt x="668" y="2161"/>
                  </a:lnTo>
                  <a:lnTo>
                    <a:pt x="740" y="2276"/>
                  </a:lnTo>
                  <a:lnTo>
                    <a:pt x="748" y="2303"/>
                  </a:lnTo>
                  <a:lnTo>
                    <a:pt x="760" y="2393"/>
                  </a:lnTo>
                  <a:lnTo>
                    <a:pt x="784" y="2460"/>
                  </a:lnTo>
                  <a:lnTo>
                    <a:pt x="804" y="2476"/>
                  </a:lnTo>
                  <a:lnTo>
                    <a:pt x="830" y="2491"/>
                  </a:lnTo>
                  <a:lnTo>
                    <a:pt x="852" y="2517"/>
                  </a:lnTo>
                  <a:lnTo>
                    <a:pt x="882" y="2596"/>
                  </a:lnTo>
                  <a:lnTo>
                    <a:pt x="937" y="2669"/>
                  </a:lnTo>
                  <a:lnTo>
                    <a:pt x="975" y="2729"/>
                  </a:lnTo>
                  <a:lnTo>
                    <a:pt x="1005" y="2801"/>
                  </a:lnTo>
                  <a:lnTo>
                    <a:pt x="1057" y="2859"/>
                  </a:lnTo>
                  <a:lnTo>
                    <a:pt x="1080" y="2923"/>
                  </a:lnTo>
                  <a:lnTo>
                    <a:pt x="1086" y="2970"/>
                  </a:lnTo>
                  <a:lnTo>
                    <a:pt x="1066" y="2987"/>
                  </a:lnTo>
                  <a:lnTo>
                    <a:pt x="1051" y="3010"/>
                  </a:lnTo>
                  <a:lnTo>
                    <a:pt x="1059" y="3059"/>
                  </a:lnTo>
                  <a:lnTo>
                    <a:pt x="1068" y="3074"/>
                  </a:lnTo>
                  <a:lnTo>
                    <a:pt x="1110" y="3114"/>
                  </a:lnTo>
                  <a:lnTo>
                    <a:pt x="1142" y="3158"/>
                  </a:lnTo>
                  <a:lnTo>
                    <a:pt x="1171" y="3181"/>
                  </a:lnTo>
                  <a:lnTo>
                    <a:pt x="1247" y="3259"/>
                  </a:lnTo>
                  <a:lnTo>
                    <a:pt x="1285" y="3287"/>
                  </a:lnTo>
                  <a:lnTo>
                    <a:pt x="1314" y="3318"/>
                  </a:lnTo>
                  <a:lnTo>
                    <a:pt x="1410" y="3381"/>
                  </a:lnTo>
                  <a:lnTo>
                    <a:pt x="1538" y="3444"/>
                  </a:lnTo>
                  <a:lnTo>
                    <a:pt x="1616" y="3508"/>
                  </a:lnTo>
                  <a:lnTo>
                    <a:pt x="1632" y="3511"/>
                  </a:lnTo>
                  <a:lnTo>
                    <a:pt x="1789" y="3578"/>
                  </a:lnTo>
                  <a:lnTo>
                    <a:pt x="1879" y="3630"/>
                  </a:lnTo>
                  <a:lnTo>
                    <a:pt x="1894" y="3635"/>
                  </a:lnTo>
                  <a:lnTo>
                    <a:pt x="1909" y="3632"/>
                  </a:lnTo>
                  <a:lnTo>
                    <a:pt x="1928" y="3639"/>
                  </a:lnTo>
                  <a:lnTo>
                    <a:pt x="2019" y="3708"/>
                  </a:lnTo>
                  <a:lnTo>
                    <a:pt x="2066" y="3734"/>
                  </a:lnTo>
                  <a:lnTo>
                    <a:pt x="2095" y="3768"/>
                  </a:lnTo>
                  <a:lnTo>
                    <a:pt x="2130" y="3797"/>
                  </a:lnTo>
                  <a:lnTo>
                    <a:pt x="2168" y="3839"/>
                  </a:lnTo>
                  <a:lnTo>
                    <a:pt x="2209" y="3894"/>
                  </a:lnTo>
                  <a:lnTo>
                    <a:pt x="2261" y="3919"/>
                  </a:lnTo>
                  <a:lnTo>
                    <a:pt x="2297" y="3943"/>
                  </a:lnTo>
                  <a:lnTo>
                    <a:pt x="2302" y="3943"/>
                  </a:lnTo>
                  <a:lnTo>
                    <a:pt x="2317" y="3957"/>
                  </a:lnTo>
                  <a:lnTo>
                    <a:pt x="2357" y="3925"/>
                  </a:lnTo>
                  <a:lnTo>
                    <a:pt x="2367" y="3923"/>
                  </a:lnTo>
                  <a:lnTo>
                    <a:pt x="2436" y="3919"/>
                  </a:lnTo>
                  <a:lnTo>
                    <a:pt x="2462" y="3910"/>
                  </a:lnTo>
                  <a:lnTo>
                    <a:pt x="2469" y="3903"/>
                  </a:lnTo>
                  <a:lnTo>
                    <a:pt x="2471" y="3870"/>
                  </a:lnTo>
                  <a:lnTo>
                    <a:pt x="2495" y="3830"/>
                  </a:lnTo>
                  <a:lnTo>
                    <a:pt x="2510" y="3815"/>
                  </a:lnTo>
                  <a:lnTo>
                    <a:pt x="2525" y="3810"/>
                  </a:lnTo>
                  <a:lnTo>
                    <a:pt x="2510" y="3786"/>
                  </a:lnTo>
                  <a:lnTo>
                    <a:pt x="2504" y="3784"/>
                  </a:lnTo>
                  <a:lnTo>
                    <a:pt x="2507" y="3761"/>
                  </a:lnTo>
                  <a:lnTo>
                    <a:pt x="2553" y="3682"/>
                  </a:lnTo>
                  <a:lnTo>
                    <a:pt x="2594" y="3639"/>
                  </a:lnTo>
                  <a:lnTo>
                    <a:pt x="2643" y="3572"/>
                  </a:lnTo>
                  <a:lnTo>
                    <a:pt x="2647" y="3535"/>
                  </a:lnTo>
                  <a:lnTo>
                    <a:pt x="2641" y="3519"/>
                  </a:lnTo>
                  <a:lnTo>
                    <a:pt x="2618" y="3497"/>
                  </a:lnTo>
                  <a:lnTo>
                    <a:pt x="2600" y="3491"/>
                  </a:lnTo>
                  <a:lnTo>
                    <a:pt x="2585" y="3471"/>
                  </a:lnTo>
                  <a:lnTo>
                    <a:pt x="2576" y="3465"/>
                  </a:lnTo>
                  <a:lnTo>
                    <a:pt x="2568" y="3442"/>
                  </a:lnTo>
                  <a:lnTo>
                    <a:pt x="2565" y="3404"/>
                  </a:lnTo>
                  <a:lnTo>
                    <a:pt x="2568" y="3355"/>
                  </a:lnTo>
                  <a:lnTo>
                    <a:pt x="2587" y="3318"/>
                  </a:lnTo>
                  <a:lnTo>
                    <a:pt x="2609" y="3303"/>
                  </a:lnTo>
                  <a:lnTo>
                    <a:pt x="2618" y="3276"/>
                  </a:lnTo>
                  <a:lnTo>
                    <a:pt x="2618" y="3256"/>
                  </a:lnTo>
                  <a:lnTo>
                    <a:pt x="2611" y="3233"/>
                  </a:lnTo>
                  <a:lnTo>
                    <a:pt x="2574" y="3187"/>
                  </a:lnTo>
                  <a:lnTo>
                    <a:pt x="2574" y="3172"/>
                  </a:lnTo>
                  <a:lnTo>
                    <a:pt x="2587" y="3150"/>
                  </a:lnTo>
                  <a:lnTo>
                    <a:pt x="2641" y="3123"/>
                  </a:lnTo>
                  <a:lnTo>
                    <a:pt x="2647" y="3114"/>
                  </a:lnTo>
                  <a:lnTo>
                    <a:pt x="2647" y="3041"/>
                  </a:lnTo>
                  <a:lnTo>
                    <a:pt x="2632" y="2970"/>
                  </a:lnTo>
                  <a:lnTo>
                    <a:pt x="2632" y="2925"/>
                  </a:lnTo>
                  <a:lnTo>
                    <a:pt x="2643" y="2853"/>
                  </a:lnTo>
                  <a:lnTo>
                    <a:pt x="2643" y="2757"/>
                  </a:lnTo>
                  <a:lnTo>
                    <a:pt x="2661" y="2715"/>
                  </a:lnTo>
                  <a:lnTo>
                    <a:pt x="2693" y="2680"/>
                  </a:lnTo>
                  <a:lnTo>
                    <a:pt x="2699" y="2671"/>
                  </a:lnTo>
                  <a:lnTo>
                    <a:pt x="2699" y="2662"/>
                  </a:lnTo>
                  <a:lnTo>
                    <a:pt x="2641" y="2569"/>
                  </a:lnTo>
                  <a:lnTo>
                    <a:pt x="2507" y="2336"/>
                  </a:lnTo>
                  <a:lnTo>
                    <a:pt x="2440" y="2343"/>
                  </a:lnTo>
                  <a:lnTo>
                    <a:pt x="2411" y="2356"/>
                  </a:lnTo>
                  <a:lnTo>
                    <a:pt x="2411" y="2358"/>
                  </a:lnTo>
                  <a:lnTo>
                    <a:pt x="2378" y="2365"/>
                  </a:lnTo>
                  <a:lnTo>
                    <a:pt x="2364" y="2365"/>
                  </a:lnTo>
                  <a:lnTo>
                    <a:pt x="2337" y="2352"/>
                  </a:lnTo>
                  <a:lnTo>
                    <a:pt x="2326" y="2336"/>
                  </a:lnTo>
                  <a:lnTo>
                    <a:pt x="2326" y="2219"/>
                  </a:lnTo>
                  <a:lnTo>
                    <a:pt x="2328" y="2208"/>
                  </a:lnTo>
                  <a:lnTo>
                    <a:pt x="2328" y="1991"/>
                  </a:lnTo>
                  <a:lnTo>
                    <a:pt x="2326" y="1982"/>
                  </a:lnTo>
                  <a:lnTo>
                    <a:pt x="2314" y="1988"/>
                  </a:lnTo>
                  <a:lnTo>
                    <a:pt x="2275" y="2025"/>
                  </a:lnTo>
                  <a:lnTo>
                    <a:pt x="2188" y="2092"/>
                  </a:lnTo>
                  <a:lnTo>
                    <a:pt x="2121" y="2126"/>
                  </a:lnTo>
                  <a:lnTo>
                    <a:pt x="2086" y="2132"/>
                  </a:lnTo>
                  <a:lnTo>
                    <a:pt x="2028" y="2130"/>
                  </a:lnTo>
                  <a:lnTo>
                    <a:pt x="1975" y="2113"/>
                  </a:lnTo>
                  <a:lnTo>
                    <a:pt x="1964" y="2097"/>
                  </a:lnTo>
                  <a:lnTo>
                    <a:pt x="1952" y="2054"/>
                  </a:lnTo>
                  <a:lnTo>
                    <a:pt x="1941" y="2035"/>
                  </a:lnTo>
                  <a:lnTo>
                    <a:pt x="1921" y="2022"/>
                  </a:lnTo>
                  <a:lnTo>
                    <a:pt x="1842" y="2016"/>
                  </a:lnTo>
                  <a:lnTo>
                    <a:pt x="1793" y="2004"/>
                  </a:lnTo>
                  <a:lnTo>
                    <a:pt x="1789" y="1988"/>
                  </a:lnTo>
                  <a:lnTo>
                    <a:pt x="1812" y="1947"/>
                  </a:lnTo>
                  <a:lnTo>
                    <a:pt x="1810" y="1915"/>
                  </a:lnTo>
                  <a:lnTo>
                    <a:pt x="1772" y="1892"/>
                  </a:lnTo>
                  <a:lnTo>
                    <a:pt x="1721" y="1837"/>
                  </a:lnTo>
                  <a:lnTo>
                    <a:pt x="1707" y="1807"/>
                  </a:lnTo>
                  <a:lnTo>
                    <a:pt x="1672" y="1764"/>
                  </a:lnTo>
                  <a:lnTo>
                    <a:pt x="1667" y="1752"/>
                  </a:lnTo>
                  <a:lnTo>
                    <a:pt x="1660" y="1704"/>
                  </a:lnTo>
                  <a:lnTo>
                    <a:pt x="1614" y="1611"/>
                  </a:lnTo>
                  <a:lnTo>
                    <a:pt x="1614" y="1596"/>
                  </a:lnTo>
                  <a:lnTo>
                    <a:pt x="1620" y="1582"/>
                  </a:lnTo>
                  <a:lnTo>
                    <a:pt x="1667" y="1494"/>
                  </a:lnTo>
                  <a:lnTo>
                    <a:pt x="1683" y="1425"/>
                  </a:lnTo>
                  <a:lnTo>
                    <a:pt x="1699" y="1407"/>
                  </a:lnTo>
                  <a:lnTo>
                    <a:pt x="1736" y="1396"/>
                  </a:lnTo>
                  <a:lnTo>
                    <a:pt x="1772" y="1393"/>
                  </a:lnTo>
                  <a:lnTo>
                    <a:pt x="1772" y="1274"/>
                  </a:lnTo>
                  <a:lnTo>
                    <a:pt x="1781" y="1251"/>
                  </a:lnTo>
                  <a:lnTo>
                    <a:pt x="1815" y="1187"/>
                  </a:lnTo>
                  <a:lnTo>
                    <a:pt x="1848" y="1141"/>
                  </a:lnTo>
                  <a:lnTo>
                    <a:pt x="1903" y="1077"/>
                  </a:lnTo>
                  <a:lnTo>
                    <a:pt x="1944" y="1043"/>
                  </a:lnTo>
                  <a:lnTo>
                    <a:pt x="2008" y="1002"/>
                  </a:lnTo>
                  <a:lnTo>
                    <a:pt x="2081" y="971"/>
                  </a:lnTo>
                  <a:lnTo>
                    <a:pt x="2282" y="913"/>
                  </a:lnTo>
                  <a:lnTo>
                    <a:pt x="2333" y="892"/>
                  </a:lnTo>
                  <a:lnTo>
                    <a:pt x="2413" y="898"/>
                  </a:lnTo>
                  <a:lnTo>
                    <a:pt x="2440" y="883"/>
                  </a:lnTo>
                  <a:lnTo>
                    <a:pt x="2443" y="875"/>
                  </a:lnTo>
                  <a:lnTo>
                    <a:pt x="2416" y="871"/>
                  </a:lnTo>
                  <a:lnTo>
                    <a:pt x="2382" y="826"/>
                  </a:lnTo>
                  <a:lnTo>
                    <a:pt x="2364" y="810"/>
                  </a:lnTo>
                  <a:lnTo>
                    <a:pt x="2346" y="809"/>
                  </a:lnTo>
                  <a:lnTo>
                    <a:pt x="2328" y="810"/>
                  </a:lnTo>
                  <a:lnTo>
                    <a:pt x="2308" y="805"/>
                  </a:lnTo>
                  <a:lnTo>
                    <a:pt x="2306" y="800"/>
                  </a:lnTo>
                  <a:lnTo>
                    <a:pt x="2306" y="760"/>
                  </a:lnTo>
                  <a:lnTo>
                    <a:pt x="2333" y="715"/>
                  </a:lnTo>
                  <a:lnTo>
                    <a:pt x="2382" y="669"/>
                  </a:lnTo>
                  <a:lnTo>
                    <a:pt x="2404" y="638"/>
                  </a:lnTo>
                  <a:lnTo>
                    <a:pt x="2420" y="609"/>
                  </a:lnTo>
                  <a:lnTo>
                    <a:pt x="2420" y="587"/>
                  </a:lnTo>
                  <a:lnTo>
                    <a:pt x="2378" y="541"/>
                  </a:lnTo>
                  <a:lnTo>
                    <a:pt x="2314" y="501"/>
                  </a:lnTo>
                  <a:lnTo>
                    <a:pt x="2250" y="478"/>
                  </a:lnTo>
                  <a:lnTo>
                    <a:pt x="2220" y="473"/>
                  </a:lnTo>
                  <a:lnTo>
                    <a:pt x="2212" y="473"/>
                  </a:lnTo>
                  <a:lnTo>
                    <a:pt x="2180" y="496"/>
                  </a:lnTo>
                  <a:lnTo>
                    <a:pt x="2144" y="501"/>
                  </a:lnTo>
                  <a:lnTo>
                    <a:pt x="2116" y="496"/>
                  </a:lnTo>
                  <a:lnTo>
                    <a:pt x="2095" y="478"/>
                  </a:lnTo>
                  <a:lnTo>
                    <a:pt x="2066" y="473"/>
                  </a:lnTo>
                  <a:lnTo>
                    <a:pt x="2031" y="473"/>
                  </a:lnTo>
                  <a:lnTo>
                    <a:pt x="2017" y="478"/>
                  </a:lnTo>
                  <a:lnTo>
                    <a:pt x="2002" y="492"/>
                  </a:lnTo>
                  <a:lnTo>
                    <a:pt x="1987" y="498"/>
                  </a:lnTo>
                  <a:lnTo>
                    <a:pt x="1979" y="512"/>
                  </a:lnTo>
                  <a:lnTo>
                    <a:pt x="1964" y="521"/>
                  </a:lnTo>
                  <a:lnTo>
                    <a:pt x="1935" y="525"/>
                  </a:lnTo>
                  <a:lnTo>
                    <a:pt x="1921" y="525"/>
                  </a:lnTo>
                  <a:lnTo>
                    <a:pt x="1888" y="510"/>
                  </a:lnTo>
                  <a:lnTo>
                    <a:pt x="1833" y="507"/>
                  </a:lnTo>
                  <a:lnTo>
                    <a:pt x="1812" y="512"/>
                  </a:lnTo>
                  <a:lnTo>
                    <a:pt x="1777" y="507"/>
                  </a:lnTo>
                  <a:lnTo>
                    <a:pt x="1757" y="489"/>
                  </a:lnTo>
                  <a:lnTo>
                    <a:pt x="1742" y="467"/>
                  </a:lnTo>
                  <a:lnTo>
                    <a:pt x="1742" y="383"/>
                  </a:lnTo>
                  <a:lnTo>
                    <a:pt x="1721" y="374"/>
                  </a:lnTo>
                  <a:lnTo>
                    <a:pt x="1690" y="374"/>
                  </a:lnTo>
                  <a:lnTo>
                    <a:pt x="1676" y="365"/>
                  </a:lnTo>
                  <a:lnTo>
                    <a:pt x="1667" y="352"/>
                  </a:lnTo>
                  <a:lnTo>
                    <a:pt x="1654" y="319"/>
                  </a:lnTo>
                  <a:lnTo>
                    <a:pt x="1651" y="270"/>
                  </a:lnTo>
                  <a:lnTo>
                    <a:pt x="1634" y="243"/>
                  </a:lnTo>
                  <a:lnTo>
                    <a:pt x="1614" y="229"/>
                  </a:lnTo>
                  <a:lnTo>
                    <a:pt x="1591" y="223"/>
                  </a:lnTo>
                  <a:lnTo>
                    <a:pt x="1574" y="223"/>
                  </a:lnTo>
                  <a:lnTo>
                    <a:pt x="1550" y="215"/>
                  </a:lnTo>
                  <a:lnTo>
                    <a:pt x="1538" y="197"/>
                  </a:lnTo>
                  <a:lnTo>
                    <a:pt x="1516" y="184"/>
                  </a:lnTo>
                  <a:lnTo>
                    <a:pt x="1494" y="148"/>
                  </a:lnTo>
                  <a:lnTo>
                    <a:pt x="1476" y="96"/>
                  </a:lnTo>
                  <a:lnTo>
                    <a:pt x="1440" y="80"/>
                  </a:lnTo>
                  <a:lnTo>
                    <a:pt x="1422" y="64"/>
                  </a:lnTo>
                  <a:lnTo>
                    <a:pt x="1402" y="31"/>
                  </a:lnTo>
                  <a:lnTo>
                    <a:pt x="1381" y="20"/>
                  </a:lnTo>
                  <a:lnTo>
                    <a:pt x="1346" y="15"/>
                  </a:lnTo>
                  <a:lnTo>
                    <a:pt x="1305" y="0"/>
                  </a:lnTo>
                  <a:lnTo>
                    <a:pt x="129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grpSp>
          <p:nvGrpSpPr>
            <p:cNvPr id="18" name="Group 43">
              <a:extLst>
                <a:ext uri="{FF2B5EF4-FFF2-40B4-BE49-F238E27FC236}">
                  <a16:creationId xmlns:a16="http://schemas.microsoft.com/office/drawing/2014/main" id="{29B03F72-2F99-A3A1-2D7C-281907B873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997590" y="3064433"/>
              <a:ext cx="727888" cy="3015691"/>
              <a:chOff x="2546" y="1959"/>
              <a:chExt cx="322" cy="1334"/>
            </a:xfrm>
            <a:grpFill/>
          </p:grpSpPr>
          <p:sp>
            <p:nvSpPr>
              <p:cNvPr id="23" name="Freeform 44">
                <a:extLst>
                  <a:ext uri="{FF2B5EF4-FFF2-40B4-BE49-F238E27FC236}">
                    <a16:creationId xmlns:a16="http://schemas.microsoft.com/office/drawing/2014/main" id="{DF0BF08D-62F6-1EEA-DE6B-C7BB778FC3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8" y="2717"/>
                <a:ext cx="27" cy="62"/>
              </a:xfrm>
              <a:custGeom>
                <a:avLst/>
                <a:gdLst/>
                <a:ahLst/>
                <a:cxnLst>
                  <a:cxn ang="0">
                    <a:pos x="112" y="8"/>
                  </a:cxn>
                  <a:cxn ang="0">
                    <a:pos x="121" y="0"/>
                  </a:cxn>
                  <a:cxn ang="0">
                    <a:pos x="126" y="43"/>
                  </a:cxn>
                  <a:cxn ang="0">
                    <a:pos x="154" y="41"/>
                  </a:cxn>
                  <a:cxn ang="0">
                    <a:pos x="171" y="46"/>
                  </a:cxn>
                  <a:cxn ang="0">
                    <a:pos x="197" y="115"/>
                  </a:cxn>
                  <a:cxn ang="0">
                    <a:pos x="200" y="136"/>
                  </a:cxn>
                  <a:cxn ang="0">
                    <a:pos x="215" y="175"/>
                  </a:cxn>
                  <a:cxn ang="0">
                    <a:pos x="216" y="196"/>
                  </a:cxn>
                  <a:cxn ang="0">
                    <a:pos x="182" y="203"/>
                  </a:cxn>
                  <a:cxn ang="0">
                    <a:pos x="164" y="245"/>
                  </a:cxn>
                  <a:cxn ang="0">
                    <a:pos x="150" y="242"/>
                  </a:cxn>
                  <a:cxn ang="0">
                    <a:pos x="140" y="260"/>
                  </a:cxn>
                  <a:cxn ang="0">
                    <a:pos x="138" y="272"/>
                  </a:cxn>
                  <a:cxn ang="0">
                    <a:pos x="154" y="300"/>
                  </a:cxn>
                  <a:cxn ang="0">
                    <a:pos x="176" y="306"/>
                  </a:cxn>
                  <a:cxn ang="0">
                    <a:pos x="186" y="332"/>
                  </a:cxn>
                  <a:cxn ang="0">
                    <a:pos x="150" y="336"/>
                  </a:cxn>
                  <a:cxn ang="0">
                    <a:pos x="154" y="359"/>
                  </a:cxn>
                  <a:cxn ang="0">
                    <a:pos x="173" y="397"/>
                  </a:cxn>
                  <a:cxn ang="0">
                    <a:pos x="176" y="433"/>
                  </a:cxn>
                  <a:cxn ang="0">
                    <a:pos x="140" y="431"/>
                  </a:cxn>
                  <a:cxn ang="0">
                    <a:pos x="150" y="479"/>
                  </a:cxn>
                  <a:cxn ang="0">
                    <a:pos x="133" y="504"/>
                  </a:cxn>
                  <a:cxn ang="0">
                    <a:pos x="97" y="500"/>
                  </a:cxn>
                  <a:cxn ang="0">
                    <a:pos x="23" y="479"/>
                  </a:cxn>
                  <a:cxn ang="0">
                    <a:pos x="0" y="429"/>
                  </a:cxn>
                  <a:cxn ang="0">
                    <a:pos x="21" y="389"/>
                  </a:cxn>
                  <a:cxn ang="0">
                    <a:pos x="47" y="293"/>
                  </a:cxn>
                  <a:cxn ang="0">
                    <a:pos x="47" y="160"/>
                  </a:cxn>
                  <a:cxn ang="0">
                    <a:pos x="61" y="113"/>
                  </a:cxn>
                  <a:cxn ang="0">
                    <a:pos x="64" y="70"/>
                  </a:cxn>
                  <a:cxn ang="0">
                    <a:pos x="72" y="46"/>
                  </a:cxn>
                  <a:cxn ang="0">
                    <a:pos x="87" y="38"/>
                  </a:cxn>
                  <a:cxn ang="0">
                    <a:pos x="112" y="8"/>
                  </a:cxn>
                </a:cxnLst>
                <a:rect l="0" t="0" r="r" b="b"/>
                <a:pathLst>
                  <a:path w="216" h="504">
                    <a:moveTo>
                      <a:pt x="112" y="8"/>
                    </a:moveTo>
                    <a:lnTo>
                      <a:pt x="121" y="0"/>
                    </a:lnTo>
                    <a:lnTo>
                      <a:pt x="126" y="43"/>
                    </a:lnTo>
                    <a:lnTo>
                      <a:pt x="154" y="41"/>
                    </a:lnTo>
                    <a:lnTo>
                      <a:pt x="171" y="46"/>
                    </a:lnTo>
                    <a:lnTo>
                      <a:pt x="197" y="115"/>
                    </a:lnTo>
                    <a:lnTo>
                      <a:pt x="200" y="136"/>
                    </a:lnTo>
                    <a:lnTo>
                      <a:pt x="215" y="175"/>
                    </a:lnTo>
                    <a:lnTo>
                      <a:pt x="216" y="196"/>
                    </a:lnTo>
                    <a:lnTo>
                      <a:pt x="182" y="203"/>
                    </a:lnTo>
                    <a:lnTo>
                      <a:pt x="164" y="245"/>
                    </a:lnTo>
                    <a:lnTo>
                      <a:pt x="150" y="242"/>
                    </a:lnTo>
                    <a:lnTo>
                      <a:pt x="140" y="260"/>
                    </a:lnTo>
                    <a:lnTo>
                      <a:pt x="138" y="272"/>
                    </a:lnTo>
                    <a:lnTo>
                      <a:pt x="154" y="300"/>
                    </a:lnTo>
                    <a:lnTo>
                      <a:pt x="176" y="306"/>
                    </a:lnTo>
                    <a:lnTo>
                      <a:pt x="186" y="332"/>
                    </a:lnTo>
                    <a:lnTo>
                      <a:pt x="150" y="336"/>
                    </a:lnTo>
                    <a:lnTo>
                      <a:pt x="154" y="359"/>
                    </a:lnTo>
                    <a:lnTo>
                      <a:pt x="173" y="397"/>
                    </a:lnTo>
                    <a:lnTo>
                      <a:pt x="176" y="433"/>
                    </a:lnTo>
                    <a:lnTo>
                      <a:pt x="140" y="431"/>
                    </a:lnTo>
                    <a:lnTo>
                      <a:pt x="150" y="479"/>
                    </a:lnTo>
                    <a:lnTo>
                      <a:pt x="133" y="504"/>
                    </a:lnTo>
                    <a:lnTo>
                      <a:pt x="97" y="500"/>
                    </a:lnTo>
                    <a:lnTo>
                      <a:pt x="23" y="479"/>
                    </a:lnTo>
                    <a:lnTo>
                      <a:pt x="0" y="429"/>
                    </a:lnTo>
                    <a:lnTo>
                      <a:pt x="21" y="389"/>
                    </a:lnTo>
                    <a:lnTo>
                      <a:pt x="47" y="293"/>
                    </a:lnTo>
                    <a:lnTo>
                      <a:pt x="47" y="160"/>
                    </a:lnTo>
                    <a:lnTo>
                      <a:pt x="61" y="113"/>
                    </a:lnTo>
                    <a:lnTo>
                      <a:pt x="64" y="70"/>
                    </a:lnTo>
                    <a:lnTo>
                      <a:pt x="72" y="46"/>
                    </a:lnTo>
                    <a:lnTo>
                      <a:pt x="87" y="38"/>
                    </a:lnTo>
                    <a:lnTo>
                      <a:pt x="112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4" name="Freeform 45">
                <a:extLst>
                  <a:ext uri="{FF2B5EF4-FFF2-40B4-BE49-F238E27FC236}">
                    <a16:creationId xmlns:a16="http://schemas.microsoft.com/office/drawing/2014/main" id="{6E3BDFB4-F6F0-F99B-D320-CE1023A3D50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4" y="2815"/>
                <a:ext cx="18" cy="21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98" y="14"/>
                  </a:cxn>
                  <a:cxn ang="0">
                    <a:pos x="136" y="29"/>
                  </a:cxn>
                  <a:cxn ang="0">
                    <a:pos x="145" y="48"/>
                  </a:cxn>
                  <a:cxn ang="0">
                    <a:pos x="147" y="63"/>
                  </a:cxn>
                  <a:cxn ang="0">
                    <a:pos x="138" y="88"/>
                  </a:cxn>
                  <a:cxn ang="0">
                    <a:pos x="138" y="132"/>
                  </a:cxn>
                  <a:cxn ang="0">
                    <a:pos x="100" y="160"/>
                  </a:cxn>
                  <a:cxn ang="0">
                    <a:pos x="69" y="168"/>
                  </a:cxn>
                  <a:cxn ang="0">
                    <a:pos x="40" y="160"/>
                  </a:cxn>
                  <a:cxn ang="0">
                    <a:pos x="21" y="134"/>
                  </a:cxn>
                  <a:cxn ang="0">
                    <a:pos x="6" y="99"/>
                  </a:cxn>
                  <a:cxn ang="0">
                    <a:pos x="0" y="65"/>
                  </a:cxn>
                  <a:cxn ang="0">
                    <a:pos x="31" y="39"/>
                  </a:cxn>
                  <a:cxn ang="0">
                    <a:pos x="96" y="0"/>
                  </a:cxn>
                </a:cxnLst>
                <a:rect l="0" t="0" r="r" b="b"/>
                <a:pathLst>
                  <a:path w="147" h="168">
                    <a:moveTo>
                      <a:pt x="96" y="0"/>
                    </a:moveTo>
                    <a:lnTo>
                      <a:pt x="98" y="14"/>
                    </a:lnTo>
                    <a:lnTo>
                      <a:pt x="136" y="29"/>
                    </a:lnTo>
                    <a:lnTo>
                      <a:pt x="145" y="48"/>
                    </a:lnTo>
                    <a:lnTo>
                      <a:pt x="147" y="63"/>
                    </a:lnTo>
                    <a:lnTo>
                      <a:pt x="138" y="88"/>
                    </a:lnTo>
                    <a:lnTo>
                      <a:pt x="138" y="132"/>
                    </a:lnTo>
                    <a:lnTo>
                      <a:pt x="100" y="160"/>
                    </a:lnTo>
                    <a:lnTo>
                      <a:pt x="69" y="168"/>
                    </a:lnTo>
                    <a:lnTo>
                      <a:pt x="40" y="160"/>
                    </a:lnTo>
                    <a:lnTo>
                      <a:pt x="21" y="134"/>
                    </a:lnTo>
                    <a:lnTo>
                      <a:pt x="6" y="99"/>
                    </a:lnTo>
                    <a:lnTo>
                      <a:pt x="0" y="65"/>
                    </a:lnTo>
                    <a:lnTo>
                      <a:pt x="31" y="39"/>
                    </a:lnTo>
                    <a:lnTo>
                      <a:pt x="9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5" name="Freeform 46">
                <a:extLst>
                  <a:ext uri="{FF2B5EF4-FFF2-40B4-BE49-F238E27FC236}">
                    <a16:creationId xmlns:a16="http://schemas.microsoft.com/office/drawing/2014/main" id="{DE9657AA-140F-0229-DA6D-2DF5C744314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1" y="2824"/>
                <a:ext cx="9" cy="6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40" y="0"/>
                  </a:cxn>
                  <a:cxn ang="0">
                    <a:pos x="72" y="11"/>
                  </a:cxn>
                  <a:cxn ang="0">
                    <a:pos x="74" y="21"/>
                  </a:cxn>
                  <a:cxn ang="0">
                    <a:pos x="21" y="41"/>
                  </a:cxn>
                  <a:cxn ang="0">
                    <a:pos x="5" y="19"/>
                  </a:cxn>
                  <a:cxn ang="0">
                    <a:pos x="0" y="1"/>
                  </a:cxn>
                </a:cxnLst>
                <a:rect l="0" t="0" r="r" b="b"/>
                <a:pathLst>
                  <a:path w="74" h="41">
                    <a:moveTo>
                      <a:pt x="0" y="1"/>
                    </a:moveTo>
                    <a:lnTo>
                      <a:pt x="40" y="0"/>
                    </a:lnTo>
                    <a:lnTo>
                      <a:pt x="72" y="11"/>
                    </a:lnTo>
                    <a:lnTo>
                      <a:pt x="74" y="21"/>
                    </a:lnTo>
                    <a:lnTo>
                      <a:pt x="21" y="41"/>
                    </a:lnTo>
                    <a:lnTo>
                      <a:pt x="5" y="19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6" name="Freeform 47">
                <a:extLst>
                  <a:ext uri="{FF2B5EF4-FFF2-40B4-BE49-F238E27FC236}">
                    <a16:creationId xmlns:a16="http://schemas.microsoft.com/office/drawing/2014/main" id="{69B4EDD7-F5B0-FCD5-4656-BE017547236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0" y="2835"/>
                <a:ext cx="10" cy="5"/>
              </a:xfrm>
              <a:custGeom>
                <a:avLst/>
                <a:gdLst/>
                <a:ahLst/>
                <a:cxnLst>
                  <a:cxn ang="0">
                    <a:pos x="22" y="37"/>
                  </a:cxn>
                  <a:cxn ang="0">
                    <a:pos x="0" y="30"/>
                  </a:cxn>
                  <a:cxn ang="0">
                    <a:pos x="3" y="18"/>
                  </a:cxn>
                  <a:cxn ang="0">
                    <a:pos x="37" y="0"/>
                  </a:cxn>
                  <a:cxn ang="0">
                    <a:pos x="71" y="4"/>
                  </a:cxn>
                  <a:cxn ang="0">
                    <a:pos x="79" y="12"/>
                  </a:cxn>
                  <a:cxn ang="0">
                    <a:pos x="77" y="18"/>
                  </a:cxn>
                  <a:cxn ang="0">
                    <a:pos x="22" y="37"/>
                  </a:cxn>
                </a:cxnLst>
                <a:rect l="0" t="0" r="r" b="b"/>
                <a:pathLst>
                  <a:path w="79" h="37">
                    <a:moveTo>
                      <a:pt x="22" y="37"/>
                    </a:moveTo>
                    <a:lnTo>
                      <a:pt x="0" y="30"/>
                    </a:lnTo>
                    <a:lnTo>
                      <a:pt x="3" y="18"/>
                    </a:lnTo>
                    <a:lnTo>
                      <a:pt x="37" y="0"/>
                    </a:lnTo>
                    <a:lnTo>
                      <a:pt x="71" y="4"/>
                    </a:lnTo>
                    <a:lnTo>
                      <a:pt x="79" y="12"/>
                    </a:lnTo>
                    <a:lnTo>
                      <a:pt x="77" y="18"/>
                    </a:lnTo>
                    <a:lnTo>
                      <a:pt x="22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7" name="Freeform 48">
                <a:extLst>
                  <a:ext uri="{FF2B5EF4-FFF2-40B4-BE49-F238E27FC236}">
                    <a16:creationId xmlns:a16="http://schemas.microsoft.com/office/drawing/2014/main" id="{53704C85-2865-6E28-86A3-0BA924FBBEC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3" y="2841"/>
                <a:ext cx="13" cy="8"/>
              </a:xfrm>
              <a:custGeom>
                <a:avLst/>
                <a:gdLst/>
                <a:ahLst/>
                <a:cxnLst>
                  <a:cxn ang="0">
                    <a:pos x="14" y="14"/>
                  </a:cxn>
                  <a:cxn ang="0">
                    <a:pos x="0" y="14"/>
                  </a:cxn>
                  <a:cxn ang="0">
                    <a:pos x="9" y="7"/>
                  </a:cxn>
                  <a:cxn ang="0">
                    <a:pos x="90" y="0"/>
                  </a:cxn>
                  <a:cxn ang="0">
                    <a:pos x="104" y="32"/>
                  </a:cxn>
                  <a:cxn ang="0">
                    <a:pos x="104" y="64"/>
                  </a:cxn>
                  <a:cxn ang="0">
                    <a:pos x="78" y="49"/>
                  </a:cxn>
                  <a:cxn ang="0">
                    <a:pos x="49" y="23"/>
                  </a:cxn>
                  <a:cxn ang="0">
                    <a:pos x="14" y="14"/>
                  </a:cxn>
                </a:cxnLst>
                <a:rect l="0" t="0" r="r" b="b"/>
                <a:pathLst>
                  <a:path w="104" h="64">
                    <a:moveTo>
                      <a:pt x="14" y="14"/>
                    </a:moveTo>
                    <a:lnTo>
                      <a:pt x="0" y="14"/>
                    </a:lnTo>
                    <a:lnTo>
                      <a:pt x="9" y="7"/>
                    </a:lnTo>
                    <a:lnTo>
                      <a:pt x="90" y="0"/>
                    </a:lnTo>
                    <a:lnTo>
                      <a:pt x="104" y="32"/>
                    </a:lnTo>
                    <a:lnTo>
                      <a:pt x="104" y="64"/>
                    </a:lnTo>
                    <a:lnTo>
                      <a:pt x="78" y="49"/>
                    </a:lnTo>
                    <a:lnTo>
                      <a:pt x="49" y="23"/>
                    </a:lnTo>
                    <a:lnTo>
                      <a:pt x="14" y="1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8" name="Freeform 49">
                <a:extLst>
                  <a:ext uri="{FF2B5EF4-FFF2-40B4-BE49-F238E27FC236}">
                    <a16:creationId xmlns:a16="http://schemas.microsoft.com/office/drawing/2014/main" id="{BCC02B13-97C7-5B16-D595-0F1D5BA6A8A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5" y="2847"/>
                <a:ext cx="8" cy="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2" y="14"/>
                  </a:cxn>
                  <a:cxn ang="0">
                    <a:pos x="61" y="48"/>
                  </a:cxn>
                  <a:cxn ang="0">
                    <a:pos x="19" y="26"/>
                  </a:cxn>
                  <a:cxn ang="0">
                    <a:pos x="0" y="0"/>
                  </a:cxn>
                </a:cxnLst>
                <a:rect l="0" t="0" r="r" b="b"/>
                <a:pathLst>
                  <a:path w="61" h="48">
                    <a:moveTo>
                      <a:pt x="0" y="0"/>
                    </a:moveTo>
                    <a:lnTo>
                      <a:pt x="32" y="14"/>
                    </a:lnTo>
                    <a:lnTo>
                      <a:pt x="61" y="48"/>
                    </a:lnTo>
                    <a:lnTo>
                      <a:pt x="19" y="2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9" name="Freeform 50">
                <a:extLst>
                  <a:ext uri="{FF2B5EF4-FFF2-40B4-BE49-F238E27FC236}">
                    <a16:creationId xmlns:a16="http://schemas.microsoft.com/office/drawing/2014/main" id="{64B90525-C543-73FE-668F-B7E751E2A39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2" y="2867"/>
                <a:ext cx="4" cy="7"/>
              </a:xfrm>
              <a:custGeom>
                <a:avLst/>
                <a:gdLst/>
                <a:ahLst/>
                <a:cxnLst>
                  <a:cxn ang="0">
                    <a:pos x="2" y="8"/>
                  </a:cxn>
                  <a:cxn ang="0">
                    <a:pos x="12" y="0"/>
                  </a:cxn>
                  <a:cxn ang="0">
                    <a:pos x="23" y="17"/>
                  </a:cxn>
                  <a:cxn ang="0">
                    <a:pos x="28" y="51"/>
                  </a:cxn>
                  <a:cxn ang="0">
                    <a:pos x="4" y="55"/>
                  </a:cxn>
                  <a:cxn ang="0">
                    <a:pos x="0" y="25"/>
                  </a:cxn>
                  <a:cxn ang="0">
                    <a:pos x="2" y="8"/>
                  </a:cxn>
                </a:cxnLst>
                <a:rect l="0" t="0" r="r" b="b"/>
                <a:pathLst>
                  <a:path w="28" h="55">
                    <a:moveTo>
                      <a:pt x="2" y="8"/>
                    </a:moveTo>
                    <a:lnTo>
                      <a:pt x="12" y="0"/>
                    </a:lnTo>
                    <a:lnTo>
                      <a:pt x="23" y="17"/>
                    </a:lnTo>
                    <a:lnTo>
                      <a:pt x="28" y="51"/>
                    </a:lnTo>
                    <a:lnTo>
                      <a:pt x="4" y="55"/>
                    </a:lnTo>
                    <a:lnTo>
                      <a:pt x="0" y="25"/>
                    </a:lnTo>
                    <a:lnTo>
                      <a:pt x="2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0" name="Freeform 51">
                <a:extLst>
                  <a:ext uri="{FF2B5EF4-FFF2-40B4-BE49-F238E27FC236}">
                    <a16:creationId xmlns:a16="http://schemas.microsoft.com/office/drawing/2014/main" id="{1F1673D8-4B35-C07D-4A7C-224175A8D42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2" y="2938"/>
                <a:ext cx="10" cy="9"/>
              </a:xfrm>
              <a:custGeom>
                <a:avLst/>
                <a:gdLst/>
                <a:ahLst/>
                <a:cxnLst>
                  <a:cxn ang="0">
                    <a:pos x="71" y="69"/>
                  </a:cxn>
                  <a:cxn ang="0">
                    <a:pos x="38" y="71"/>
                  </a:cxn>
                  <a:cxn ang="0">
                    <a:pos x="0" y="55"/>
                  </a:cxn>
                  <a:cxn ang="0">
                    <a:pos x="2" y="27"/>
                  </a:cxn>
                  <a:cxn ang="0">
                    <a:pos x="21" y="14"/>
                  </a:cxn>
                  <a:cxn ang="0">
                    <a:pos x="33" y="0"/>
                  </a:cxn>
                  <a:cxn ang="0">
                    <a:pos x="69" y="33"/>
                  </a:cxn>
                  <a:cxn ang="0">
                    <a:pos x="79" y="64"/>
                  </a:cxn>
                  <a:cxn ang="0">
                    <a:pos x="71" y="69"/>
                  </a:cxn>
                </a:cxnLst>
                <a:rect l="0" t="0" r="r" b="b"/>
                <a:pathLst>
                  <a:path w="79" h="71">
                    <a:moveTo>
                      <a:pt x="71" y="69"/>
                    </a:moveTo>
                    <a:lnTo>
                      <a:pt x="38" y="71"/>
                    </a:lnTo>
                    <a:lnTo>
                      <a:pt x="0" y="55"/>
                    </a:lnTo>
                    <a:lnTo>
                      <a:pt x="2" y="27"/>
                    </a:lnTo>
                    <a:lnTo>
                      <a:pt x="21" y="14"/>
                    </a:lnTo>
                    <a:lnTo>
                      <a:pt x="33" y="0"/>
                    </a:lnTo>
                    <a:lnTo>
                      <a:pt x="69" y="33"/>
                    </a:lnTo>
                    <a:lnTo>
                      <a:pt x="79" y="64"/>
                    </a:lnTo>
                    <a:lnTo>
                      <a:pt x="71" y="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1" name="Freeform 52">
                <a:extLst>
                  <a:ext uri="{FF2B5EF4-FFF2-40B4-BE49-F238E27FC236}">
                    <a16:creationId xmlns:a16="http://schemas.microsoft.com/office/drawing/2014/main" id="{7CF92FD5-17B8-7AAA-A047-EBFB34EBA03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4" y="2943"/>
                <a:ext cx="8" cy="6"/>
              </a:xfrm>
              <a:custGeom>
                <a:avLst/>
                <a:gdLst/>
                <a:ahLst/>
                <a:cxnLst>
                  <a:cxn ang="0">
                    <a:pos x="69" y="0"/>
                  </a:cxn>
                  <a:cxn ang="0">
                    <a:pos x="69" y="15"/>
                  </a:cxn>
                  <a:cxn ang="0">
                    <a:pos x="50" y="42"/>
                  </a:cxn>
                  <a:cxn ang="0">
                    <a:pos x="20" y="48"/>
                  </a:cxn>
                  <a:cxn ang="0">
                    <a:pos x="0" y="35"/>
                  </a:cxn>
                  <a:cxn ang="0">
                    <a:pos x="10" y="15"/>
                  </a:cxn>
                  <a:cxn ang="0">
                    <a:pos x="48" y="0"/>
                  </a:cxn>
                  <a:cxn ang="0">
                    <a:pos x="69" y="0"/>
                  </a:cxn>
                </a:cxnLst>
                <a:rect l="0" t="0" r="r" b="b"/>
                <a:pathLst>
                  <a:path w="69" h="48">
                    <a:moveTo>
                      <a:pt x="69" y="0"/>
                    </a:moveTo>
                    <a:lnTo>
                      <a:pt x="69" y="15"/>
                    </a:lnTo>
                    <a:lnTo>
                      <a:pt x="50" y="42"/>
                    </a:lnTo>
                    <a:lnTo>
                      <a:pt x="20" y="48"/>
                    </a:lnTo>
                    <a:lnTo>
                      <a:pt x="0" y="35"/>
                    </a:lnTo>
                    <a:lnTo>
                      <a:pt x="10" y="15"/>
                    </a:lnTo>
                    <a:lnTo>
                      <a:pt x="48" y="0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2" name="Freeform 53">
                <a:extLst>
                  <a:ext uri="{FF2B5EF4-FFF2-40B4-BE49-F238E27FC236}">
                    <a16:creationId xmlns:a16="http://schemas.microsoft.com/office/drawing/2014/main" id="{D2F5C0D9-E17A-058C-D76B-99AF5C937BD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8" y="2959"/>
                <a:ext cx="10" cy="1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0" y="0"/>
                  </a:cxn>
                  <a:cxn ang="0">
                    <a:pos x="69" y="24"/>
                  </a:cxn>
                  <a:cxn ang="0">
                    <a:pos x="76" y="39"/>
                  </a:cxn>
                  <a:cxn ang="0">
                    <a:pos x="74" y="70"/>
                  </a:cxn>
                  <a:cxn ang="0">
                    <a:pos x="65" y="80"/>
                  </a:cxn>
                  <a:cxn ang="0">
                    <a:pos x="44" y="85"/>
                  </a:cxn>
                  <a:cxn ang="0">
                    <a:pos x="0" y="3"/>
                  </a:cxn>
                </a:cxnLst>
                <a:rect l="0" t="0" r="r" b="b"/>
                <a:pathLst>
                  <a:path w="76" h="85">
                    <a:moveTo>
                      <a:pt x="0" y="3"/>
                    </a:moveTo>
                    <a:lnTo>
                      <a:pt x="0" y="0"/>
                    </a:lnTo>
                    <a:lnTo>
                      <a:pt x="69" y="24"/>
                    </a:lnTo>
                    <a:lnTo>
                      <a:pt x="76" y="39"/>
                    </a:lnTo>
                    <a:lnTo>
                      <a:pt x="74" y="70"/>
                    </a:lnTo>
                    <a:lnTo>
                      <a:pt x="65" y="80"/>
                    </a:lnTo>
                    <a:lnTo>
                      <a:pt x="44" y="85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4" name="Freeform 54">
                <a:extLst>
                  <a:ext uri="{FF2B5EF4-FFF2-40B4-BE49-F238E27FC236}">
                    <a16:creationId xmlns:a16="http://schemas.microsoft.com/office/drawing/2014/main" id="{D483E504-D9C0-4B09-6EC8-8DC590F55B8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9" y="2956"/>
                <a:ext cx="11" cy="24"/>
              </a:xfrm>
              <a:custGeom>
                <a:avLst/>
                <a:gdLst/>
                <a:ahLst/>
                <a:cxnLst>
                  <a:cxn ang="0">
                    <a:pos x="3" y="46"/>
                  </a:cxn>
                  <a:cxn ang="0">
                    <a:pos x="0" y="14"/>
                  </a:cxn>
                  <a:cxn ang="0">
                    <a:pos x="29" y="0"/>
                  </a:cxn>
                  <a:cxn ang="0">
                    <a:pos x="64" y="118"/>
                  </a:cxn>
                  <a:cxn ang="0">
                    <a:pos x="83" y="157"/>
                  </a:cxn>
                  <a:cxn ang="0">
                    <a:pos x="83" y="176"/>
                  </a:cxn>
                  <a:cxn ang="0">
                    <a:pos x="75" y="188"/>
                  </a:cxn>
                  <a:cxn ang="0">
                    <a:pos x="62" y="167"/>
                  </a:cxn>
                  <a:cxn ang="0">
                    <a:pos x="53" y="126"/>
                  </a:cxn>
                  <a:cxn ang="0">
                    <a:pos x="17" y="88"/>
                  </a:cxn>
                  <a:cxn ang="0">
                    <a:pos x="3" y="46"/>
                  </a:cxn>
                </a:cxnLst>
                <a:rect l="0" t="0" r="r" b="b"/>
                <a:pathLst>
                  <a:path w="83" h="188">
                    <a:moveTo>
                      <a:pt x="3" y="46"/>
                    </a:moveTo>
                    <a:lnTo>
                      <a:pt x="0" y="14"/>
                    </a:lnTo>
                    <a:lnTo>
                      <a:pt x="29" y="0"/>
                    </a:lnTo>
                    <a:lnTo>
                      <a:pt x="64" y="118"/>
                    </a:lnTo>
                    <a:lnTo>
                      <a:pt x="83" y="157"/>
                    </a:lnTo>
                    <a:lnTo>
                      <a:pt x="83" y="176"/>
                    </a:lnTo>
                    <a:lnTo>
                      <a:pt x="75" y="188"/>
                    </a:lnTo>
                    <a:lnTo>
                      <a:pt x="62" y="167"/>
                    </a:lnTo>
                    <a:lnTo>
                      <a:pt x="53" y="126"/>
                    </a:lnTo>
                    <a:lnTo>
                      <a:pt x="17" y="88"/>
                    </a:lnTo>
                    <a:lnTo>
                      <a:pt x="3" y="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5" name="Freeform 55">
                <a:extLst>
                  <a:ext uri="{FF2B5EF4-FFF2-40B4-BE49-F238E27FC236}">
                    <a16:creationId xmlns:a16="http://schemas.microsoft.com/office/drawing/2014/main" id="{E4929AAB-94D3-1A3D-D84B-C77F33A2B0E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63" y="2972"/>
                <a:ext cx="12" cy="9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55" y="9"/>
                  </a:cxn>
                  <a:cxn ang="0">
                    <a:pos x="67" y="36"/>
                  </a:cxn>
                  <a:cxn ang="0">
                    <a:pos x="91" y="59"/>
                  </a:cxn>
                  <a:cxn ang="0">
                    <a:pos x="95" y="71"/>
                  </a:cxn>
                  <a:cxn ang="0">
                    <a:pos x="46" y="57"/>
                  </a:cxn>
                  <a:cxn ang="0">
                    <a:pos x="17" y="43"/>
                  </a:cxn>
                  <a:cxn ang="0">
                    <a:pos x="4" y="21"/>
                  </a:cxn>
                  <a:cxn ang="0">
                    <a:pos x="0" y="2"/>
                  </a:cxn>
                  <a:cxn ang="0">
                    <a:pos x="8" y="0"/>
                  </a:cxn>
                </a:cxnLst>
                <a:rect l="0" t="0" r="r" b="b"/>
                <a:pathLst>
                  <a:path w="95" h="71">
                    <a:moveTo>
                      <a:pt x="8" y="0"/>
                    </a:moveTo>
                    <a:lnTo>
                      <a:pt x="55" y="9"/>
                    </a:lnTo>
                    <a:lnTo>
                      <a:pt x="67" y="36"/>
                    </a:lnTo>
                    <a:lnTo>
                      <a:pt x="91" y="59"/>
                    </a:lnTo>
                    <a:lnTo>
                      <a:pt x="95" y="71"/>
                    </a:lnTo>
                    <a:lnTo>
                      <a:pt x="46" y="57"/>
                    </a:lnTo>
                    <a:lnTo>
                      <a:pt x="17" y="43"/>
                    </a:lnTo>
                    <a:lnTo>
                      <a:pt x="4" y="21"/>
                    </a:lnTo>
                    <a:lnTo>
                      <a:pt x="0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7" name="Freeform 56">
                <a:extLst>
                  <a:ext uri="{FF2B5EF4-FFF2-40B4-BE49-F238E27FC236}">
                    <a16:creationId xmlns:a16="http://schemas.microsoft.com/office/drawing/2014/main" id="{401635A8-5AC8-221D-CCD0-41875BD7A02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9" y="2974"/>
                <a:ext cx="5" cy="12"/>
              </a:xfrm>
              <a:custGeom>
                <a:avLst/>
                <a:gdLst/>
                <a:ahLst/>
                <a:cxnLst>
                  <a:cxn ang="0">
                    <a:pos x="5" y="47"/>
                  </a:cxn>
                  <a:cxn ang="0">
                    <a:pos x="0" y="12"/>
                  </a:cxn>
                  <a:cxn ang="0">
                    <a:pos x="24" y="0"/>
                  </a:cxn>
                  <a:cxn ang="0">
                    <a:pos x="36" y="14"/>
                  </a:cxn>
                  <a:cxn ang="0">
                    <a:pos x="42" y="52"/>
                  </a:cxn>
                  <a:cxn ang="0">
                    <a:pos x="29" y="76"/>
                  </a:cxn>
                  <a:cxn ang="0">
                    <a:pos x="12" y="92"/>
                  </a:cxn>
                  <a:cxn ang="0">
                    <a:pos x="2" y="75"/>
                  </a:cxn>
                  <a:cxn ang="0">
                    <a:pos x="5" y="47"/>
                  </a:cxn>
                </a:cxnLst>
                <a:rect l="0" t="0" r="r" b="b"/>
                <a:pathLst>
                  <a:path w="42" h="92">
                    <a:moveTo>
                      <a:pt x="5" y="47"/>
                    </a:moveTo>
                    <a:lnTo>
                      <a:pt x="0" y="12"/>
                    </a:lnTo>
                    <a:lnTo>
                      <a:pt x="24" y="0"/>
                    </a:lnTo>
                    <a:lnTo>
                      <a:pt x="36" y="14"/>
                    </a:lnTo>
                    <a:lnTo>
                      <a:pt x="42" y="52"/>
                    </a:lnTo>
                    <a:lnTo>
                      <a:pt x="29" y="76"/>
                    </a:lnTo>
                    <a:lnTo>
                      <a:pt x="12" y="92"/>
                    </a:lnTo>
                    <a:lnTo>
                      <a:pt x="2" y="75"/>
                    </a:lnTo>
                    <a:lnTo>
                      <a:pt x="5" y="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39" name="Freeform 57">
                <a:extLst>
                  <a:ext uri="{FF2B5EF4-FFF2-40B4-BE49-F238E27FC236}">
                    <a16:creationId xmlns:a16="http://schemas.microsoft.com/office/drawing/2014/main" id="{80961F52-E6B5-9B76-5F90-E3FCDCF8A4B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5" y="2983"/>
                <a:ext cx="22" cy="56"/>
              </a:xfrm>
              <a:custGeom>
                <a:avLst/>
                <a:gdLst/>
                <a:ahLst/>
                <a:cxnLst>
                  <a:cxn ang="0">
                    <a:pos x="47" y="101"/>
                  </a:cxn>
                  <a:cxn ang="0">
                    <a:pos x="54" y="95"/>
                  </a:cxn>
                  <a:cxn ang="0">
                    <a:pos x="47" y="62"/>
                  </a:cxn>
                  <a:cxn ang="0">
                    <a:pos x="52" y="40"/>
                  </a:cxn>
                  <a:cxn ang="0">
                    <a:pos x="74" y="14"/>
                  </a:cxn>
                  <a:cxn ang="0">
                    <a:pos x="95" y="0"/>
                  </a:cxn>
                  <a:cxn ang="0">
                    <a:pos x="122" y="19"/>
                  </a:cxn>
                  <a:cxn ang="0">
                    <a:pos x="143" y="47"/>
                  </a:cxn>
                  <a:cxn ang="0">
                    <a:pos x="156" y="84"/>
                  </a:cxn>
                  <a:cxn ang="0">
                    <a:pos x="164" y="127"/>
                  </a:cxn>
                  <a:cxn ang="0">
                    <a:pos x="171" y="232"/>
                  </a:cxn>
                  <a:cxn ang="0">
                    <a:pos x="173" y="366"/>
                  </a:cxn>
                  <a:cxn ang="0">
                    <a:pos x="171" y="410"/>
                  </a:cxn>
                  <a:cxn ang="0">
                    <a:pos x="147" y="446"/>
                  </a:cxn>
                  <a:cxn ang="0">
                    <a:pos x="109" y="452"/>
                  </a:cxn>
                  <a:cxn ang="0">
                    <a:pos x="82" y="414"/>
                  </a:cxn>
                  <a:cxn ang="0">
                    <a:pos x="82" y="314"/>
                  </a:cxn>
                  <a:cxn ang="0">
                    <a:pos x="93" y="290"/>
                  </a:cxn>
                  <a:cxn ang="0">
                    <a:pos x="90" y="276"/>
                  </a:cxn>
                  <a:cxn ang="0">
                    <a:pos x="33" y="248"/>
                  </a:cxn>
                  <a:cxn ang="0">
                    <a:pos x="0" y="205"/>
                  </a:cxn>
                  <a:cxn ang="0">
                    <a:pos x="6" y="190"/>
                  </a:cxn>
                  <a:cxn ang="0">
                    <a:pos x="27" y="196"/>
                  </a:cxn>
                  <a:cxn ang="0">
                    <a:pos x="54" y="215"/>
                  </a:cxn>
                  <a:cxn ang="0">
                    <a:pos x="60" y="169"/>
                  </a:cxn>
                  <a:cxn ang="0">
                    <a:pos x="35" y="166"/>
                  </a:cxn>
                  <a:cxn ang="0">
                    <a:pos x="14" y="143"/>
                  </a:cxn>
                  <a:cxn ang="0">
                    <a:pos x="23" y="120"/>
                  </a:cxn>
                  <a:cxn ang="0">
                    <a:pos x="47" y="101"/>
                  </a:cxn>
                </a:cxnLst>
                <a:rect l="0" t="0" r="r" b="b"/>
                <a:pathLst>
                  <a:path w="173" h="452">
                    <a:moveTo>
                      <a:pt x="47" y="101"/>
                    </a:moveTo>
                    <a:lnTo>
                      <a:pt x="54" y="95"/>
                    </a:lnTo>
                    <a:lnTo>
                      <a:pt x="47" y="62"/>
                    </a:lnTo>
                    <a:lnTo>
                      <a:pt x="52" y="40"/>
                    </a:lnTo>
                    <a:lnTo>
                      <a:pt x="74" y="14"/>
                    </a:lnTo>
                    <a:lnTo>
                      <a:pt x="95" y="0"/>
                    </a:lnTo>
                    <a:lnTo>
                      <a:pt x="122" y="19"/>
                    </a:lnTo>
                    <a:lnTo>
                      <a:pt x="143" y="47"/>
                    </a:lnTo>
                    <a:lnTo>
                      <a:pt x="156" y="84"/>
                    </a:lnTo>
                    <a:lnTo>
                      <a:pt x="164" y="127"/>
                    </a:lnTo>
                    <a:lnTo>
                      <a:pt x="171" y="232"/>
                    </a:lnTo>
                    <a:lnTo>
                      <a:pt x="173" y="366"/>
                    </a:lnTo>
                    <a:lnTo>
                      <a:pt x="171" y="410"/>
                    </a:lnTo>
                    <a:lnTo>
                      <a:pt x="147" y="446"/>
                    </a:lnTo>
                    <a:lnTo>
                      <a:pt x="109" y="452"/>
                    </a:lnTo>
                    <a:lnTo>
                      <a:pt x="82" y="414"/>
                    </a:lnTo>
                    <a:lnTo>
                      <a:pt x="82" y="314"/>
                    </a:lnTo>
                    <a:lnTo>
                      <a:pt x="93" y="290"/>
                    </a:lnTo>
                    <a:lnTo>
                      <a:pt x="90" y="276"/>
                    </a:lnTo>
                    <a:lnTo>
                      <a:pt x="33" y="248"/>
                    </a:lnTo>
                    <a:lnTo>
                      <a:pt x="0" y="205"/>
                    </a:lnTo>
                    <a:lnTo>
                      <a:pt x="6" y="190"/>
                    </a:lnTo>
                    <a:lnTo>
                      <a:pt x="27" y="196"/>
                    </a:lnTo>
                    <a:lnTo>
                      <a:pt x="54" y="215"/>
                    </a:lnTo>
                    <a:lnTo>
                      <a:pt x="60" y="169"/>
                    </a:lnTo>
                    <a:lnTo>
                      <a:pt x="35" y="166"/>
                    </a:lnTo>
                    <a:lnTo>
                      <a:pt x="14" y="143"/>
                    </a:lnTo>
                    <a:lnTo>
                      <a:pt x="23" y="120"/>
                    </a:lnTo>
                    <a:lnTo>
                      <a:pt x="47" y="10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42" name="Freeform 58">
                <a:extLst>
                  <a:ext uri="{FF2B5EF4-FFF2-40B4-BE49-F238E27FC236}">
                    <a16:creationId xmlns:a16="http://schemas.microsoft.com/office/drawing/2014/main" id="{9B532954-C835-2E84-19A6-90AE54A7717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7" y="3022"/>
                <a:ext cx="9" cy="10"/>
              </a:xfrm>
              <a:custGeom>
                <a:avLst/>
                <a:gdLst/>
                <a:ahLst/>
                <a:cxnLst>
                  <a:cxn ang="0">
                    <a:pos x="5" y="24"/>
                  </a:cxn>
                  <a:cxn ang="0">
                    <a:pos x="0" y="5"/>
                  </a:cxn>
                  <a:cxn ang="0">
                    <a:pos x="7" y="0"/>
                  </a:cxn>
                  <a:cxn ang="0">
                    <a:pos x="33" y="3"/>
                  </a:cxn>
                  <a:cxn ang="0">
                    <a:pos x="48" y="38"/>
                  </a:cxn>
                  <a:cxn ang="0">
                    <a:pos x="69" y="71"/>
                  </a:cxn>
                  <a:cxn ang="0">
                    <a:pos x="60" y="77"/>
                  </a:cxn>
                  <a:cxn ang="0">
                    <a:pos x="26" y="73"/>
                  </a:cxn>
                  <a:cxn ang="0">
                    <a:pos x="5" y="52"/>
                  </a:cxn>
                  <a:cxn ang="0">
                    <a:pos x="5" y="24"/>
                  </a:cxn>
                </a:cxnLst>
                <a:rect l="0" t="0" r="r" b="b"/>
                <a:pathLst>
                  <a:path w="69" h="77">
                    <a:moveTo>
                      <a:pt x="5" y="24"/>
                    </a:moveTo>
                    <a:lnTo>
                      <a:pt x="0" y="5"/>
                    </a:lnTo>
                    <a:lnTo>
                      <a:pt x="7" y="0"/>
                    </a:lnTo>
                    <a:lnTo>
                      <a:pt x="33" y="3"/>
                    </a:lnTo>
                    <a:lnTo>
                      <a:pt x="48" y="38"/>
                    </a:lnTo>
                    <a:lnTo>
                      <a:pt x="69" y="71"/>
                    </a:lnTo>
                    <a:lnTo>
                      <a:pt x="60" y="77"/>
                    </a:lnTo>
                    <a:lnTo>
                      <a:pt x="26" y="73"/>
                    </a:lnTo>
                    <a:lnTo>
                      <a:pt x="5" y="52"/>
                    </a:lnTo>
                    <a:lnTo>
                      <a:pt x="5" y="2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49" name="Freeform 59">
                <a:extLst>
                  <a:ext uri="{FF2B5EF4-FFF2-40B4-BE49-F238E27FC236}">
                    <a16:creationId xmlns:a16="http://schemas.microsoft.com/office/drawing/2014/main" id="{680F8B8F-A574-BA89-37BB-6143D67ECA8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51" y="3044"/>
                <a:ext cx="15" cy="14"/>
              </a:xfrm>
              <a:custGeom>
                <a:avLst/>
                <a:gdLst/>
                <a:ahLst/>
                <a:cxnLst>
                  <a:cxn ang="0">
                    <a:pos x="3" y="50"/>
                  </a:cxn>
                  <a:cxn ang="0">
                    <a:pos x="0" y="33"/>
                  </a:cxn>
                  <a:cxn ang="0">
                    <a:pos x="8" y="12"/>
                  </a:cxn>
                  <a:cxn ang="0">
                    <a:pos x="46" y="28"/>
                  </a:cxn>
                  <a:cxn ang="0">
                    <a:pos x="74" y="9"/>
                  </a:cxn>
                  <a:cxn ang="0">
                    <a:pos x="110" y="0"/>
                  </a:cxn>
                  <a:cxn ang="0">
                    <a:pos x="116" y="24"/>
                  </a:cxn>
                  <a:cxn ang="0">
                    <a:pos x="99" y="64"/>
                  </a:cxn>
                  <a:cxn ang="0">
                    <a:pos x="94" y="113"/>
                  </a:cxn>
                  <a:cxn ang="0">
                    <a:pos x="55" y="93"/>
                  </a:cxn>
                  <a:cxn ang="0">
                    <a:pos x="44" y="69"/>
                  </a:cxn>
                  <a:cxn ang="0">
                    <a:pos x="15" y="88"/>
                  </a:cxn>
                  <a:cxn ang="0">
                    <a:pos x="3" y="50"/>
                  </a:cxn>
                </a:cxnLst>
                <a:rect l="0" t="0" r="r" b="b"/>
                <a:pathLst>
                  <a:path w="116" h="113">
                    <a:moveTo>
                      <a:pt x="3" y="50"/>
                    </a:moveTo>
                    <a:lnTo>
                      <a:pt x="0" y="33"/>
                    </a:lnTo>
                    <a:lnTo>
                      <a:pt x="8" y="12"/>
                    </a:lnTo>
                    <a:lnTo>
                      <a:pt x="46" y="28"/>
                    </a:lnTo>
                    <a:lnTo>
                      <a:pt x="74" y="9"/>
                    </a:lnTo>
                    <a:lnTo>
                      <a:pt x="110" y="0"/>
                    </a:lnTo>
                    <a:lnTo>
                      <a:pt x="116" y="24"/>
                    </a:lnTo>
                    <a:lnTo>
                      <a:pt x="99" y="64"/>
                    </a:lnTo>
                    <a:lnTo>
                      <a:pt x="94" y="113"/>
                    </a:lnTo>
                    <a:lnTo>
                      <a:pt x="55" y="93"/>
                    </a:lnTo>
                    <a:lnTo>
                      <a:pt x="44" y="69"/>
                    </a:lnTo>
                    <a:lnTo>
                      <a:pt x="15" y="88"/>
                    </a:lnTo>
                    <a:lnTo>
                      <a:pt x="3" y="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50" name="Freeform 60">
                <a:extLst>
                  <a:ext uri="{FF2B5EF4-FFF2-40B4-BE49-F238E27FC236}">
                    <a16:creationId xmlns:a16="http://schemas.microsoft.com/office/drawing/2014/main" id="{3D2933E6-2B7F-D66B-1A96-4B83FD04F9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0" y="3054"/>
                <a:ext cx="15" cy="19"/>
              </a:xfrm>
              <a:custGeom>
                <a:avLst/>
                <a:gdLst/>
                <a:ahLst/>
                <a:cxnLst>
                  <a:cxn ang="0">
                    <a:pos x="55" y="104"/>
                  </a:cxn>
                  <a:cxn ang="0">
                    <a:pos x="27" y="96"/>
                  </a:cxn>
                  <a:cxn ang="0">
                    <a:pos x="27" y="73"/>
                  </a:cxn>
                  <a:cxn ang="0">
                    <a:pos x="0" y="16"/>
                  </a:cxn>
                  <a:cxn ang="0">
                    <a:pos x="0" y="3"/>
                  </a:cxn>
                  <a:cxn ang="0">
                    <a:pos x="15" y="0"/>
                  </a:cxn>
                  <a:cxn ang="0">
                    <a:pos x="36" y="30"/>
                  </a:cxn>
                  <a:cxn ang="0">
                    <a:pos x="72" y="58"/>
                  </a:cxn>
                  <a:cxn ang="0">
                    <a:pos x="95" y="86"/>
                  </a:cxn>
                  <a:cxn ang="0">
                    <a:pos x="116" y="152"/>
                  </a:cxn>
                  <a:cxn ang="0">
                    <a:pos x="110" y="153"/>
                  </a:cxn>
                  <a:cxn ang="0">
                    <a:pos x="55" y="104"/>
                  </a:cxn>
                </a:cxnLst>
                <a:rect l="0" t="0" r="r" b="b"/>
                <a:pathLst>
                  <a:path w="116" h="153">
                    <a:moveTo>
                      <a:pt x="55" y="104"/>
                    </a:moveTo>
                    <a:lnTo>
                      <a:pt x="27" y="96"/>
                    </a:lnTo>
                    <a:lnTo>
                      <a:pt x="27" y="73"/>
                    </a:lnTo>
                    <a:lnTo>
                      <a:pt x="0" y="16"/>
                    </a:lnTo>
                    <a:lnTo>
                      <a:pt x="0" y="3"/>
                    </a:lnTo>
                    <a:lnTo>
                      <a:pt x="15" y="0"/>
                    </a:lnTo>
                    <a:lnTo>
                      <a:pt x="36" y="30"/>
                    </a:lnTo>
                    <a:lnTo>
                      <a:pt x="72" y="58"/>
                    </a:lnTo>
                    <a:lnTo>
                      <a:pt x="95" y="86"/>
                    </a:lnTo>
                    <a:lnTo>
                      <a:pt x="116" y="152"/>
                    </a:lnTo>
                    <a:lnTo>
                      <a:pt x="110" y="153"/>
                    </a:lnTo>
                    <a:lnTo>
                      <a:pt x="55" y="10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54" name="Freeform 61">
                <a:extLst>
                  <a:ext uri="{FF2B5EF4-FFF2-40B4-BE49-F238E27FC236}">
                    <a16:creationId xmlns:a16="http://schemas.microsoft.com/office/drawing/2014/main" id="{D4864A03-86AA-30A2-1CC7-023E570A9E2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67" y="3065"/>
                <a:ext cx="11" cy="23"/>
              </a:xfrm>
              <a:custGeom>
                <a:avLst/>
                <a:gdLst/>
                <a:ahLst/>
                <a:cxnLst>
                  <a:cxn ang="0">
                    <a:pos x="90" y="105"/>
                  </a:cxn>
                  <a:cxn ang="0">
                    <a:pos x="72" y="145"/>
                  </a:cxn>
                  <a:cxn ang="0">
                    <a:pos x="76" y="182"/>
                  </a:cxn>
                  <a:cxn ang="0">
                    <a:pos x="43" y="169"/>
                  </a:cxn>
                  <a:cxn ang="0">
                    <a:pos x="0" y="82"/>
                  </a:cxn>
                  <a:cxn ang="0">
                    <a:pos x="0" y="0"/>
                  </a:cxn>
                  <a:cxn ang="0">
                    <a:pos x="2" y="8"/>
                  </a:cxn>
                  <a:cxn ang="0">
                    <a:pos x="74" y="38"/>
                  </a:cxn>
                  <a:cxn ang="0">
                    <a:pos x="90" y="105"/>
                  </a:cxn>
                </a:cxnLst>
                <a:rect l="0" t="0" r="r" b="b"/>
                <a:pathLst>
                  <a:path w="90" h="182">
                    <a:moveTo>
                      <a:pt x="90" y="105"/>
                    </a:moveTo>
                    <a:lnTo>
                      <a:pt x="72" y="145"/>
                    </a:lnTo>
                    <a:lnTo>
                      <a:pt x="76" y="182"/>
                    </a:lnTo>
                    <a:lnTo>
                      <a:pt x="43" y="169"/>
                    </a:lnTo>
                    <a:lnTo>
                      <a:pt x="0" y="82"/>
                    </a:lnTo>
                    <a:lnTo>
                      <a:pt x="0" y="0"/>
                    </a:lnTo>
                    <a:lnTo>
                      <a:pt x="2" y="8"/>
                    </a:lnTo>
                    <a:lnTo>
                      <a:pt x="74" y="38"/>
                    </a:lnTo>
                    <a:lnTo>
                      <a:pt x="90" y="10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67" name="Freeform 62">
                <a:extLst>
                  <a:ext uri="{FF2B5EF4-FFF2-40B4-BE49-F238E27FC236}">
                    <a16:creationId xmlns:a16="http://schemas.microsoft.com/office/drawing/2014/main" id="{C938A3BC-2C93-1C46-602C-50720CAA40C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65" y="3088"/>
                <a:ext cx="8" cy="11"/>
              </a:xfrm>
              <a:custGeom>
                <a:avLst/>
                <a:gdLst/>
                <a:ahLst/>
                <a:cxnLst>
                  <a:cxn ang="0">
                    <a:pos x="0" y="85"/>
                  </a:cxn>
                  <a:cxn ang="0">
                    <a:pos x="5" y="51"/>
                  </a:cxn>
                  <a:cxn ang="0">
                    <a:pos x="40" y="8"/>
                  </a:cxn>
                  <a:cxn ang="0">
                    <a:pos x="55" y="0"/>
                  </a:cxn>
                  <a:cxn ang="0">
                    <a:pos x="67" y="71"/>
                  </a:cxn>
                  <a:cxn ang="0">
                    <a:pos x="29" y="90"/>
                  </a:cxn>
                  <a:cxn ang="0">
                    <a:pos x="5" y="81"/>
                  </a:cxn>
                  <a:cxn ang="0">
                    <a:pos x="0" y="85"/>
                  </a:cxn>
                </a:cxnLst>
                <a:rect l="0" t="0" r="r" b="b"/>
                <a:pathLst>
                  <a:path w="67" h="90">
                    <a:moveTo>
                      <a:pt x="0" y="85"/>
                    </a:moveTo>
                    <a:lnTo>
                      <a:pt x="5" y="51"/>
                    </a:lnTo>
                    <a:lnTo>
                      <a:pt x="40" y="8"/>
                    </a:lnTo>
                    <a:lnTo>
                      <a:pt x="55" y="0"/>
                    </a:lnTo>
                    <a:lnTo>
                      <a:pt x="67" y="71"/>
                    </a:lnTo>
                    <a:lnTo>
                      <a:pt x="29" y="90"/>
                    </a:lnTo>
                    <a:lnTo>
                      <a:pt x="5" y="81"/>
                    </a:lnTo>
                    <a:lnTo>
                      <a:pt x="0" y="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68" name="Freeform 63">
                <a:extLst>
                  <a:ext uri="{FF2B5EF4-FFF2-40B4-BE49-F238E27FC236}">
                    <a16:creationId xmlns:a16="http://schemas.microsoft.com/office/drawing/2014/main" id="{0D43CEA9-D406-6E96-2D30-F04F31BD712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63" y="3110"/>
                <a:ext cx="5" cy="19"/>
              </a:xfrm>
              <a:custGeom>
                <a:avLst/>
                <a:gdLst/>
                <a:ahLst/>
                <a:cxnLst>
                  <a:cxn ang="0">
                    <a:pos x="21" y="157"/>
                  </a:cxn>
                  <a:cxn ang="0">
                    <a:pos x="0" y="155"/>
                  </a:cxn>
                  <a:cxn ang="0">
                    <a:pos x="0" y="97"/>
                  </a:cxn>
                  <a:cxn ang="0">
                    <a:pos x="8" y="50"/>
                  </a:cxn>
                  <a:cxn ang="0">
                    <a:pos x="19" y="35"/>
                  </a:cxn>
                  <a:cxn ang="0">
                    <a:pos x="25" y="0"/>
                  </a:cxn>
                  <a:cxn ang="0">
                    <a:pos x="38" y="16"/>
                  </a:cxn>
                  <a:cxn ang="0">
                    <a:pos x="40" y="69"/>
                  </a:cxn>
                  <a:cxn ang="0">
                    <a:pos x="25" y="157"/>
                  </a:cxn>
                  <a:cxn ang="0">
                    <a:pos x="21" y="157"/>
                  </a:cxn>
                </a:cxnLst>
                <a:rect l="0" t="0" r="r" b="b"/>
                <a:pathLst>
                  <a:path w="40" h="157">
                    <a:moveTo>
                      <a:pt x="21" y="157"/>
                    </a:moveTo>
                    <a:lnTo>
                      <a:pt x="0" y="155"/>
                    </a:lnTo>
                    <a:lnTo>
                      <a:pt x="0" y="97"/>
                    </a:lnTo>
                    <a:lnTo>
                      <a:pt x="8" y="50"/>
                    </a:lnTo>
                    <a:lnTo>
                      <a:pt x="19" y="35"/>
                    </a:lnTo>
                    <a:lnTo>
                      <a:pt x="25" y="0"/>
                    </a:lnTo>
                    <a:lnTo>
                      <a:pt x="38" y="16"/>
                    </a:lnTo>
                    <a:lnTo>
                      <a:pt x="40" y="69"/>
                    </a:lnTo>
                    <a:lnTo>
                      <a:pt x="25" y="157"/>
                    </a:lnTo>
                    <a:lnTo>
                      <a:pt x="21" y="1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69" name="Freeform 64">
                <a:extLst>
                  <a:ext uri="{FF2B5EF4-FFF2-40B4-BE49-F238E27FC236}">
                    <a16:creationId xmlns:a16="http://schemas.microsoft.com/office/drawing/2014/main" id="{4D14DA51-D777-F42C-35D0-4D80B75465B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84" y="3104"/>
                <a:ext cx="8" cy="14"/>
              </a:xfrm>
              <a:custGeom>
                <a:avLst/>
                <a:gdLst/>
                <a:ahLst/>
                <a:cxnLst>
                  <a:cxn ang="0">
                    <a:pos x="24" y="38"/>
                  </a:cxn>
                  <a:cxn ang="0">
                    <a:pos x="64" y="110"/>
                  </a:cxn>
                  <a:cxn ang="0">
                    <a:pos x="43" y="105"/>
                  </a:cxn>
                  <a:cxn ang="0">
                    <a:pos x="11" y="78"/>
                  </a:cxn>
                  <a:cxn ang="0">
                    <a:pos x="0" y="50"/>
                  </a:cxn>
                  <a:cxn ang="0">
                    <a:pos x="0" y="12"/>
                  </a:cxn>
                  <a:cxn ang="0">
                    <a:pos x="9" y="0"/>
                  </a:cxn>
                  <a:cxn ang="0">
                    <a:pos x="24" y="38"/>
                  </a:cxn>
                </a:cxnLst>
                <a:rect l="0" t="0" r="r" b="b"/>
                <a:pathLst>
                  <a:path w="64" h="110">
                    <a:moveTo>
                      <a:pt x="24" y="38"/>
                    </a:moveTo>
                    <a:lnTo>
                      <a:pt x="64" y="110"/>
                    </a:lnTo>
                    <a:lnTo>
                      <a:pt x="43" y="105"/>
                    </a:lnTo>
                    <a:lnTo>
                      <a:pt x="11" y="78"/>
                    </a:lnTo>
                    <a:lnTo>
                      <a:pt x="0" y="50"/>
                    </a:lnTo>
                    <a:lnTo>
                      <a:pt x="0" y="12"/>
                    </a:lnTo>
                    <a:lnTo>
                      <a:pt x="9" y="0"/>
                    </a:lnTo>
                    <a:lnTo>
                      <a:pt x="24" y="3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0" name="Freeform 65">
                <a:extLst>
                  <a:ext uri="{FF2B5EF4-FFF2-40B4-BE49-F238E27FC236}">
                    <a16:creationId xmlns:a16="http://schemas.microsoft.com/office/drawing/2014/main" id="{B131B99D-7BF6-50F2-A498-BEF61EE642E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2" y="3098"/>
                <a:ext cx="6" cy="13"/>
              </a:xfrm>
              <a:custGeom>
                <a:avLst/>
                <a:gdLst/>
                <a:ahLst/>
                <a:cxnLst>
                  <a:cxn ang="0">
                    <a:pos x="38" y="37"/>
                  </a:cxn>
                  <a:cxn ang="0">
                    <a:pos x="47" y="61"/>
                  </a:cxn>
                  <a:cxn ang="0">
                    <a:pos x="50" y="106"/>
                  </a:cxn>
                  <a:cxn ang="0">
                    <a:pos x="11" y="59"/>
                  </a:cxn>
                  <a:cxn ang="0">
                    <a:pos x="0" y="23"/>
                  </a:cxn>
                  <a:cxn ang="0">
                    <a:pos x="0" y="0"/>
                  </a:cxn>
                  <a:cxn ang="0">
                    <a:pos x="16" y="32"/>
                  </a:cxn>
                  <a:cxn ang="0">
                    <a:pos x="38" y="37"/>
                  </a:cxn>
                </a:cxnLst>
                <a:rect l="0" t="0" r="r" b="b"/>
                <a:pathLst>
                  <a:path w="50" h="106">
                    <a:moveTo>
                      <a:pt x="38" y="37"/>
                    </a:moveTo>
                    <a:lnTo>
                      <a:pt x="47" y="61"/>
                    </a:lnTo>
                    <a:lnTo>
                      <a:pt x="50" y="106"/>
                    </a:lnTo>
                    <a:lnTo>
                      <a:pt x="11" y="59"/>
                    </a:lnTo>
                    <a:lnTo>
                      <a:pt x="0" y="23"/>
                    </a:lnTo>
                    <a:lnTo>
                      <a:pt x="0" y="0"/>
                    </a:lnTo>
                    <a:lnTo>
                      <a:pt x="16" y="32"/>
                    </a:lnTo>
                    <a:lnTo>
                      <a:pt x="38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1" name="Freeform 66">
                <a:extLst>
                  <a:ext uri="{FF2B5EF4-FFF2-40B4-BE49-F238E27FC236}">
                    <a16:creationId xmlns:a16="http://schemas.microsoft.com/office/drawing/2014/main" id="{33F87E1D-BDD1-DC43-6B64-C6D22032CBB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0" y="3124"/>
                <a:ext cx="57" cy="66"/>
              </a:xfrm>
              <a:custGeom>
                <a:avLst/>
                <a:gdLst/>
                <a:ahLst/>
                <a:cxnLst>
                  <a:cxn ang="0">
                    <a:pos x="17" y="67"/>
                  </a:cxn>
                  <a:cxn ang="0">
                    <a:pos x="29" y="50"/>
                  </a:cxn>
                  <a:cxn ang="0">
                    <a:pos x="70" y="69"/>
                  </a:cxn>
                  <a:cxn ang="0">
                    <a:pos x="110" y="41"/>
                  </a:cxn>
                  <a:cxn ang="0">
                    <a:pos x="132" y="90"/>
                  </a:cxn>
                  <a:cxn ang="0">
                    <a:pos x="160" y="94"/>
                  </a:cxn>
                  <a:cxn ang="0">
                    <a:pos x="164" y="29"/>
                  </a:cxn>
                  <a:cxn ang="0">
                    <a:pos x="173" y="5"/>
                  </a:cxn>
                  <a:cxn ang="0">
                    <a:pos x="208" y="60"/>
                  </a:cxn>
                  <a:cxn ang="0">
                    <a:pos x="173" y="158"/>
                  </a:cxn>
                  <a:cxn ang="0">
                    <a:pos x="183" y="237"/>
                  </a:cxn>
                  <a:cxn ang="0">
                    <a:pos x="211" y="285"/>
                  </a:cxn>
                  <a:cxn ang="0">
                    <a:pos x="315" y="244"/>
                  </a:cxn>
                  <a:cxn ang="0">
                    <a:pos x="394" y="250"/>
                  </a:cxn>
                  <a:cxn ang="0">
                    <a:pos x="456" y="276"/>
                  </a:cxn>
                  <a:cxn ang="0">
                    <a:pos x="365" y="386"/>
                  </a:cxn>
                  <a:cxn ang="0">
                    <a:pos x="306" y="394"/>
                  </a:cxn>
                  <a:cxn ang="0">
                    <a:pos x="292" y="422"/>
                  </a:cxn>
                  <a:cxn ang="0">
                    <a:pos x="263" y="420"/>
                  </a:cxn>
                  <a:cxn ang="0">
                    <a:pos x="246" y="461"/>
                  </a:cxn>
                  <a:cxn ang="0">
                    <a:pos x="232" y="507"/>
                  </a:cxn>
                  <a:cxn ang="0">
                    <a:pos x="211" y="518"/>
                  </a:cxn>
                  <a:cxn ang="0">
                    <a:pos x="103" y="416"/>
                  </a:cxn>
                  <a:cxn ang="0">
                    <a:pos x="173" y="428"/>
                  </a:cxn>
                  <a:cxn ang="0">
                    <a:pos x="197" y="392"/>
                  </a:cxn>
                  <a:cxn ang="0">
                    <a:pos x="156" y="332"/>
                  </a:cxn>
                  <a:cxn ang="0">
                    <a:pos x="130" y="367"/>
                  </a:cxn>
                  <a:cxn ang="0">
                    <a:pos x="76" y="341"/>
                  </a:cxn>
                  <a:cxn ang="0">
                    <a:pos x="38" y="307"/>
                  </a:cxn>
                  <a:cxn ang="0">
                    <a:pos x="32" y="260"/>
                  </a:cxn>
                  <a:cxn ang="0">
                    <a:pos x="0" y="263"/>
                  </a:cxn>
                  <a:cxn ang="0">
                    <a:pos x="6" y="198"/>
                  </a:cxn>
                  <a:cxn ang="0">
                    <a:pos x="8" y="122"/>
                  </a:cxn>
                </a:cxnLst>
                <a:rect l="0" t="0" r="r" b="b"/>
                <a:pathLst>
                  <a:path w="456" h="530">
                    <a:moveTo>
                      <a:pt x="13" y="69"/>
                    </a:moveTo>
                    <a:lnTo>
                      <a:pt x="17" y="67"/>
                    </a:lnTo>
                    <a:lnTo>
                      <a:pt x="19" y="56"/>
                    </a:lnTo>
                    <a:lnTo>
                      <a:pt x="29" y="50"/>
                    </a:lnTo>
                    <a:lnTo>
                      <a:pt x="48" y="65"/>
                    </a:lnTo>
                    <a:lnTo>
                      <a:pt x="70" y="69"/>
                    </a:lnTo>
                    <a:lnTo>
                      <a:pt x="86" y="50"/>
                    </a:lnTo>
                    <a:lnTo>
                      <a:pt x="110" y="41"/>
                    </a:lnTo>
                    <a:lnTo>
                      <a:pt x="128" y="56"/>
                    </a:lnTo>
                    <a:lnTo>
                      <a:pt x="132" y="90"/>
                    </a:lnTo>
                    <a:lnTo>
                      <a:pt x="139" y="109"/>
                    </a:lnTo>
                    <a:lnTo>
                      <a:pt x="160" y="94"/>
                    </a:lnTo>
                    <a:lnTo>
                      <a:pt x="175" y="46"/>
                    </a:lnTo>
                    <a:lnTo>
                      <a:pt x="164" y="29"/>
                    </a:lnTo>
                    <a:lnTo>
                      <a:pt x="158" y="0"/>
                    </a:lnTo>
                    <a:lnTo>
                      <a:pt x="173" y="5"/>
                    </a:lnTo>
                    <a:lnTo>
                      <a:pt x="198" y="26"/>
                    </a:lnTo>
                    <a:lnTo>
                      <a:pt x="208" y="60"/>
                    </a:lnTo>
                    <a:lnTo>
                      <a:pt x="213" y="107"/>
                    </a:lnTo>
                    <a:lnTo>
                      <a:pt x="173" y="158"/>
                    </a:lnTo>
                    <a:lnTo>
                      <a:pt x="147" y="219"/>
                    </a:lnTo>
                    <a:lnTo>
                      <a:pt x="183" y="237"/>
                    </a:lnTo>
                    <a:lnTo>
                      <a:pt x="204" y="260"/>
                    </a:lnTo>
                    <a:lnTo>
                      <a:pt x="211" y="285"/>
                    </a:lnTo>
                    <a:lnTo>
                      <a:pt x="249" y="316"/>
                    </a:lnTo>
                    <a:lnTo>
                      <a:pt x="315" y="244"/>
                    </a:lnTo>
                    <a:lnTo>
                      <a:pt x="344" y="241"/>
                    </a:lnTo>
                    <a:lnTo>
                      <a:pt x="394" y="250"/>
                    </a:lnTo>
                    <a:lnTo>
                      <a:pt x="441" y="248"/>
                    </a:lnTo>
                    <a:lnTo>
                      <a:pt x="456" y="276"/>
                    </a:lnTo>
                    <a:lnTo>
                      <a:pt x="456" y="310"/>
                    </a:lnTo>
                    <a:lnTo>
                      <a:pt x="365" y="386"/>
                    </a:lnTo>
                    <a:lnTo>
                      <a:pt x="337" y="400"/>
                    </a:lnTo>
                    <a:lnTo>
                      <a:pt x="306" y="394"/>
                    </a:lnTo>
                    <a:lnTo>
                      <a:pt x="289" y="399"/>
                    </a:lnTo>
                    <a:lnTo>
                      <a:pt x="292" y="422"/>
                    </a:lnTo>
                    <a:lnTo>
                      <a:pt x="282" y="433"/>
                    </a:lnTo>
                    <a:lnTo>
                      <a:pt x="263" y="420"/>
                    </a:lnTo>
                    <a:lnTo>
                      <a:pt x="240" y="437"/>
                    </a:lnTo>
                    <a:lnTo>
                      <a:pt x="246" y="461"/>
                    </a:lnTo>
                    <a:lnTo>
                      <a:pt x="232" y="473"/>
                    </a:lnTo>
                    <a:lnTo>
                      <a:pt x="232" y="507"/>
                    </a:lnTo>
                    <a:lnTo>
                      <a:pt x="244" y="530"/>
                    </a:lnTo>
                    <a:lnTo>
                      <a:pt x="211" y="518"/>
                    </a:lnTo>
                    <a:lnTo>
                      <a:pt x="110" y="428"/>
                    </a:lnTo>
                    <a:lnTo>
                      <a:pt x="103" y="416"/>
                    </a:lnTo>
                    <a:lnTo>
                      <a:pt x="135" y="411"/>
                    </a:lnTo>
                    <a:lnTo>
                      <a:pt x="173" y="428"/>
                    </a:lnTo>
                    <a:lnTo>
                      <a:pt x="194" y="416"/>
                    </a:lnTo>
                    <a:lnTo>
                      <a:pt x="197" y="392"/>
                    </a:lnTo>
                    <a:lnTo>
                      <a:pt x="175" y="375"/>
                    </a:lnTo>
                    <a:lnTo>
                      <a:pt x="156" y="332"/>
                    </a:lnTo>
                    <a:lnTo>
                      <a:pt x="147" y="351"/>
                    </a:lnTo>
                    <a:lnTo>
                      <a:pt x="130" y="367"/>
                    </a:lnTo>
                    <a:lnTo>
                      <a:pt x="70" y="363"/>
                    </a:lnTo>
                    <a:lnTo>
                      <a:pt x="76" y="341"/>
                    </a:lnTo>
                    <a:lnTo>
                      <a:pt x="76" y="322"/>
                    </a:lnTo>
                    <a:lnTo>
                      <a:pt x="38" y="307"/>
                    </a:lnTo>
                    <a:lnTo>
                      <a:pt x="29" y="288"/>
                    </a:lnTo>
                    <a:lnTo>
                      <a:pt x="32" y="260"/>
                    </a:lnTo>
                    <a:lnTo>
                      <a:pt x="24" y="256"/>
                    </a:lnTo>
                    <a:lnTo>
                      <a:pt x="0" y="263"/>
                    </a:lnTo>
                    <a:lnTo>
                      <a:pt x="6" y="237"/>
                    </a:lnTo>
                    <a:lnTo>
                      <a:pt x="6" y="198"/>
                    </a:lnTo>
                    <a:lnTo>
                      <a:pt x="13" y="160"/>
                    </a:lnTo>
                    <a:lnTo>
                      <a:pt x="8" y="122"/>
                    </a:lnTo>
                    <a:lnTo>
                      <a:pt x="13" y="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2" name="Freeform 67">
                <a:extLst>
                  <a:ext uri="{FF2B5EF4-FFF2-40B4-BE49-F238E27FC236}">
                    <a16:creationId xmlns:a16="http://schemas.microsoft.com/office/drawing/2014/main" id="{3A435E9E-2636-9DB1-8DB1-F9CFAAC76AB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0" y="3143"/>
                <a:ext cx="8" cy="12"/>
              </a:xfrm>
              <a:custGeom>
                <a:avLst/>
                <a:gdLst/>
                <a:ahLst/>
                <a:cxnLst>
                  <a:cxn ang="0">
                    <a:pos x="48" y="0"/>
                  </a:cxn>
                  <a:cxn ang="0">
                    <a:pos x="63" y="9"/>
                  </a:cxn>
                  <a:cxn ang="0">
                    <a:pos x="53" y="68"/>
                  </a:cxn>
                  <a:cxn ang="0">
                    <a:pos x="29" y="93"/>
                  </a:cxn>
                  <a:cxn ang="0">
                    <a:pos x="19" y="90"/>
                  </a:cxn>
                  <a:cxn ang="0">
                    <a:pos x="15" y="77"/>
                  </a:cxn>
                  <a:cxn ang="0">
                    <a:pos x="29" y="61"/>
                  </a:cxn>
                  <a:cxn ang="0">
                    <a:pos x="29" y="47"/>
                  </a:cxn>
                  <a:cxn ang="0">
                    <a:pos x="19" y="56"/>
                  </a:cxn>
                  <a:cxn ang="0">
                    <a:pos x="9" y="56"/>
                  </a:cxn>
                  <a:cxn ang="0">
                    <a:pos x="0" y="37"/>
                  </a:cxn>
                  <a:cxn ang="0">
                    <a:pos x="0" y="13"/>
                  </a:cxn>
                  <a:cxn ang="0">
                    <a:pos x="48" y="0"/>
                  </a:cxn>
                </a:cxnLst>
                <a:rect l="0" t="0" r="r" b="b"/>
                <a:pathLst>
                  <a:path w="63" h="93">
                    <a:moveTo>
                      <a:pt x="48" y="0"/>
                    </a:moveTo>
                    <a:lnTo>
                      <a:pt x="63" y="9"/>
                    </a:lnTo>
                    <a:lnTo>
                      <a:pt x="53" y="68"/>
                    </a:lnTo>
                    <a:lnTo>
                      <a:pt x="29" y="93"/>
                    </a:lnTo>
                    <a:lnTo>
                      <a:pt x="19" y="90"/>
                    </a:lnTo>
                    <a:lnTo>
                      <a:pt x="15" y="77"/>
                    </a:lnTo>
                    <a:lnTo>
                      <a:pt x="29" y="61"/>
                    </a:lnTo>
                    <a:lnTo>
                      <a:pt x="29" y="47"/>
                    </a:lnTo>
                    <a:lnTo>
                      <a:pt x="19" y="56"/>
                    </a:lnTo>
                    <a:lnTo>
                      <a:pt x="9" y="56"/>
                    </a:lnTo>
                    <a:lnTo>
                      <a:pt x="0" y="37"/>
                    </a:lnTo>
                    <a:lnTo>
                      <a:pt x="0" y="13"/>
                    </a:lnTo>
                    <a:lnTo>
                      <a:pt x="4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3" name="Freeform 68">
                <a:extLst>
                  <a:ext uri="{FF2B5EF4-FFF2-40B4-BE49-F238E27FC236}">
                    <a16:creationId xmlns:a16="http://schemas.microsoft.com/office/drawing/2014/main" id="{3BDDC4E0-7B59-DCC0-C076-C5700C2CC9E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71" y="3157"/>
                <a:ext cx="42" cy="2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" y="8"/>
                  </a:cxn>
                  <a:cxn ang="0">
                    <a:pos x="54" y="55"/>
                  </a:cxn>
                  <a:cxn ang="0">
                    <a:pos x="245" y="146"/>
                  </a:cxn>
                  <a:cxn ang="0">
                    <a:pos x="251" y="175"/>
                  </a:cxn>
                  <a:cxn ang="0">
                    <a:pos x="261" y="175"/>
                  </a:cxn>
                  <a:cxn ang="0">
                    <a:pos x="270" y="162"/>
                  </a:cxn>
                  <a:cxn ang="0">
                    <a:pos x="280" y="165"/>
                  </a:cxn>
                  <a:cxn ang="0">
                    <a:pos x="296" y="185"/>
                  </a:cxn>
                  <a:cxn ang="0">
                    <a:pos x="333" y="211"/>
                  </a:cxn>
                  <a:cxn ang="0">
                    <a:pos x="337" y="228"/>
                  </a:cxn>
                  <a:cxn ang="0">
                    <a:pos x="295" y="228"/>
                  </a:cxn>
                  <a:cxn ang="0">
                    <a:pos x="251" y="209"/>
                  </a:cxn>
                  <a:cxn ang="0">
                    <a:pos x="238" y="185"/>
                  </a:cxn>
                  <a:cxn ang="0">
                    <a:pos x="185" y="130"/>
                  </a:cxn>
                  <a:cxn ang="0">
                    <a:pos x="180" y="146"/>
                  </a:cxn>
                  <a:cxn ang="0">
                    <a:pos x="185" y="160"/>
                  </a:cxn>
                  <a:cxn ang="0">
                    <a:pos x="173" y="165"/>
                  </a:cxn>
                  <a:cxn ang="0">
                    <a:pos x="128" y="148"/>
                  </a:cxn>
                  <a:cxn ang="0">
                    <a:pos x="42" y="94"/>
                  </a:cxn>
                  <a:cxn ang="0">
                    <a:pos x="23" y="65"/>
                  </a:cxn>
                  <a:cxn ang="0">
                    <a:pos x="0" y="0"/>
                  </a:cxn>
                </a:cxnLst>
                <a:rect l="0" t="0" r="r" b="b"/>
                <a:pathLst>
                  <a:path w="337" h="228">
                    <a:moveTo>
                      <a:pt x="0" y="0"/>
                    </a:moveTo>
                    <a:lnTo>
                      <a:pt x="13" y="8"/>
                    </a:lnTo>
                    <a:lnTo>
                      <a:pt x="54" y="55"/>
                    </a:lnTo>
                    <a:lnTo>
                      <a:pt x="245" y="146"/>
                    </a:lnTo>
                    <a:lnTo>
                      <a:pt x="251" y="175"/>
                    </a:lnTo>
                    <a:lnTo>
                      <a:pt x="261" y="175"/>
                    </a:lnTo>
                    <a:lnTo>
                      <a:pt x="270" y="162"/>
                    </a:lnTo>
                    <a:lnTo>
                      <a:pt x="280" y="165"/>
                    </a:lnTo>
                    <a:lnTo>
                      <a:pt x="296" y="185"/>
                    </a:lnTo>
                    <a:lnTo>
                      <a:pt x="333" y="211"/>
                    </a:lnTo>
                    <a:lnTo>
                      <a:pt x="337" y="228"/>
                    </a:lnTo>
                    <a:lnTo>
                      <a:pt x="295" y="228"/>
                    </a:lnTo>
                    <a:lnTo>
                      <a:pt x="251" y="209"/>
                    </a:lnTo>
                    <a:lnTo>
                      <a:pt x="238" y="185"/>
                    </a:lnTo>
                    <a:lnTo>
                      <a:pt x="185" y="130"/>
                    </a:lnTo>
                    <a:lnTo>
                      <a:pt x="180" y="146"/>
                    </a:lnTo>
                    <a:lnTo>
                      <a:pt x="185" y="160"/>
                    </a:lnTo>
                    <a:lnTo>
                      <a:pt x="173" y="165"/>
                    </a:lnTo>
                    <a:lnTo>
                      <a:pt x="128" y="148"/>
                    </a:lnTo>
                    <a:lnTo>
                      <a:pt x="42" y="94"/>
                    </a:lnTo>
                    <a:lnTo>
                      <a:pt x="23" y="6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4" name="Freeform 69">
                <a:extLst>
                  <a:ext uri="{FF2B5EF4-FFF2-40B4-BE49-F238E27FC236}">
                    <a16:creationId xmlns:a16="http://schemas.microsoft.com/office/drawing/2014/main" id="{AE1FCBD2-9E52-12DC-04AC-95AA4ADA06D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69" y="3111"/>
                <a:ext cx="4" cy="17"/>
              </a:xfrm>
              <a:custGeom>
                <a:avLst/>
                <a:gdLst/>
                <a:ahLst/>
                <a:cxnLst>
                  <a:cxn ang="0">
                    <a:pos x="26" y="2"/>
                  </a:cxn>
                  <a:cxn ang="0">
                    <a:pos x="38" y="27"/>
                  </a:cxn>
                  <a:cxn ang="0">
                    <a:pos x="36" y="104"/>
                  </a:cxn>
                  <a:cxn ang="0">
                    <a:pos x="26" y="130"/>
                  </a:cxn>
                  <a:cxn ang="0">
                    <a:pos x="9" y="139"/>
                  </a:cxn>
                  <a:cxn ang="0">
                    <a:pos x="2" y="130"/>
                  </a:cxn>
                  <a:cxn ang="0">
                    <a:pos x="0" y="85"/>
                  </a:cxn>
                  <a:cxn ang="0">
                    <a:pos x="2" y="67"/>
                  </a:cxn>
                  <a:cxn ang="0">
                    <a:pos x="18" y="48"/>
                  </a:cxn>
                  <a:cxn ang="0">
                    <a:pos x="18" y="27"/>
                  </a:cxn>
                  <a:cxn ang="0">
                    <a:pos x="14" y="7"/>
                  </a:cxn>
                  <a:cxn ang="0">
                    <a:pos x="18" y="0"/>
                  </a:cxn>
                  <a:cxn ang="0">
                    <a:pos x="26" y="2"/>
                  </a:cxn>
                </a:cxnLst>
                <a:rect l="0" t="0" r="r" b="b"/>
                <a:pathLst>
                  <a:path w="38" h="139">
                    <a:moveTo>
                      <a:pt x="26" y="2"/>
                    </a:moveTo>
                    <a:lnTo>
                      <a:pt x="38" y="27"/>
                    </a:lnTo>
                    <a:lnTo>
                      <a:pt x="36" y="104"/>
                    </a:lnTo>
                    <a:lnTo>
                      <a:pt x="26" y="130"/>
                    </a:lnTo>
                    <a:lnTo>
                      <a:pt x="9" y="139"/>
                    </a:lnTo>
                    <a:lnTo>
                      <a:pt x="2" y="130"/>
                    </a:lnTo>
                    <a:lnTo>
                      <a:pt x="0" y="85"/>
                    </a:lnTo>
                    <a:lnTo>
                      <a:pt x="2" y="67"/>
                    </a:lnTo>
                    <a:lnTo>
                      <a:pt x="18" y="48"/>
                    </a:lnTo>
                    <a:lnTo>
                      <a:pt x="18" y="27"/>
                    </a:lnTo>
                    <a:lnTo>
                      <a:pt x="14" y="7"/>
                    </a:lnTo>
                    <a:lnTo>
                      <a:pt x="18" y="0"/>
                    </a:lnTo>
                    <a:lnTo>
                      <a:pt x="26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5" name="Freeform 70">
                <a:extLst>
                  <a:ext uri="{FF2B5EF4-FFF2-40B4-BE49-F238E27FC236}">
                    <a16:creationId xmlns:a16="http://schemas.microsoft.com/office/drawing/2014/main" id="{D05EC97B-8994-F781-802D-61EB98D0A82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97" y="3185"/>
                <a:ext cx="40" cy="35"/>
              </a:xfrm>
              <a:custGeom>
                <a:avLst/>
                <a:gdLst/>
                <a:ahLst/>
                <a:cxnLst>
                  <a:cxn ang="0">
                    <a:pos x="15" y="6"/>
                  </a:cxn>
                  <a:cxn ang="0">
                    <a:pos x="34" y="0"/>
                  </a:cxn>
                  <a:cxn ang="0">
                    <a:pos x="53" y="8"/>
                  </a:cxn>
                  <a:cxn ang="0">
                    <a:pos x="57" y="29"/>
                  </a:cxn>
                  <a:cxn ang="0">
                    <a:pos x="95" y="34"/>
                  </a:cxn>
                  <a:cxn ang="0">
                    <a:pos x="113" y="52"/>
                  </a:cxn>
                  <a:cxn ang="0">
                    <a:pos x="129" y="54"/>
                  </a:cxn>
                  <a:cxn ang="0">
                    <a:pos x="129" y="25"/>
                  </a:cxn>
                  <a:cxn ang="0">
                    <a:pos x="137" y="23"/>
                  </a:cxn>
                  <a:cxn ang="0">
                    <a:pos x="154" y="25"/>
                  </a:cxn>
                  <a:cxn ang="0">
                    <a:pos x="177" y="54"/>
                  </a:cxn>
                  <a:cxn ang="0">
                    <a:pos x="184" y="34"/>
                  </a:cxn>
                  <a:cxn ang="0">
                    <a:pos x="216" y="92"/>
                  </a:cxn>
                  <a:cxn ang="0">
                    <a:pos x="234" y="76"/>
                  </a:cxn>
                  <a:cxn ang="0">
                    <a:pos x="259" y="82"/>
                  </a:cxn>
                  <a:cxn ang="0">
                    <a:pos x="270" y="96"/>
                  </a:cxn>
                  <a:cxn ang="0">
                    <a:pos x="270" y="110"/>
                  </a:cxn>
                  <a:cxn ang="0">
                    <a:pos x="314" y="137"/>
                  </a:cxn>
                  <a:cxn ang="0">
                    <a:pos x="320" y="151"/>
                  </a:cxn>
                  <a:cxn ang="0">
                    <a:pos x="318" y="172"/>
                  </a:cxn>
                  <a:cxn ang="0">
                    <a:pos x="289" y="176"/>
                  </a:cxn>
                  <a:cxn ang="0">
                    <a:pos x="284" y="240"/>
                  </a:cxn>
                  <a:cxn ang="0">
                    <a:pos x="272" y="255"/>
                  </a:cxn>
                  <a:cxn ang="0">
                    <a:pos x="246" y="248"/>
                  </a:cxn>
                  <a:cxn ang="0">
                    <a:pos x="234" y="234"/>
                  </a:cxn>
                  <a:cxn ang="0">
                    <a:pos x="230" y="246"/>
                  </a:cxn>
                  <a:cxn ang="0">
                    <a:pos x="234" y="275"/>
                  </a:cxn>
                  <a:cxn ang="0">
                    <a:pos x="220" y="282"/>
                  </a:cxn>
                  <a:cxn ang="0">
                    <a:pos x="189" y="271"/>
                  </a:cxn>
                  <a:cxn ang="0">
                    <a:pos x="168" y="273"/>
                  </a:cxn>
                  <a:cxn ang="0">
                    <a:pos x="154" y="264"/>
                  </a:cxn>
                  <a:cxn ang="0">
                    <a:pos x="189" y="248"/>
                  </a:cxn>
                  <a:cxn ang="0">
                    <a:pos x="141" y="234"/>
                  </a:cxn>
                  <a:cxn ang="0">
                    <a:pos x="95" y="232"/>
                  </a:cxn>
                  <a:cxn ang="0">
                    <a:pos x="83" y="216"/>
                  </a:cxn>
                  <a:cxn ang="0">
                    <a:pos x="83" y="177"/>
                  </a:cxn>
                  <a:cxn ang="0">
                    <a:pos x="89" y="151"/>
                  </a:cxn>
                  <a:cxn ang="0">
                    <a:pos x="51" y="139"/>
                  </a:cxn>
                  <a:cxn ang="0">
                    <a:pos x="34" y="76"/>
                  </a:cxn>
                  <a:cxn ang="0">
                    <a:pos x="0" y="27"/>
                  </a:cxn>
                  <a:cxn ang="0">
                    <a:pos x="0" y="18"/>
                  </a:cxn>
                  <a:cxn ang="0">
                    <a:pos x="15" y="6"/>
                  </a:cxn>
                </a:cxnLst>
                <a:rect l="0" t="0" r="r" b="b"/>
                <a:pathLst>
                  <a:path w="320" h="282">
                    <a:moveTo>
                      <a:pt x="15" y="6"/>
                    </a:moveTo>
                    <a:lnTo>
                      <a:pt x="34" y="0"/>
                    </a:lnTo>
                    <a:lnTo>
                      <a:pt x="53" y="8"/>
                    </a:lnTo>
                    <a:lnTo>
                      <a:pt x="57" y="29"/>
                    </a:lnTo>
                    <a:lnTo>
                      <a:pt x="95" y="34"/>
                    </a:lnTo>
                    <a:lnTo>
                      <a:pt x="113" y="52"/>
                    </a:lnTo>
                    <a:lnTo>
                      <a:pt x="129" y="54"/>
                    </a:lnTo>
                    <a:lnTo>
                      <a:pt x="129" y="25"/>
                    </a:lnTo>
                    <a:lnTo>
                      <a:pt x="137" y="23"/>
                    </a:lnTo>
                    <a:lnTo>
                      <a:pt x="154" y="25"/>
                    </a:lnTo>
                    <a:lnTo>
                      <a:pt x="177" y="54"/>
                    </a:lnTo>
                    <a:lnTo>
                      <a:pt x="184" y="34"/>
                    </a:lnTo>
                    <a:lnTo>
                      <a:pt x="216" y="92"/>
                    </a:lnTo>
                    <a:lnTo>
                      <a:pt x="234" y="76"/>
                    </a:lnTo>
                    <a:lnTo>
                      <a:pt x="259" y="82"/>
                    </a:lnTo>
                    <a:lnTo>
                      <a:pt x="270" y="96"/>
                    </a:lnTo>
                    <a:lnTo>
                      <a:pt x="270" y="110"/>
                    </a:lnTo>
                    <a:lnTo>
                      <a:pt x="314" y="137"/>
                    </a:lnTo>
                    <a:lnTo>
                      <a:pt x="320" y="151"/>
                    </a:lnTo>
                    <a:lnTo>
                      <a:pt x="318" y="172"/>
                    </a:lnTo>
                    <a:lnTo>
                      <a:pt x="289" y="176"/>
                    </a:lnTo>
                    <a:lnTo>
                      <a:pt x="284" y="240"/>
                    </a:lnTo>
                    <a:lnTo>
                      <a:pt x="272" y="255"/>
                    </a:lnTo>
                    <a:lnTo>
                      <a:pt x="246" y="248"/>
                    </a:lnTo>
                    <a:lnTo>
                      <a:pt x="234" y="234"/>
                    </a:lnTo>
                    <a:lnTo>
                      <a:pt x="230" y="246"/>
                    </a:lnTo>
                    <a:lnTo>
                      <a:pt x="234" y="275"/>
                    </a:lnTo>
                    <a:lnTo>
                      <a:pt x="220" y="282"/>
                    </a:lnTo>
                    <a:lnTo>
                      <a:pt x="189" y="271"/>
                    </a:lnTo>
                    <a:lnTo>
                      <a:pt x="168" y="273"/>
                    </a:lnTo>
                    <a:lnTo>
                      <a:pt x="154" y="264"/>
                    </a:lnTo>
                    <a:lnTo>
                      <a:pt x="189" y="248"/>
                    </a:lnTo>
                    <a:lnTo>
                      <a:pt x="141" y="234"/>
                    </a:lnTo>
                    <a:lnTo>
                      <a:pt x="95" y="232"/>
                    </a:lnTo>
                    <a:lnTo>
                      <a:pt x="83" y="216"/>
                    </a:lnTo>
                    <a:lnTo>
                      <a:pt x="83" y="177"/>
                    </a:lnTo>
                    <a:lnTo>
                      <a:pt x="89" y="151"/>
                    </a:lnTo>
                    <a:lnTo>
                      <a:pt x="51" y="139"/>
                    </a:lnTo>
                    <a:lnTo>
                      <a:pt x="34" y="76"/>
                    </a:lnTo>
                    <a:lnTo>
                      <a:pt x="0" y="27"/>
                    </a:lnTo>
                    <a:lnTo>
                      <a:pt x="0" y="18"/>
                    </a:lnTo>
                    <a:lnTo>
                      <a:pt x="15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6" name="Freeform 71">
                <a:extLst>
                  <a:ext uri="{FF2B5EF4-FFF2-40B4-BE49-F238E27FC236}">
                    <a16:creationId xmlns:a16="http://schemas.microsoft.com/office/drawing/2014/main" id="{FB9B4A61-FDEC-288A-E918-6EB24922695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38" y="3207"/>
                <a:ext cx="32" cy="22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69" y="0"/>
                  </a:cxn>
                  <a:cxn ang="0">
                    <a:pos x="84" y="22"/>
                  </a:cxn>
                  <a:cxn ang="0">
                    <a:pos x="97" y="24"/>
                  </a:cxn>
                  <a:cxn ang="0">
                    <a:pos x="107" y="45"/>
                  </a:cxn>
                  <a:cxn ang="0">
                    <a:pos x="103" y="53"/>
                  </a:cxn>
                  <a:cxn ang="0">
                    <a:pos x="103" y="72"/>
                  </a:cxn>
                  <a:cxn ang="0">
                    <a:pos x="112" y="84"/>
                  </a:cxn>
                  <a:cxn ang="0">
                    <a:pos x="122" y="61"/>
                  </a:cxn>
                  <a:cxn ang="0">
                    <a:pos x="135" y="47"/>
                  </a:cxn>
                  <a:cxn ang="0">
                    <a:pos x="162" y="49"/>
                  </a:cxn>
                  <a:cxn ang="0">
                    <a:pos x="172" y="65"/>
                  </a:cxn>
                  <a:cxn ang="0">
                    <a:pos x="188" y="61"/>
                  </a:cxn>
                  <a:cxn ang="0">
                    <a:pos x="207" y="123"/>
                  </a:cxn>
                  <a:cxn ang="0">
                    <a:pos x="219" y="108"/>
                  </a:cxn>
                  <a:cxn ang="0">
                    <a:pos x="236" y="110"/>
                  </a:cxn>
                  <a:cxn ang="0">
                    <a:pos x="249" y="130"/>
                  </a:cxn>
                  <a:cxn ang="0">
                    <a:pos x="255" y="156"/>
                  </a:cxn>
                  <a:cxn ang="0">
                    <a:pos x="234" y="182"/>
                  </a:cxn>
                  <a:cxn ang="0">
                    <a:pos x="207" y="182"/>
                  </a:cxn>
                  <a:cxn ang="0">
                    <a:pos x="183" y="146"/>
                  </a:cxn>
                  <a:cxn ang="0">
                    <a:pos x="112" y="134"/>
                  </a:cxn>
                  <a:cxn ang="0">
                    <a:pos x="99" y="151"/>
                  </a:cxn>
                  <a:cxn ang="0">
                    <a:pos x="107" y="161"/>
                  </a:cxn>
                  <a:cxn ang="0">
                    <a:pos x="103" y="165"/>
                  </a:cxn>
                  <a:cxn ang="0">
                    <a:pos x="71" y="154"/>
                  </a:cxn>
                  <a:cxn ang="0">
                    <a:pos x="62" y="136"/>
                  </a:cxn>
                  <a:cxn ang="0">
                    <a:pos x="40" y="121"/>
                  </a:cxn>
                  <a:cxn ang="0">
                    <a:pos x="19" y="113"/>
                  </a:cxn>
                  <a:cxn ang="0">
                    <a:pos x="17" y="89"/>
                  </a:cxn>
                  <a:cxn ang="0">
                    <a:pos x="0" y="33"/>
                  </a:cxn>
                  <a:cxn ang="0">
                    <a:pos x="19" y="34"/>
                  </a:cxn>
                  <a:cxn ang="0">
                    <a:pos x="40" y="22"/>
                  </a:cxn>
                  <a:cxn ang="0">
                    <a:pos x="55" y="1"/>
                  </a:cxn>
                  <a:cxn ang="0">
                    <a:pos x="64" y="0"/>
                  </a:cxn>
                </a:cxnLst>
                <a:rect l="0" t="0" r="r" b="b"/>
                <a:pathLst>
                  <a:path w="255" h="182">
                    <a:moveTo>
                      <a:pt x="64" y="0"/>
                    </a:moveTo>
                    <a:lnTo>
                      <a:pt x="69" y="0"/>
                    </a:lnTo>
                    <a:lnTo>
                      <a:pt x="84" y="22"/>
                    </a:lnTo>
                    <a:lnTo>
                      <a:pt x="97" y="24"/>
                    </a:lnTo>
                    <a:lnTo>
                      <a:pt x="107" y="45"/>
                    </a:lnTo>
                    <a:lnTo>
                      <a:pt x="103" y="53"/>
                    </a:lnTo>
                    <a:lnTo>
                      <a:pt x="103" y="72"/>
                    </a:lnTo>
                    <a:lnTo>
                      <a:pt x="112" y="84"/>
                    </a:lnTo>
                    <a:lnTo>
                      <a:pt x="122" y="61"/>
                    </a:lnTo>
                    <a:lnTo>
                      <a:pt x="135" y="47"/>
                    </a:lnTo>
                    <a:lnTo>
                      <a:pt x="162" y="49"/>
                    </a:lnTo>
                    <a:lnTo>
                      <a:pt x="172" y="65"/>
                    </a:lnTo>
                    <a:lnTo>
                      <a:pt x="188" y="61"/>
                    </a:lnTo>
                    <a:lnTo>
                      <a:pt x="207" y="123"/>
                    </a:lnTo>
                    <a:lnTo>
                      <a:pt x="219" y="108"/>
                    </a:lnTo>
                    <a:lnTo>
                      <a:pt x="236" y="110"/>
                    </a:lnTo>
                    <a:lnTo>
                      <a:pt x="249" y="130"/>
                    </a:lnTo>
                    <a:lnTo>
                      <a:pt x="255" y="156"/>
                    </a:lnTo>
                    <a:lnTo>
                      <a:pt x="234" y="182"/>
                    </a:lnTo>
                    <a:lnTo>
                      <a:pt x="207" y="182"/>
                    </a:lnTo>
                    <a:lnTo>
                      <a:pt x="183" y="146"/>
                    </a:lnTo>
                    <a:lnTo>
                      <a:pt x="112" y="134"/>
                    </a:lnTo>
                    <a:lnTo>
                      <a:pt x="99" y="151"/>
                    </a:lnTo>
                    <a:lnTo>
                      <a:pt x="107" y="161"/>
                    </a:lnTo>
                    <a:lnTo>
                      <a:pt x="103" y="165"/>
                    </a:lnTo>
                    <a:lnTo>
                      <a:pt x="71" y="154"/>
                    </a:lnTo>
                    <a:lnTo>
                      <a:pt x="62" y="136"/>
                    </a:lnTo>
                    <a:lnTo>
                      <a:pt x="40" y="121"/>
                    </a:lnTo>
                    <a:lnTo>
                      <a:pt x="19" y="113"/>
                    </a:lnTo>
                    <a:lnTo>
                      <a:pt x="17" y="89"/>
                    </a:lnTo>
                    <a:lnTo>
                      <a:pt x="0" y="33"/>
                    </a:lnTo>
                    <a:lnTo>
                      <a:pt x="19" y="34"/>
                    </a:lnTo>
                    <a:lnTo>
                      <a:pt x="40" y="22"/>
                    </a:lnTo>
                    <a:lnTo>
                      <a:pt x="55" y="1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7" name="Freeform 72">
                <a:extLst>
                  <a:ext uri="{FF2B5EF4-FFF2-40B4-BE49-F238E27FC236}">
                    <a16:creationId xmlns:a16="http://schemas.microsoft.com/office/drawing/2014/main" id="{B7A755AA-6247-2B88-EEB9-3BF8FC67760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4" y="3194"/>
                <a:ext cx="14" cy="32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79" y="9"/>
                  </a:cxn>
                  <a:cxn ang="0">
                    <a:pos x="81" y="70"/>
                  </a:cxn>
                  <a:cxn ang="0">
                    <a:pos x="91" y="127"/>
                  </a:cxn>
                  <a:cxn ang="0">
                    <a:pos x="102" y="170"/>
                  </a:cxn>
                  <a:cxn ang="0">
                    <a:pos x="100" y="184"/>
                  </a:cxn>
                  <a:cxn ang="0">
                    <a:pos x="91" y="181"/>
                  </a:cxn>
                  <a:cxn ang="0">
                    <a:pos x="60" y="151"/>
                  </a:cxn>
                  <a:cxn ang="0">
                    <a:pos x="45" y="145"/>
                  </a:cxn>
                  <a:cxn ang="0">
                    <a:pos x="47" y="181"/>
                  </a:cxn>
                  <a:cxn ang="0">
                    <a:pos x="60" y="216"/>
                  </a:cxn>
                  <a:cxn ang="0">
                    <a:pos x="74" y="230"/>
                  </a:cxn>
                  <a:cxn ang="0">
                    <a:pos x="100" y="232"/>
                  </a:cxn>
                  <a:cxn ang="0">
                    <a:pos x="116" y="254"/>
                  </a:cxn>
                  <a:cxn ang="0">
                    <a:pos x="83" y="251"/>
                  </a:cxn>
                  <a:cxn ang="0">
                    <a:pos x="64" y="241"/>
                  </a:cxn>
                  <a:cxn ang="0">
                    <a:pos x="22" y="199"/>
                  </a:cxn>
                  <a:cxn ang="0">
                    <a:pos x="5" y="170"/>
                  </a:cxn>
                  <a:cxn ang="0">
                    <a:pos x="0" y="140"/>
                  </a:cxn>
                  <a:cxn ang="0">
                    <a:pos x="3" y="115"/>
                  </a:cxn>
                  <a:cxn ang="0">
                    <a:pos x="12" y="106"/>
                  </a:cxn>
                  <a:cxn ang="0">
                    <a:pos x="43" y="103"/>
                  </a:cxn>
                  <a:cxn ang="0">
                    <a:pos x="50" y="94"/>
                  </a:cxn>
                  <a:cxn ang="0">
                    <a:pos x="47" y="70"/>
                  </a:cxn>
                  <a:cxn ang="0">
                    <a:pos x="37" y="52"/>
                  </a:cxn>
                  <a:cxn ang="0">
                    <a:pos x="64" y="0"/>
                  </a:cxn>
                </a:cxnLst>
                <a:rect l="0" t="0" r="r" b="b"/>
                <a:pathLst>
                  <a:path w="116" h="254">
                    <a:moveTo>
                      <a:pt x="64" y="0"/>
                    </a:moveTo>
                    <a:lnTo>
                      <a:pt x="79" y="9"/>
                    </a:lnTo>
                    <a:lnTo>
                      <a:pt x="81" y="70"/>
                    </a:lnTo>
                    <a:lnTo>
                      <a:pt x="91" y="127"/>
                    </a:lnTo>
                    <a:lnTo>
                      <a:pt x="102" y="170"/>
                    </a:lnTo>
                    <a:lnTo>
                      <a:pt x="100" y="184"/>
                    </a:lnTo>
                    <a:lnTo>
                      <a:pt x="91" y="181"/>
                    </a:lnTo>
                    <a:lnTo>
                      <a:pt x="60" y="151"/>
                    </a:lnTo>
                    <a:lnTo>
                      <a:pt x="45" y="145"/>
                    </a:lnTo>
                    <a:lnTo>
                      <a:pt x="47" y="181"/>
                    </a:lnTo>
                    <a:lnTo>
                      <a:pt x="60" y="216"/>
                    </a:lnTo>
                    <a:lnTo>
                      <a:pt x="74" y="230"/>
                    </a:lnTo>
                    <a:lnTo>
                      <a:pt x="100" y="232"/>
                    </a:lnTo>
                    <a:lnTo>
                      <a:pt x="116" y="254"/>
                    </a:lnTo>
                    <a:lnTo>
                      <a:pt x="83" y="251"/>
                    </a:lnTo>
                    <a:lnTo>
                      <a:pt x="64" y="241"/>
                    </a:lnTo>
                    <a:lnTo>
                      <a:pt x="22" y="199"/>
                    </a:lnTo>
                    <a:lnTo>
                      <a:pt x="5" y="170"/>
                    </a:lnTo>
                    <a:lnTo>
                      <a:pt x="0" y="140"/>
                    </a:lnTo>
                    <a:lnTo>
                      <a:pt x="3" y="115"/>
                    </a:lnTo>
                    <a:lnTo>
                      <a:pt x="12" y="106"/>
                    </a:lnTo>
                    <a:lnTo>
                      <a:pt x="43" y="103"/>
                    </a:lnTo>
                    <a:lnTo>
                      <a:pt x="50" y="94"/>
                    </a:lnTo>
                    <a:lnTo>
                      <a:pt x="47" y="70"/>
                    </a:lnTo>
                    <a:lnTo>
                      <a:pt x="37" y="52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8" name="Freeform 73">
                <a:extLst>
                  <a:ext uri="{FF2B5EF4-FFF2-40B4-BE49-F238E27FC236}">
                    <a16:creationId xmlns:a16="http://schemas.microsoft.com/office/drawing/2014/main" id="{53D05612-3417-9911-CC2E-8BD5050221A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70" y="3259"/>
                <a:ext cx="7" cy="8"/>
              </a:xfrm>
              <a:custGeom>
                <a:avLst/>
                <a:gdLst/>
                <a:ahLst/>
                <a:cxnLst>
                  <a:cxn ang="0">
                    <a:pos x="2" y="48"/>
                  </a:cxn>
                  <a:cxn ang="0">
                    <a:pos x="0" y="36"/>
                  </a:cxn>
                  <a:cxn ang="0">
                    <a:pos x="4" y="19"/>
                  </a:cxn>
                  <a:cxn ang="0">
                    <a:pos x="19" y="7"/>
                  </a:cxn>
                  <a:cxn ang="0">
                    <a:pos x="44" y="0"/>
                  </a:cxn>
                  <a:cxn ang="0">
                    <a:pos x="57" y="38"/>
                  </a:cxn>
                  <a:cxn ang="0">
                    <a:pos x="57" y="55"/>
                  </a:cxn>
                  <a:cxn ang="0">
                    <a:pos x="50" y="64"/>
                  </a:cxn>
                  <a:cxn ang="0">
                    <a:pos x="38" y="67"/>
                  </a:cxn>
                  <a:cxn ang="0">
                    <a:pos x="2" y="48"/>
                  </a:cxn>
                </a:cxnLst>
                <a:rect l="0" t="0" r="r" b="b"/>
                <a:pathLst>
                  <a:path w="57" h="67">
                    <a:moveTo>
                      <a:pt x="2" y="48"/>
                    </a:moveTo>
                    <a:lnTo>
                      <a:pt x="0" y="36"/>
                    </a:lnTo>
                    <a:lnTo>
                      <a:pt x="4" y="19"/>
                    </a:lnTo>
                    <a:lnTo>
                      <a:pt x="19" y="7"/>
                    </a:lnTo>
                    <a:lnTo>
                      <a:pt x="44" y="0"/>
                    </a:lnTo>
                    <a:lnTo>
                      <a:pt x="57" y="38"/>
                    </a:lnTo>
                    <a:lnTo>
                      <a:pt x="57" y="55"/>
                    </a:lnTo>
                    <a:lnTo>
                      <a:pt x="50" y="64"/>
                    </a:lnTo>
                    <a:lnTo>
                      <a:pt x="38" y="67"/>
                    </a:lnTo>
                    <a:lnTo>
                      <a:pt x="2" y="4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79" name="Freeform 74">
                <a:extLst>
                  <a:ext uri="{FF2B5EF4-FFF2-40B4-BE49-F238E27FC236}">
                    <a16:creationId xmlns:a16="http://schemas.microsoft.com/office/drawing/2014/main" id="{056A4EEB-DB1D-9CE4-26E2-83C8568DDB2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80" y="3265"/>
                <a:ext cx="8" cy="7"/>
              </a:xfrm>
              <a:custGeom>
                <a:avLst/>
                <a:gdLst/>
                <a:ahLst/>
                <a:cxnLst>
                  <a:cxn ang="0">
                    <a:pos x="54" y="58"/>
                  </a:cxn>
                  <a:cxn ang="0">
                    <a:pos x="35" y="56"/>
                  </a:cxn>
                  <a:cxn ang="0">
                    <a:pos x="16" y="40"/>
                  </a:cxn>
                  <a:cxn ang="0">
                    <a:pos x="2" y="19"/>
                  </a:cxn>
                  <a:cxn ang="0">
                    <a:pos x="0" y="5"/>
                  </a:cxn>
                  <a:cxn ang="0">
                    <a:pos x="10" y="0"/>
                  </a:cxn>
                  <a:cxn ang="0">
                    <a:pos x="38" y="12"/>
                  </a:cxn>
                  <a:cxn ang="0">
                    <a:pos x="54" y="9"/>
                  </a:cxn>
                  <a:cxn ang="0">
                    <a:pos x="62" y="28"/>
                  </a:cxn>
                  <a:cxn ang="0">
                    <a:pos x="54" y="58"/>
                  </a:cxn>
                </a:cxnLst>
                <a:rect l="0" t="0" r="r" b="b"/>
                <a:pathLst>
                  <a:path w="62" h="58">
                    <a:moveTo>
                      <a:pt x="54" y="58"/>
                    </a:moveTo>
                    <a:lnTo>
                      <a:pt x="35" y="56"/>
                    </a:lnTo>
                    <a:lnTo>
                      <a:pt x="16" y="40"/>
                    </a:lnTo>
                    <a:lnTo>
                      <a:pt x="2" y="19"/>
                    </a:lnTo>
                    <a:lnTo>
                      <a:pt x="0" y="5"/>
                    </a:lnTo>
                    <a:lnTo>
                      <a:pt x="10" y="0"/>
                    </a:lnTo>
                    <a:lnTo>
                      <a:pt x="38" y="12"/>
                    </a:lnTo>
                    <a:lnTo>
                      <a:pt x="54" y="9"/>
                    </a:lnTo>
                    <a:lnTo>
                      <a:pt x="62" y="28"/>
                    </a:lnTo>
                    <a:lnTo>
                      <a:pt x="54" y="5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0" name="Freeform 75">
                <a:extLst>
                  <a:ext uri="{FF2B5EF4-FFF2-40B4-BE49-F238E27FC236}">
                    <a16:creationId xmlns:a16="http://schemas.microsoft.com/office/drawing/2014/main" id="{088067F7-5176-8AFC-94BB-975B286A18D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01" y="3255"/>
                <a:ext cx="19" cy="8"/>
              </a:xfrm>
              <a:custGeom>
                <a:avLst/>
                <a:gdLst/>
                <a:ahLst/>
                <a:cxnLst>
                  <a:cxn ang="0">
                    <a:pos x="148" y="33"/>
                  </a:cxn>
                  <a:cxn ang="0">
                    <a:pos x="150" y="38"/>
                  </a:cxn>
                  <a:cxn ang="0">
                    <a:pos x="74" y="58"/>
                  </a:cxn>
                  <a:cxn ang="0">
                    <a:pos x="15" y="65"/>
                  </a:cxn>
                  <a:cxn ang="0">
                    <a:pos x="8" y="59"/>
                  </a:cxn>
                  <a:cxn ang="0">
                    <a:pos x="0" y="40"/>
                  </a:cxn>
                  <a:cxn ang="0">
                    <a:pos x="0" y="10"/>
                  </a:cxn>
                  <a:cxn ang="0">
                    <a:pos x="17" y="2"/>
                  </a:cxn>
                  <a:cxn ang="0">
                    <a:pos x="24" y="6"/>
                  </a:cxn>
                  <a:cxn ang="0">
                    <a:pos x="71" y="0"/>
                  </a:cxn>
                  <a:cxn ang="0">
                    <a:pos x="140" y="19"/>
                  </a:cxn>
                  <a:cxn ang="0">
                    <a:pos x="148" y="33"/>
                  </a:cxn>
                </a:cxnLst>
                <a:rect l="0" t="0" r="r" b="b"/>
                <a:pathLst>
                  <a:path w="150" h="65">
                    <a:moveTo>
                      <a:pt x="148" y="33"/>
                    </a:moveTo>
                    <a:lnTo>
                      <a:pt x="150" y="38"/>
                    </a:lnTo>
                    <a:lnTo>
                      <a:pt x="74" y="58"/>
                    </a:lnTo>
                    <a:lnTo>
                      <a:pt x="15" y="65"/>
                    </a:lnTo>
                    <a:lnTo>
                      <a:pt x="8" y="59"/>
                    </a:lnTo>
                    <a:lnTo>
                      <a:pt x="0" y="40"/>
                    </a:lnTo>
                    <a:lnTo>
                      <a:pt x="0" y="10"/>
                    </a:lnTo>
                    <a:lnTo>
                      <a:pt x="17" y="2"/>
                    </a:lnTo>
                    <a:lnTo>
                      <a:pt x="24" y="6"/>
                    </a:lnTo>
                    <a:lnTo>
                      <a:pt x="71" y="0"/>
                    </a:lnTo>
                    <a:lnTo>
                      <a:pt x="140" y="19"/>
                    </a:lnTo>
                    <a:lnTo>
                      <a:pt x="148" y="3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1" name="Freeform 76">
                <a:extLst>
                  <a:ext uri="{FF2B5EF4-FFF2-40B4-BE49-F238E27FC236}">
                    <a16:creationId xmlns:a16="http://schemas.microsoft.com/office/drawing/2014/main" id="{1F7C5D62-D22C-FB3F-3C7A-181A3CFD9E7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98" y="3258"/>
                <a:ext cx="55" cy="35"/>
              </a:xfrm>
              <a:custGeom>
                <a:avLst/>
                <a:gdLst/>
                <a:ahLst/>
                <a:cxnLst>
                  <a:cxn ang="0">
                    <a:pos x="4" y="76"/>
                  </a:cxn>
                  <a:cxn ang="0">
                    <a:pos x="11" y="69"/>
                  </a:cxn>
                  <a:cxn ang="0">
                    <a:pos x="70" y="60"/>
                  </a:cxn>
                  <a:cxn ang="0">
                    <a:pos x="178" y="26"/>
                  </a:cxn>
                  <a:cxn ang="0">
                    <a:pos x="247" y="24"/>
                  </a:cxn>
                  <a:cxn ang="0">
                    <a:pos x="308" y="0"/>
                  </a:cxn>
                  <a:cxn ang="0">
                    <a:pos x="330" y="1"/>
                  </a:cxn>
                  <a:cxn ang="0">
                    <a:pos x="361" y="34"/>
                  </a:cxn>
                  <a:cxn ang="0">
                    <a:pos x="369" y="57"/>
                  </a:cxn>
                  <a:cxn ang="0">
                    <a:pos x="323" y="69"/>
                  </a:cxn>
                  <a:cxn ang="0">
                    <a:pos x="296" y="67"/>
                  </a:cxn>
                  <a:cxn ang="0">
                    <a:pos x="239" y="45"/>
                  </a:cxn>
                  <a:cxn ang="0">
                    <a:pos x="230" y="50"/>
                  </a:cxn>
                  <a:cxn ang="0">
                    <a:pos x="273" y="81"/>
                  </a:cxn>
                  <a:cxn ang="0">
                    <a:pos x="366" y="91"/>
                  </a:cxn>
                  <a:cxn ang="0">
                    <a:pos x="382" y="102"/>
                  </a:cxn>
                  <a:cxn ang="0">
                    <a:pos x="385" y="118"/>
                  </a:cxn>
                  <a:cxn ang="0">
                    <a:pos x="391" y="128"/>
                  </a:cxn>
                  <a:cxn ang="0">
                    <a:pos x="328" y="128"/>
                  </a:cxn>
                  <a:cxn ang="0">
                    <a:pos x="314" y="135"/>
                  </a:cxn>
                  <a:cxn ang="0">
                    <a:pos x="315" y="145"/>
                  </a:cxn>
                  <a:cxn ang="0">
                    <a:pos x="380" y="159"/>
                  </a:cxn>
                  <a:cxn ang="0">
                    <a:pos x="404" y="174"/>
                  </a:cxn>
                  <a:cxn ang="0">
                    <a:pos x="409" y="201"/>
                  </a:cxn>
                  <a:cxn ang="0">
                    <a:pos x="425" y="208"/>
                  </a:cxn>
                  <a:cxn ang="0">
                    <a:pos x="430" y="242"/>
                  </a:cxn>
                  <a:cxn ang="0">
                    <a:pos x="442" y="269"/>
                  </a:cxn>
                  <a:cxn ang="0">
                    <a:pos x="442" y="280"/>
                  </a:cxn>
                  <a:cxn ang="0">
                    <a:pos x="430" y="280"/>
                  </a:cxn>
                  <a:cxn ang="0">
                    <a:pos x="409" y="262"/>
                  </a:cxn>
                  <a:cxn ang="0">
                    <a:pos x="395" y="242"/>
                  </a:cxn>
                  <a:cxn ang="0">
                    <a:pos x="391" y="214"/>
                  </a:cxn>
                  <a:cxn ang="0">
                    <a:pos x="370" y="208"/>
                  </a:cxn>
                  <a:cxn ang="0">
                    <a:pos x="344" y="186"/>
                  </a:cxn>
                  <a:cxn ang="0">
                    <a:pos x="282" y="204"/>
                  </a:cxn>
                  <a:cxn ang="0">
                    <a:pos x="259" y="184"/>
                  </a:cxn>
                  <a:cxn ang="0">
                    <a:pos x="254" y="152"/>
                  </a:cxn>
                  <a:cxn ang="0">
                    <a:pos x="235" y="142"/>
                  </a:cxn>
                  <a:cxn ang="0">
                    <a:pos x="228" y="126"/>
                  </a:cxn>
                  <a:cxn ang="0">
                    <a:pos x="209" y="113"/>
                  </a:cxn>
                  <a:cxn ang="0">
                    <a:pos x="161" y="111"/>
                  </a:cxn>
                  <a:cxn ang="0">
                    <a:pos x="144" y="132"/>
                  </a:cxn>
                  <a:cxn ang="0">
                    <a:pos x="156" y="159"/>
                  </a:cxn>
                  <a:cxn ang="0">
                    <a:pos x="209" y="218"/>
                  </a:cxn>
                  <a:cxn ang="0">
                    <a:pos x="133" y="214"/>
                  </a:cxn>
                  <a:cxn ang="0">
                    <a:pos x="123" y="195"/>
                  </a:cxn>
                  <a:cxn ang="0">
                    <a:pos x="121" y="178"/>
                  </a:cxn>
                  <a:cxn ang="0">
                    <a:pos x="76" y="147"/>
                  </a:cxn>
                  <a:cxn ang="0">
                    <a:pos x="78" y="138"/>
                  </a:cxn>
                  <a:cxn ang="0">
                    <a:pos x="128" y="109"/>
                  </a:cxn>
                  <a:cxn ang="0">
                    <a:pos x="135" y="98"/>
                  </a:cxn>
                  <a:cxn ang="0">
                    <a:pos x="133" y="91"/>
                  </a:cxn>
                  <a:cxn ang="0">
                    <a:pos x="109" y="95"/>
                  </a:cxn>
                  <a:cxn ang="0">
                    <a:pos x="80" y="113"/>
                  </a:cxn>
                  <a:cxn ang="0">
                    <a:pos x="25" y="120"/>
                  </a:cxn>
                  <a:cxn ang="0">
                    <a:pos x="4" y="113"/>
                  </a:cxn>
                  <a:cxn ang="0">
                    <a:pos x="0" y="93"/>
                  </a:cxn>
                  <a:cxn ang="0">
                    <a:pos x="4" y="76"/>
                  </a:cxn>
                </a:cxnLst>
                <a:rect l="0" t="0" r="r" b="b"/>
                <a:pathLst>
                  <a:path w="442" h="280">
                    <a:moveTo>
                      <a:pt x="4" y="76"/>
                    </a:moveTo>
                    <a:lnTo>
                      <a:pt x="11" y="69"/>
                    </a:lnTo>
                    <a:lnTo>
                      <a:pt x="70" y="60"/>
                    </a:lnTo>
                    <a:lnTo>
                      <a:pt x="178" y="26"/>
                    </a:lnTo>
                    <a:lnTo>
                      <a:pt x="247" y="24"/>
                    </a:lnTo>
                    <a:lnTo>
                      <a:pt x="308" y="0"/>
                    </a:lnTo>
                    <a:lnTo>
                      <a:pt x="330" y="1"/>
                    </a:lnTo>
                    <a:lnTo>
                      <a:pt x="361" y="34"/>
                    </a:lnTo>
                    <a:lnTo>
                      <a:pt x="369" y="57"/>
                    </a:lnTo>
                    <a:lnTo>
                      <a:pt x="323" y="69"/>
                    </a:lnTo>
                    <a:lnTo>
                      <a:pt x="296" y="67"/>
                    </a:lnTo>
                    <a:lnTo>
                      <a:pt x="239" y="45"/>
                    </a:lnTo>
                    <a:lnTo>
                      <a:pt x="230" y="50"/>
                    </a:lnTo>
                    <a:lnTo>
                      <a:pt x="273" y="81"/>
                    </a:lnTo>
                    <a:lnTo>
                      <a:pt x="366" y="91"/>
                    </a:lnTo>
                    <a:lnTo>
                      <a:pt x="382" y="102"/>
                    </a:lnTo>
                    <a:lnTo>
                      <a:pt x="385" y="118"/>
                    </a:lnTo>
                    <a:lnTo>
                      <a:pt x="391" y="128"/>
                    </a:lnTo>
                    <a:lnTo>
                      <a:pt x="328" y="128"/>
                    </a:lnTo>
                    <a:lnTo>
                      <a:pt x="314" y="135"/>
                    </a:lnTo>
                    <a:lnTo>
                      <a:pt x="315" y="145"/>
                    </a:lnTo>
                    <a:lnTo>
                      <a:pt x="380" y="159"/>
                    </a:lnTo>
                    <a:lnTo>
                      <a:pt x="404" y="174"/>
                    </a:lnTo>
                    <a:lnTo>
                      <a:pt x="409" y="201"/>
                    </a:lnTo>
                    <a:lnTo>
                      <a:pt x="425" y="208"/>
                    </a:lnTo>
                    <a:lnTo>
                      <a:pt x="430" y="242"/>
                    </a:lnTo>
                    <a:lnTo>
                      <a:pt x="442" y="269"/>
                    </a:lnTo>
                    <a:lnTo>
                      <a:pt x="442" y="280"/>
                    </a:lnTo>
                    <a:lnTo>
                      <a:pt x="430" y="280"/>
                    </a:lnTo>
                    <a:lnTo>
                      <a:pt x="409" y="262"/>
                    </a:lnTo>
                    <a:lnTo>
                      <a:pt x="395" y="242"/>
                    </a:lnTo>
                    <a:lnTo>
                      <a:pt x="391" y="214"/>
                    </a:lnTo>
                    <a:lnTo>
                      <a:pt x="370" y="208"/>
                    </a:lnTo>
                    <a:lnTo>
                      <a:pt x="344" y="186"/>
                    </a:lnTo>
                    <a:lnTo>
                      <a:pt x="282" y="204"/>
                    </a:lnTo>
                    <a:lnTo>
                      <a:pt x="259" y="184"/>
                    </a:lnTo>
                    <a:lnTo>
                      <a:pt x="254" y="152"/>
                    </a:lnTo>
                    <a:lnTo>
                      <a:pt x="235" y="142"/>
                    </a:lnTo>
                    <a:lnTo>
                      <a:pt x="228" y="126"/>
                    </a:lnTo>
                    <a:lnTo>
                      <a:pt x="209" y="113"/>
                    </a:lnTo>
                    <a:lnTo>
                      <a:pt x="161" y="111"/>
                    </a:lnTo>
                    <a:lnTo>
                      <a:pt x="144" y="132"/>
                    </a:lnTo>
                    <a:lnTo>
                      <a:pt x="156" y="159"/>
                    </a:lnTo>
                    <a:lnTo>
                      <a:pt x="209" y="218"/>
                    </a:lnTo>
                    <a:lnTo>
                      <a:pt x="133" y="214"/>
                    </a:lnTo>
                    <a:lnTo>
                      <a:pt x="123" y="195"/>
                    </a:lnTo>
                    <a:lnTo>
                      <a:pt x="121" y="178"/>
                    </a:lnTo>
                    <a:lnTo>
                      <a:pt x="76" y="147"/>
                    </a:lnTo>
                    <a:lnTo>
                      <a:pt x="78" y="138"/>
                    </a:lnTo>
                    <a:lnTo>
                      <a:pt x="128" y="109"/>
                    </a:lnTo>
                    <a:lnTo>
                      <a:pt x="135" y="98"/>
                    </a:lnTo>
                    <a:lnTo>
                      <a:pt x="133" y="91"/>
                    </a:lnTo>
                    <a:lnTo>
                      <a:pt x="109" y="95"/>
                    </a:lnTo>
                    <a:lnTo>
                      <a:pt x="80" y="113"/>
                    </a:lnTo>
                    <a:lnTo>
                      <a:pt x="25" y="120"/>
                    </a:lnTo>
                    <a:lnTo>
                      <a:pt x="4" y="113"/>
                    </a:lnTo>
                    <a:lnTo>
                      <a:pt x="0" y="93"/>
                    </a:lnTo>
                    <a:lnTo>
                      <a:pt x="4" y="7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2" name="Freeform 77">
                <a:extLst>
                  <a:ext uri="{FF2B5EF4-FFF2-40B4-BE49-F238E27FC236}">
                    <a16:creationId xmlns:a16="http://schemas.microsoft.com/office/drawing/2014/main" id="{69F378A4-DED8-AA12-96D7-2BE03F8A3FC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43" y="3256"/>
                <a:ext cx="34" cy="19"/>
              </a:xfrm>
              <a:custGeom>
                <a:avLst/>
                <a:gdLst/>
                <a:ahLst/>
                <a:cxnLst>
                  <a:cxn ang="0">
                    <a:pos x="41" y="36"/>
                  </a:cxn>
                  <a:cxn ang="0">
                    <a:pos x="36" y="44"/>
                  </a:cxn>
                  <a:cxn ang="0">
                    <a:pos x="6" y="34"/>
                  </a:cxn>
                  <a:cxn ang="0">
                    <a:pos x="0" y="15"/>
                  </a:cxn>
                  <a:cxn ang="0">
                    <a:pos x="105" y="0"/>
                  </a:cxn>
                  <a:cxn ang="0">
                    <a:pos x="167" y="15"/>
                  </a:cxn>
                  <a:cxn ang="0">
                    <a:pos x="239" y="21"/>
                  </a:cxn>
                  <a:cxn ang="0">
                    <a:pos x="253" y="42"/>
                  </a:cxn>
                  <a:cxn ang="0">
                    <a:pos x="268" y="99"/>
                  </a:cxn>
                  <a:cxn ang="0">
                    <a:pos x="268" y="113"/>
                  </a:cxn>
                  <a:cxn ang="0">
                    <a:pos x="265" y="126"/>
                  </a:cxn>
                  <a:cxn ang="0">
                    <a:pos x="249" y="146"/>
                  </a:cxn>
                  <a:cxn ang="0">
                    <a:pos x="227" y="155"/>
                  </a:cxn>
                  <a:cxn ang="0">
                    <a:pos x="206" y="158"/>
                  </a:cxn>
                  <a:cxn ang="0">
                    <a:pos x="198" y="150"/>
                  </a:cxn>
                  <a:cxn ang="0">
                    <a:pos x="192" y="122"/>
                  </a:cxn>
                  <a:cxn ang="0">
                    <a:pos x="169" y="115"/>
                  </a:cxn>
                  <a:cxn ang="0">
                    <a:pos x="152" y="115"/>
                  </a:cxn>
                  <a:cxn ang="0">
                    <a:pos x="152" y="131"/>
                  </a:cxn>
                  <a:cxn ang="0">
                    <a:pos x="129" y="133"/>
                  </a:cxn>
                  <a:cxn ang="0">
                    <a:pos x="119" y="129"/>
                  </a:cxn>
                  <a:cxn ang="0">
                    <a:pos x="127" y="121"/>
                  </a:cxn>
                  <a:cxn ang="0">
                    <a:pos x="57" y="109"/>
                  </a:cxn>
                  <a:cxn ang="0">
                    <a:pos x="46" y="70"/>
                  </a:cxn>
                  <a:cxn ang="0">
                    <a:pos x="41" y="36"/>
                  </a:cxn>
                </a:cxnLst>
                <a:rect l="0" t="0" r="r" b="b"/>
                <a:pathLst>
                  <a:path w="268" h="158">
                    <a:moveTo>
                      <a:pt x="41" y="36"/>
                    </a:moveTo>
                    <a:lnTo>
                      <a:pt x="36" y="44"/>
                    </a:lnTo>
                    <a:lnTo>
                      <a:pt x="6" y="34"/>
                    </a:lnTo>
                    <a:lnTo>
                      <a:pt x="0" y="15"/>
                    </a:lnTo>
                    <a:lnTo>
                      <a:pt x="105" y="0"/>
                    </a:lnTo>
                    <a:lnTo>
                      <a:pt x="167" y="15"/>
                    </a:lnTo>
                    <a:lnTo>
                      <a:pt x="239" y="21"/>
                    </a:lnTo>
                    <a:lnTo>
                      <a:pt x="253" y="42"/>
                    </a:lnTo>
                    <a:lnTo>
                      <a:pt x="268" y="99"/>
                    </a:lnTo>
                    <a:lnTo>
                      <a:pt x="268" y="113"/>
                    </a:lnTo>
                    <a:lnTo>
                      <a:pt x="265" y="126"/>
                    </a:lnTo>
                    <a:lnTo>
                      <a:pt x="249" y="146"/>
                    </a:lnTo>
                    <a:lnTo>
                      <a:pt x="227" y="155"/>
                    </a:lnTo>
                    <a:lnTo>
                      <a:pt x="206" y="158"/>
                    </a:lnTo>
                    <a:lnTo>
                      <a:pt x="198" y="150"/>
                    </a:lnTo>
                    <a:lnTo>
                      <a:pt x="192" y="122"/>
                    </a:lnTo>
                    <a:lnTo>
                      <a:pt x="169" y="115"/>
                    </a:lnTo>
                    <a:lnTo>
                      <a:pt x="152" y="115"/>
                    </a:lnTo>
                    <a:lnTo>
                      <a:pt x="152" y="131"/>
                    </a:lnTo>
                    <a:lnTo>
                      <a:pt x="129" y="133"/>
                    </a:lnTo>
                    <a:lnTo>
                      <a:pt x="119" y="129"/>
                    </a:lnTo>
                    <a:lnTo>
                      <a:pt x="127" y="121"/>
                    </a:lnTo>
                    <a:lnTo>
                      <a:pt x="57" y="109"/>
                    </a:lnTo>
                    <a:lnTo>
                      <a:pt x="46" y="70"/>
                    </a:lnTo>
                    <a:lnTo>
                      <a:pt x="41" y="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3" name="Freeform 78">
                <a:extLst>
                  <a:ext uri="{FF2B5EF4-FFF2-40B4-BE49-F238E27FC236}">
                    <a16:creationId xmlns:a16="http://schemas.microsoft.com/office/drawing/2014/main" id="{E46365A0-5DBD-8B7A-1BFE-581E8A794D1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88" y="3269"/>
                <a:ext cx="5" cy="5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28" y="0"/>
                  </a:cxn>
                  <a:cxn ang="0">
                    <a:pos x="41" y="15"/>
                  </a:cxn>
                  <a:cxn ang="0">
                    <a:pos x="38" y="23"/>
                  </a:cxn>
                  <a:cxn ang="0">
                    <a:pos x="22" y="35"/>
                  </a:cxn>
                  <a:cxn ang="0">
                    <a:pos x="7" y="29"/>
                  </a:cxn>
                  <a:cxn ang="0">
                    <a:pos x="0" y="17"/>
                  </a:cxn>
                  <a:cxn ang="0">
                    <a:pos x="3" y="4"/>
                  </a:cxn>
                </a:cxnLst>
                <a:rect l="0" t="0" r="r" b="b"/>
                <a:pathLst>
                  <a:path w="41" h="35">
                    <a:moveTo>
                      <a:pt x="3" y="4"/>
                    </a:moveTo>
                    <a:lnTo>
                      <a:pt x="28" y="0"/>
                    </a:lnTo>
                    <a:lnTo>
                      <a:pt x="41" y="15"/>
                    </a:lnTo>
                    <a:lnTo>
                      <a:pt x="38" y="23"/>
                    </a:lnTo>
                    <a:lnTo>
                      <a:pt x="22" y="35"/>
                    </a:lnTo>
                    <a:lnTo>
                      <a:pt x="7" y="29"/>
                    </a:lnTo>
                    <a:lnTo>
                      <a:pt x="0" y="17"/>
                    </a:lnTo>
                    <a:lnTo>
                      <a:pt x="3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4" name="Freeform 79">
                <a:extLst>
                  <a:ext uri="{FF2B5EF4-FFF2-40B4-BE49-F238E27FC236}">
                    <a16:creationId xmlns:a16="http://schemas.microsoft.com/office/drawing/2014/main" id="{FAB7E549-D200-44E8-01B0-1D64971CBB2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77" y="3260"/>
                <a:ext cx="8" cy="5"/>
              </a:xfrm>
              <a:custGeom>
                <a:avLst/>
                <a:gdLst/>
                <a:ahLst/>
                <a:cxnLst>
                  <a:cxn ang="0">
                    <a:pos x="61" y="44"/>
                  </a:cxn>
                  <a:cxn ang="0">
                    <a:pos x="47" y="44"/>
                  </a:cxn>
                  <a:cxn ang="0">
                    <a:pos x="18" y="22"/>
                  </a:cxn>
                  <a:cxn ang="0">
                    <a:pos x="0" y="7"/>
                  </a:cxn>
                  <a:cxn ang="0">
                    <a:pos x="0" y="0"/>
                  </a:cxn>
                  <a:cxn ang="0">
                    <a:pos x="40" y="7"/>
                  </a:cxn>
                  <a:cxn ang="0">
                    <a:pos x="58" y="27"/>
                  </a:cxn>
                  <a:cxn ang="0">
                    <a:pos x="61" y="44"/>
                  </a:cxn>
                </a:cxnLst>
                <a:rect l="0" t="0" r="r" b="b"/>
                <a:pathLst>
                  <a:path w="61" h="44">
                    <a:moveTo>
                      <a:pt x="61" y="44"/>
                    </a:moveTo>
                    <a:lnTo>
                      <a:pt x="47" y="44"/>
                    </a:lnTo>
                    <a:lnTo>
                      <a:pt x="18" y="22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40" y="7"/>
                    </a:lnTo>
                    <a:lnTo>
                      <a:pt x="58" y="27"/>
                    </a:lnTo>
                    <a:lnTo>
                      <a:pt x="61" y="4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5" name="Freeform 80">
                <a:extLst>
                  <a:ext uri="{FF2B5EF4-FFF2-40B4-BE49-F238E27FC236}">
                    <a16:creationId xmlns:a16="http://schemas.microsoft.com/office/drawing/2014/main" id="{33E26114-E6B2-4B58-B2D2-FC3B133B5C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78" y="3271"/>
                <a:ext cx="5" cy="6"/>
              </a:xfrm>
              <a:custGeom>
                <a:avLst/>
                <a:gdLst/>
                <a:ahLst/>
                <a:cxnLst>
                  <a:cxn ang="0">
                    <a:pos x="42" y="41"/>
                  </a:cxn>
                  <a:cxn ang="0">
                    <a:pos x="13" y="44"/>
                  </a:cxn>
                  <a:cxn ang="0">
                    <a:pos x="0" y="33"/>
                  </a:cxn>
                  <a:cxn ang="0">
                    <a:pos x="0" y="8"/>
                  </a:cxn>
                  <a:cxn ang="0">
                    <a:pos x="13" y="0"/>
                  </a:cxn>
                  <a:cxn ang="0">
                    <a:pos x="35" y="4"/>
                  </a:cxn>
                  <a:cxn ang="0">
                    <a:pos x="42" y="19"/>
                  </a:cxn>
                  <a:cxn ang="0">
                    <a:pos x="42" y="41"/>
                  </a:cxn>
                </a:cxnLst>
                <a:rect l="0" t="0" r="r" b="b"/>
                <a:pathLst>
                  <a:path w="42" h="44">
                    <a:moveTo>
                      <a:pt x="42" y="41"/>
                    </a:moveTo>
                    <a:lnTo>
                      <a:pt x="13" y="44"/>
                    </a:lnTo>
                    <a:lnTo>
                      <a:pt x="0" y="33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35" y="4"/>
                    </a:lnTo>
                    <a:lnTo>
                      <a:pt x="42" y="19"/>
                    </a:lnTo>
                    <a:lnTo>
                      <a:pt x="42" y="4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6" name="Freeform 81">
                <a:extLst>
                  <a:ext uri="{FF2B5EF4-FFF2-40B4-BE49-F238E27FC236}">
                    <a16:creationId xmlns:a16="http://schemas.microsoft.com/office/drawing/2014/main" id="{2C5A2A3C-79D2-7725-AEEB-897D9627AFB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546" y="1959"/>
                <a:ext cx="229" cy="1247"/>
              </a:xfrm>
              <a:custGeom>
                <a:avLst/>
                <a:gdLst/>
                <a:ahLst/>
                <a:cxnLst>
                  <a:cxn ang="0">
                    <a:pos x="1477" y="359"/>
                  </a:cxn>
                  <a:cxn ang="0">
                    <a:pos x="1453" y="585"/>
                  </a:cxn>
                  <a:cxn ang="0">
                    <a:pos x="1571" y="820"/>
                  </a:cxn>
                  <a:cxn ang="0">
                    <a:pos x="1693" y="1226"/>
                  </a:cxn>
                  <a:cxn ang="0">
                    <a:pos x="1720" y="1516"/>
                  </a:cxn>
                  <a:cxn ang="0">
                    <a:pos x="1527" y="1997"/>
                  </a:cxn>
                  <a:cxn ang="0">
                    <a:pos x="1299" y="2473"/>
                  </a:cxn>
                  <a:cxn ang="0">
                    <a:pos x="1186" y="3013"/>
                  </a:cxn>
                  <a:cxn ang="0">
                    <a:pos x="1119" y="3399"/>
                  </a:cxn>
                  <a:cxn ang="0">
                    <a:pos x="1177" y="4067"/>
                  </a:cxn>
                  <a:cxn ang="0">
                    <a:pos x="1061" y="4522"/>
                  </a:cxn>
                  <a:cxn ang="0">
                    <a:pos x="958" y="5079"/>
                  </a:cxn>
                  <a:cxn ang="0">
                    <a:pos x="820" y="5672"/>
                  </a:cxn>
                  <a:cxn ang="0">
                    <a:pos x="751" y="6291"/>
                  </a:cxn>
                  <a:cxn ang="0">
                    <a:pos x="797" y="6846"/>
                  </a:cxn>
                  <a:cxn ang="0">
                    <a:pos x="844" y="7033"/>
                  </a:cxn>
                  <a:cxn ang="0">
                    <a:pos x="838" y="7544"/>
                  </a:cxn>
                  <a:cxn ang="0">
                    <a:pos x="675" y="7988"/>
                  </a:cxn>
                  <a:cxn ang="0">
                    <a:pos x="545" y="8429"/>
                  </a:cxn>
                  <a:cxn ang="0">
                    <a:pos x="509" y="8920"/>
                  </a:cxn>
                  <a:cxn ang="0">
                    <a:pos x="707" y="8996"/>
                  </a:cxn>
                  <a:cxn ang="0">
                    <a:pos x="1208" y="9330"/>
                  </a:cxn>
                  <a:cxn ang="0">
                    <a:pos x="1402" y="9399"/>
                  </a:cxn>
                  <a:cxn ang="0">
                    <a:pos x="1058" y="9570"/>
                  </a:cxn>
                  <a:cxn ang="0">
                    <a:pos x="847" y="9948"/>
                  </a:cxn>
                  <a:cxn ang="0">
                    <a:pos x="818" y="9760"/>
                  </a:cxn>
                  <a:cxn ang="0">
                    <a:pos x="750" y="9506"/>
                  </a:cxn>
                  <a:cxn ang="0">
                    <a:pos x="673" y="9362"/>
                  </a:cxn>
                  <a:cxn ang="0">
                    <a:pos x="630" y="9242"/>
                  </a:cxn>
                  <a:cxn ang="0">
                    <a:pos x="494" y="9233"/>
                  </a:cxn>
                  <a:cxn ang="0">
                    <a:pos x="323" y="9004"/>
                  </a:cxn>
                  <a:cxn ang="0">
                    <a:pos x="313" y="8825"/>
                  </a:cxn>
                  <a:cxn ang="0">
                    <a:pos x="277" y="8563"/>
                  </a:cxn>
                  <a:cxn ang="0">
                    <a:pos x="370" y="8343"/>
                  </a:cxn>
                  <a:cxn ang="0">
                    <a:pos x="280" y="8179"/>
                  </a:cxn>
                  <a:cxn ang="0">
                    <a:pos x="234" y="8043"/>
                  </a:cxn>
                  <a:cxn ang="0">
                    <a:pos x="433" y="8007"/>
                  </a:cxn>
                  <a:cxn ang="0">
                    <a:pos x="251" y="7797"/>
                  </a:cxn>
                  <a:cxn ang="0">
                    <a:pos x="265" y="7564"/>
                  </a:cxn>
                  <a:cxn ang="0">
                    <a:pos x="58" y="7603"/>
                  </a:cxn>
                  <a:cxn ang="0">
                    <a:pos x="177" y="7374"/>
                  </a:cxn>
                  <a:cxn ang="0">
                    <a:pos x="290" y="7314"/>
                  </a:cxn>
                  <a:cxn ang="0">
                    <a:pos x="359" y="7440"/>
                  </a:cxn>
                  <a:cxn ang="0">
                    <a:pos x="465" y="7399"/>
                  </a:cxn>
                  <a:cxn ang="0">
                    <a:pos x="454" y="7283"/>
                  </a:cxn>
                  <a:cxn ang="0">
                    <a:pos x="461" y="7163"/>
                  </a:cxn>
                  <a:cxn ang="0">
                    <a:pos x="475" y="7115"/>
                  </a:cxn>
                  <a:cxn ang="0">
                    <a:pos x="586" y="6855"/>
                  </a:cxn>
                  <a:cxn ang="0">
                    <a:pos x="579" y="6662"/>
                  </a:cxn>
                  <a:cxn ang="0">
                    <a:pos x="628" y="6307"/>
                  </a:cxn>
                  <a:cxn ang="0">
                    <a:pos x="606" y="6135"/>
                  </a:cxn>
                  <a:cxn ang="0">
                    <a:pos x="560" y="6004"/>
                  </a:cxn>
                  <a:cxn ang="0">
                    <a:pos x="366" y="5926"/>
                  </a:cxn>
                  <a:cxn ang="0">
                    <a:pos x="459" y="5239"/>
                  </a:cxn>
                  <a:cxn ang="0">
                    <a:pos x="482" y="4801"/>
                  </a:cxn>
                  <a:cxn ang="0">
                    <a:pos x="656" y="4350"/>
                  </a:cxn>
                  <a:cxn ang="0">
                    <a:pos x="873" y="3655"/>
                  </a:cxn>
                  <a:cxn ang="0">
                    <a:pos x="893" y="2828"/>
                  </a:cxn>
                  <a:cxn ang="0">
                    <a:pos x="1000" y="2226"/>
                  </a:cxn>
                  <a:cxn ang="0">
                    <a:pos x="1085" y="1814"/>
                  </a:cxn>
                  <a:cxn ang="0">
                    <a:pos x="1102" y="1248"/>
                  </a:cxn>
                  <a:cxn ang="0">
                    <a:pos x="1155" y="555"/>
                  </a:cxn>
                  <a:cxn ang="0">
                    <a:pos x="1232" y="93"/>
                  </a:cxn>
                </a:cxnLst>
                <a:rect l="0" t="0" r="r" b="b"/>
                <a:pathLst>
                  <a:path w="1827" h="9972">
                    <a:moveTo>
                      <a:pt x="1288" y="0"/>
                    </a:moveTo>
                    <a:lnTo>
                      <a:pt x="1297" y="0"/>
                    </a:lnTo>
                    <a:lnTo>
                      <a:pt x="1337" y="51"/>
                    </a:lnTo>
                    <a:lnTo>
                      <a:pt x="1355" y="66"/>
                    </a:lnTo>
                    <a:lnTo>
                      <a:pt x="1381" y="104"/>
                    </a:lnTo>
                    <a:lnTo>
                      <a:pt x="1381" y="145"/>
                    </a:lnTo>
                    <a:lnTo>
                      <a:pt x="1397" y="269"/>
                    </a:lnTo>
                    <a:lnTo>
                      <a:pt x="1410" y="301"/>
                    </a:lnTo>
                    <a:lnTo>
                      <a:pt x="1430" y="324"/>
                    </a:lnTo>
                    <a:lnTo>
                      <a:pt x="1477" y="359"/>
                    </a:lnTo>
                    <a:lnTo>
                      <a:pt x="1509" y="391"/>
                    </a:lnTo>
                    <a:lnTo>
                      <a:pt x="1515" y="428"/>
                    </a:lnTo>
                    <a:lnTo>
                      <a:pt x="1500" y="449"/>
                    </a:lnTo>
                    <a:lnTo>
                      <a:pt x="1495" y="475"/>
                    </a:lnTo>
                    <a:lnTo>
                      <a:pt x="1507" y="495"/>
                    </a:lnTo>
                    <a:lnTo>
                      <a:pt x="1507" y="510"/>
                    </a:lnTo>
                    <a:lnTo>
                      <a:pt x="1500" y="518"/>
                    </a:lnTo>
                    <a:lnTo>
                      <a:pt x="1468" y="530"/>
                    </a:lnTo>
                    <a:lnTo>
                      <a:pt x="1462" y="536"/>
                    </a:lnTo>
                    <a:lnTo>
                      <a:pt x="1453" y="585"/>
                    </a:lnTo>
                    <a:lnTo>
                      <a:pt x="1453" y="608"/>
                    </a:lnTo>
                    <a:lnTo>
                      <a:pt x="1482" y="623"/>
                    </a:lnTo>
                    <a:lnTo>
                      <a:pt x="1498" y="641"/>
                    </a:lnTo>
                    <a:lnTo>
                      <a:pt x="1500" y="675"/>
                    </a:lnTo>
                    <a:lnTo>
                      <a:pt x="1498" y="703"/>
                    </a:lnTo>
                    <a:lnTo>
                      <a:pt x="1509" y="718"/>
                    </a:lnTo>
                    <a:lnTo>
                      <a:pt x="1527" y="727"/>
                    </a:lnTo>
                    <a:lnTo>
                      <a:pt x="1556" y="752"/>
                    </a:lnTo>
                    <a:lnTo>
                      <a:pt x="1562" y="768"/>
                    </a:lnTo>
                    <a:lnTo>
                      <a:pt x="1571" y="820"/>
                    </a:lnTo>
                    <a:lnTo>
                      <a:pt x="1571" y="855"/>
                    </a:lnTo>
                    <a:lnTo>
                      <a:pt x="1594" y="895"/>
                    </a:lnTo>
                    <a:lnTo>
                      <a:pt x="1605" y="980"/>
                    </a:lnTo>
                    <a:lnTo>
                      <a:pt x="1605" y="1051"/>
                    </a:lnTo>
                    <a:lnTo>
                      <a:pt x="1623" y="1138"/>
                    </a:lnTo>
                    <a:lnTo>
                      <a:pt x="1623" y="1156"/>
                    </a:lnTo>
                    <a:lnTo>
                      <a:pt x="1638" y="1203"/>
                    </a:lnTo>
                    <a:lnTo>
                      <a:pt x="1640" y="1209"/>
                    </a:lnTo>
                    <a:lnTo>
                      <a:pt x="1670" y="1222"/>
                    </a:lnTo>
                    <a:lnTo>
                      <a:pt x="1693" y="1226"/>
                    </a:lnTo>
                    <a:lnTo>
                      <a:pt x="1742" y="1222"/>
                    </a:lnTo>
                    <a:lnTo>
                      <a:pt x="1763" y="1213"/>
                    </a:lnTo>
                    <a:lnTo>
                      <a:pt x="1803" y="1213"/>
                    </a:lnTo>
                    <a:lnTo>
                      <a:pt x="1803" y="1222"/>
                    </a:lnTo>
                    <a:lnTo>
                      <a:pt x="1809" y="1226"/>
                    </a:lnTo>
                    <a:lnTo>
                      <a:pt x="1809" y="1231"/>
                    </a:lnTo>
                    <a:lnTo>
                      <a:pt x="1827" y="1251"/>
                    </a:lnTo>
                    <a:lnTo>
                      <a:pt x="1827" y="1302"/>
                    </a:lnTo>
                    <a:lnTo>
                      <a:pt x="1792" y="1486"/>
                    </a:lnTo>
                    <a:lnTo>
                      <a:pt x="1720" y="1516"/>
                    </a:lnTo>
                    <a:lnTo>
                      <a:pt x="1533" y="1603"/>
                    </a:lnTo>
                    <a:lnTo>
                      <a:pt x="1527" y="1629"/>
                    </a:lnTo>
                    <a:lnTo>
                      <a:pt x="1527" y="1657"/>
                    </a:lnTo>
                    <a:lnTo>
                      <a:pt x="1536" y="1695"/>
                    </a:lnTo>
                    <a:lnTo>
                      <a:pt x="1536" y="1737"/>
                    </a:lnTo>
                    <a:lnTo>
                      <a:pt x="1513" y="1765"/>
                    </a:lnTo>
                    <a:lnTo>
                      <a:pt x="1509" y="1774"/>
                    </a:lnTo>
                    <a:lnTo>
                      <a:pt x="1509" y="1837"/>
                    </a:lnTo>
                    <a:lnTo>
                      <a:pt x="1527" y="1896"/>
                    </a:lnTo>
                    <a:lnTo>
                      <a:pt x="1527" y="1997"/>
                    </a:lnTo>
                    <a:lnTo>
                      <a:pt x="1536" y="2043"/>
                    </a:lnTo>
                    <a:lnTo>
                      <a:pt x="1553" y="2099"/>
                    </a:lnTo>
                    <a:lnTo>
                      <a:pt x="1558" y="2156"/>
                    </a:lnTo>
                    <a:lnTo>
                      <a:pt x="1556" y="2167"/>
                    </a:lnTo>
                    <a:lnTo>
                      <a:pt x="1536" y="2182"/>
                    </a:lnTo>
                    <a:lnTo>
                      <a:pt x="1498" y="2196"/>
                    </a:lnTo>
                    <a:lnTo>
                      <a:pt x="1436" y="2252"/>
                    </a:lnTo>
                    <a:lnTo>
                      <a:pt x="1428" y="2264"/>
                    </a:lnTo>
                    <a:lnTo>
                      <a:pt x="1397" y="2362"/>
                    </a:lnTo>
                    <a:lnTo>
                      <a:pt x="1299" y="2473"/>
                    </a:lnTo>
                    <a:lnTo>
                      <a:pt x="1273" y="2575"/>
                    </a:lnTo>
                    <a:lnTo>
                      <a:pt x="1259" y="2658"/>
                    </a:lnTo>
                    <a:lnTo>
                      <a:pt x="1250" y="2688"/>
                    </a:lnTo>
                    <a:lnTo>
                      <a:pt x="1226" y="2737"/>
                    </a:lnTo>
                    <a:lnTo>
                      <a:pt x="1217" y="2771"/>
                    </a:lnTo>
                    <a:lnTo>
                      <a:pt x="1212" y="2868"/>
                    </a:lnTo>
                    <a:lnTo>
                      <a:pt x="1217" y="2908"/>
                    </a:lnTo>
                    <a:lnTo>
                      <a:pt x="1215" y="2946"/>
                    </a:lnTo>
                    <a:lnTo>
                      <a:pt x="1203" y="2998"/>
                    </a:lnTo>
                    <a:lnTo>
                      <a:pt x="1186" y="3013"/>
                    </a:lnTo>
                    <a:lnTo>
                      <a:pt x="1186" y="3030"/>
                    </a:lnTo>
                    <a:lnTo>
                      <a:pt x="1179" y="3053"/>
                    </a:lnTo>
                    <a:lnTo>
                      <a:pt x="1156" y="3079"/>
                    </a:lnTo>
                    <a:lnTo>
                      <a:pt x="1141" y="3137"/>
                    </a:lnTo>
                    <a:lnTo>
                      <a:pt x="1113" y="3193"/>
                    </a:lnTo>
                    <a:lnTo>
                      <a:pt x="1104" y="3201"/>
                    </a:lnTo>
                    <a:lnTo>
                      <a:pt x="1090" y="3248"/>
                    </a:lnTo>
                    <a:lnTo>
                      <a:pt x="1083" y="3309"/>
                    </a:lnTo>
                    <a:lnTo>
                      <a:pt x="1083" y="3361"/>
                    </a:lnTo>
                    <a:lnTo>
                      <a:pt x="1119" y="3399"/>
                    </a:lnTo>
                    <a:lnTo>
                      <a:pt x="1119" y="3514"/>
                    </a:lnTo>
                    <a:lnTo>
                      <a:pt x="1171" y="3643"/>
                    </a:lnTo>
                    <a:lnTo>
                      <a:pt x="1174" y="3683"/>
                    </a:lnTo>
                    <a:lnTo>
                      <a:pt x="1171" y="3730"/>
                    </a:lnTo>
                    <a:lnTo>
                      <a:pt x="1200" y="3761"/>
                    </a:lnTo>
                    <a:lnTo>
                      <a:pt x="1208" y="3781"/>
                    </a:lnTo>
                    <a:lnTo>
                      <a:pt x="1221" y="3856"/>
                    </a:lnTo>
                    <a:lnTo>
                      <a:pt x="1226" y="3927"/>
                    </a:lnTo>
                    <a:lnTo>
                      <a:pt x="1226" y="3987"/>
                    </a:lnTo>
                    <a:lnTo>
                      <a:pt x="1177" y="4067"/>
                    </a:lnTo>
                    <a:lnTo>
                      <a:pt x="1153" y="4112"/>
                    </a:lnTo>
                    <a:lnTo>
                      <a:pt x="1144" y="4142"/>
                    </a:lnTo>
                    <a:lnTo>
                      <a:pt x="1130" y="4234"/>
                    </a:lnTo>
                    <a:lnTo>
                      <a:pt x="1124" y="4246"/>
                    </a:lnTo>
                    <a:lnTo>
                      <a:pt x="1083" y="4281"/>
                    </a:lnTo>
                    <a:lnTo>
                      <a:pt x="1086" y="4400"/>
                    </a:lnTo>
                    <a:lnTo>
                      <a:pt x="1097" y="4467"/>
                    </a:lnTo>
                    <a:lnTo>
                      <a:pt x="1097" y="4496"/>
                    </a:lnTo>
                    <a:lnTo>
                      <a:pt x="1086" y="4507"/>
                    </a:lnTo>
                    <a:lnTo>
                      <a:pt x="1061" y="4522"/>
                    </a:lnTo>
                    <a:lnTo>
                      <a:pt x="1052" y="4533"/>
                    </a:lnTo>
                    <a:lnTo>
                      <a:pt x="1046" y="4562"/>
                    </a:lnTo>
                    <a:lnTo>
                      <a:pt x="1037" y="4572"/>
                    </a:lnTo>
                    <a:lnTo>
                      <a:pt x="1014" y="4574"/>
                    </a:lnTo>
                    <a:lnTo>
                      <a:pt x="999" y="4583"/>
                    </a:lnTo>
                    <a:lnTo>
                      <a:pt x="973" y="4615"/>
                    </a:lnTo>
                    <a:lnTo>
                      <a:pt x="958" y="4671"/>
                    </a:lnTo>
                    <a:lnTo>
                      <a:pt x="941" y="4825"/>
                    </a:lnTo>
                    <a:lnTo>
                      <a:pt x="941" y="4969"/>
                    </a:lnTo>
                    <a:lnTo>
                      <a:pt x="958" y="5079"/>
                    </a:lnTo>
                    <a:lnTo>
                      <a:pt x="973" y="5126"/>
                    </a:lnTo>
                    <a:lnTo>
                      <a:pt x="973" y="5175"/>
                    </a:lnTo>
                    <a:lnTo>
                      <a:pt x="961" y="5213"/>
                    </a:lnTo>
                    <a:lnTo>
                      <a:pt x="926" y="5246"/>
                    </a:lnTo>
                    <a:lnTo>
                      <a:pt x="908" y="5268"/>
                    </a:lnTo>
                    <a:lnTo>
                      <a:pt x="899" y="5289"/>
                    </a:lnTo>
                    <a:lnTo>
                      <a:pt x="888" y="5347"/>
                    </a:lnTo>
                    <a:lnTo>
                      <a:pt x="820" y="5588"/>
                    </a:lnTo>
                    <a:lnTo>
                      <a:pt x="818" y="5608"/>
                    </a:lnTo>
                    <a:lnTo>
                      <a:pt x="820" y="5672"/>
                    </a:lnTo>
                    <a:lnTo>
                      <a:pt x="785" y="5833"/>
                    </a:lnTo>
                    <a:lnTo>
                      <a:pt x="778" y="5948"/>
                    </a:lnTo>
                    <a:lnTo>
                      <a:pt x="792" y="6007"/>
                    </a:lnTo>
                    <a:lnTo>
                      <a:pt x="823" y="6039"/>
                    </a:lnTo>
                    <a:lnTo>
                      <a:pt x="829" y="6056"/>
                    </a:lnTo>
                    <a:lnTo>
                      <a:pt x="829" y="6105"/>
                    </a:lnTo>
                    <a:lnTo>
                      <a:pt x="827" y="6122"/>
                    </a:lnTo>
                    <a:lnTo>
                      <a:pt x="812" y="6155"/>
                    </a:lnTo>
                    <a:lnTo>
                      <a:pt x="774" y="6207"/>
                    </a:lnTo>
                    <a:lnTo>
                      <a:pt x="751" y="6291"/>
                    </a:lnTo>
                    <a:lnTo>
                      <a:pt x="751" y="6431"/>
                    </a:lnTo>
                    <a:lnTo>
                      <a:pt x="762" y="6455"/>
                    </a:lnTo>
                    <a:lnTo>
                      <a:pt x="778" y="6468"/>
                    </a:lnTo>
                    <a:lnTo>
                      <a:pt x="780" y="6484"/>
                    </a:lnTo>
                    <a:lnTo>
                      <a:pt x="778" y="6591"/>
                    </a:lnTo>
                    <a:lnTo>
                      <a:pt x="780" y="6611"/>
                    </a:lnTo>
                    <a:lnTo>
                      <a:pt x="803" y="6649"/>
                    </a:lnTo>
                    <a:lnTo>
                      <a:pt x="812" y="6706"/>
                    </a:lnTo>
                    <a:lnTo>
                      <a:pt x="794" y="6826"/>
                    </a:lnTo>
                    <a:lnTo>
                      <a:pt x="797" y="6846"/>
                    </a:lnTo>
                    <a:lnTo>
                      <a:pt x="827" y="6846"/>
                    </a:lnTo>
                    <a:lnTo>
                      <a:pt x="883" y="6864"/>
                    </a:lnTo>
                    <a:lnTo>
                      <a:pt x="912" y="6895"/>
                    </a:lnTo>
                    <a:lnTo>
                      <a:pt x="915" y="6931"/>
                    </a:lnTo>
                    <a:lnTo>
                      <a:pt x="906" y="6965"/>
                    </a:lnTo>
                    <a:lnTo>
                      <a:pt x="852" y="6968"/>
                    </a:lnTo>
                    <a:lnTo>
                      <a:pt x="792" y="6959"/>
                    </a:lnTo>
                    <a:lnTo>
                      <a:pt x="778" y="6968"/>
                    </a:lnTo>
                    <a:lnTo>
                      <a:pt x="792" y="7009"/>
                    </a:lnTo>
                    <a:lnTo>
                      <a:pt x="844" y="7033"/>
                    </a:lnTo>
                    <a:lnTo>
                      <a:pt x="885" y="7079"/>
                    </a:lnTo>
                    <a:lnTo>
                      <a:pt x="885" y="7120"/>
                    </a:lnTo>
                    <a:lnTo>
                      <a:pt x="864" y="7137"/>
                    </a:lnTo>
                    <a:lnTo>
                      <a:pt x="850" y="7157"/>
                    </a:lnTo>
                    <a:lnTo>
                      <a:pt x="844" y="7195"/>
                    </a:lnTo>
                    <a:lnTo>
                      <a:pt x="844" y="7300"/>
                    </a:lnTo>
                    <a:lnTo>
                      <a:pt x="838" y="7320"/>
                    </a:lnTo>
                    <a:lnTo>
                      <a:pt x="838" y="7370"/>
                    </a:lnTo>
                    <a:lnTo>
                      <a:pt x="844" y="7399"/>
                    </a:lnTo>
                    <a:lnTo>
                      <a:pt x="838" y="7544"/>
                    </a:lnTo>
                    <a:lnTo>
                      <a:pt x="818" y="7606"/>
                    </a:lnTo>
                    <a:lnTo>
                      <a:pt x="792" y="7663"/>
                    </a:lnTo>
                    <a:lnTo>
                      <a:pt x="785" y="7701"/>
                    </a:lnTo>
                    <a:lnTo>
                      <a:pt x="747" y="7773"/>
                    </a:lnTo>
                    <a:lnTo>
                      <a:pt x="692" y="7844"/>
                    </a:lnTo>
                    <a:lnTo>
                      <a:pt x="680" y="7872"/>
                    </a:lnTo>
                    <a:lnTo>
                      <a:pt x="675" y="7892"/>
                    </a:lnTo>
                    <a:lnTo>
                      <a:pt x="672" y="7952"/>
                    </a:lnTo>
                    <a:lnTo>
                      <a:pt x="675" y="7952"/>
                    </a:lnTo>
                    <a:lnTo>
                      <a:pt x="675" y="7988"/>
                    </a:lnTo>
                    <a:lnTo>
                      <a:pt x="687" y="8008"/>
                    </a:lnTo>
                    <a:lnTo>
                      <a:pt x="696" y="8053"/>
                    </a:lnTo>
                    <a:lnTo>
                      <a:pt x="692" y="8088"/>
                    </a:lnTo>
                    <a:lnTo>
                      <a:pt x="680" y="8097"/>
                    </a:lnTo>
                    <a:lnTo>
                      <a:pt x="675" y="8113"/>
                    </a:lnTo>
                    <a:lnTo>
                      <a:pt x="663" y="8196"/>
                    </a:lnTo>
                    <a:lnTo>
                      <a:pt x="649" y="8246"/>
                    </a:lnTo>
                    <a:lnTo>
                      <a:pt x="640" y="8264"/>
                    </a:lnTo>
                    <a:lnTo>
                      <a:pt x="596" y="8320"/>
                    </a:lnTo>
                    <a:lnTo>
                      <a:pt x="545" y="8429"/>
                    </a:lnTo>
                    <a:lnTo>
                      <a:pt x="527" y="8443"/>
                    </a:lnTo>
                    <a:lnTo>
                      <a:pt x="506" y="8486"/>
                    </a:lnTo>
                    <a:lnTo>
                      <a:pt x="478" y="8611"/>
                    </a:lnTo>
                    <a:lnTo>
                      <a:pt x="478" y="8661"/>
                    </a:lnTo>
                    <a:lnTo>
                      <a:pt x="471" y="8698"/>
                    </a:lnTo>
                    <a:lnTo>
                      <a:pt x="471" y="8821"/>
                    </a:lnTo>
                    <a:lnTo>
                      <a:pt x="478" y="8830"/>
                    </a:lnTo>
                    <a:lnTo>
                      <a:pt x="485" y="8888"/>
                    </a:lnTo>
                    <a:lnTo>
                      <a:pt x="498" y="8914"/>
                    </a:lnTo>
                    <a:lnTo>
                      <a:pt x="509" y="8920"/>
                    </a:lnTo>
                    <a:lnTo>
                      <a:pt x="527" y="8905"/>
                    </a:lnTo>
                    <a:lnTo>
                      <a:pt x="538" y="8880"/>
                    </a:lnTo>
                    <a:lnTo>
                      <a:pt x="571" y="8858"/>
                    </a:lnTo>
                    <a:lnTo>
                      <a:pt x="645" y="8873"/>
                    </a:lnTo>
                    <a:lnTo>
                      <a:pt x="663" y="8847"/>
                    </a:lnTo>
                    <a:lnTo>
                      <a:pt x="669" y="8847"/>
                    </a:lnTo>
                    <a:lnTo>
                      <a:pt x="687" y="8853"/>
                    </a:lnTo>
                    <a:lnTo>
                      <a:pt x="692" y="8864"/>
                    </a:lnTo>
                    <a:lnTo>
                      <a:pt x="704" y="8934"/>
                    </a:lnTo>
                    <a:lnTo>
                      <a:pt x="707" y="8996"/>
                    </a:lnTo>
                    <a:lnTo>
                      <a:pt x="704" y="9222"/>
                    </a:lnTo>
                    <a:lnTo>
                      <a:pt x="707" y="9242"/>
                    </a:lnTo>
                    <a:lnTo>
                      <a:pt x="734" y="9292"/>
                    </a:lnTo>
                    <a:lnTo>
                      <a:pt x="751" y="9312"/>
                    </a:lnTo>
                    <a:lnTo>
                      <a:pt x="805" y="9335"/>
                    </a:lnTo>
                    <a:lnTo>
                      <a:pt x="1025" y="9335"/>
                    </a:lnTo>
                    <a:lnTo>
                      <a:pt x="1043" y="9344"/>
                    </a:lnTo>
                    <a:lnTo>
                      <a:pt x="1063" y="9344"/>
                    </a:lnTo>
                    <a:lnTo>
                      <a:pt x="1139" y="9341"/>
                    </a:lnTo>
                    <a:lnTo>
                      <a:pt x="1208" y="9330"/>
                    </a:lnTo>
                    <a:lnTo>
                      <a:pt x="1253" y="9333"/>
                    </a:lnTo>
                    <a:lnTo>
                      <a:pt x="1351" y="9365"/>
                    </a:lnTo>
                    <a:lnTo>
                      <a:pt x="1477" y="9388"/>
                    </a:lnTo>
                    <a:lnTo>
                      <a:pt x="1536" y="9420"/>
                    </a:lnTo>
                    <a:lnTo>
                      <a:pt x="1556" y="9423"/>
                    </a:lnTo>
                    <a:lnTo>
                      <a:pt x="1557" y="9438"/>
                    </a:lnTo>
                    <a:lnTo>
                      <a:pt x="1543" y="9441"/>
                    </a:lnTo>
                    <a:lnTo>
                      <a:pt x="1498" y="9431"/>
                    </a:lnTo>
                    <a:lnTo>
                      <a:pt x="1454" y="9431"/>
                    </a:lnTo>
                    <a:lnTo>
                      <a:pt x="1402" y="9399"/>
                    </a:lnTo>
                    <a:lnTo>
                      <a:pt x="1372" y="9397"/>
                    </a:lnTo>
                    <a:lnTo>
                      <a:pt x="1317" y="9423"/>
                    </a:lnTo>
                    <a:lnTo>
                      <a:pt x="1307" y="9453"/>
                    </a:lnTo>
                    <a:lnTo>
                      <a:pt x="1290" y="9480"/>
                    </a:lnTo>
                    <a:lnTo>
                      <a:pt x="1226" y="9492"/>
                    </a:lnTo>
                    <a:lnTo>
                      <a:pt x="1161" y="9530"/>
                    </a:lnTo>
                    <a:lnTo>
                      <a:pt x="1142" y="9548"/>
                    </a:lnTo>
                    <a:lnTo>
                      <a:pt x="1112" y="9558"/>
                    </a:lnTo>
                    <a:lnTo>
                      <a:pt x="1085" y="9554"/>
                    </a:lnTo>
                    <a:lnTo>
                      <a:pt x="1058" y="9570"/>
                    </a:lnTo>
                    <a:lnTo>
                      <a:pt x="1024" y="9581"/>
                    </a:lnTo>
                    <a:lnTo>
                      <a:pt x="1024" y="9669"/>
                    </a:lnTo>
                    <a:lnTo>
                      <a:pt x="997" y="9766"/>
                    </a:lnTo>
                    <a:lnTo>
                      <a:pt x="990" y="9901"/>
                    </a:lnTo>
                    <a:lnTo>
                      <a:pt x="982" y="9931"/>
                    </a:lnTo>
                    <a:lnTo>
                      <a:pt x="971" y="9957"/>
                    </a:lnTo>
                    <a:lnTo>
                      <a:pt x="960" y="9969"/>
                    </a:lnTo>
                    <a:lnTo>
                      <a:pt x="937" y="9972"/>
                    </a:lnTo>
                    <a:lnTo>
                      <a:pt x="880" y="9950"/>
                    </a:lnTo>
                    <a:lnTo>
                      <a:pt x="847" y="9948"/>
                    </a:lnTo>
                    <a:lnTo>
                      <a:pt x="769" y="9910"/>
                    </a:lnTo>
                    <a:lnTo>
                      <a:pt x="725" y="9868"/>
                    </a:lnTo>
                    <a:lnTo>
                      <a:pt x="706" y="9831"/>
                    </a:lnTo>
                    <a:lnTo>
                      <a:pt x="708" y="9791"/>
                    </a:lnTo>
                    <a:lnTo>
                      <a:pt x="742" y="9773"/>
                    </a:lnTo>
                    <a:lnTo>
                      <a:pt x="751" y="9802"/>
                    </a:lnTo>
                    <a:lnTo>
                      <a:pt x="746" y="9826"/>
                    </a:lnTo>
                    <a:lnTo>
                      <a:pt x="780" y="9809"/>
                    </a:lnTo>
                    <a:lnTo>
                      <a:pt x="794" y="9783"/>
                    </a:lnTo>
                    <a:lnTo>
                      <a:pt x="818" y="9760"/>
                    </a:lnTo>
                    <a:lnTo>
                      <a:pt x="868" y="9752"/>
                    </a:lnTo>
                    <a:lnTo>
                      <a:pt x="914" y="9724"/>
                    </a:lnTo>
                    <a:lnTo>
                      <a:pt x="942" y="9697"/>
                    </a:lnTo>
                    <a:lnTo>
                      <a:pt x="961" y="9651"/>
                    </a:lnTo>
                    <a:lnTo>
                      <a:pt x="967" y="9623"/>
                    </a:lnTo>
                    <a:lnTo>
                      <a:pt x="923" y="9596"/>
                    </a:lnTo>
                    <a:lnTo>
                      <a:pt x="899" y="9565"/>
                    </a:lnTo>
                    <a:lnTo>
                      <a:pt x="877" y="9520"/>
                    </a:lnTo>
                    <a:lnTo>
                      <a:pt x="837" y="9509"/>
                    </a:lnTo>
                    <a:lnTo>
                      <a:pt x="750" y="9506"/>
                    </a:lnTo>
                    <a:lnTo>
                      <a:pt x="696" y="9527"/>
                    </a:lnTo>
                    <a:lnTo>
                      <a:pt x="673" y="9548"/>
                    </a:lnTo>
                    <a:lnTo>
                      <a:pt x="673" y="9523"/>
                    </a:lnTo>
                    <a:lnTo>
                      <a:pt x="666" y="9501"/>
                    </a:lnTo>
                    <a:lnTo>
                      <a:pt x="609" y="9514"/>
                    </a:lnTo>
                    <a:lnTo>
                      <a:pt x="609" y="9490"/>
                    </a:lnTo>
                    <a:lnTo>
                      <a:pt x="619" y="9472"/>
                    </a:lnTo>
                    <a:lnTo>
                      <a:pt x="663" y="9447"/>
                    </a:lnTo>
                    <a:lnTo>
                      <a:pt x="677" y="9407"/>
                    </a:lnTo>
                    <a:lnTo>
                      <a:pt x="673" y="9362"/>
                    </a:lnTo>
                    <a:lnTo>
                      <a:pt x="632" y="9311"/>
                    </a:lnTo>
                    <a:lnTo>
                      <a:pt x="666" y="9299"/>
                    </a:lnTo>
                    <a:lnTo>
                      <a:pt x="668" y="9275"/>
                    </a:lnTo>
                    <a:lnTo>
                      <a:pt x="663" y="9242"/>
                    </a:lnTo>
                    <a:lnTo>
                      <a:pt x="632" y="9202"/>
                    </a:lnTo>
                    <a:lnTo>
                      <a:pt x="575" y="9149"/>
                    </a:lnTo>
                    <a:lnTo>
                      <a:pt x="530" y="9126"/>
                    </a:lnTo>
                    <a:lnTo>
                      <a:pt x="511" y="9123"/>
                    </a:lnTo>
                    <a:lnTo>
                      <a:pt x="632" y="9213"/>
                    </a:lnTo>
                    <a:lnTo>
                      <a:pt x="630" y="9242"/>
                    </a:lnTo>
                    <a:lnTo>
                      <a:pt x="609" y="9249"/>
                    </a:lnTo>
                    <a:lnTo>
                      <a:pt x="577" y="9234"/>
                    </a:lnTo>
                    <a:lnTo>
                      <a:pt x="546" y="9204"/>
                    </a:lnTo>
                    <a:lnTo>
                      <a:pt x="537" y="9209"/>
                    </a:lnTo>
                    <a:lnTo>
                      <a:pt x="560" y="9265"/>
                    </a:lnTo>
                    <a:lnTo>
                      <a:pt x="546" y="9301"/>
                    </a:lnTo>
                    <a:lnTo>
                      <a:pt x="525" y="9317"/>
                    </a:lnTo>
                    <a:lnTo>
                      <a:pt x="513" y="9299"/>
                    </a:lnTo>
                    <a:lnTo>
                      <a:pt x="501" y="9268"/>
                    </a:lnTo>
                    <a:lnTo>
                      <a:pt x="494" y="9233"/>
                    </a:lnTo>
                    <a:lnTo>
                      <a:pt x="470" y="9177"/>
                    </a:lnTo>
                    <a:lnTo>
                      <a:pt x="494" y="9236"/>
                    </a:lnTo>
                    <a:lnTo>
                      <a:pt x="499" y="9292"/>
                    </a:lnTo>
                    <a:lnTo>
                      <a:pt x="494" y="9340"/>
                    </a:lnTo>
                    <a:lnTo>
                      <a:pt x="473" y="9337"/>
                    </a:lnTo>
                    <a:lnTo>
                      <a:pt x="454" y="9326"/>
                    </a:lnTo>
                    <a:lnTo>
                      <a:pt x="440" y="9280"/>
                    </a:lnTo>
                    <a:lnTo>
                      <a:pt x="446" y="9185"/>
                    </a:lnTo>
                    <a:lnTo>
                      <a:pt x="418" y="9109"/>
                    </a:lnTo>
                    <a:lnTo>
                      <a:pt x="323" y="9004"/>
                    </a:lnTo>
                    <a:lnTo>
                      <a:pt x="311" y="8959"/>
                    </a:lnTo>
                    <a:lnTo>
                      <a:pt x="320" y="8930"/>
                    </a:lnTo>
                    <a:lnTo>
                      <a:pt x="366" y="8930"/>
                    </a:lnTo>
                    <a:lnTo>
                      <a:pt x="404" y="8916"/>
                    </a:lnTo>
                    <a:lnTo>
                      <a:pt x="402" y="8871"/>
                    </a:lnTo>
                    <a:lnTo>
                      <a:pt x="387" y="8861"/>
                    </a:lnTo>
                    <a:lnTo>
                      <a:pt x="375" y="8888"/>
                    </a:lnTo>
                    <a:lnTo>
                      <a:pt x="353" y="8888"/>
                    </a:lnTo>
                    <a:lnTo>
                      <a:pt x="332" y="8866"/>
                    </a:lnTo>
                    <a:lnTo>
                      <a:pt x="313" y="8825"/>
                    </a:lnTo>
                    <a:lnTo>
                      <a:pt x="326" y="8801"/>
                    </a:lnTo>
                    <a:lnTo>
                      <a:pt x="370" y="8816"/>
                    </a:lnTo>
                    <a:lnTo>
                      <a:pt x="364" y="8801"/>
                    </a:lnTo>
                    <a:lnTo>
                      <a:pt x="341" y="8775"/>
                    </a:lnTo>
                    <a:lnTo>
                      <a:pt x="292" y="8768"/>
                    </a:lnTo>
                    <a:lnTo>
                      <a:pt x="265" y="8752"/>
                    </a:lnTo>
                    <a:lnTo>
                      <a:pt x="238" y="8723"/>
                    </a:lnTo>
                    <a:lnTo>
                      <a:pt x="219" y="8685"/>
                    </a:lnTo>
                    <a:lnTo>
                      <a:pt x="273" y="8628"/>
                    </a:lnTo>
                    <a:lnTo>
                      <a:pt x="277" y="8563"/>
                    </a:lnTo>
                    <a:lnTo>
                      <a:pt x="287" y="8550"/>
                    </a:lnTo>
                    <a:lnTo>
                      <a:pt x="287" y="8525"/>
                    </a:lnTo>
                    <a:lnTo>
                      <a:pt x="347" y="8486"/>
                    </a:lnTo>
                    <a:lnTo>
                      <a:pt x="370" y="8494"/>
                    </a:lnTo>
                    <a:lnTo>
                      <a:pt x="387" y="8494"/>
                    </a:lnTo>
                    <a:lnTo>
                      <a:pt x="387" y="8484"/>
                    </a:lnTo>
                    <a:lnTo>
                      <a:pt x="364" y="8470"/>
                    </a:lnTo>
                    <a:lnTo>
                      <a:pt x="353" y="8447"/>
                    </a:lnTo>
                    <a:lnTo>
                      <a:pt x="387" y="8335"/>
                    </a:lnTo>
                    <a:lnTo>
                      <a:pt x="370" y="8343"/>
                    </a:lnTo>
                    <a:lnTo>
                      <a:pt x="334" y="8374"/>
                    </a:lnTo>
                    <a:lnTo>
                      <a:pt x="328" y="8410"/>
                    </a:lnTo>
                    <a:lnTo>
                      <a:pt x="309" y="8447"/>
                    </a:lnTo>
                    <a:lnTo>
                      <a:pt x="287" y="8435"/>
                    </a:lnTo>
                    <a:lnTo>
                      <a:pt x="280" y="8405"/>
                    </a:lnTo>
                    <a:lnTo>
                      <a:pt x="275" y="8349"/>
                    </a:lnTo>
                    <a:lnTo>
                      <a:pt x="275" y="8227"/>
                    </a:lnTo>
                    <a:lnTo>
                      <a:pt x="290" y="8206"/>
                    </a:lnTo>
                    <a:lnTo>
                      <a:pt x="305" y="8208"/>
                    </a:lnTo>
                    <a:lnTo>
                      <a:pt x="280" y="8179"/>
                    </a:lnTo>
                    <a:lnTo>
                      <a:pt x="290" y="8136"/>
                    </a:lnTo>
                    <a:lnTo>
                      <a:pt x="351" y="8130"/>
                    </a:lnTo>
                    <a:lnTo>
                      <a:pt x="392" y="8164"/>
                    </a:lnTo>
                    <a:lnTo>
                      <a:pt x="380" y="8132"/>
                    </a:lnTo>
                    <a:lnTo>
                      <a:pt x="370" y="8084"/>
                    </a:lnTo>
                    <a:lnTo>
                      <a:pt x="353" y="8101"/>
                    </a:lnTo>
                    <a:lnTo>
                      <a:pt x="273" y="8123"/>
                    </a:lnTo>
                    <a:lnTo>
                      <a:pt x="260" y="8109"/>
                    </a:lnTo>
                    <a:lnTo>
                      <a:pt x="251" y="8070"/>
                    </a:lnTo>
                    <a:lnTo>
                      <a:pt x="234" y="8043"/>
                    </a:lnTo>
                    <a:lnTo>
                      <a:pt x="234" y="7960"/>
                    </a:lnTo>
                    <a:lnTo>
                      <a:pt x="265" y="7968"/>
                    </a:lnTo>
                    <a:lnTo>
                      <a:pt x="287" y="8007"/>
                    </a:lnTo>
                    <a:lnTo>
                      <a:pt x="301" y="8045"/>
                    </a:lnTo>
                    <a:lnTo>
                      <a:pt x="296" y="7987"/>
                    </a:lnTo>
                    <a:lnTo>
                      <a:pt x="311" y="7975"/>
                    </a:lnTo>
                    <a:lnTo>
                      <a:pt x="394" y="7993"/>
                    </a:lnTo>
                    <a:lnTo>
                      <a:pt x="456" y="8040"/>
                    </a:lnTo>
                    <a:lnTo>
                      <a:pt x="482" y="8037"/>
                    </a:lnTo>
                    <a:lnTo>
                      <a:pt x="433" y="8007"/>
                    </a:lnTo>
                    <a:lnTo>
                      <a:pt x="406" y="7952"/>
                    </a:lnTo>
                    <a:lnTo>
                      <a:pt x="394" y="7900"/>
                    </a:lnTo>
                    <a:lnTo>
                      <a:pt x="383" y="7875"/>
                    </a:lnTo>
                    <a:lnTo>
                      <a:pt x="373" y="7902"/>
                    </a:lnTo>
                    <a:lnTo>
                      <a:pt x="323" y="7900"/>
                    </a:lnTo>
                    <a:lnTo>
                      <a:pt x="304" y="7878"/>
                    </a:lnTo>
                    <a:lnTo>
                      <a:pt x="305" y="7858"/>
                    </a:lnTo>
                    <a:lnTo>
                      <a:pt x="334" y="7835"/>
                    </a:lnTo>
                    <a:lnTo>
                      <a:pt x="301" y="7826"/>
                    </a:lnTo>
                    <a:lnTo>
                      <a:pt x="251" y="7797"/>
                    </a:lnTo>
                    <a:lnTo>
                      <a:pt x="238" y="7785"/>
                    </a:lnTo>
                    <a:lnTo>
                      <a:pt x="260" y="7746"/>
                    </a:lnTo>
                    <a:lnTo>
                      <a:pt x="301" y="7724"/>
                    </a:lnTo>
                    <a:lnTo>
                      <a:pt x="334" y="7713"/>
                    </a:lnTo>
                    <a:lnTo>
                      <a:pt x="305" y="7685"/>
                    </a:lnTo>
                    <a:lnTo>
                      <a:pt x="345" y="7649"/>
                    </a:lnTo>
                    <a:lnTo>
                      <a:pt x="332" y="7638"/>
                    </a:lnTo>
                    <a:lnTo>
                      <a:pt x="320" y="7611"/>
                    </a:lnTo>
                    <a:lnTo>
                      <a:pt x="292" y="7583"/>
                    </a:lnTo>
                    <a:lnTo>
                      <a:pt x="265" y="7564"/>
                    </a:lnTo>
                    <a:lnTo>
                      <a:pt x="234" y="7566"/>
                    </a:lnTo>
                    <a:lnTo>
                      <a:pt x="213" y="7590"/>
                    </a:lnTo>
                    <a:lnTo>
                      <a:pt x="191" y="7597"/>
                    </a:lnTo>
                    <a:lnTo>
                      <a:pt x="134" y="7569"/>
                    </a:lnTo>
                    <a:lnTo>
                      <a:pt x="113" y="7542"/>
                    </a:lnTo>
                    <a:lnTo>
                      <a:pt x="88" y="7523"/>
                    </a:lnTo>
                    <a:lnTo>
                      <a:pt x="55" y="7541"/>
                    </a:lnTo>
                    <a:lnTo>
                      <a:pt x="31" y="7561"/>
                    </a:lnTo>
                    <a:lnTo>
                      <a:pt x="48" y="7573"/>
                    </a:lnTo>
                    <a:lnTo>
                      <a:pt x="58" y="7603"/>
                    </a:lnTo>
                    <a:lnTo>
                      <a:pt x="48" y="7640"/>
                    </a:lnTo>
                    <a:lnTo>
                      <a:pt x="8" y="7634"/>
                    </a:lnTo>
                    <a:lnTo>
                      <a:pt x="0" y="7597"/>
                    </a:lnTo>
                    <a:lnTo>
                      <a:pt x="18" y="7516"/>
                    </a:lnTo>
                    <a:lnTo>
                      <a:pt x="48" y="7499"/>
                    </a:lnTo>
                    <a:lnTo>
                      <a:pt x="79" y="7470"/>
                    </a:lnTo>
                    <a:lnTo>
                      <a:pt x="110" y="7425"/>
                    </a:lnTo>
                    <a:lnTo>
                      <a:pt x="141" y="7421"/>
                    </a:lnTo>
                    <a:lnTo>
                      <a:pt x="177" y="7402"/>
                    </a:lnTo>
                    <a:lnTo>
                      <a:pt x="177" y="7374"/>
                    </a:lnTo>
                    <a:lnTo>
                      <a:pt x="164" y="7367"/>
                    </a:lnTo>
                    <a:lnTo>
                      <a:pt x="143" y="7374"/>
                    </a:lnTo>
                    <a:lnTo>
                      <a:pt x="129" y="7364"/>
                    </a:lnTo>
                    <a:lnTo>
                      <a:pt x="120" y="7345"/>
                    </a:lnTo>
                    <a:lnTo>
                      <a:pt x="117" y="7311"/>
                    </a:lnTo>
                    <a:lnTo>
                      <a:pt x="187" y="7300"/>
                    </a:lnTo>
                    <a:lnTo>
                      <a:pt x="219" y="7307"/>
                    </a:lnTo>
                    <a:lnTo>
                      <a:pt x="237" y="7321"/>
                    </a:lnTo>
                    <a:lnTo>
                      <a:pt x="265" y="7300"/>
                    </a:lnTo>
                    <a:lnTo>
                      <a:pt x="290" y="7314"/>
                    </a:lnTo>
                    <a:lnTo>
                      <a:pt x="311" y="7330"/>
                    </a:lnTo>
                    <a:lnTo>
                      <a:pt x="304" y="7358"/>
                    </a:lnTo>
                    <a:lnTo>
                      <a:pt x="305" y="7383"/>
                    </a:lnTo>
                    <a:lnTo>
                      <a:pt x="326" y="7364"/>
                    </a:lnTo>
                    <a:lnTo>
                      <a:pt x="328" y="7390"/>
                    </a:lnTo>
                    <a:lnTo>
                      <a:pt x="304" y="7421"/>
                    </a:lnTo>
                    <a:lnTo>
                      <a:pt x="294" y="7443"/>
                    </a:lnTo>
                    <a:lnTo>
                      <a:pt x="313" y="7474"/>
                    </a:lnTo>
                    <a:lnTo>
                      <a:pt x="339" y="7478"/>
                    </a:lnTo>
                    <a:lnTo>
                      <a:pt x="359" y="7440"/>
                    </a:lnTo>
                    <a:lnTo>
                      <a:pt x="380" y="7417"/>
                    </a:lnTo>
                    <a:lnTo>
                      <a:pt x="383" y="7440"/>
                    </a:lnTo>
                    <a:lnTo>
                      <a:pt x="375" y="7483"/>
                    </a:lnTo>
                    <a:lnTo>
                      <a:pt x="375" y="7507"/>
                    </a:lnTo>
                    <a:lnTo>
                      <a:pt x="394" y="7499"/>
                    </a:lnTo>
                    <a:lnTo>
                      <a:pt x="399" y="7470"/>
                    </a:lnTo>
                    <a:lnTo>
                      <a:pt x="414" y="7455"/>
                    </a:lnTo>
                    <a:lnTo>
                      <a:pt x="442" y="7428"/>
                    </a:lnTo>
                    <a:lnTo>
                      <a:pt x="465" y="7417"/>
                    </a:lnTo>
                    <a:lnTo>
                      <a:pt x="465" y="7399"/>
                    </a:lnTo>
                    <a:lnTo>
                      <a:pt x="475" y="7368"/>
                    </a:lnTo>
                    <a:lnTo>
                      <a:pt x="494" y="7323"/>
                    </a:lnTo>
                    <a:lnTo>
                      <a:pt x="497" y="7295"/>
                    </a:lnTo>
                    <a:lnTo>
                      <a:pt x="478" y="7307"/>
                    </a:lnTo>
                    <a:lnTo>
                      <a:pt x="463" y="7328"/>
                    </a:lnTo>
                    <a:lnTo>
                      <a:pt x="456" y="7352"/>
                    </a:lnTo>
                    <a:lnTo>
                      <a:pt x="427" y="7404"/>
                    </a:lnTo>
                    <a:lnTo>
                      <a:pt x="436" y="7307"/>
                    </a:lnTo>
                    <a:lnTo>
                      <a:pt x="446" y="7288"/>
                    </a:lnTo>
                    <a:lnTo>
                      <a:pt x="454" y="7283"/>
                    </a:lnTo>
                    <a:lnTo>
                      <a:pt x="503" y="7273"/>
                    </a:lnTo>
                    <a:lnTo>
                      <a:pt x="470" y="7263"/>
                    </a:lnTo>
                    <a:lnTo>
                      <a:pt x="470" y="7247"/>
                    </a:lnTo>
                    <a:lnTo>
                      <a:pt x="490" y="7226"/>
                    </a:lnTo>
                    <a:lnTo>
                      <a:pt x="518" y="7213"/>
                    </a:lnTo>
                    <a:lnTo>
                      <a:pt x="518" y="7197"/>
                    </a:lnTo>
                    <a:lnTo>
                      <a:pt x="490" y="7200"/>
                    </a:lnTo>
                    <a:lnTo>
                      <a:pt x="442" y="7223"/>
                    </a:lnTo>
                    <a:lnTo>
                      <a:pt x="446" y="7184"/>
                    </a:lnTo>
                    <a:lnTo>
                      <a:pt x="461" y="7163"/>
                    </a:lnTo>
                    <a:lnTo>
                      <a:pt x="482" y="7142"/>
                    </a:lnTo>
                    <a:lnTo>
                      <a:pt x="499" y="7137"/>
                    </a:lnTo>
                    <a:lnTo>
                      <a:pt x="531" y="7163"/>
                    </a:lnTo>
                    <a:lnTo>
                      <a:pt x="552" y="7175"/>
                    </a:lnTo>
                    <a:lnTo>
                      <a:pt x="571" y="7185"/>
                    </a:lnTo>
                    <a:lnTo>
                      <a:pt x="594" y="7181"/>
                    </a:lnTo>
                    <a:lnTo>
                      <a:pt x="592" y="7151"/>
                    </a:lnTo>
                    <a:lnTo>
                      <a:pt x="566" y="7151"/>
                    </a:lnTo>
                    <a:lnTo>
                      <a:pt x="511" y="7119"/>
                    </a:lnTo>
                    <a:lnTo>
                      <a:pt x="475" y="7115"/>
                    </a:lnTo>
                    <a:lnTo>
                      <a:pt x="482" y="7073"/>
                    </a:lnTo>
                    <a:lnTo>
                      <a:pt x="482" y="7047"/>
                    </a:lnTo>
                    <a:lnTo>
                      <a:pt x="501" y="7035"/>
                    </a:lnTo>
                    <a:lnTo>
                      <a:pt x="541" y="7037"/>
                    </a:lnTo>
                    <a:lnTo>
                      <a:pt x="575" y="7028"/>
                    </a:lnTo>
                    <a:lnTo>
                      <a:pt x="615" y="6986"/>
                    </a:lnTo>
                    <a:lnTo>
                      <a:pt x="623" y="6961"/>
                    </a:lnTo>
                    <a:lnTo>
                      <a:pt x="623" y="6890"/>
                    </a:lnTo>
                    <a:lnTo>
                      <a:pt x="609" y="6862"/>
                    </a:lnTo>
                    <a:lnTo>
                      <a:pt x="586" y="6855"/>
                    </a:lnTo>
                    <a:lnTo>
                      <a:pt x="541" y="6811"/>
                    </a:lnTo>
                    <a:lnTo>
                      <a:pt x="513" y="6799"/>
                    </a:lnTo>
                    <a:lnTo>
                      <a:pt x="501" y="6783"/>
                    </a:lnTo>
                    <a:lnTo>
                      <a:pt x="501" y="6776"/>
                    </a:lnTo>
                    <a:lnTo>
                      <a:pt x="506" y="6776"/>
                    </a:lnTo>
                    <a:lnTo>
                      <a:pt x="511" y="6764"/>
                    </a:lnTo>
                    <a:lnTo>
                      <a:pt x="537" y="6742"/>
                    </a:lnTo>
                    <a:lnTo>
                      <a:pt x="545" y="6713"/>
                    </a:lnTo>
                    <a:lnTo>
                      <a:pt x="558" y="6685"/>
                    </a:lnTo>
                    <a:lnTo>
                      <a:pt x="579" y="6662"/>
                    </a:lnTo>
                    <a:lnTo>
                      <a:pt x="571" y="6641"/>
                    </a:lnTo>
                    <a:lnTo>
                      <a:pt x="577" y="6615"/>
                    </a:lnTo>
                    <a:lnTo>
                      <a:pt x="554" y="6596"/>
                    </a:lnTo>
                    <a:lnTo>
                      <a:pt x="552" y="6569"/>
                    </a:lnTo>
                    <a:lnTo>
                      <a:pt x="556" y="6542"/>
                    </a:lnTo>
                    <a:lnTo>
                      <a:pt x="566" y="6526"/>
                    </a:lnTo>
                    <a:lnTo>
                      <a:pt x="586" y="6505"/>
                    </a:lnTo>
                    <a:lnTo>
                      <a:pt x="609" y="6432"/>
                    </a:lnTo>
                    <a:lnTo>
                      <a:pt x="596" y="6349"/>
                    </a:lnTo>
                    <a:lnTo>
                      <a:pt x="628" y="6307"/>
                    </a:lnTo>
                    <a:lnTo>
                      <a:pt x="656" y="6314"/>
                    </a:lnTo>
                    <a:lnTo>
                      <a:pt x="634" y="6292"/>
                    </a:lnTo>
                    <a:lnTo>
                      <a:pt x="613" y="6254"/>
                    </a:lnTo>
                    <a:lnTo>
                      <a:pt x="630" y="6216"/>
                    </a:lnTo>
                    <a:lnTo>
                      <a:pt x="661" y="6224"/>
                    </a:lnTo>
                    <a:lnTo>
                      <a:pt x="680" y="6279"/>
                    </a:lnTo>
                    <a:lnTo>
                      <a:pt x="680" y="6233"/>
                    </a:lnTo>
                    <a:lnTo>
                      <a:pt x="673" y="6150"/>
                    </a:lnTo>
                    <a:lnTo>
                      <a:pt x="640" y="6150"/>
                    </a:lnTo>
                    <a:lnTo>
                      <a:pt x="606" y="6135"/>
                    </a:lnTo>
                    <a:lnTo>
                      <a:pt x="619" y="6098"/>
                    </a:lnTo>
                    <a:lnTo>
                      <a:pt x="656" y="6070"/>
                    </a:lnTo>
                    <a:lnTo>
                      <a:pt x="680" y="6065"/>
                    </a:lnTo>
                    <a:lnTo>
                      <a:pt x="704" y="6041"/>
                    </a:lnTo>
                    <a:lnTo>
                      <a:pt x="704" y="6035"/>
                    </a:lnTo>
                    <a:lnTo>
                      <a:pt x="668" y="6050"/>
                    </a:lnTo>
                    <a:lnTo>
                      <a:pt x="647" y="6050"/>
                    </a:lnTo>
                    <a:lnTo>
                      <a:pt x="623" y="6039"/>
                    </a:lnTo>
                    <a:lnTo>
                      <a:pt x="596" y="6007"/>
                    </a:lnTo>
                    <a:lnTo>
                      <a:pt x="560" y="6004"/>
                    </a:lnTo>
                    <a:lnTo>
                      <a:pt x="537" y="6020"/>
                    </a:lnTo>
                    <a:lnTo>
                      <a:pt x="531" y="6047"/>
                    </a:lnTo>
                    <a:lnTo>
                      <a:pt x="513" y="6065"/>
                    </a:lnTo>
                    <a:lnTo>
                      <a:pt x="463" y="6078"/>
                    </a:lnTo>
                    <a:lnTo>
                      <a:pt x="408" y="6054"/>
                    </a:lnTo>
                    <a:lnTo>
                      <a:pt x="414" y="6031"/>
                    </a:lnTo>
                    <a:lnTo>
                      <a:pt x="402" y="6007"/>
                    </a:lnTo>
                    <a:lnTo>
                      <a:pt x="383" y="5999"/>
                    </a:lnTo>
                    <a:lnTo>
                      <a:pt x="370" y="5971"/>
                    </a:lnTo>
                    <a:lnTo>
                      <a:pt x="366" y="5926"/>
                    </a:lnTo>
                    <a:lnTo>
                      <a:pt x="368" y="5867"/>
                    </a:lnTo>
                    <a:lnTo>
                      <a:pt x="380" y="5773"/>
                    </a:lnTo>
                    <a:lnTo>
                      <a:pt x="399" y="5724"/>
                    </a:lnTo>
                    <a:lnTo>
                      <a:pt x="404" y="5541"/>
                    </a:lnTo>
                    <a:lnTo>
                      <a:pt x="442" y="5521"/>
                    </a:lnTo>
                    <a:lnTo>
                      <a:pt x="449" y="5498"/>
                    </a:lnTo>
                    <a:lnTo>
                      <a:pt x="469" y="5474"/>
                    </a:lnTo>
                    <a:lnTo>
                      <a:pt x="482" y="5430"/>
                    </a:lnTo>
                    <a:lnTo>
                      <a:pt x="475" y="5314"/>
                    </a:lnTo>
                    <a:lnTo>
                      <a:pt x="459" y="5239"/>
                    </a:lnTo>
                    <a:lnTo>
                      <a:pt x="427" y="5172"/>
                    </a:lnTo>
                    <a:lnTo>
                      <a:pt x="430" y="5164"/>
                    </a:lnTo>
                    <a:lnTo>
                      <a:pt x="435" y="5164"/>
                    </a:lnTo>
                    <a:lnTo>
                      <a:pt x="444" y="5062"/>
                    </a:lnTo>
                    <a:lnTo>
                      <a:pt x="435" y="5020"/>
                    </a:lnTo>
                    <a:lnTo>
                      <a:pt x="414" y="4964"/>
                    </a:lnTo>
                    <a:lnTo>
                      <a:pt x="418" y="4900"/>
                    </a:lnTo>
                    <a:lnTo>
                      <a:pt x="418" y="4823"/>
                    </a:lnTo>
                    <a:lnTo>
                      <a:pt x="449" y="4788"/>
                    </a:lnTo>
                    <a:lnTo>
                      <a:pt x="482" y="4801"/>
                    </a:lnTo>
                    <a:lnTo>
                      <a:pt x="513" y="4788"/>
                    </a:lnTo>
                    <a:lnTo>
                      <a:pt x="509" y="4655"/>
                    </a:lnTo>
                    <a:lnTo>
                      <a:pt x="531" y="4643"/>
                    </a:lnTo>
                    <a:lnTo>
                      <a:pt x="546" y="4657"/>
                    </a:lnTo>
                    <a:lnTo>
                      <a:pt x="560" y="4647"/>
                    </a:lnTo>
                    <a:lnTo>
                      <a:pt x="586" y="4573"/>
                    </a:lnTo>
                    <a:lnTo>
                      <a:pt x="604" y="4487"/>
                    </a:lnTo>
                    <a:lnTo>
                      <a:pt x="625" y="4457"/>
                    </a:lnTo>
                    <a:lnTo>
                      <a:pt x="640" y="4395"/>
                    </a:lnTo>
                    <a:lnTo>
                      <a:pt x="656" y="4350"/>
                    </a:lnTo>
                    <a:lnTo>
                      <a:pt x="720" y="4238"/>
                    </a:lnTo>
                    <a:lnTo>
                      <a:pt x="725" y="4205"/>
                    </a:lnTo>
                    <a:lnTo>
                      <a:pt x="769" y="4087"/>
                    </a:lnTo>
                    <a:lnTo>
                      <a:pt x="771" y="4035"/>
                    </a:lnTo>
                    <a:lnTo>
                      <a:pt x="775" y="4031"/>
                    </a:lnTo>
                    <a:lnTo>
                      <a:pt x="804" y="3917"/>
                    </a:lnTo>
                    <a:lnTo>
                      <a:pt x="832" y="3883"/>
                    </a:lnTo>
                    <a:lnTo>
                      <a:pt x="832" y="3741"/>
                    </a:lnTo>
                    <a:lnTo>
                      <a:pt x="859" y="3695"/>
                    </a:lnTo>
                    <a:lnTo>
                      <a:pt x="873" y="3655"/>
                    </a:lnTo>
                    <a:lnTo>
                      <a:pt x="873" y="3554"/>
                    </a:lnTo>
                    <a:lnTo>
                      <a:pt x="854" y="3474"/>
                    </a:lnTo>
                    <a:lnTo>
                      <a:pt x="851" y="3370"/>
                    </a:lnTo>
                    <a:lnTo>
                      <a:pt x="832" y="3231"/>
                    </a:lnTo>
                    <a:lnTo>
                      <a:pt x="826" y="3105"/>
                    </a:lnTo>
                    <a:lnTo>
                      <a:pt x="835" y="3005"/>
                    </a:lnTo>
                    <a:lnTo>
                      <a:pt x="883" y="2977"/>
                    </a:lnTo>
                    <a:lnTo>
                      <a:pt x="902" y="2902"/>
                    </a:lnTo>
                    <a:lnTo>
                      <a:pt x="895" y="2881"/>
                    </a:lnTo>
                    <a:lnTo>
                      <a:pt x="893" y="2828"/>
                    </a:lnTo>
                    <a:lnTo>
                      <a:pt x="866" y="2750"/>
                    </a:lnTo>
                    <a:lnTo>
                      <a:pt x="856" y="2733"/>
                    </a:lnTo>
                    <a:lnTo>
                      <a:pt x="859" y="2695"/>
                    </a:lnTo>
                    <a:lnTo>
                      <a:pt x="870" y="2670"/>
                    </a:lnTo>
                    <a:lnTo>
                      <a:pt x="912" y="2611"/>
                    </a:lnTo>
                    <a:lnTo>
                      <a:pt x="933" y="2531"/>
                    </a:lnTo>
                    <a:lnTo>
                      <a:pt x="957" y="2383"/>
                    </a:lnTo>
                    <a:lnTo>
                      <a:pt x="988" y="2328"/>
                    </a:lnTo>
                    <a:lnTo>
                      <a:pt x="988" y="2247"/>
                    </a:lnTo>
                    <a:lnTo>
                      <a:pt x="1000" y="2226"/>
                    </a:lnTo>
                    <a:lnTo>
                      <a:pt x="1016" y="2209"/>
                    </a:lnTo>
                    <a:lnTo>
                      <a:pt x="1033" y="2160"/>
                    </a:lnTo>
                    <a:lnTo>
                      <a:pt x="1040" y="2084"/>
                    </a:lnTo>
                    <a:lnTo>
                      <a:pt x="1047" y="2050"/>
                    </a:lnTo>
                    <a:lnTo>
                      <a:pt x="1047" y="2014"/>
                    </a:lnTo>
                    <a:lnTo>
                      <a:pt x="1036" y="1955"/>
                    </a:lnTo>
                    <a:lnTo>
                      <a:pt x="1033" y="1902"/>
                    </a:lnTo>
                    <a:lnTo>
                      <a:pt x="1043" y="1869"/>
                    </a:lnTo>
                    <a:lnTo>
                      <a:pt x="1058" y="1835"/>
                    </a:lnTo>
                    <a:lnTo>
                      <a:pt x="1085" y="1814"/>
                    </a:lnTo>
                    <a:lnTo>
                      <a:pt x="1087" y="1782"/>
                    </a:lnTo>
                    <a:lnTo>
                      <a:pt x="1087" y="1722"/>
                    </a:lnTo>
                    <a:lnTo>
                      <a:pt x="1081" y="1664"/>
                    </a:lnTo>
                    <a:lnTo>
                      <a:pt x="1081" y="1474"/>
                    </a:lnTo>
                    <a:lnTo>
                      <a:pt x="1091" y="1427"/>
                    </a:lnTo>
                    <a:lnTo>
                      <a:pt x="1092" y="1379"/>
                    </a:lnTo>
                    <a:lnTo>
                      <a:pt x="1068" y="1349"/>
                    </a:lnTo>
                    <a:lnTo>
                      <a:pt x="1068" y="1324"/>
                    </a:lnTo>
                    <a:lnTo>
                      <a:pt x="1083" y="1271"/>
                    </a:lnTo>
                    <a:lnTo>
                      <a:pt x="1102" y="1248"/>
                    </a:lnTo>
                    <a:lnTo>
                      <a:pt x="1119" y="1248"/>
                    </a:lnTo>
                    <a:lnTo>
                      <a:pt x="1131" y="1220"/>
                    </a:lnTo>
                    <a:lnTo>
                      <a:pt x="1140" y="1053"/>
                    </a:lnTo>
                    <a:lnTo>
                      <a:pt x="1155" y="1003"/>
                    </a:lnTo>
                    <a:lnTo>
                      <a:pt x="1157" y="955"/>
                    </a:lnTo>
                    <a:lnTo>
                      <a:pt x="1168" y="912"/>
                    </a:lnTo>
                    <a:lnTo>
                      <a:pt x="1172" y="882"/>
                    </a:lnTo>
                    <a:lnTo>
                      <a:pt x="1168" y="869"/>
                    </a:lnTo>
                    <a:lnTo>
                      <a:pt x="1146" y="765"/>
                    </a:lnTo>
                    <a:lnTo>
                      <a:pt x="1155" y="555"/>
                    </a:lnTo>
                    <a:lnTo>
                      <a:pt x="1147" y="515"/>
                    </a:lnTo>
                    <a:lnTo>
                      <a:pt x="1133" y="478"/>
                    </a:lnTo>
                    <a:lnTo>
                      <a:pt x="1125" y="370"/>
                    </a:lnTo>
                    <a:lnTo>
                      <a:pt x="1102" y="220"/>
                    </a:lnTo>
                    <a:lnTo>
                      <a:pt x="1081" y="147"/>
                    </a:lnTo>
                    <a:lnTo>
                      <a:pt x="1121" y="115"/>
                    </a:lnTo>
                    <a:lnTo>
                      <a:pt x="1130" y="113"/>
                    </a:lnTo>
                    <a:lnTo>
                      <a:pt x="1200" y="109"/>
                    </a:lnTo>
                    <a:lnTo>
                      <a:pt x="1226" y="100"/>
                    </a:lnTo>
                    <a:lnTo>
                      <a:pt x="1232" y="93"/>
                    </a:lnTo>
                    <a:lnTo>
                      <a:pt x="1235" y="60"/>
                    </a:lnTo>
                    <a:lnTo>
                      <a:pt x="1259" y="20"/>
                    </a:lnTo>
                    <a:lnTo>
                      <a:pt x="1273" y="5"/>
                    </a:lnTo>
                    <a:lnTo>
                      <a:pt x="128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7" name="Freeform 82">
                <a:extLst>
                  <a:ext uri="{FF2B5EF4-FFF2-40B4-BE49-F238E27FC236}">
                    <a16:creationId xmlns:a16="http://schemas.microsoft.com/office/drawing/2014/main" id="{67C6F419-FBB2-E9B2-46C5-9BEF12C4D30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60" y="3144"/>
                <a:ext cx="75" cy="115"/>
              </a:xfrm>
              <a:custGeom>
                <a:avLst/>
                <a:gdLst/>
                <a:ahLst/>
                <a:cxnLst>
                  <a:cxn ang="0">
                    <a:pos x="555" y="885"/>
                  </a:cxn>
                  <a:cxn ang="0">
                    <a:pos x="531" y="909"/>
                  </a:cxn>
                  <a:cxn ang="0">
                    <a:pos x="452" y="885"/>
                  </a:cxn>
                  <a:cxn ang="0">
                    <a:pos x="302" y="874"/>
                  </a:cxn>
                  <a:cxn ang="0">
                    <a:pos x="242" y="885"/>
                  </a:cxn>
                  <a:cxn ang="0">
                    <a:pos x="139" y="866"/>
                  </a:cxn>
                  <a:cxn ang="0">
                    <a:pos x="120" y="849"/>
                  </a:cxn>
                  <a:cxn ang="0">
                    <a:pos x="90" y="837"/>
                  </a:cxn>
                  <a:cxn ang="0">
                    <a:pos x="120" y="807"/>
                  </a:cxn>
                  <a:cxn ang="0">
                    <a:pos x="49" y="807"/>
                  </a:cxn>
                  <a:cxn ang="0">
                    <a:pos x="18" y="794"/>
                  </a:cxn>
                  <a:cxn ang="0">
                    <a:pos x="0" y="745"/>
                  </a:cxn>
                  <a:cxn ang="0">
                    <a:pos x="61" y="711"/>
                  </a:cxn>
                  <a:cxn ang="0">
                    <a:pos x="116" y="692"/>
                  </a:cxn>
                  <a:cxn ang="0">
                    <a:pos x="145" y="692"/>
                  </a:cxn>
                  <a:cxn ang="0">
                    <a:pos x="90" y="631"/>
                  </a:cxn>
                  <a:cxn ang="0">
                    <a:pos x="150" y="649"/>
                  </a:cxn>
                  <a:cxn ang="0">
                    <a:pos x="253" y="727"/>
                  </a:cxn>
                  <a:cxn ang="0">
                    <a:pos x="290" y="703"/>
                  </a:cxn>
                  <a:cxn ang="0">
                    <a:pos x="248" y="674"/>
                  </a:cxn>
                  <a:cxn ang="0">
                    <a:pos x="320" y="703"/>
                  </a:cxn>
                  <a:cxn ang="0">
                    <a:pos x="363" y="668"/>
                  </a:cxn>
                  <a:cxn ang="0">
                    <a:pos x="399" y="692"/>
                  </a:cxn>
                  <a:cxn ang="0">
                    <a:pos x="422" y="661"/>
                  </a:cxn>
                  <a:cxn ang="0">
                    <a:pos x="283" y="595"/>
                  </a:cxn>
                  <a:cxn ang="0">
                    <a:pos x="278" y="444"/>
                  </a:cxn>
                  <a:cxn ang="0">
                    <a:pos x="326" y="425"/>
                  </a:cxn>
                  <a:cxn ang="0">
                    <a:pos x="440" y="347"/>
                  </a:cxn>
                  <a:cxn ang="0">
                    <a:pos x="393" y="310"/>
                  </a:cxn>
                  <a:cxn ang="0">
                    <a:pos x="260" y="353"/>
                  </a:cxn>
                  <a:cxn ang="0">
                    <a:pos x="193" y="287"/>
                  </a:cxn>
                  <a:cxn ang="0">
                    <a:pos x="200" y="197"/>
                  </a:cxn>
                  <a:cxn ang="0">
                    <a:pos x="235" y="207"/>
                  </a:cxn>
                  <a:cxn ang="0">
                    <a:pos x="272" y="170"/>
                  </a:cxn>
                  <a:cxn ang="0">
                    <a:pos x="248" y="116"/>
                  </a:cxn>
                  <a:cxn ang="0">
                    <a:pos x="266" y="98"/>
                  </a:cxn>
                  <a:cxn ang="0">
                    <a:pos x="308" y="110"/>
                  </a:cxn>
                  <a:cxn ang="0">
                    <a:pos x="374" y="20"/>
                  </a:cxn>
                  <a:cxn ang="0">
                    <a:pos x="452" y="62"/>
                  </a:cxn>
                  <a:cxn ang="0">
                    <a:pos x="531" y="56"/>
                  </a:cxn>
                  <a:cxn ang="0">
                    <a:pos x="587" y="70"/>
                  </a:cxn>
                  <a:cxn ang="0">
                    <a:pos x="599" y="840"/>
                  </a:cxn>
                </a:cxnLst>
                <a:rect l="0" t="0" r="r" b="b"/>
                <a:pathLst>
                  <a:path w="601" h="926">
                    <a:moveTo>
                      <a:pt x="601" y="887"/>
                    </a:moveTo>
                    <a:lnTo>
                      <a:pt x="555" y="885"/>
                    </a:lnTo>
                    <a:lnTo>
                      <a:pt x="568" y="909"/>
                    </a:lnTo>
                    <a:lnTo>
                      <a:pt x="531" y="909"/>
                    </a:lnTo>
                    <a:lnTo>
                      <a:pt x="507" y="926"/>
                    </a:lnTo>
                    <a:lnTo>
                      <a:pt x="452" y="885"/>
                    </a:lnTo>
                    <a:lnTo>
                      <a:pt x="393" y="874"/>
                    </a:lnTo>
                    <a:lnTo>
                      <a:pt x="302" y="874"/>
                    </a:lnTo>
                    <a:lnTo>
                      <a:pt x="296" y="885"/>
                    </a:lnTo>
                    <a:lnTo>
                      <a:pt x="242" y="885"/>
                    </a:lnTo>
                    <a:lnTo>
                      <a:pt x="163" y="854"/>
                    </a:lnTo>
                    <a:lnTo>
                      <a:pt x="139" y="866"/>
                    </a:lnTo>
                    <a:lnTo>
                      <a:pt x="103" y="860"/>
                    </a:lnTo>
                    <a:lnTo>
                      <a:pt x="120" y="849"/>
                    </a:lnTo>
                    <a:lnTo>
                      <a:pt x="120" y="837"/>
                    </a:lnTo>
                    <a:lnTo>
                      <a:pt x="90" y="837"/>
                    </a:lnTo>
                    <a:lnTo>
                      <a:pt x="97" y="825"/>
                    </a:lnTo>
                    <a:lnTo>
                      <a:pt x="120" y="807"/>
                    </a:lnTo>
                    <a:lnTo>
                      <a:pt x="61" y="794"/>
                    </a:lnTo>
                    <a:lnTo>
                      <a:pt x="49" y="807"/>
                    </a:lnTo>
                    <a:lnTo>
                      <a:pt x="13" y="807"/>
                    </a:lnTo>
                    <a:lnTo>
                      <a:pt x="18" y="794"/>
                    </a:lnTo>
                    <a:lnTo>
                      <a:pt x="18" y="764"/>
                    </a:lnTo>
                    <a:lnTo>
                      <a:pt x="0" y="745"/>
                    </a:lnTo>
                    <a:lnTo>
                      <a:pt x="61" y="734"/>
                    </a:lnTo>
                    <a:lnTo>
                      <a:pt x="61" y="711"/>
                    </a:lnTo>
                    <a:lnTo>
                      <a:pt x="97" y="711"/>
                    </a:lnTo>
                    <a:lnTo>
                      <a:pt x="116" y="692"/>
                    </a:lnTo>
                    <a:lnTo>
                      <a:pt x="132" y="697"/>
                    </a:lnTo>
                    <a:lnTo>
                      <a:pt x="145" y="692"/>
                    </a:lnTo>
                    <a:lnTo>
                      <a:pt x="132" y="661"/>
                    </a:lnTo>
                    <a:lnTo>
                      <a:pt x="90" y="631"/>
                    </a:lnTo>
                    <a:lnTo>
                      <a:pt x="90" y="595"/>
                    </a:lnTo>
                    <a:lnTo>
                      <a:pt x="150" y="649"/>
                    </a:lnTo>
                    <a:lnTo>
                      <a:pt x="230" y="697"/>
                    </a:lnTo>
                    <a:lnTo>
                      <a:pt x="253" y="727"/>
                    </a:lnTo>
                    <a:lnTo>
                      <a:pt x="266" y="711"/>
                    </a:lnTo>
                    <a:lnTo>
                      <a:pt x="290" y="703"/>
                    </a:lnTo>
                    <a:lnTo>
                      <a:pt x="253" y="692"/>
                    </a:lnTo>
                    <a:lnTo>
                      <a:pt x="248" y="674"/>
                    </a:lnTo>
                    <a:lnTo>
                      <a:pt x="272" y="649"/>
                    </a:lnTo>
                    <a:lnTo>
                      <a:pt x="320" y="703"/>
                    </a:lnTo>
                    <a:lnTo>
                      <a:pt x="326" y="661"/>
                    </a:lnTo>
                    <a:lnTo>
                      <a:pt x="363" y="668"/>
                    </a:lnTo>
                    <a:lnTo>
                      <a:pt x="393" y="711"/>
                    </a:lnTo>
                    <a:lnTo>
                      <a:pt x="399" y="692"/>
                    </a:lnTo>
                    <a:lnTo>
                      <a:pt x="434" y="692"/>
                    </a:lnTo>
                    <a:lnTo>
                      <a:pt x="422" y="661"/>
                    </a:lnTo>
                    <a:lnTo>
                      <a:pt x="296" y="613"/>
                    </a:lnTo>
                    <a:lnTo>
                      <a:pt x="283" y="595"/>
                    </a:lnTo>
                    <a:lnTo>
                      <a:pt x="266" y="475"/>
                    </a:lnTo>
                    <a:lnTo>
                      <a:pt x="278" y="444"/>
                    </a:lnTo>
                    <a:lnTo>
                      <a:pt x="314" y="444"/>
                    </a:lnTo>
                    <a:lnTo>
                      <a:pt x="326" y="425"/>
                    </a:lnTo>
                    <a:lnTo>
                      <a:pt x="429" y="396"/>
                    </a:lnTo>
                    <a:lnTo>
                      <a:pt x="440" y="347"/>
                    </a:lnTo>
                    <a:lnTo>
                      <a:pt x="422" y="317"/>
                    </a:lnTo>
                    <a:lnTo>
                      <a:pt x="393" y="310"/>
                    </a:lnTo>
                    <a:lnTo>
                      <a:pt x="344" y="317"/>
                    </a:lnTo>
                    <a:lnTo>
                      <a:pt x="260" y="353"/>
                    </a:lnTo>
                    <a:lnTo>
                      <a:pt x="205" y="317"/>
                    </a:lnTo>
                    <a:lnTo>
                      <a:pt x="193" y="287"/>
                    </a:lnTo>
                    <a:lnTo>
                      <a:pt x="200" y="244"/>
                    </a:lnTo>
                    <a:lnTo>
                      <a:pt x="200" y="197"/>
                    </a:lnTo>
                    <a:lnTo>
                      <a:pt x="217" y="188"/>
                    </a:lnTo>
                    <a:lnTo>
                      <a:pt x="235" y="207"/>
                    </a:lnTo>
                    <a:lnTo>
                      <a:pt x="260" y="203"/>
                    </a:lnTo>
                    <a:lnTo>
                      <a:pt x="272" y="170"/>
                    </a:lnTo>
                    <a:lnTo>
                      <a:pt x="253" y="141"/>
                    </a:lnTo>
                    <a:lnTo>
                      <a:pt x="248" y="116"/>
                    </a:lnTo>
                    <a:lnTo>
                      <a:pt x="205" y="105"/>
                    </a:lnTo>
                    <a:lnTo>
                      <a:pt x="266" y="98"/>
                    </a:lnTo>
                    <a:lnTo>
                      <a:pt x="296" y="122"/>
                    </a:lnTo>
                    <a:lnTo>
                      <a:pt x="308" y="110"/>
                    </a:lnTo>
                    <a:lnTo>
                      <a:pt x="351" y="98"/>
                    </a:lnTo>
                    <a:lnTo>
                      <a:pt x="374" y="20"/>
                    </a:lnTo>
                    <a:lnTo>
                      <a:pt x="422" y="0"/>
                    </a:lnTo>
                    <a:lnTo>
                      <a:pt x="452" y="62"/>
                    </a:lnTo>
                    <a:lnTo>
                      <a:pt x="489" y="67"/>
                    </a:lnTo>
                    <a:lnTo>
                      <a:pt x="531" y="56"/>
                    </a:lnTo>
                    <a:lnTo>
                      <a:pt x="568" y="32"/>
                    </a:lnTo>
                    <a:lnTo>
                      <a:pt x="587" y="70"/>
                    </a:lnTo>
                    <a:lnTo>
                      <a:pt x="594" y="821"/>
                    </a:lnTo>
                    <a:lnTo>
                      <a:pt x="599" y="840"/>
                    </a:lnTo>
                    <a:lnTo>
                      <a:pt x="601" y="88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188" name="Freeform 83">
                <a:extLst>
                  <a:ext uri="{FF2B5EF4-FFF2-40B4-BE49-F238E27FC236}">
                    <a16:creationId xmlns:a16="http://schemas.microsoft.com/office/drawing/2014/main" id="{47E4C4A9-7BF6-32B5-79FD-D57763EFF7B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43" y="3247"/>
                <a:ext cx="25" cy="9"/>
              </a:xfrm>
              <a:custGeom>
                <a:avLst/>
                <a:gdLst/>
                <a:ahLst/>
                <a:cxnLst>
                  <a:cxn ang="0">
                    <a:pos x="43" y="24"/>
                  </a:cxn>
                  <a:cxn ang="0">
                    <a:pos x="94" y="9"/>
                  </a:cxn>
                  <a:cxn ang="0">
                    <a:pos x="142" y="13"/>
                  </a:cxn>
                  <a:cxn ang="0">
                    <a:pos x="193" y="0"/>
                  </a:cxn>
                  <a:cxn ang="0">
                    <a:pos x="201" y="7"/>
                  </a:cxn>
                  <a:cxn ang="0">
                    <a:pos x="198" y="30"/>
                  </a:cxn>
                  <a:cxn ang="0">
                    <a:pos x="183" y="35"/>
                  </a:cxn>
                  <a:cxn ang="0">
                    <a:pos x="143" y="28"/>
                  </a:cxn>
                  <a:cxn ang="0">
                    <a:pos x="117" y="34"/>
                  </a:cxn>
                  <a:cxn ang="0">
                    <a:pos x="113" y="55"/>
                  </a:cxn>
                  <a:cxn ang="0">
                    <a:pos x="74" y="47"/>
                  </a:cxn>
                  <a:cxn ang="0">
                    <a:pos x="43" y="68"/>
                  </a:cxn>
                  <a:cxn ang="0">
                    <a:pos x="0" y="59"/>
                  </a:cxn>
                  <a:cxn ang="0">
                    <a:pos x="20" y="26"/>
                  </a:cxn>
                  <a:cxn ang="0">
                    <a:pos x="22" y="13"/>
                  </a:cxn>
                  <a:cxn ang="0">
                    <a:pos x="43" y="24"/>
                  </a:cxn>
                </a:cxnLst>
                <a:rect l="0" t="0" r="r" b="b"/>
                <a:pathLst>
                  <a:path w="201" h="68">
                    <a:moveTo>
                      <a:pt x="43" y="24"/>
                    </a:moveTo>
                    <a:lnTo>
                      <a:pt x="94" y="9"/>
                    </a:lnTo>
                    <a:lnTo>
                      <a:pt x="142" y="13"/>
                    </a:lnTo>
                    <a:lnTo>
                      <a:pt x="193" y="0"/>
                    </a:lnTo>
                    <a:lnTo>
                      <a:pt x="201" y="7"/>
                    </a:lnTo>
                    <a:lnTo>
                      <a:pt x="198" y="30"/>
                    </a:lnTo>
                    <a:lnTo>
                      <a:pt x="183" y="35"/>
                    </a:lnTo>
                    <a:lnTo>
                      <a:pt x="143" y="28"/>
                    </a:lnTo>
                    <a:lnTo>
                      <a:pt x="117" y="34"/>
                    </a:lnTo>
                    <a:lnTo>
                      <a:pt x="113" y="55"/>
                    </a:lnTo>
                    <a:lnTo>
                      <a:pt x="74" y="47"/>
                    </a:lnTo>
                    <a:lnTo>
                      <a:pt x="43" y="68"/>
                    </a:lnTo>
                    <a:lnTo>
                      <a:pt x="0" y="59"/>
                    </a:lnTo>
                    <a:lnTo>
                      <a:pt x="20" y="26"/>
                    </a:lnTo>
                    <a:lnTo>
                      <a:pt x="22" y="13"/>
                    </a:lnTo>
                    <a:lnTo>
                      <a:pt x="43" y="2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</p:grpSp>
        <p:sp>
          <p:nvSpPr>
            <p:cNvPr id="19" name="Freeform 84">
              <a:extLst>
                <a:ext uri="{FF2B5EF4-FFF2-40B4-BE49-F238E27FC236}">
                  <a16:creationId xmlns:a16="http://schemas.microsoft.com/office/drawing/2014/main" id="{BA2A2F41-F74B-EE6A-D9B6-44476643E8C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3066817" y="1624407"/>
              <a:ext cx="250918" cy="246410"/>
            </a:xfrm>
            <a:custGeom>
              <a:avLst/>
              <a:gdLst/>
              <a:ahLst/>
              <a:cxnLst>
                <a:cxn ang="0">
                  <a:pos x="775" y="774"/>
                </a:cxn>
                <a:cxn ang="0">
                  <a:pos x="679" y="737"/>
                </a:cxn>
                <a:cxn ang="0">
                  <a:pos x="577" y="762"/>
                </a:cxn>
                <a:cxn ang="0">
                  <a:pos x="510" y="751"/>
                </a:cxn>
                <a:cxn ang="0">
                  <a:pos x="490" y="858"/>
                </a:cxn>
                <a:cxn ang="0">
                  <a:pos x="410" y="873"/>
                </a:cxn>
                <a:cxn ang="0">
                  <a:pos x="358" y="844"/>
                </a:cxn>
                <a:cxn ang="0">
                  <a:pos x="311" y="809"/>
                </a:cxn>
                <a:cxn ang="0">
                  <a:pos x="235" y="705"/>
                </a:cxn>
                <a:cxn ang="0">
                  <a:pos x="207" y="655"/>
                </a:cxn>
                <a:cxn ang="0">
                  <a:pos x="186" y="600"/>
                </a:cxn>
                <a:cxn ang="0">
                  <a:pos x="169" y="556"/>
                </a:cxn>
                <a:cxn ang="0">
                  <a:pos x="116" y="547"/>
                </a:cxn>
                <a:cxn ang="0">
                  <a:pos x="102" y="516"/>
                </a:cxn>
                <a:cxn ang="0">
                  <a:pos x="58" y="480"/>
                </a:cxn>
                <a:cxn ang="0">
                  <a:pos x="0" y="397"/>
                </a:cxn>
                <a:cxn ang="0">
                  <a:pos x="15" y="334"/>
                </a:cxn>
                <a:cxn ang="0">
                  <a:pos x="36" y="241"/>
                </a:cxn>
                <a:cxn ang="0">
                  <a:pos x="47" y="219"/>
                </a:cxn>
                <a:cxn ang="0">
                  <a:pos x="91" y="203"/>
                </a:cxn>
                <a:cxn ang="0">
                  <a:pos x="151" y="196"/>
                </a:cxn>
                <a:cxn ang="0">
                  <a:pos x="180" y="157"/>
                </a:cxn>
                <a:cxn ang="0">
                  <a:pos x="175" y="128"/>
                </a:cxn>
                <a:cxn ang="0">
                  <a:pos x="169" y="104"/>
                </a:cxn>
                <a:cxn ang="0">
                  <a:pos x="224" y="38"/>
                </a:cxn>
                <a:cxn ang="0">
                  <a:pos x="242" y="20"/>
                </a:cxn>
                <a:cxn ang="0">
                  <a:pos x="282" y="0"/>
                </a:cxn>
                <a:cxn ang="0">
                  <a:pos x="451" y="27"/>
                </a:cxn>
                <a:cxn ang="0">
                  <a:pos x="606" y="13"/>
                </a:cxn>
                <a:cxn ang="0">
                  <a:pos x="665" y="0"/>
                </a:cxn>
                <a:cxn ang="0">
                  <a:pos x="790" y="13"/>
                </a:cxn>
                <a:cxn ang="0">
                  <a:pos x="890" y="46"/>
                </a:cxn>
                <a:cxn ang="0">
                  <a:pos x="877" y="99"/>
                </a:cxn>
                <a:cxn ang="0">
                  <a:pos x="857" y="133"/>
                </a:cxn>
                <a:cxn ang="0">
                  <a:pos x="813" y="196"/>
                </a:cxn>
                <a:cxn ang="0">
                  <a:pos x="819" y="357"/>
                </a:cxn>
                <a:cxn ang="0">
                  <a:pos x="868" y="452"/>
                </a:cxn>
                <a:cxn ang="0">
                  <a:pos x="874" y="460"/>
                </a:cxn>
                <a:cxn ang="0">
                  <a:pos x="890" y="553"/>
                </a:cxn>
                <a:cxn ang="0">
                  <a:pos x="859" y="714"/>
                </a:cxn>
                <a:cxn ang="0">
                  <a:pos x="801" y="779"/>
                </a:cxn>
              </a:cxnLst>
              <a:rect l="0" t="0" r="r" b="b"/>
              <a:pathLst>
                <a:path w="894" h="873">
                  <a:moveTo>
                    <a:pt x="801" y="779"/>
                  </a:moveTo>
                  <a:lnTo>
                    <a:pt x="775" y="774"/>
                  </a:lnTo>
                  <a:lnTo>
                    <a:pt x="761" y="765"/>
                  </a:lnTo>
                  <a:lnTo>
                    <a:pt x="679" y="737"/>
                  </a:lnTo>
                  <a:lnTo>
                    <a:pt x="592" y="762"/>
                  </a:lnTo>
                  <a:lnTo>
                    <a:pt x="577" y="762"/>
                  </a:lnTo>
                  <a:lnTo>
                    <a:pt x="539" y="751"/>
                  </a:lnTo>
                  <a:lnTo>
                    <a:pt x="510" y="751"/>
                  </a:lnTo>
                  <a:lnTo>
                    <a:pt x="487" y="762"/>
                  </a:lnTo>
                  <a:lnTo>
                    <a:pt x="490" y="858"/>
                  </a:lnTo>
                  <a:lnTo>
                    <a:pt x="478" y="873"/>
                  </a:lnTo>
                  <a:lnTo>
                    <a:pt x="410" y="873"/>
                  </a:lnTo>
                  <a:lnTo>
                    <a:pt x="360" y="853"/>
                  </a:lnTo>
                  <a:lnTo>
                    <a:pt x="358" y="844"/>
                  </a:lnTo>
                  <a:lnTo>
                    <a:pt x="351" y="844"/>
                  </a:lnTo>
                  <a:lnTo>
                    <a:pt x="311" y="809"/>
                  </a:lnTo>
                  <a:lnTo>
                    <a:pt x="259" y="745"/>
                  </a:lnTo>
                  <a:lnTo>
                    <a:pt x="235" y="705"/>
                  </a:lnTo>
                  <a:lnTo>
                    <a:pt x="227" y="680"/>
                  </a:lnTo>
                  <a:lnTo>
                    <a:pt x="207" y="655"/>
                  </a:lnTo>
                  <a:lnTo>
                    <a:pt x="204" y="617"/>
                  </a:lnTo>
                  <a:lnTo>
                    <a:pt x="186" y="600"/>
                  </a:lnTo>
                  <a:lnTo>
                    <a:pt x="180" y="565"/>
                  </a:lnTo>
                  <a:lnTo>
                    <a:pt x="169" y="556"/>
                  </a:lnTo>
                  <a:lnTo>
                    <a:pt x="125" y="553"/>
                  </a:lnTo>
                  <a:lnTo>
                    <a:pt x="116" y="547"/>
                  </a:lnTo>
                  <a:lnTo>
                    <a:pt x="104" y="533"/>
                  </a:lnTo>
                  <a:lnTo>
                    <a:pt x="102" y="516"/>
                  </a:lnTo>
                  <a:lnTo>
                    <a:pt x="71" y="486"/>
                  </a:lnTo>
                  <a:lnTo>
                    <a:pt x="58" y="480"/>
                  </a:lnTo>
                  <a:lnTo>
                    <a:pt x="24" y="425"/>
                  </a:lnTo>
                  <a:lnTo>
                    <a:pt x="0" y="397"/>
                  </a:lnTo>
                  <a:lnTo>
                    <a:pt x="0" y="376"/>
                  </a:lnTo>
                  <a:lnTo>
                    <a:pt x="15" y="334"/>
                  </a:lnTo>
                  <a:lnTo>
                    <a:pt x="33" y="299"/>
                  </a:lnTo>
                  <a:lnTo>
                    <a:pt x="36" y="241"/>
                  </a:lnTo>
                  <a:lnTo>
                    <a:pt x="40" y="228"/>
                  </a:lnTo>
                  <a:lnTo>
                    <a:pt x="47" y="219"/>
                  </a:lnTo>
                  <a:lnTo>
                    <a:pt x="62" y="212"/>
                  </a:lnTo>
                  <a:lnTo>
                    <a:pt x="91" y="203"/>
                  </a:lnTo>
                  <a:lnTo>
                    <a:pt x="125" y="203"/>
                  </a:lnTo>
                  <a:lnTo>
                    <a:pt x="151" y="196"/>
                  </a:lnTo>
                  <a:lnTo>
                    <a:pt x="153" y="179"/>
                  </a:lnTo>
                  <a:lnTo>
                    <a:pt x="180" y="157"/>
                  </a:lnTo>
                  <a:lnTo>
                    <a:pt x="180" y="128"/>
                  </a:lnTo>
                  <a:lnTo>
                    <a:pt x="175" y="128"/>
                  </a:lnTo>
                  <a:lnTo>
                    <a:pt x="166" y="119"/>
                  </a:lnTo>
                  <a:lnTo>
                    <a:pt x="169" y="104"/>
                  </a:lnTo>
                  <a:lnTo>
                    <a:pt x="200" y="61"/>
                  </a:lnTo>
                  <a:lnTo>
                    <a:pt x="224" y="38"/>
                  </a:lnTo>
                  <a:lnTo>
                    <a:pt x="229" y="27"/>
                  </a:lnTo>
                  <a:lnTo>
                    <a:pt x="242" y="20"/>
                  </a:lnTo>
                  <a:lnTo>
                    <a:pt x="262" y="0"/>
                  </a:lnTo>
                  <a:lnTo>
                    <a:pt x="282" y="0"/>
                  </a:lnTo>
                  <a:lnTo>
                    <a:pt x="373" y="27"/>
                  </a:lnTo>
                  <a:lnTo>
                    <a:pt x="451" y="27"/>
                  </a:lnTo>
                  <a:lnTo>
                    <a:pt x="548" y="6"/>
                  </a:lnTo>
                  <a:lnTo>
                    <a:pt x="606" y="13"/>
                  </a:lnTo>
                  <a:lnTo>
                    <a:pt x="652" y="9"/>
                  </a:lnTo>
                  <a:lnTo>
                    <a:pt x="665" y="0"/>
                  </a:lnTo>
                  <a:lnTo>
                    <a:pt x="691" y="0"/>
                  </a:lnTo>
                  <a:lnTo>
                    <a:pt x="790" y="13"/>
                  </a:lnTo>
                  <a:lnTo>
                    <a:pt x="885" y="41"/>
                  </a:lnTo>
                  <a:lnTo>
                    <a:pt x="890" y="46"/>
                  </a:lnTo>
                  <a:lnTo>
                    <a:pt x="890" y="88"/>
                  </a:lnTo>
                  <a:lnTo>
                    <a:pt x="877" y="99"/>
                  </a:lnTo>
                  <a:lnTo>
                    <a:pt x="877" y="108"/>
                  </a:lnTo>
                  <a:lnTo>
                    <a:pt x="857" y="133"/>
                  </a:lnTo>
                  <a:lnTo>
                    <a:pt x="830" y="157"/>
                  </a:lnTo>
                  <a:lnTo>
                    <a:pt x="813" y="196"/>
                  </a:lnTo>
                  <a:lnTo>
                    <a:pt x="813" y="284"/>
                  </a:lnTo>
                  <a:lnTo>
                    <a:pt x="819" y="357"/>
                  </a:lnTo>
                  <a:lnTo>
                    <a:pt x="836" y="397"/>
                  </a:lnTo>
                  <a:lnTo>
                    <a:pt x="868" y="452"/>
                  </a:lnTo>
                  <a:lnTo>
                    <a:pt x="868" y="458"/>
                  </a:lnTo>
                  <a:lnTo>
                    <a:pt x="874" y="460"/>
                  </a:lnTo>
                  <a:lnTo>
                    <a:pt x="894" y="495"/>
                  </a:lnTo>
                  <a:lnTo>
                    <a:pt x="890" y="553"/>
                  </a:lnTo>
                  <a:lnTo>
                    <a:pt x="868" y="643"/>
                  </a:lnTo>
                  <a:lnTo>
                    <a:pt x="859" y="714"/>
                  </a:lnTo>
                  <a:lnTo>
                    <a:pt x="854" y="728"/>
                  </a:lnTo>
                  <a:lnTo>
                    <a:pt x="801" y="77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800">
                <a:latin typeface="+mj-lt"/>
              </a:endParaRPr>
            </a:p>
          </p:txBody>
        </p:sp>
        <p:grpSp>
          <p:nvGrpSpPr>
            <p:cNvPr id="20" name="Group 86">
              <a:extLst>
                <a:ext uri="{FF2B5EF4-FFF2-40B4-BE49-F238E27FC236}">
                  <a16:creationId xmlns:a16="http://schemas.microsoft.com/office/drawing/2014/main" id="{2A8A071E-9F4E-50AF-9551-BD1345805C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130960" y="3337970"/>
              <a:ext cx="1204858" cy="2672074"/>
              <a:chOff x="2605" y="2080"/>
              <a:chExt cx="533" cy="1182"/>
            </a:xfrm>
            <a:grpFill/>
          </p:grpSpPr>
          <p:sp>
            <p:nvSpPr>
              <p:cNvPr id="21" name="Freeform 87">
                <a:extLst>
                  <a:ext uri="{FF2B5EF4-FFF2-40B4-BE49-F238E27FC236}">
                    <a16:creationId xmlns:a16="http://schemas.microsoft.com/office/drawing/2014/main" id="{7FEEA46D-3ACA-2BAE-E22E-7989EDAC57C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605" y="2080"/>
                <a:ext cx="533" cy="1057"/>
              </a:xfrm>
              <a:custGeom>
                <a:avLst/>
                <a:gdLst/>
                <a:ahLst/>
                <a:cxnLst>
                  <a:cxn ang="0">
                    <a:pos x="592" y="8379"/>
                  </a:cxn>
                  <a:cxn ang="0">
                    <a:pos x="237" y="8030"/>
                  </a:cxn>
                  <a:cxn ang="0">
                    <a:pos x="68" y="7913"/>
                  </a:cxn>
                  <a:cxn ang="0">
                    <a:pos x="7" y="7695"/>
                  </a:cxn>
                  <a:cxn ang="0">
                    <a:pos x="194" y="7230"/>
                  </a:cxn>
                  <a:cxn ang="0">
                    <a:pos x="202" y="6986"/>
                  </a:cxn>
                  <a:cxn ang="0">
                    <a:pos x="368" y="6579"/>
                  </a:cxn>
                  <a:cxn ang="0">
                    <a:pos x="414" y="6155"/>
                  </a:cxn>
                  <a:cxn ang="0">
                    <a:pos x="444" y="5965"/>
                  </a:cxn>
                  <a:cxn ang="0">
                    <a:pos x="310" y="5646"/>
                  </a:cxn>
                  <a:cxn ang="0">
                    <a:pos x="342" y="5189"/>
                  </a:cxn>
                  <a:cxn ang="0">
                    <a:pos x="350" y="4706"/>
                  </a:cxn>
                  <a:cxn ang="0">
                    <a:pos x="502" y="4210"/>
                  </a:cxn>
                  <a:cxn ang="0">
                    <a:pos x="543" y="3609"/>
                  </a:cxn>
                  <a:cxn ang="0">
                    <a:pos x="615" y="3435"/>
                  </a:cxn>
                  <a:cxn ang="0">
                    <a:pos x="755" y="2962"/>
                  </a:cxn>
                  <a:cxn ang="0">
                    <a:pos x="648" y="2434"/>
                  </a:cxn>
                  <a:cxn ang="0">
                    <a:pos x="709" y="2088"/>
                  </a:cxn>
                  <a:cxn ang="0">
                    <a:pos x="755" y="1772"/>
                  </a:cxn>
                  <a:cxn ang="0">
                    <a:pos x="1027" y="1231"/>
                  </a:cxn>
                  <a:cxn ang="0">
                    <a:pos x="1038" y="872"/>
                  </a:cxn>
                  <a:cxn ang="0">
                    <a:pos x="1249" y="550"/>
                  </a:cxn>
                  <a:cxn ang="0">
                    <a:pos x="1342" y="245"/>
                  </a:cxn>
                  <a:cxn ang="0">
                    <a:pos x="1557" y="0"/>
                  </a:cxn>
                  <a:cxn ang="0">
                    <a:pos x="1878" y="116"/>
                  </a:cxn>
                  <a:cxn ang="0">
                    <a:pos x="1998" y="64"/>
                  </a:cxn>
                  <a:cxn ang="0">
                    <a:pos x="2276" y="110"/>
                  </a:cxn>
                  <a:cxn ang="0">
                    <a:pos x="2643" y="414"/>
                  </a:cxn>
                  <a:cxn ang="0">
                    <a:pos x="2962" y="561"/>
                  </a:cxn>
                  <a:cxn ang="0">
                    <a:pos x="3354" y="823"/>
                  </a:cxn>
                  <a:cxn ang="0">
                    <a:pos x="3238" y="1190"/>
                  </a:cxn>
                  <a:cxn ang="0">
                    <a:pos x="3581" y="1348"/>
                  </a:cxn>
                  <a:cxn ang="0">
                    <a:pos x="3828" y="1308"/>
                  </a:cxn>
                  <a:cxn ang="0">
                    <a:pos x="4039" y="1107"/>
                  </a:cxn>
                  <a:cxn ang="0">
                    <a:pos x="4259" y="1066"/>
                  </a:cxn>
                  <a:cxn ang="0">
                    <a:pos x="4033" y="1357"/>
                  </a:cxn>
                  <a:cxn ang="0">
                    <a:pos x="3604" y="1841"/>
                  </a:cxn>
                  <a:cxn ang="0">
                    <a:pos x="3356" y="2083"/>
                  </a:cxn>
                  <a:cxn ang="0">
                    <a:pos x="3296" y="2703"/>
                  </a:cxn>
                  <a:cxn ang="0">
                    <a:pos x="3209" y="3061"/>
                  </a:cxn>
                  <a:cxn ang="0">
                    <a:pos x="3463" y="3519"/>
                  </a:cxn>
                  <a:cxn ang="0">
                    <a:pos x="3457" y="3958"/>
                  </a:cxn>
                  <a:cxn ang="0">
                    <a:pos x="3017" y="4258"/>
                  </a:cxn>
                  <a:cxn ang="0">
                    <a:pos x="2385" y="4291"/>
                  </a:cxn>
                  <a:cxn ang="0">
                    <a:pos x="2383" y="4610"/>
                  </a:cxn>
                  <a:cxn ang="0">
                    <a:pos x="2074" y="4929"/>
                  </a:cxn>
                  <a:cxn ang="0">
                    <a:pos x="1803" y="5006"/>
                  </a:cxn>
                  <a:cxn ang="0">
                    <a:pos x="1993" y="5249"/>
                  </a:cxn>
                  <a:cxn ang="0">
                    <a:pos x="2042" y="5425"/>
                  </a:cxn>
                  <a:cxn ang="0">
                    <a:pos x="1828" y="5365"/>
                  </a:cxn>
                  <a:cxn ang="0">
                    <a:pos x="1835" y="5547"/>
                  </a:cxn>
                  <a:cxn ang="0">
                    <a:pos x="1754" y="5918"/>
                  </a:cxn>
                  <a:cxn ang="0">
                    <a:pos x="1520" y="6098"/>
                  </a:cxn>
                  <a:cxn ang="0">
                    <a:pos x="1255" y="6434"/>
                  </a:cxn>
                  <a:cxn ang="0">
                    <a:pos x="1632" y="6722"/>
                  </a:cxn>
                  <a:cxn ang="0">
                    <a:pos x="1618" y="7015"/>
                  </a:cxn>
                  <a:cxn ang="0">
                    <a:pos x="1264" y="7338"/>
                  </a:cxn>
                  <a:cxn ang="0">
                    <a:pos x="1089" y="7698"/>
                  </a:cxn>
                  <a:cxn ang="0">
                    <a:pos x="941" y="7817"/>
                  </a:cxn>
                  <a:cxn ang="0">
                    <a:pos x="888" y="8199"/>
                  </a:cxn>
                </a:cxnLst>
                <a:rect l="0" t="0" r="r" b="b"/>
                <a:pathLst>
                  <a:path w="4259" h="8458">
                    <a:moveTo>
                      <a:pt x="1085" y="8458"/>
                    </a:moveTo>
                    <a:lnTo>
                      <a:pt x="1065" y="8455"/>
                    </a:lnTo>
                    <a:lnTo>
                      <a:pt x="1007" y="8422"/>
                    </a:lnTo>
                    <a:lnTo>
                      <a:pt x="880" y="8399"/>
                    </a:lnTo>
                    <a:lnTo>
                      <a:pt x="782" y="8366"/>
                    </a:lnTo>
                    <a:lnTo>
                      <a:pt x="738" y="8365"/>
                    </a:lnTo>
                    <a:lnTo>
                      <a:pt x="669" y="8375"/>
                    </a:lnTo>
                    <a:lnTo>
                      <a:pt x="592" y="8379"/>
                    </a:lnTo>
                    <a:lnTo>
                      <a:pt x="572" y="8379"/>
                    </a:lnTo>
                    <a:lnTo>
                      <a:pt x="554" y="8370"/>
                    </a:lnTo>
                    <a:lnTo>
                      <a:pt x="336" y="8370"/>
                    </a:lnTo>
                    <a:lnTo>
                      <a:pt x="280" y="8347"/>
                    </a:lnTo>
                    <a:lnTo>
                      <a:pt x="263" y="8326"/>
                    </a:lnTo>
                    <a:lnTo>
                      <a:pt x="237" y="8277"/>
                    </a:lnTo>
                    <a:lnTo>
                      <a:pt x="234" y="8257"/>
                    </a:lnTo>
                    <a:lnTo>
                      <a:pt x="237" y="8030"/>
                    </a:lnTo>
                    <a:lnTo>
                      <a:pt x="234" y="7969"/>
                    </a:lnTo>
                    <a:lnTo>
                      <a:pt x="221" y="7899"/>
                    </a:lnTo>
                    <a:lnTo>
                      <a:pt x="217" y="7887"/>
                    </a:lnTo>
                    <a:lnTo>
                      <a:pt x="199" y="7881"/>
                    </a:lnTo>
                    <a:lnTo>
                      <a:pt x="194" y="7881"/>
                    </a:lnTo>
                    <a:lnTo>
                      <a:pt x="176" y="7907"/>
                    </a:lnTo>
                    <a:lnTo>
                      <a:pt x="100" y="7893"/>
                    </a:lnTo>
                    <a:lnTo>
                      <a:pt x="68" y="7913"/>
                    </a:lnTo>
                    <a:lnTo>
                      <a:pt x="56" y="7939"/>
                    </a:lnTo>
                    <a:lnTo>
                      <a:pt x="38" y="7954"/>
                    </a:lnTo>
                    <a:lnTo>
                      <a:pt x="27" y="7948"/>
                    </a:lnTo>
                    <a:lnTo>
                      <a:pt x="14" y="7922"/>
                    </a:lnTo>
                    <a:lnTo>
                      <a:pt x="7" y="7864"/>
                    </a:lnTo>
                    <a:lnTo>
                      <a:pt x="0" y="7855"/>
                    </a:lnTo>
                    <a:lnTo>
                      <a:pt x="0" y="7733"/>
                    </a:lnTo>
                    <a:lnTo>
                      <a:pt x="7" y="7695"/>
                    </a:lnTo>
                    <a:lnTo>
                      <a:pt x="7" y="7646"/>
                    </a:lnTo>
                    <a:lnTo>
                      <a:pt x="35" y="7521"/>
                    </a:lnTo>
                    <a:lnTo>
                      <a:pt x="56" y="7477"/>
                    </a:lnTo>
                    <a:lnTo>
                      <a:pt x="74" y="7463"/>
                    </a:lnTo>
                    <a:lnTo>
                      <a:pt x="126" y="7354"/>
                    </a:lnTo>
                    <a:lnTo>
                      <a:pt x="170" y="7299"/>
                    </a:lnTo>
                    <a:lnTo>
                      <a:pt x="179" y="7281"/>
                    </a:lnTo>
                    <a:lnTo>
                      <a:pt x="194" y="7230"/>
                    </a:lnTo>
                    <a:lnTo>
                      <a:pt x="205" y="7148"/>
                    </a:lnTo>
                    <a:lnTo>
                      <a:pt x="210" y="7130"/>
                    </a:lnTo>
                    <a:lnTo>
                      <a:pt x="221" y="7123"/>
                    </a:lnTo>
                    <a:lnTo>
                      <a:pt x="225" y="7088"/>
                    </a:lnTo>
                    <a:lnTo>
                      <a:pt x="217" y="7043"/>
                    </a:lnTo>
                    <a:lnTo>
                      <a:pt x="205" y="7023"/>
                    </a:lnTo>
                    <a:lnTo>
                      <a:pt x="205" y="6986"/>
                    </a:lnTo>
                    <a:lnTo>
                      <a:pt x="202" y="6986"/>
                    </a:lnTo>
                    <a:lnTo>
                      <a:pt x="205" y="6927"/>
                    </a:lnTo>
                    <a:lnTo>
                      <a:pt x="210" y="6907"/>
                    </a:lnTo>
                    <a:lnTo>
                      <a:pt x="221" y="6879"/>
                    </a:lnTo>
                    <a:lnTo>
                      <a:pt x="277" y="6808"/>
                    </a:lnTo>
                    <a:lnTo>
                      <a:pt x="315" y="6736"/>
                    </a:lnTo>
                    <a:lnTo>
                      <a:pt x="321" y="6698"/>
                    </a:lnTo>
                    <a:lnTo>
                      <a:pt x="347" y="6639"/>
                    </a:lnTo>
                    <a:lnTo>
                      <a:pt x="368" y="6579"/>
                    </a:lnTo>
                    <a:lnTo>
                      <a:pt x="374" y="6433"/>
                    </a:lnTo>
                    <a:lnTo>
                      <a:pt x="368" y="6403"/>
                    </a:lnTo>
                    <a:lnTo>
                      <a:pt x="368" y="6355"/>
                    </a:lnTo>
                    <a:lnTo>
                      <a:pt x="374" y="6334"/>
                    </a:lnTo>
                    <a:lnTo>
                      <a:pt x="374" y="6229"/>
                    </a:lnTo>
                    <a:lnTo>
                      <a:pt x="379" y="6192"/>
                    </a:lnTo>
                    <a:lnTo>
                      <a:pt x="394" y="6172"/>
                    </a:lnTo>
                    <a:lnTo>
                      <a:pt x="414" y="6155"/>
                    </a:lnTo>
                    <a:lnTo>
                      <a:pt x="414" y="6114"/>
                    </a:lnTo>
                    <a:lnTo>
                      <a:pt x="374" y="6068"/>
                    </a:lnTo>
                    <a:lnTo>
                      <a:pt x="321" y="6044"/>
                    </a:lnTo>
                    <a:lnTo>
                      <a:pt x="307" y="6003"/>
                    </a:lnTo>
                    <a:lnTo>
                      <a:pt x="321" y="5994"/>
                    </a:lnTo>
                    <a:lnTo>
                      <a:pt x="383" y="6003"/>
                    </a:lnTo>
                    <a:lnTo>
                      <a:pt x="435" y="6000"/>
                    </a:lnTo>
                    <a:lnTo>
                      <a:pt x="444" y="5965"/>
                    </a:lnTo>
                    <a:lnTo>
                      <a:pt x="441" y="5930"/>
                    </a:lnTo>
                    <a:lnTo>
                      <a:pt x="412" y="5899"/>
                    </a:lnTo>
                    <a:lnTo>
                      <a:pt x="356" y="5881"/>
                    </a:lnTo>
                    <a:lnTo>
                      <a:pt x="327" y="5881"/>
                    </a:lnTo>
                    <a:lnTo>
                      <a:pt x="324" y="5861"/>
                    </a:lnTo>
                    <a:lnTo>
                      <a:pt x="342" y="5741"/>
                    </a:lnTo>
                    <a:lnTo>
                      <a:pt x="333" y="5684"/>
                    </a:lnTo>
                    <a:lnTo>
                      <a:pt x="310" y="5646"/>
                    </a:lnTo>
                    <a:lnTo>
                      <a:pt x="307" y="5625"/>
                    </a:lnTo>
                    <a:lnTo>
                      <a:pt x="310" y="5519"/>
                    </a:lnTo>
                    <a:lnTo>
                      <a:pt x="307" y="5503"/>
                    </a:lnTo>
                    <a:lnTo>
                      <a:pt x="292" y="5488"/>
                    </a:lnTo>
                    <a:lnTo>
                      <a:pt x="280" y="5466"/>
                    </a:lnTo>
                    <a:lnTo>
                      <a:pt x="280" y="5326"/>
                    </a:lnTo>
                    <a:lnTo>
                      <a:pt x="303" y="5241"/>
                    </a:lnTo>
                    <a:lnTo>
                      <a:pt x="342" y="5189"/>
                    </a:lnTo>
                    <a:lnTo>
                      <a:pt x="356" y="5156"/>
                    </a:lnTo>
                    <a:lnTo>
                      <a:pt x="359" y="5140"/>
                    </a:lnTo>
                    <a:lnTo>
                      <a:pt x="359" y="5090"/>
                    </a:lnTo>
                    <a:lnTo>
                      <a:pt x="353" y="5074"/>
                    </a:lnTo>
                    <a:lnTo>
                      <a:pt x="321" y="5041"/>
                    </a:lnTo>
                    <a:lnTo>
                      <a:pt x="307" y="4983"/>
                    </a:lnTo>
                    <a:lnTo>
                      <a:pt x="315" y="4867"/>
                    </a:lnTo>
                    <a:lnTo>
                      <a:pt x="350" y="4706"/>
                    </a:lnTo>
                    <a:lnTo>
                      <a:pt x="347" y="4643"/>
                    </a:lnTo>
                    <a:lnTo>
                      <a:pt x="350" y="4623"/>
                    </a:lnTo>
                    <a:lnTo>
                      <a:pt x="417" y="4382"/>
                    </a:lnTo>
                    <a:lnTo>
                      <a:pt x="428" y="4324"/>
                    </a:lnTo>
                    <a:lnTo>
                      <a:pt x="437" y="4303"/>
                    </a:lnTo>
                    <a:lnTo>
                      <a:pt x="455" y="4281"/>
                    </a:lnTo>
                    <a:lnTo>
                      <a:pt x="490" y="4248"/>
                    </a:lnTo>
                    <a:lnTo>
                      <a:pt x="502" y="4210"/>
                    </a:lnTo>
                    <a:lnTo>
                      <a:pt x="502" y="4161"/>
                    </a:lnTo>
                    <a:lnTo>
                      <a:pt x="487" y="4114"/>
                    </a:lnTo>
                    <a:lnTo>
                      <a:pt x="470" y="4004"/>
                    </a:lnTo>
                    <a:lnTo>
                      <a:pt x="470" y="3859"/>
                    </a:lnTo>
                    <a:lnTo>
                      <a:pt x="487" y="3704"/>
                    </a:lnTo>
                    <a:lnTo>
                      <a:pt x="502" y="3650"/>
                    </a:lnTo>
                    <a:lnTo>
                      <a:pt x="528" y="3617"/>
                    </a:lnTo>
                    <a:lnTo>
                      <a:pt x="543" y="3609"/>
                    </a:lnTo>
                    <a:lnTo>
                      <a:pt x="566" y="3606"/>
                    </a:lnTo>
                    <a:lnTo>
                      <a:pt x="575" y="3597"/>
                    </a:lnTo>
                    <a:lnTo>
                      <a:pt x="581" y="3568"/>
                    </a:lnTo>
                    <a:lnTo>
                      <a:pt x="590" y="3556"/>
                    </a:lnTo>
                    <a:lnTo>
                      <a:pt x="615" y="3542"/>
                    </a:lnTo>
                    <a:lnTo>
                      <a:pt x="626" y="3531"/>
                    </a:lnTo>
                    <a:lnTo>
                      <a:pt x="626" y="3501"/>
                    </a:lnTo>
                    <a:lnTo>
                      <a:pt x="615" y="3435"/>
                    </a:lnTo>
                    <a:lnTo>
                      <a:pt x="612" y="3315"/>
                    </a:lnTo>
                    <a:lnTo>
                      <a:pt x="653" y="3281"/>
                    </a:lnTo>
                    <a:lnTo>
                      <a:pt x="660" y="3269"/>
                    </a:lnTo>
                    <a:lnTo>
                      <a:pt x="675" y="3177"/>
                    </a:lnTo>
                    <a:lnTo>
                      <a:pt x="682" y="3147"/>
                    </a:lnTo>
                    <a:lnTo>
                      <a:pt x="706" y="3102"/>
                    </a:lnTo>
                    <a:lnTo>
                      <a:pt x="755" y="3022"/>
                    </a:lnTo>
                    <a:lnTo>
                      <a:pt x="755" y="2962"/>
                    </a:lnTo>
                    <a:lnTo>
                      <a:pt x="750" y="2891"/>
                    </a:lnTo>
                    <a:lnTo>
                      <a:pt x="738" y="2816"/>
                    </a:lnTo>
                    <a:lnTo>
                      <a:pt x="729" y="2796"/>
                    </a:lnTo>
                    <a:lnTo>
                      <a:pt x="700" y="2765"/>
                    </a:lnTo>
                    <a:lnTo>
                      <a:pt x="704" y="2718"/>
                    </a:lnTo>
                    <a:lnTo>
                      <a:pt x="700" y="2678"/>
                    </a:lnTo>
                    <a:lnTo>
                      <a:pt x="648" y="2549"/>
                    </a:lnTo>
                    <a:lnTo>
                      <a:pt x="648" y="2434"/>
                    </a:lnTo>
                    <a:lnTo>
                      <a:pt x="612" y="2396"/>
                    </a:lnTo>
                    <a:lnTo>
                      <a:pt x="612" y="2343"/>
                    </a:lnTo>
                    <a:lnTo>
                      <a:pt x="619" y="2283"/>
                    </a:lnTo>
                    <a:lnTo>
                      <a:pt x="633" y="2236"/>
                    </a:lnTo>
                    <a:lnTo>
                      <a:pt x="642" y="2227"/>
                    </a:lnTo>
                    <a:lnTo>
                      <a:pt x="671" y="2172"/>
                    </a:lnTo>
                    <a:lnTo>
                      <a:pt x="686" y="2114"/>
                    </a:lnTo>
                    <a:lnTo>
                      <a:pt x="709" y="2088"/>
                    </a:lnTo>
                    <a:lnTo>
                      <a:pt x="715" y="2065"/>
                    </a:lnTo>
                    <a:lnTo>
                      <a:pt x="715" y="2047"/>
                    </a:lnTo>
                    <a:lnTo>
                      <a:pt x="733" y="2033"/>
                    </a:lnTo>
                    <a:lnTo>
                      <a:pt x="745" y="1980"/>
                    </a:lnTo>
                    <a:lnTo>
                      <a:pt x="747" y="1943"/>
                    </a:lnTo>
                    <a:lnTo>
                      <a:pt x="742" y="1901"/>
                    </a:lnTo>
                    <a:lnTo>
                      <a:pt x="747" y="1806"/>
                    </a:lnTo>
                    <a:lnTo>
                      <a:pt x="755" y="1772"/>
                    </a:lnTo>
                    <a:lnTo>
                      <a:pt x="780" y="1721"/>
                    </a:lnTo>
                    <a:lnTo>
                      <a:pt x="788" y="1692"/>
                    </a:lnTo>
                    <a:lnTo>
                      <a:pt x="803" y="1610"/>
                    </a:lnTo>
                    <a:lnTo>
                      <a:pt x="829" y="1507"/>
                    </a:lnTo>
                    <a:lnTo>
                      <a:pt x="927" y="1397"/>
                    </a:lnTo>
                    <a:lnTo>
                      <a:pt x="957" y="1299"/>
                    </a:lnTo>
                    <a:lnTo>
                      <a:pt x="965" y="1287"/>
                    </a:lnTo>
                    <a:lnTo>
                      <a:pt x="1027" y="1231"/>
                    </a:lnTo>
                    <a:lnTo>
                      <a:pt x="1065" y="1217"/>
                    </a:lnTo>
                    <a:lnTo>
                      <a:pt x="1085" y="1202"/>
                    </a:lnTo>
                    <a:lnTo>
                      <a:pt x="1087" y="1191"/>
                    </a:lnTo>
                    <a:lnTo>
                      <a:pt x="1082" y="1133"/>
                    </a:lnTo>
                    <a:lnTo>
                      <a:pt x="1065" y="1078"/>
                    </a:lnTo>
                    <a:lnTo>
                      <a:pt x="1056" y="1031"/>
                    </a:lnTo>
                    <a:lnTo>
                      <a:pt x="1056" y="931"/>
                    </a:lnTo>
                    <a:lnTo>
                      <a:pt x="1038" y="872"/>
                    </a:lnTo>
                    <a:lnTo>
                      <a:pt x="1038" y="809"/>
                    </a:lnTo>
                    <a:lnTo>
                      <a:pt x="1042" y="800"/>
                    </a:lnTo>
                    <a:lnTo>
                      <a:pt x="1065" y="771"/>
                    </a:lnTo>
                    <a:lnTo>
                      <a:pt x="1065" y="730"/>
                    </a:lnTo>
                    <a:lnTo>
                      <a:pt x="1056" y="692"/>
                    </a:lnTo>
                    <a:lnTo>
                      <a:pt x="1056" y="663"/>
                    </a:lnTo>
                    <a:lnTo>
                      <a:pt x="1062" y="638"/>
                    </a:lnTo>
                    <a:lnTo>
                      <a:pt x="1249" y="550"/>
                    </a:lnTo>
                    <a:lnTo>
                      <a:pt x="1321" y="521"/>
                    </a:lnTo>
                    <a:lnTo>
                      <a:pt x="1356" y="336"/>
                    </a:lnTo>
                    <a:lnTo>
                      <a:pt x="1356" y="286"/>
                    </a:lnTo>
                    <a:lnTo>
                      <a:pt x="1339" y="266"/>
                    </a:lnTo>
                    <a:lnTo>
                      <a:pt x="1339" y="261"/>
                    </a:lnTo>
                    <a:lnTo>
                      <a:pt x="1334" y="257"/>
                    </a:lnTo>
                    <a:lnTo>
                      <a:pt x="1334" y="248"/>
                    </a:lnTo>
                    <a:lnTo>
                      <a:pt x="1342" y="245"/>
                    </a:lnTo>
                    <a:lnTo>
                      <a:pt x="1363" y="229"/>
                    </a:lnTo>
                    <a:lnTo>
                      <a:pt x="1386" y="190"/>
                    </a:lnTo>
                    <a:lnTo>
                      <a:pt x="1392" y="173"/>
                    </a:lnTo>
                    <a:lnTo>
                      <a:pt x="1414" y="141"/>
                    </a:lnTo>
                    <a:lnTo>
                      <a:pt x="1447" y="110"/>
                    </a:lnTo>
                    <a:lnTo>
                      <a:pt x="1494" y="73"/>
                    </a:lnTo>
                    <a:lnTo>
                      <a:pt x="1544" y="9"/>
                    </a:lnTo>
                    <a:lnTo>
                      <a:pt x="1557" y="0"/>
                    </a:lnTo>
                    <a:lnTo>
                      <a:pt x="1572" y="2"/>
                    </a:lnTo>
                    <a:lnTo>
                      <a:pt x="1595" y="26"/>
                    </a:lnTo>
                    <a:lnTo>
                      <a:pt x="1628" y="75"/>
                    </a:lnTo>
                    <a:lnTo>
                      <a:pt x="1730" y="75"/>
                    </a:lnTo>
                    <a:lnTo>
                      <a:pt x="1764" y="83"/>
                    </a:lnTo>
                    <a:lnTo>
                      <a:pt x="1784" y="83"/>
                    </a:lnTo>
                    <a:lnTo>
                      <a:pt x="1864" y="104"/>
                    </a:lnTo>
                    <a:lnTo>
                      <a:pt x="1878" y="116"/>
                    </a:lnTo>
                    <a:lnTo>
                      <a:pt x="1895" y="141"/>
                    </a:lnTo>
                    <a:lnTo>
                      <a:pt x="1905" y="148"/>
                    </a:lnTo>
                    <a:lnTo>
                      <a:pt x="1911" y="162"/>
                    </a:lnTo>
                    <a:lnTo>
                      <a:pt x="1952" y="206"/>
                    </a:lnTo>
                    <a:lnTo>
                      <a:pt x="1963" y="206"/>
                    </a:lnTo>
                    <a:lnTo>
                      <a:pt x="1966" y="179"/>
                    </a:lnTo>
                    <a:lnTo>
                      <a:pt x="1984" y="139"/>
                    </a:lnTo>
                    <a:lnTo>
                      <a:pt x="1998" y="64"/>
                    </a:lnTo>
                    <a:lnTo>
                      <a:pt x="2004" y="51"/>
                    </a:lnTo>
                    <a:lnTo>
                      <a:pt x="2038" y="51"/>
                    </a:lnTo>
                    <a:lnTo>
                      <a:pt x="2112" y="60"/>
                    </a:lnTo>
                    <a:lnTo>
                      <a:pt x="2182" y="60"/>
                    </a:lnTo>
                    <a:lnTo>
                      <a:pt x="2213" y="67"/>
                    </a:lnTo>
                    <a:lnTo>
                      <a:pt x="2225" y="69"/>
                    </a:lnTo>
                    <a:lnTo>
                      <a:pt x="2252" y="86"/>
                    </a:lnTo>
                    <a:lnTo>
                      <a:pt x="2276" y="110"/>
                    </a:lnTo>
                    <a:lnTo>
                      <a:pt x="2307" y="122"/>
                    </a:lnTo>
                    <a:lnTo>
                      <a:pt x="2371" y="141"/>
                    </a:lnTo>
                    <a:lnTo>
                      <a:pt x="2392" y="162"/>
                    </a:lnTo>
                    <a:lnTo>
                      <a:pt x="2436" y="244"/>
                    </a:lnTo>
                    <a:lnTo>
                      <a:pt x="2490" y="295"/>
                    </a:lnTo>
                    <a:lnTo>
                      <a:pt x="2502" y="315"/>
                    </a:lnTo>
                    <a:lnTo>
                      <a:pt x="2596" y="388"/>
                    </a:lnTo>
                    <a:lnTo>
                      <a:pt x="2643" y="414"/>
                    </a:lnTo>
                    <a:lnTo>
                      <a:pt x="2660" y="430"/>
                    </a:lnTo>
                    <a:lnTo>
                      <a:pt x="2701" y="498"/>
                    </a:lnTo>
                    <a:lnTo>
                      <a:pt x="2710" y="507"/>
                    </a:lnTo>
                    <a:lnTo>
                      <a:pt x="2728" y="519"/>
                    </a:lnTo>
                    <a:lnTo>
                      <a:pt x="2771" y="536"/>
                    </a:lnTo>
                    <a:lnTo>
                      <a:pt x="2806" y="541"/>
                    </a:lnTo>
                    <a:lnTo>
                      <a:pt x="2913" y="547"/>
                    </a:lnTo>
                    <a:lnTo>
                      <a:pt x="2962" y="561"/>
                    </a:lnTo>
                    <a:lnTo>
                      <a:pt x="2986" y="574"/>
                    </a:lnTo>
                    <a:lnTo>
                      <a:pt x="3088" y="647"/>
                    </a:lnTo>
                    <a:lnTo>
                      <a:pt x="3149" y="672"/>
                    </a:lnTo>
                    <a:lnTo>
                      <a:pt x="3212" y="707"/>
                    </a:lnTo>
                    <a:lnTo>
                      <a:pt x="3247" y="751"/>
                    </a:lnTo>
                    <a:lnTo>
                      <a:pt x="3301" y="768"/>
                    </a:lnTo>
                    <a:lnTo>
                      <a:pt x="3331" y="789"/>
                    </a:lnTo>
                    <a:lnTo>
                      <a:pt x="3354" y="823"/>
                    </a:lnTo>
                    <a:lnTo>
                      <a:pt x="3365" y="829"/>
                    </a:lnTo>
                    <a:lnTo>
                      <a:pt x="3374" y="846"/>
                    </a:lnTo>
                    <a:lnTo>
                      <a:pt x="3382" y="881"/>
                    </a:lnTo>
                    <a:lnTo>
                      <a:pt x="3380" y="922"/>
                    </a:lnTo>
                    <a:lnTo>
                      <a:pt x="3347" y="976"/>
                    </a:lnTo>
                    <a:lnTo>
                      <a:pt x="3289" y="1061"/>
                    </a:lnTo>
                    <a:lnTo>
                      <a:pt x="3247" y="1157"/>
                    </a:lnTo>
                    <a:lnTo>
                      <a:pt x="3238" y="1190"/>
                    </a:lnTo>
                    <a:lnTo>
                      <a:pt x="3229" y="1226"/>
                    </a:lnTo>
                    <a:lnTo>
                      <a:pt x="3229" y="1253"/>
                    </a:lnTo>
                    <a:lnTo>
                      <a:pt x="3234" y="1264"/>
                    </a:lnTo>
                    <a:lnTo>
                      <a:pt x="3322" y="1264"/>
                    </a:lnTo>
                    <a:lnTo>
                      <a:pt x="3449" y="1284"/>
                    </a:lnTo>
                    <a:lnTo>
                      <a:pt x="3473" y="1293"/>
                    </a:lnTo>
                    <a:lnTo>
                      <a:pt x="3540" y="1337"/>
                    </a:lnTo>
                    <a:lnTo>
                      <a:pt x="3581" y="1348"/>
                    </a:lnTo>
                    <a:lnTo>
                      <a:pt x="3616" y="1344"/>
                    </a:lnTo>
                    <a:lnTo>
                      <a:pt x="3639" y="1351"/>
                    </a:lnTo>
                    <a:lnTo>
                      <a:pt x="3665" y="1351"/>
                    </a:lnTo>
                    <a:lnTo>
                      <a:pt x="3694" y="1342"/>
                    </a:lnTo>
                    <a:lnTo>
                      <a:pt x="3709" y="1324"/>
                    </a:lnTo>
                    <a:lnTo>
                      <a:pt x="3740" y="1310"/>
                    </a:lnTo>
                    <a:lnTo>
                      <a:pt x="3797" y="1315"/>
                    </a:lnTo>
                    <a:lnTo>
                      <a:pt x="3828" y="1308"/>
                    </a:lnTo>
                    <a:lnTo>
                      <a:pt x="3837" y="1302"/>
                    </a:lnTo>
                    <a:lnTo>
                      <a:pt x="3846" y="1287"/>
                    </a:lnTo>
                    <a:lnTo>
                      <a:pt x="3901" y="1244"/>
                    </a:lnTo>
                    <a:lnTo>
                      <a:pt x="3919" y="1235"/>
                    </a:lnTo>
                    <a:lnTo>
                      <a:pt x="3928" y="1224"/>
                    </a:lnTo>
                    <a:lnTo>
                      <a:pt x="3983" y="1180"/>
                    </a:lnTo>
                    <a:lnTo>
                      <a:pt x="4015" y="1142"/>
                    </a:lnTo>
                    <a:lnTo>
                      <a:pt x="4039" y="1107"/>
                    </a:lnTo>
                    <a:lnTo>
                      <a:pt x="4053" y="1069"/>
                    </a:lnTo>
                    <a:lnTo>
                      <a:pt x="4065" y="1009"/>
                    </a:lnTo>
                    <a:lnTo>
                      <a:pt x="4079" y="889"/>
                    </a:lnTo>
                    <a:lnTo>
                      <a:pt x="4111" y="887"/>
                    </a:lnTo>
                    <a:lnTo>
                      <a:pt x="4126" y="881"/>
                    </a:lnTo>
                    <a:lnTo>
                      <a:pt x="4188" y="881"/>
                    </a:lnTo>
                    <a:lnTo>
                      <a:pt x="4210" y="909"/>
                    </a:lnTo>
                    <a:lnTo>
                      <a:pt x="4259" y="1066"/>
                    </a:lnTo>
                    <a:lnTo>
                      <a:pt x="4259" y="1191"/>
                    </a:lnTo>
                    <a:lnTo>
                      <a:pt x="4251" y="1235"/>
                    </a:lnTo>
                    <a:lnTo>
                      <a:pt x="4242" y="1253"/>
                    </a:lnTo>
                    <a:lnTo>
                      <a:pt x="4233" y="1264"/>
                    </a:lnTo>
                    <a:lnTo>
                      <a:pt x="4143" y="1328"/>
                    </a:lnTo>
                    <a:lnTo>
                      <a:pt x="4111" y="1339"/>
                    </a:lnTo>
                    <a:lnTo>
                      <a:pt x="4065" y="1344"/>
                    </a:lnTo>
                    <a:lnTo>
                      <a:pt x="4033" y="1357"/>
                    </a:lnTo>
                    <a:lnTo>
                      <a:pt x="3998" y="1406"/>
                    </a:lnTo>
                    <a:lnTo>
                      <a:pt x="3963" y="1443"/>
                    </a:lnTo>
                    <a:lnTo>
                      <a:pt x="3788" y="1592"/>
                    </a:lnTo>
                    <a:lnTo>
                      <a:pt x="3783" y="1610"/>
                    </a:lnTo>
                    <a:lnTo>
                      <a:pt x="3761" y="1637"/>
                    </a:lnTo>
                    <a:lnTo>
                      <a:pt x="3685" y="1736"/>
                    </a:lnTo>
                    <a:lnTo>
                      <a:pt x="3676" y="1759"/>
                    </a:lnTo>
                    <a:lnTo>
                      <a:pt x="3604" y="1841"/>
                    </a:lnTo>
                    <a:lnTo>
                      <a:pt x="3545" y="1888"/>
                    </a:lnTo>
                    <a:lnTo>
                      <a:pt x="3516" y="1925"/>
                    </a:lnTo>
                    <a:lnTo>
                      <a:pt x="3484" y="1948"/>
                    </a:lnTo>
                    <a:lnTo>
                      <a:pt x="3473" y="1969"/>
                    </a:lnTo>
                    <a:lnTo>
                      <a:pt x="3438" y="2003"/>
                    </a:lnTo>
                    <a:lnTo>
                      <a:pt x="3400" y="2026"/>
                    </a:lnTo>
                    <a:lnTo>
                      <a:pt x="3394" y="2050"/>
                    </a:lnTo>
                    <a:lnTo>
                      <a:pt x="3356" y="2083"/>
                    </a:lnTo>
                    <a:lnTo>
                      <a:pt x="3354" y="2093"/>
                    </a:lnTo>
                    <a:lnTo>
                      <a:pt x="3360" y="2187"/>
                    </a:lnTo>
                    <a:lnTo>
                      <a:pt x="3344" y="2271"/>
                    </a:lnTo>
                    <a:lnTo>
                      <a:pt x="3344" y="2332"/>
                    </a:lnTo>
                    <a:lnTo>
                      <a:pt x="3336" y="2370"/>
                    </a:lnTo>
                    <a:lnTo>
                      <a:pt x="3301" y="2465"/>
                    </a:lnTo>
                    <a:lnTo>
                      <a:pt x="3301" y="2662"/>
                    </a:lnTo>
                    <a:lnTo>
                      <a:pt x="3296" y="2703"/>
                    </a:lnTo>
                    <a:lnTo>
                      <a:pt x="3287" y="2729"/>
                    </a:lnTo>
                    <a:lnTo>
                      <a:pt x="3255" y="2778"/>
                    </a:lnTo>
                    <a:lnTo>
                      <a:pt x="3243" y="2816"/>
                    </a:lnTo>
                    <a:lnTo>
                      <a:pt x="3225" y="2916"/>
                    </a:lnTo>
                    <a:lnTo>
                      <a:pt x="3223" y="2981"/>
                    </a:lnTo>
                    <a:lnTo>
                      <a:pt x="3228" y="3019"/>
                    </a:lnTo>
                    <a:lnTo>
                      <a:pt x="3220" y="3051"/>
                    </a:lnTo>
                    <a:lnTo>
                      <a:pt x="3209" y="3061"/>
                    </a:lnTo>
                    <a:lnTo>
                      <a:pt x="3239" y="3139"/>
                    </a:lnTo>
                    <a:lnTo>
                      <a:pt x="3336" y="3193"/>
                    </a:lnTo>
                    <a:lnTo>
                      <a:pt x="3376" y="3224"/>
                    </a:lnTo>
                    <a:lnTo>
                      <a:pt x="3427" y="3266"/>
                    </a:lnTo>
                    <a:lnTo>
                      <a:pt x="3488" y="3330"/>
                    </a:lnTo>
                    <a:lnTo>
                      <a:pt x="3491" y="3370"/>
                    </a:lnTo>
                    <a:lnTo>
                      <a:pt x="3448" y="3467"/>
                    </a:lnTo>
                    <a:lnTo>
                      <a:pt x="3463" y="3519"/>
                    </a:lnTo>
                    <a:lnTo>
                      <a:pt x="3507" y="3573"/>
                    </a:lnTo>
                    <a:lnTo>
                      <a:pt x="3560" y="3598"/>
                    </a:lnTo>
                    <a:lnTo>
                      <a:pt x="3598" y="3595"/>
                    </a:lnTo>
                    <a:lnTo>
                      <a:pt x="3605" y="3633"/>
                    </a:lnTo>
                    <a:lnTo>
                      <a:pt x="3605" y="3745"/>
                    </a:lnTo>
                    <a:lnTo>
                      <a:pt x="3579" y="3800"/>
                    </a:lnTo>
                    <a:lnTo>
                      <a:pt x="3505" y="3906"/>
                    </a:lnTo>
                    <a:lnTo>
                      <a:pt x="3457" y="3958"/>
                    </a:lnTo>
                    <a:lnTo>
                      <a:pt x="3431" y="4001"/>
                    </a:lnTo>
                    <a:lnTo>
                      <a:pt x="3408" y="4097"/>
                    </a:lnTo>
                    <a:lnTo>
                      <a:pt x="3364" y="4136"/>
                    </a:lnTo>
                    <a:lnTo>
                      <a:pt x="3313" y="4163"/>
                    </a:lnTo>
                    <a:lnTo>
                      <a:pt x="3210" y="4199"/>
                    </a:lnTo>
                    <a:lnTo>
                      <a:pt x="3175" y="4199"/>
                    </a:lnTo>
                    <a:lnTo>
                      <a:pt x="3115" y="4227"/>
                    </a:lnTo>
                    <a:lnTo>
                      <a:pt x="3017" y="4258"/>
                    </a:lnTo>
                    <a:lnTo>
                      <a:pt x="2967" y="4268"/>
                    </a:lnTo>
                    <a:lnTo>
                      <a:pt x="2891" y="4273"/>
                    </a:lnTo>
                    <a:lnTo>
                      <a:pt x="2803" y="4298"/>
                    </a:lnTo>
                    <a:lnTo>
                      <a:pt x="2667" y="4317"/>
                    </a:lnTo>
                    <a:lnTo>
                      <a:pt x="2560" y="4317"/>
                    </a:lnTo>
                    <a:lnTo>
                      <a:pt x="2447" y="4301"/>
                    </a:lnTo>
                    <a:lnTo>
                      <a:pt x="2395" y="4254"/>
                    </a:lnTo>
                    <a:lnTo>
                      <a:pt x="2385" y="4291"/>
                    </a:lnTo>
                    <a:lnTo>
                      <a:pt x="2395" y="4389"/>
                    </a:lnTo>
                    <a:lnTo>
                      <a:pt x="2428" y="4423"/>
                    </a:lnTo>
                    <a:lnTo>
                      <a:pt x="2440" y="4454"/>
                    </a:lnTo>
                    <a:lnTo>
                      <a:pt x="2431" y="4525"/>
                    </a:lnTo>
                    <a:lnTo>
                      <a:pt x="2423" y="4551"/>
                    </a:lnTo>
                    <a:lnTo>
                      <a:pt x="2410" y="4562"/>
                    </a:lnTo>
                    <a:lnTo>
                      <a:pt x="2402" y="4556"/>
                    </a:lnTo>
                    <a:lnTo>
                      <a:pt x="2383" y="4610"/>
                    </a:lnTo>
                    <a:lnTo>
                      <a:pt x="2376" y="4670"/>
                    </a:lnTo>
                    <a:lnTo>
                      <a:pt x="2395" y="4785"/>
                    </a:lnTo>
                    <a:lnTo>
                      <a:pt x="2392" y="4812"/>
                    </a:lnTo>
                    <a:lnTo>
                      <a:pt x="2381" y="4845"/>
                    </a:lnTo>
                    <a:lnTo>
                      <a:pt x="2355" y="4874"/>
                    </a:lnTo>
                    <a:lnTo>
                      <a:pt x="2288" y="4891"/>
                    </a:lnTo>
                    <a:lnTo>
                      <a:pt x="2223" y="4934"/>
                    </a:lnTo>
                    <a:lnTo>
                      <a:pt x="2074" y="4929"/>
                    </a:lnTo>
                    <a:lnTo>
                      <a:pt x="2037" y="4918"/>
                    </a:lnTo>
                    <a:lnTo>
                      <a:pt x="1999" y="4891"/>
                    </a:lnTo>
                    <a:lnTo>
                      <a:pt x="1919" y="4857"/>
                    </a:lnTo>
                    <a:lnTo>
                      <a:pt x="1858" y="4839"/>
                    </a:lnTo>
                    <a:lnTo>
                      <a:pt x="1822" y="4794"/>
                    </a:lnTo>
                    <a:lnTo>
                      <a:pt x="1780" y="4845"/>
                    </a:lnTo>
                    <a:lnTo>
                      <a:pt x="1780" y="4933"/>
                    </a:lnTo>
                    <a:lnTo>
                      <a:pt x="1803" y="5006"/>
                    </a:lnTo>
                    <a:lnTo>
                      <a:pt x="1806" y="5134"/>
                    </a:lnTo>
                    <a:lnTo>
                      <a:pt x="1810" y="5189"/>
                    </a:lnTo>
                    <a:lnTo>
                      <a:pt x="1865" y="5238"/>
                    </a:lnTo>
                    <a:lnTo>
                      <a:pt x="1919" y="5256"/>
                    </a:lnTo>
                    <a:lnTo>
                      <a:pt x="1901" y="5284"/>
                    </a:lnTo>
                    <a:lnTo>
                      <a:pt x="1925" y="5304"/>
                    </a:lnTo>
                    <a:lnTo>
                      <a:pt x="2005" y="5283"/>
                    </a:lnTo>
                    <a:lnTo>
                      <a:pt x="1993" y="5249"/>
                    </a:lnTo>
                    <a:lnTo>
                      <a:pt x="1966" y="5232"/>
                    </a:lnTo>
                    <a:lnTo>
                      <a:pt x="2031" y="5227"/>
                    </a:lnTo>
                    <a:lnTo>
                      <a:pt x="2079" y="5193"/>
                    </a:lnTo>
                    <a:lnTo>
                      <a:pt x="2109" y="5241"/>
                    </a:lnTo>
                    <a:lnTo>
                      <a:pt x="2121" y="5344"/>
                    </a:lnTo>
                    <a:lnTo>
                      <a:pt x="2114" y="5388"/>
                    </a:lnTo>
                    <a:lnTo>
                      <a:pt x="2085" y="5409"/>
                    </a:lnTo>
                    <a:lnTo>
                      <a:pt x="2042" y="5425"/>
                    </a:lnTo>
                    <a:lnTo>
                      <a:pt x="2007" y="5423"/>
                    </a:lnTo>
                    <a:lnTo>
                      <a:pt x="1976" y="5409"/>
                    </a:lnTo>
                    <a:lnTo>
                      <a:pt x="1973" y="5360"/>
                    </a:lnTo>
                    <a:lnTo>
                      <a:pt x="1952" y="5336"/>
                    </a:lnTo>
                    <a:lnTo>
                      <a:pt x="1910" y="5325"/>
                    </a:lnTo>
                    <a:lnTo>
                      <a:pt x="1875" y="5336"/>
                    </a:lnTo>
                    <a:lnTo>
                      <a:pt x="1849" y="5363"/>
                    </a:lnTo>
                    <a:lnTo>
                      <a:pt x="1828" y="5365"/>
                    </a:lnTo>
                    <a:lnTo>
                      <a:pt x="1809" y="5384"/>
                    </a:lnTo>
                    <a:lnTo>
                      <a:pt x="1809" y="5409"/>
                    </a:lnTo>
                    <a:lnTo>
                      <a:pt x="1875" y="5442"/>
                    </a:lnTo>
                    <a:lnTo>
                      <a:pt x="1919" y="5446"/>
                    </a:lnTo>
                    <a:lnTo>
                      <a:pt x="1950" y="5456"/>
                    </a:lnTo>
                    <a:lnTo>
                      <a:pt x="1971" y="5466"/>
                    </a:lnTo>
                    <a:lnTo>
                      <a:pt x="1969" y="5475"/>
                    </a:lnTo>
                    <a:lnTo>
                      <a:pt x="1835" y="5547"/>
                    </a:lnTo>
                    <a:lnTo>
                      <a:pt x="1818" y="5572"/>
                    </a:lnTo>
                    <a:lnTo>
                      <a:pt x="1803" y="5605"/>
                    </a:lnTo>
                    <a:lnTo>
                      <a:pt x="1770" y="5648"/>
                    </a:lnTo>
                    <a:lnTo>
                      <a:pt x="1761" y="5695"/>
                    </a:lnTo>
                    <a:lnTo>
                      <a:pt x="1775" y="5756"/>
                    </a:lnTo>
                    <a:lnTo>
                      <a:pt x="1770" y="5811"/>
                    </a:lnTo>
                    <a:lnTo>
                      <a:pt x="1770" y="5872"/>
                    </a:lnTo>
                    <a:lnTo>
                      <a:pt x="1754" y="5918"/>
                    </a:lnTo>
                    <a:lnTo>
                      <a:pt x="1734" y="5936"/>
                    </a:lnTo>
                    <a:lnTo>
                      <a:pt x="1706" y="5948"/>
                    </a:lnTo>
                    <a:lnTo>
                      <a:pt x="1679" y="5988"/>
                    </a:lnTo>
                    <a:lnTo>
                      <a:pt x="1701" y="6044"/>
                    </a:lnTo>
                    <a:lnTo>
                      <a:pt x="1704" y="6062"/>
                    </a:lnTo>
                    <a:lnTo>
                      <a:pt x="1692" y="6087"/>
                    </a:lnTo>
                    <a:lnTo>
                      <a:pt x="1561" y="6077"/>
                    </a:lnTo>
                    <a:lnTo>
                      <a:pt x="1520" y="6098"/>
                    </a:lnTo>
                    <a:lnTo>
                      <a:pt x="1494" y="6134"/>
                    </a:lnTo>
                    <a:lnTo>
                      <a:pt x="1453" y="6134"/>
                    </a:lnTo>
                    <a:lnTo>
                      <a:pt x="1413" y="6154"/>
                    </a:lnTo>
                    <a:lnTo>
                      <a:pt x="1347" y="6229"/>
                    </a:lnTo>
                    <a:lnTo>
                      <a:pt x="1325" y="6262"/>
                    </a:lnTo>
                    <a:lnTo>
                      <a:pt x="1313" y="6296"/>
                    </a:lnTo>
                    <a:lnTo>
                      <a:pt x="1268" y="6370"/>
                    </a:lnTo>
                    <a:lnTo>
                      <a:pt x="1255" y="6434"/>
                    </a:lnTo>
                    <a:lnTo>
                      <a:pt x="1263" y="6463"/>
                    </a:lnTo>
                    <a:lnTo>
                      <a:pt x="1288" y="6516"/>
                    </a:lnTo>
                    <a:lnTo>
                      <a:pt x="1316" y="6562"/>
                    </a:lnTo>
                    <a:lnTo>
                      <a:pt x="1351" y="6591"/>
                    </a:lnTo>
                    <a:lnTo>
                      <a:pt x="1438" y="6689"/>
                    </a:lnTo>
                    <a:lnTo>
                      <a:pt x="1535" y="6727"/>
                    </a:lnTo>
                    <a:lnTo>
                      <a:pt x="1584" y="6729"/>
                    </a:lnTo>
                    <a:lnTo>
                      <a:pt x="1632" y="6722"/>
                    </a:lnTo>
                    <a:lnTo>
                      <a:pt x="1660" y="6751"/>
                    </a:lnTo>
                    <a:lnTo>
                      <a:pt x="1670" y="6794"/>
                    </a:lnTo>
                    <a:lnTo>
                      <a:pt x="1670" y="6858"/>
                    </a:lnTo>
                    <a:lnTo>
                      <a:pt x="1642" y="6906"/>
                    </a:lnTo>
                    <a:lnTo>
                      <a:pt x="1628" y="6917"/>
                    </a:lnTo>
                    <a:lnTo>
                      <a:pt x="1645" y="6965"/>
                    </a:lnTo>
                    <a:lnTo>
                      <a:pt x="1649" y="7003"/>
                    </a:lnTo>
                    <a:lnTo>
                      <a:pt x="1618" y="7015"/>
                    </a:lnTo>
                    <a:lnTo>
                      <a:pt x="1613" y="7058"/>
                    </a:lnTo>
                    <a:lnTo>
                      <a:pt x="1582" y="7058"/>
                    </a:lnTo>
                    <a:lnTo>
                      <a:pt x="1551" y="7079"/>
                    </a:lnTo>
                    <a:lnTo>
                      <a:pt x="1485" y="7146"/>
                    </a:lnTo>
                    <a:lnTo>
                      <a:pt x="1411" y="7208"/>
                    </a:lnTo>
                    <a:lnTo>
                      <a:pt x="1379" y="7226"/>
                    </a:lnTo>
                    <a:lnTo>
                      <a:pt x="1325" y="7289"/>
                    </a:lnTo>
                    <a:lnTo>
                      <a:pt x="1264" y="7338"/>
                    </a:lnTo>
                    <a:lnTo>
                      <a:pt x="1229" y="7418"/>
                    </a:lnTo>
                    <a:lnTo>
                      <a:pt x="1219" y="7465"/>
                    </a:lnTo>
                    <a:lnTo>
                      <a:pt x="1253" y="7439"/>
                    </a:lnTo>
                    <a:lnTo>
                      <a:pt x="1219" y="7583"/>
                    </a:lnTo>
                    <a:lnTo>
                      <a:pt x="1200" y="7644"/>
                    </a:lnTo>
                    <a:lnTo>
                      <a:pt x="1167" y="7682"/>
                    </a:lnTo>
                    <a:lnTo>
                      <a:pt x="1129" y="7700"/>
                    </a:lnTo>
                    <a:lnTo>
                      <a:pt x="1089" y="7698"/>
                    </a:lnTo>
                    <a:lnTo>
                      <a:pt x="1061" y="7668"/>
                    </a:lnTo>
                    <a:lnTo>
                      <a:pt x="1017" y="7586"/>
                    </a:lnTo>
                    <a:lnTo>
                      <a:pt x="1027" y="7665"/>
                    </a:lnTo>
                    <a:lnTo>
                      <a:pt x="1057" y="7682"/>
                    </a:lnTo>
                    <a:lnTo>
                      <a:pt x="1067" y="7703"/>
                    </a:lnTo>
                    <a:lnTo>
                      <a:pt x="1067" y="7722"/>
                    </a:lnTo>
                    <a:lnTo>
                      <a:pt x="977" y="7784"/>
                    </a:lnTo>
                    <a:lnTo>
                      <a:pt x="941" y="7817"/>
                    </a:lnTo>
                    <a:lnTo>
                      <a:pt x="892" y="7984"/>
                    </a:lnTo>
                    <a:lnTo>
                      <a:pt x="863" y="8026"/>
                    </a:lnTo>
                    <a:lnTo>
                      <a:pt x="886" y="8026"/>
                    </a:lnTo>
                    <a:lnTo>
                      <a:pt x="907" y="8015"/>
                    </a:lnTo>
                    <a:lnTo>
                      <a:pt x="936" y="8112"/>
                    </a:lnTo>
                    <a:lnTo>
                      <a:pt x="948" y="8174"/>
                    </a:lnTo>
                    <a:lnTo>
                      <a:pt x="936" y="8201"/>
                    </a:lnTo>
                    <a:lnTo>
                      <a:pt x="888" y="8199"/>
                    </a:lnTo>
                    <a:lnTo>
                      <a:pt x="865" y="8208"/>
                    </a:lnTo>
                    <a:lnTo>
                      <a:pt x="901" y="8236"/>
                    </a:lnTo>
                    <a:lnTo>
                      <a:pt x="922" y="8231"/>
                    </a:lnTo>
                    <a:lnTo>
                      <a:pt x="946" y="8238"/>
                    </a:lnTo>
                    <a:lnTo>
                      <a:pt x="1006" y="8357"/>
                    </a:lnTo>
                    <a:lnTo>
                      <a:pt x="1086" y="8453"/>
                    </a:lnTo>
                    <a:lnTo>
                      <a:pt x="1085" y="845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  <p:sp>
            <p:nvSpPr>
              <p:cNvPr id="22" name="Freeform 88">
                <a:extLst>
                  <a:ext uri="{FF2B5EF4-FFF2-40B4-BE49-F238E27FC236}">
                    <a16:creationId xmlns:a16="http://schemas.microsoft.com/office/drawing/2014/main" id="{70DE9543-69D5-B411-CD0B-F936F9D9E21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3" y="3152"/>
                <a:ext cx="95" cy="110"/>
              </a:xfrm>
              <a:custGeom>
                <a:avLst/>
                <a:gdLst/>
                <a:ahLst/>
                <a:cxnLst>
                  <a:cxn ang="0">
                    <a:pos x="14" y="817"/>
                  </a:cxn>
                  <a:cxn ang="0">
                    <a:pos x="12" y="770"/>
                  </a:cxn>
                  <a:cxn ang="0">
                    <a:pos x="7" y="750"/>
                  </a:cxn>
                  <a:cxn ang="0">
                    <a:pos x="0" y="0"/>
                  </a:cxn>
                  <a:cxn ang="0">
                    <a:pos x="22" y="19"/>
                  </a:cxn>
                  <a:cxn ang="0">
                    <a:pos x="43" y="51"/>
                  </a:cxn>
                  <a:cxn ang="0">
                    <a:pos x="108" y="169"/>
                  </a:cxn>
                  <a:cxn ang="0">
                    <a:pos x="109" y="186"/>
                  </a:cxn>
                  <a:cxn ang="0">
                    <a:pos x="94" y="162"/>
                  </a:cxn>
                  <a:cxn ang="0">
                    <a:pos x="67" y="155"/>
                  </a:cxn>
                  <a:cxn ang="0">
                    <a:pos x="43" y="165"/>
                  </a:cxn>
                  <a:cxn ang="0">
                    <a:pos x="37" y="191"/>
                  </a:cxn>
                  <a:cxn ang="0">
                    <a:pos x="50" y="224"/>
                  </a:cxn>
                  <a:cxn ang="0">
                    <a:pos x="77" y="233"/>
                  </a:cxn>
                  <a:cxn ang="0">
                    <a:pos x="100" y="258"/>
                  </a:cxn>
                  <a:cxn ang="0">
                    <a:pos x="117" y="292"/>
                  </a:cxn>
                  <a:cxn ang="0">
                    <a:pos x="143" y="364"/>
                  </a:cxn>
                  <a:cxn ang="0">
                    <a:pos x="163" y="387"/>
                  </a:cxn>
                  <a:cxn ang="0">
                    <a:pos x="231" y="435"/>
                  </a:cxn>
                  <a:cxn ang="0">
                    <a:pos x="289" y="507"/>
                  </a:cxn>
                  <a:cxn ang="0">
                    <a:pos x="320" y="514"/>
                  </a:cxn>
                  <a:cxn ang="0">
                    <a:pos x="340" y="532"/>
                  </a:cxn>
                  <a:cxn ang="0">
                    <a:pos x="365" y="541"/>
                  </a:cxn>
                  <a:cxn ang="0">
                    <a:pos x="382" y="565"/>
                  </a:cxn>
                  <a:cxn ang="0">
                    <a:pos x="425" y="581"/>
                  </a:cxn>
                  <a:cxn ang="0">
                    <a:pos x="470" y="634"/>
                  </a:cxn>
                  <a:cxn ang="0">
                    <a:pos x="553" y="699"/>
                  </a:cxn>
                  <a:cxn ang="0">
                    <a:pos x="615" y="737"/>
                  </a:cxn>
                  <a:cxn ang="0">
                    <a:pos x="713" y="743"/>
                  </a:cxn>
                  <a:cxn ang="0">
                    <a:pos x="756" y="735"/>
                  </a:cxn>
                  <a:cxn ang="0">
                    <a:pos x="758" y="760"/>
                  </a:cxn>
                  <a:cxn ang="0">
                    <a:pos x="751" y="805"/>
                  </a:cxn>
                  <a:cxn ang="0">
                    <a:pos x="737" y="824"/>
                  </a:cxn>
                  <a:cxn ang="0">
                    <a:pos x="687" y="847"/>
                  </a:cxn>
                  <a:cxn ang="0">
                    <a:pos x="608" y="828"/>
                  </a:cxn>
                  <a:cxn ang="0">
                    <a:pos x="509" y="865"/>
                  </a:cxn>
                  <a:cxn ang="0">
                    <a:pos x="499" y="880"/>
                  </a:cxn>
                  <a:cxn ang="0">
                    <a:pos x="463" y="870"/>
                  </a:cxn>
                  <a:cxn ang="0">
                    <a:pos x="399" y="828"/>
                  </a:cxn>
                  <a:cxn ang="0">
                    <a:pos x="292" y="807"/>
                  </a:cxn>
                  <a:cxn ang="0">
                    <a:pos x="189" y="807"/>
                  </a:cxn>
                  <a:cxn ang="0">
                    <a:pos x="155" y="792"/>
                  </a:cxn>
                  <a:cxn ang="0">
                    <a:pos x="127" y="786"/>
                  </a:cxn>
                  <a:cxn ang="0">
                    <a:pos x="96" y="784"/>
                  </a:cxn>
                  <a:cxn ang="0">
                    <a:pos x="33" y="815"/>
                  </a:cxn>
                  <a:cxn ang="0">
                    <a:pos x="14" y="817"/>
                  </a:cxn>
                </a:cxnLst>
                <a:rect l="0" t="0" r="r" b="b"/>
                <a:pathLst>
                  <a:path w="758" h="880">
                    <a:moveTo>
                      <a:pt x="14" y="817"/>
                    </a:moveTo>
                    <a:lnTo>
                      <a:pt x="12" y="770"/>
                    </a:lnTo>
                    <a:lnTo>
                      <a:pt x="7" y="750"/>
                    </a:lnTo>
                    <a:lnTo>
                      <a:pt x="0" y="0"/>
                    </a:lnTo>
                    <a:lnTo>
                      <a:pt x="22" y="19"/>
                    </a:lnTo>
                    <a:lnTo>
                      <a:pt x="43" y="51"/>
                    </a:lnTo>
                    <a:lnTo>
                      <a:pt x="108" y="169"/>
                    </a:lnTo>
                    <a:lnTo>
                      <a:pt x="109" y="186"/>
                    </a:lnTo>
                    <a:lnTo>
                      <a:pt x="94" y="162"/>
                    </a:lnTo>
                    <a:lnTo>
                      <a:pt x="67" y="155"/>
                    </a:lnTo>
                    <a:lnTo>
                      <a:pt x="43" y="165"/>
                    </a:lnTo>
                    <a:lnTo>
                      <a:pt x="37" y="191"/>
                    </a:lnTo>
                    <a:lnTo>
                      <a:pt x="50" y="224"/>
                    </a:lnTo>
                    <a:lnTo>
                      <a:pt x="77" y="233"/>
                    </a:lnTo>
                    <a:lnTo>
                      <a:pt x="100" y="258"/>
                    </a:lnTo>
                    <a:lnTo>
                      <a:pt x="117" y="292"/>
                    </a:lnTo>
                    <a:lnTo>
                      <a:pt x="143" y="364"/>
                    </a:lnTo>
                    <a:lnTo>
                      <a:pt x="163" y="387"/>
                    </a:lnTo>
                    <a:lnTo>
                      <a:pt x="231" y="435"/>
                    </a:lnTo>
                    <a:lnTo>
                      <a:pt x="289" y="507"/>
                    </a:lnTo>
                    <a:lnTo>
                      <a:pt x="320" y="514"/>
                    </a:lnTo>
                    <a:lnTo>
                      <a:pt x="340" y="532"/>
                    </a:lnTo>
                    <a:lnTo>
                      <a:pt x="365" y="541"/>
                    </a:lnTo>
                    <a:lnTo>
                      <a:pt x="382" y="565"/>
                    </a:lnTo>
                    <a:lnTo>
                      <a:pt x="425" y="581"/>
                    </a:lnTo>
                    <a:lnTo>
                      <a:pt x="470" y="634"/>
                    </a:lnTo>
                    <a:lnTo>
                      <a:pt x="553" y="699"/>
                    </a:lnTo>
                    <a:lnTo>
                      <a:pt x="615" y="737"/>
                    </a:lnTo>
                    <a:lnTo>
                      <a:pt x="713" y="743"/>
                    </a:lnTo>
                    <a:lnTo>
                      <a:pt x="756" y="735"/>
                    </a:lnTo>
                    <a:lnTo>
                      <a:pt x="758" y="760"/>
                    </a:lnTo>
                    <a:lnTo>
                      <a:pt x="751" y="805"/>
                    </a:lnTo>
                    <a:lnTo>
                      <a:pt x="737" y="824"/>
                    </a:lnTo>
                    <a:lnTo>
                      <a:pt x="687" y="847"/>
                    </a:lnTo>
                    <a:lnTo>
                      <a:pt x="608" y="828"/>
                    </a:lnTo>
                    <a:lnTo>
                      <a:pt x="509" y="865"/>
                    </a:lnTo>
                    <a:lnTo>
                      <a:pt x="499" y="880"/>
                    </a:lnTo>
                    <a:lnTo>
                      <a:pt x="463" y="870"/>
                    </a:lnTo>
                    <a:lnTo>
                      <a:pt x="399" y="828"/>
                    </a:lnTo>
                    <a:lnTo>
                      <a:pt x="292" y="807"/>
                    </a:lnTo>
                    <a:lnTo>
                      <a:pt x="189" y="807"/>
                    </a:lnTo>
                    <a:lnTo>
                      <a:pt x="155" y="792"/>
                    </a:lnTo>
                    <a:lnTo>
                      <a:pt x="127" y="786"/>
                    </a:lnTo>
                    <a:lnTo>
                      <a:pt x="96" y="784"/>
                    </a:lnTo>
                    <a:lnTo>
                      <a:pt x="33" y="815"/>
                    </a:lnTo>
                    <a:lnTo>
                      <a:pt x="14" y="8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en-US" sz="800">
                  <a:latin typeface="+mj-lt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7</cp:revision>
  <dcterms:created xsi:type="dcterms:W3CDTF">2013-01-27T09:14:16Z</dcterms:created>
  <dcterms:modified xsi:type="dcterms:W3CDTF">2025-12-14T20:35:07Z</dcterms:modified>
  <cp:category/>
</cp:coreProperties>
</file>