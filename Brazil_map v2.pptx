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9">
            <a:extLst>
              <a:ext uri="{FF2B5EF4-FFF2-40B4-BE49-F238E27FC236}">
                <a16:creationId xmlns:a16="http://schemas.microsoft.com/office/drawing/2014/main" id="{76A93B72-FA97-FCD3-CBA6-1282D120C949}"/>
              </a:ext>
            </a:extLst>
          </p:cNvPr>
          <p:cNvSpPr>
            <a:spLocks noChangeAspect="1"/>
          </p:cNvSpPr>
          <p:nvPr/>
        </p:nvSpPr>
        <p:spPr bwMode="gray">
          <a:xfrm>
            <a:off x="1668543" y="275623"/>
            <a:ext cx="5991423" cy="6287897"/>
          </a:xfrm>
          <a:custGeom>
            <a:avLst/>
            <a:gdLst/>
            <a:ahLst/>
            <a:cxnLst>
              <a:cxn ang="0">
                <a:pos x="2360" y="272"/>
              </a:cxn>
              <a:cxn ang="0">
                <a:pos x="2065" y="321"/>
              </a:cxn>
              <a:cxn ang="0">
                <a:pos x="2257" y="651"/>
              </a:cxn>
              <a:cxn ang="0">
                <a:pos x="1988" y="835"/>
              </a:cxn>
              <a:cxn ang="0">
                <a:pos x="1607" y="959"/>
              </a:cxn>
              <a:cxn ang="0">
                <a:pos x="1251" y="733"/>
              </a:cxn>
              <a:cxn ang="0">
                <a:pos x="887" y="910"/>
              </a:cxn>
              <a:cxn ang="0">
                <a:pos x="831" y="1005"/>
              </a:cxn>
              <a:cxn ang="0">
                <a:pos x="869" y="1813"/>
              </a:cxn>
              <a:cxn ang="0">
                <a:pos x="330" y="2184"/>
              </a:cxn>
              <a:cxn ang="0">
                <a:pos x="0" y="2752"/>
              </a:cxn>
              <a:cxn ang="0">
                <a:pos x="327" y="3176"/>
              </a:cxn>
              <a:cxn ang="0">
                <a:pos x="712" y="3360"/>
              </a:cxn>
              <a:cxn ang="0">
                <a:pos x="1198" y="3484"/>
              </a:cxn>
              <a:cxn ang="0">
                <a:pos x="1846" y="3313"/>
              </a:cxn>
              <a:cxn ang="0">
                <a:pos x="2263" y="3834"/>
              </a:cxn>
              <a:cxn ang="0">
                <a:pos x="2837" y="4100"/>
              </a:cxn>
              <a:cxn ang="0">
                <a:pos x="2957" y="4652"/>
              </a:cxn>
              <a:cxn ang="0">
                <a:pos x="3406" y="4902"/>
              </a:cxn>
              <a:cxn ang="0">
                <a:pos x="3440" y="5510"/>
              </a:cxn>
              <a:cxn ang="0">
                <a:pos x="3558" y="6014"/>
              </a:cxn>
              <a:cxn ang="0">
                <a:pos x="3945" y="6359"/>
              </a:cxn>
              <a:cxn ang="0">
                <a:pos x="4175" y="6728"/>
              </a:cxn>
              <a:cxn ang="0">
                <a:pos x="4158" y="7260"/>
              </a:cxn>
              <a:cxn ang="0">
                <a:pos x="3566" y="7885"/>
              </a:cxn>
              <a:cxn ang="0">
                <a:pos x="3836" y="8099"/>
              </a:cxn>
              <a:cxn ang="0">
                <a:pos x="4152" y="8248"/>
              </a:cxn>
              <a:cxn ang="0">
                <a:pos x="4443" y="8596"/>
              </a:cxn>
              <a:cxn ang="0">
                <a:pos x="4558" y="8657"/>
              </a:cxn>
              <a:cxn ang="0">
                <a:pos x="5026" y="8064"/>
              </a:cxn>
              <a:cxn ang="0">
                <a:pos x="5428" y="7470"/>
              </a:cxn>
              <a:cxn ang="0">
                <a:pos x="5426" y="6942"/>
              </a:cxn>
              <a:cxn ang="0">
                <a:pos x="5814" y="6501"/>
              </a:cxn>
              <a:cxn ang="0">
                <a:pos x="6303" y="6261"/>
              </a:cxn>
              <a:cxn ang="0">
                <a:pos x="6535" y="6188"/>
              </a:cxn>
              <a:cxn ang="0">
                <a:pos x="7047" y="5962"/>
              </a:cxn>
              <a:cxn ang="0">
                <a:pos x="7370" y="5142"/>
              </a:cxn>
              <a:cxn ang="0">
                <a:pos x="7497" y="4342"/>
              </a:cxn>
              <a:cxn ang="0">
                <a:pos x="7788" y="3734"/>
              </a:cxn>
              <a:cxn ang="0">
                <a:pos x="8340" y="3059"/>
              </a:cxn>
              <a:cxn ang="0">
                <a:pos x="8048" y="2229"/>
              </a:cxn>
              <a:cxn ang="0">
                <a:pos x="7477" y="1828"/>
              </a:cxn>
              <a:cxn ang="0">
                <a:pos x="6546" y="1628"/>
              </a:cxn>
              <a:cxn ang="0">
                <a:pos x="6330" y="1596"/>
              </a:cxn>
              <a:cxn ang="0">
                <a:pos x="6158" y="1434"/>
              </a:cxn>
              <a:cxn ang="0">
                <a:pos x="5534" y="1347"/>
              </a:cxn>
              <a:cxn ang="0">
                <a:pos x="5301" y="1653"/>
              </a:cxn>
              <a:cxn ang="0">
                <a:pos x="5038" y="1526"/>
              </a:cxn>
              <a:cxn ang="0">
                <a:pos x="4884" y="1502"/>
              </a:cxn>
              <a:cxn ang="0">
                <a:pos x="4976" y="1336"/>
              </a:cxn>
              <a:cxn ang="0">
                <a:pos x="4855" y="1216"/>
              </a:cxn>
              <a:cxn ang="0">
                <a:pos x="5176" y="771"/>
              </a:cxn>
              <a:cxn ang="0">
                <a:pos x="4916" y="272"/>
              </a:cxn>
              <a:cxn ang="0">
                <a:pos x="4502" y="669"/>
              </a:cxn>
              <a:cxn ang="0">
                <a:pos x="4079" y="586"/>
              </a:cxn>
              <a:cxn ang="0">
                <a:pos x="3635" y="698"/>
              </a:cxn>
              <a:cxn ang="0">
                <a:pos x="3202" y="837"/>
              </a:cxn>
              <a:cxn ang="0">
                <a:pos x="3050" y="379"/>
              </a:cxn>
              <a:cxn ang="0">
                <a:pos x="2981" y="3"/>
              </a:cxn>
            </a:cxnLst>
            <a:rect l="0" t="0" r="r" b="b"/>
            <a:pathLst>
              <a:path w="8417" h="8832">
                <a:moveTo>
                  <a:pt x="2857" y="11"/>
                </a:moveTo>
                <a:lnTo>
                  <a:pt x="2857" y="61"/>
                </a:lnTo>
                <a:lnTo>
                  <a:pt x="2817" y="112"/>
                </a:lnTo>
                <a:lnTo>
                  <a:pt x="2788" y="139"/>
                </a:lnTo>
                <a:lnTo>
                  <a:pt x="2774" y="145"/>
                </a:lnTo>
                <a:lnTo>
                  <a:pt x="2709" y="150"/>
                </a:lnTo>
                <a:lnTo>
                  <a:pt x="2686" y="165"/>
                </a:lnTo>
                <a:lnTo>
                  <a:pt x="2650" y="179"/>
                </a:lnTo>
                <a:lnTo>
                  <a:pt x="2625" y="214"/>
                </a:lnTo>
                <a:lnTo>
                  <a:pt x="2607" y="223"/>
                </a:lnTo>
                <a:lnTo>
                  <a:pt x="2494" y="234"/>
                </a:lnTo>
                <a:lnTo>
                  <a:pt x="2432" y="246"/>
                </a:lnTo>
                <a:lnTo>
                  <a:pt x="2360" y="272"/>
                </a:lnTo>
                <a:lnTo>
                  <a:pt x="2347" y="289"/>
                </a:lnTo>
                <a:lnTo>
                  <a:pt x="2338" y="292"/>
                </a:lnTo>
                <a:lnTo>
                  <a:pt x="2245" y="289"/>
                </a:lnTo>
                <a:lnTo>
                  <a:pt x="2173" y="266"/>
                </a:lnTo>
                <a:lnTo>
                  <a:pt x="2089" y="221"/>
                </a:lnTo>
                <a:lnTo>
                  <a:pt x="2000" y="208"/>
                </a:lnTo>
                <a:lnTo>
                  <a:pt x="1974" y="199"/>
                </a:lnTo>
                <a:lnTo>
                  <a:pt x="1957" y="199"/>
                </a:lnTo>
                <a:lnTo>
                  <a:pt x="1953" y="203"/>
                </a:lnTo>
                <a:lnTo>
                  <a:pt x="1957" y="240"/>
                </a:lnTo>
                <a:lnTo>
                  <a:pt x="1974" y="274"/>
                </a:lnTo>
                <a:lnTo>
                  <a:pt x="2015" y="292"/>
                </a:lnTo>
                <a:lnTo>
                  <a:pt x="2065" y="321"/>
                </a:lnTo>
                <a:lnTo>
                  <a:pt x="2073" y="332"/>
                </a:lnTo>
                <a:lnTo>
                  <a:pt x="2071" y="379"/>
                </a:lnTo>
                <a:lnTo>
                  <a:pt x="2056" y="431"/>
                </a:lnTo>
                <a:lnTo>
                  <a:pt x="2056" y="454"/>
                </a:lnTo>
                <a:lnTo>
                  <a:pt x="2059" y="478"/>
                </a:lnTo>
                <a:lnTo>
                  <a:pt x="2080" y="545"/>
                </a:lnTo>
                <a:lnTo>
                  <a:pt x="2082" y="580"/>
                </a:lnTo>
                <a:lnTo>
                  <a:pt x="2091" y="603"/>
                </a:lnTo>
                <a:lnTo>
                  <a:pt x="2149" y="611"/>
                </a:lnTo>
                <a:lnTo>
                  <a:pt x="2162" y="617"/>
                </a:lnTo>
                <a:lnTo>
                  <a:pt x="2260" y="611"/>
                </a:lnTo>
                <a:lnTo>
                  <a:pt x="2260" y="646"/>
                </a:lnTo>
                <a:lnTo>
                  <a:pt x="2257" y="651"/>
                </a:lnTo>
                <a:lnTo>
                  <a:pt x="2248" y="664"/>
                </a:lnTo>
                <a:lnTo>
                  <a:pt x="2205" y="672"/>
                </a:lnTo>
                <a:lnTo>
                  <a:pt x="2178" y="687"/>
                </a:lnTo>
                <a:lnTo>
                  <a:pt x="2173" y="695"/>
                </a:lnTo>
                <a:lnTo>
                  <a:pt x="2149" y="707"/>
                </a:lnTo>
                <a:lnTo>
                  <a:pt x="2120" y="709"/>
                </a:lnTo>
                <a:lnTo>
                  <a:pt x="2097" y="736"/>
                </a:lnTo>
                <a:lnTo>
                  <a:pt x="2077" y="794"/>
                </a:lnTo>
                <a:lnTo>
                  <a:pt x="2062" y="809"/>
                </a:lnTo>
                <a:lnTo>
                  <a:pt x="2039" y="817"/>
                </a:lnTo>
                <a:lnTo>
                  <a:pt x="2022" y="817"/>
                </a:lnTo>
                <a:lnTo>
                  <a:pt x="1998" y="829"/>
                </a:lnTo>
                <a:lnTo>
                  <a:pt x="1988" y="835"/>
                </a:lnTo>
                <a:lnTo>
                  <a:pt x="1977" y="853"/>
                </a:lnTo>
                <a:lnTo>
                  <a:pt x="1945" y="855"/>
                </a:lnTo>
                <a:lnTo>
                  <a:pt x="1895" y="872"/>
                </a:lnTo>
                <a:lnTo>
                  <a:pt x="1886" y="872"/>
                </a:lnTo>
                <a:lnTo>
                  <a:pt x="1857" y="889"/>
                </a:lnTo>
                <a:lnTo>
                  <a:pt x="1823" y="901"/>
                </a:lnTo>
                <a:lnTo>
                  <a:pt x="1802" y="915"/>
                </a:lnTo>
                <a:lnTo>
                  <a:pt x="1776" y="944"/>
                </a:lnTo>
                <a:lnTo>
                  <a:pt x="1764" y="950"/>
                </a:lnTo>
                <a:lnTo>
                  <a:pt x="1692" y="964"/>
                </a:lnTo>
                <a:lnTo>
                  <a:pt x="1625" y="964"/>
                </a:lnTo>
                <a:lnTo>
                  <a:pt x="1616" y="959"/>
                </a:lnTo>
                <a:lnTo>
                  <a:pt x="1607" y="959"/>
                </a:lnTo>
                <a:lnTo>
                  <a:pt x="1557" y="924"/>
                </a:lnTo>
                <a:lnTo>
                  <a:pt x="1543" y="910"/>
                </a:lnTo>
                <a:lnTo>
                  <a:pt x="1528" y="892"/>
                </a:lnTo>
                <a:lnTo>
                  <a:pt x="1519" y="872"/>
                </a:lnTo>
                <a:lnTo>
                  <a:pt x="1499" y="844"/>
                </a:lnTo>
                <a:lnTo>
                  <a:pt x="1496" y="853"/>
                </a:lnTo>
                <a:lnTo>
                  <a:pt x="1452" y="872"/>
                </a:lnTo>
                <a:lnTo>
                  <a:pt x="1430" y="759"/>
                </a:lnTo>
                <a:lnTo>
                  <a:pt x="1397" y="713"/>
                </a:lnTo>
                <a:lnTo>
                  <a:pt x="1377" y="695"/>
                </a:lnTo>
                <a:lnTo>
                  <a:pt x="1336" y="695"/>
                </a:lnTo>
                <a:lnTo>
                  <a:pt x="1262" y="733"/>
                </a:lnTo>
                <a:lnTo>
                  <a:pt x="1251" y="733"/>
                </a:lnTo>
                <a:lnTo>
                  <a:pt x="1236" y="709"/>
                </a:lnTo>
                <a:lnTo>
                  <a:pt x="1222" y="698"/>
                </a:lnTo>
                <a:lnTo>
                  <a:pt x="1211" y="698"/>
                </a:lnTo>
                <a:lnTo>
                  <a:pt x="1198" y="716"/>
                </a:lnTo>
                <a:lnTo>
                  <a:pt x="1193" y="745"/>
                </a:lnTo>
                <a:lnTo>
                  <a:pt x="1178" y="755"/>
                </a:lnTo>
                <a:lnTo>
                  <a:pt x="864" y="755"/>
                </a:lnTo>
                <a:lnTo>
                  <a:pt x="857" y="753"/>
                </a:lnTo>
                <a:lnTo>
                  <a:pt x="857" y="881"/>
                </a:lnTo>
                <a:lnTo>
                  <a:pt x="860" y="881"/>
                </a:lnTo>
                <a:lnTo>
                  <a:pt x="860" y="889"/>
                </a:lnTo>
                <a:lnTo>
                  <a:pt x="875" y="895"/>
                </a:lnTo>
                <a:lnTo>
                  <a:pt x="887" y="910"/>
                </a:lnTo>
                <a:lnTo>
                  <a:pt x="915" y="910"/>
                </a:lnTo>
                <a:lnTo>
                  <a:pt x="928" y="904"/>
                </a:lnTo>
                <a:lnTo>
                  <a:pt x="966" y="898"/>
                </a:lnTo>
                <a:lnTo>
                  <a:pt x="986" y="924"/>
                </a:lnTo>
                <a:lnTo>
                  <a:pt x="991" y="957"/>
                </a:lnTo>
                <a:lnTo>
                  <a:pt x="1006" y="993"/>
                </a:lnTo>
                <a:lnTo>
                  <a:pt x="1004" y="999"/>
                </a:lnTo>
                <a:lnTo>
                  <a:pt x="982" y="1002"/>
                </a:lnTo>
                <a:lnTo>
                  <a:pt x="980" y="996"/>
                </a:lnTo>
                <a:lnTo>
                  <a:pt x="966" y="988"/>
                </a:lnTo>
                <a:lnTo>
                  <a:pt x="924" y="982"/>
                </a:lnTo>
                <a:lnTo>
                  <a:pt x="896" y="993"/>
                </a:lnTo>
                <a:lnTo>
                  <a:pt x="831" y="1005"/>
                </a:lnTo>
                <a:lnTo>
                  <a:pt x="811" y="1014"/>
                </a:lnTo>
                <a:lnTo>
                  <a:pt x="811" y="1161"/>
                </a:lnTo>
                <a:lnTo>
                  <a:pt x="829" y="1181"/>
                </a:lnTo>
                <a:lnTo>
                  <a:pt x="878" y="1223"/>
                </a:lnTo>
                <a:lnTo>
                  <a:pt x="902" y="1249"/>
                </a:lnTo>
                <a:lnTo>
                  <a:pt x="922" y="1285"/>
                </a:lnTo>
                <a:lnTo>
                  <a:pt x="949" y="1398"/>
                </a:lnTo>
                <a:lnTo>
                  <a:pt x="948" y="1422"/>
                </a:lnTo>
                <a:lnTo>
                  <a:pt x="942" y="1458"/>
                </a:lnTo>
                <a:lnTo>
                  <a:pt x="902" y="1706"/>
                </a:lnTo>
                <a:lnTo>
                  <a:pt x="896" y="1712"/>
                </a:lnTo>
                <a:lnTo>
                  <a:pt x="881" y="1781"/>
                </a:lnTo>
                <a:lnTo>
                  <a:pt x="869" y="1813"/>
                </a:lnTo>
                <a:lnTo>
                  <a:pt x="864" y="1863"/>
                </a:lnTo>
                <a:lnTo>
                  <a:pt x="857" y="1874"/>
                </a:lnTo>
                <a:lnTo>
                  <a:pt x="851" y="1905"/>
                </a:lnTo>
                <a:lnTo>
                  <a:pt x="846" y="1963"/>
                </a:lnTo>
                <a:lnTo>
                  <a:pt x="835" y="1987"/>
                </a:lnTo>
                <a:lnTo>
                  <a:pt x="829" y="2016"/>
                </a:lnTo>
                <a:lnTo>
                  <a:pt x="826" y="2024"/>
                </a:lnTo>
                <a:lnTo>
                  <a:pt x="799" y="2039"/>
                </a:lnTo>
                <a:lnTo>
                  <a:pt x="719" y="2033"/>
                </a:lnTo>
                <a:lnTo>
                  <a:pt x="668" y="2054"/>
                </a:lnTo>
                <a:lnTo>
                  <a:pt x="467" y="2112"/>
                </a:lnTo>
                <a:lnTo>
                  <a:pt x="394" y="2143"/>
                </a:lnTo>
                <a:lnTo>
                  <a:pt x="330" y="2184"/>
                </a:lnTo>
                <a:lnTo>
                  <a:pt x="289" y="2218"/>
                </a:lnTo>
                <a:lnTo>
                  <a:pt x="234" y="2282"/>
                </a:lnTo>
                <a:lnTo>
                  <a:pt x="201" y="2328"/>
                </a:lnTo>
                <a:lnTo>
                  <a:pt x="167" y="2392"/>
                </a:lnTo>
                <a:lnTo>
                  <a:pt x="158" y="2415"/>
                </a:lnTo>
                <a:lnTo>
                  <a:pt x="158" y="2534"/>
                </a:lnTo>
                <a:lnTo>
                  <a:pt x="122" y="2537"/>
                </a:lnTo>
                <a:lnTo>
                  <a:pt x="85" y="2548"/>
                </a:lnTo>
                <a:lnTo>
                  <a:pt x="69" y="2566"/>
                </a:lnTo>
                <a:lnTo>
                  <a:pt x="53" y="2635"/>
                </a:lnTo>
                <a:lnTo>
                  <a:pt x="6" y="2723"/>
                </a:lnTo>
                <a:lnTo>
                  <a:pt x="0" y="2737"/>
                </a:lnTo>
                <a:lnTo>
                  <a:pt x="0" y="2752"/>
                </a:lnTo>
                <a:lnTo>
                  <a:pt x="46" y="2845"/>
                </a:lnTo>
                <a:lnTo>
                  <a:pt x="53" y="2893"/>
                </a:lnTo>
                <a:lnTo>
                  <a:pt x="58" y="2905"/>
                </a:lnTo>
                <a:lnTo>
                  <a:pt x="93" y="2948"/>
                </a:lnTo>
                <a:lnTo>
                  <a:pt x="107" y="2978"/>
                </a:lnTo>
                <a:lnTo>
                  <a:pt x="158" y="3033"/>
                </a:lnTo>
                <a:lnTo>
                  <a:pt x="196" y="3056"/>
                </a:lnTo>
                <a:lnTo>
                  <a:pt x="198" y="3088"/>
                </a:lnTo>
                <a:lnTo>
                  <a:pt x="175" y="3129"/>
                </a:lnTo>
                <a:lnTo>
                  <a:pt x="179" y="3145"/>
                </a:lnTo>
                <a:lnTo>
                  <a:pt x="228" y="3157"/>
                </a:lnTo>
                <a:lnTo>
                  <a:pt x="307" y="3163"/>
                </a:lnTo>
                <a:lnTo>
                  <a:pt x="327" y="3176"/>
                </a:lnTo>
                <a:lnTo>
                  <a:pt x="338" y="3195"/>
                </a:lnTo>
                <a:lnTo>
                  <a:pt x="350" y="3238"/>
                </a:lnTo>
                <a:lnTo>
                  <a:pt x="361" y="3254"/>
                </a:lnTo>
                <a:lnTo>
                  <a:pt x="414" y="3271"/>
                </a:lnTo>
                <a:lnTo>
                  <a:pt x="472" y="3273"/>
                </a:lnTo>
                <a:lnTo>
                  <a:pt x="507" y="3267"/>
                </a:lnTo>
                <a:lnTo>
                  <a:pt x="574" y="3233"/>
                </a:lnTo>
                <a:lnTo>
                  <a:pt x="661" y="3166"/>
                </a:lnTo>
                <a:lnTo>
                  <a:pt x="700" y="3129"/>
                </a:lnTo>
                <a:lnTo>
                  <a:pt x="712" y="3123"/>
                </a:lnTo>
                <a:lnTo>
                  <a:pt x="714" y="3132"/>
                </a:lnTo>
                <a:lnTo>
                  <a:pt x="714" y="3349"/>
                </a:lnTo>
                <a:lnTo>
                  <a:pt x="712" y="3360"/>
                </a:lnTo>
                <a:lnTo>
                  <a:pt x="712" y="3477"/>
                </a:lnTo>
                <a:lnTo>
                  <a:pt x="723" y="3493"/>
                </a:lnTo>
                <a:lnTo>
                  <a:pt x="750" y="3506"/>
                </a:lnTo>
                <a:lnTo>
                  <a:pt x="764" y="3506"/>
                </a:lnTo>
                <a:lnTo>
                  <a:pt x="797" y="3499"/>
                </a:lnTo>
                <a:lnTo>
                  <a:pt x="797" y="3497"/>
                </a:lnTo>
                <a:lnTo>
                  <a:pt x="826" y="3484"/>
                </a:lnTo>
                <a:lnTo>
                  <a:pt x="893" y="3477"/>
                </a:lnTo>
                <a:lnTo>
                  <a:pt x="902" y="3470"/>
                </a:lnTo>
                <a:lnTo>
                  <a:pt x="933" y="3470"/>
                </a:lnTo>
                <a:lnTo>
                  <a:pt x="1004" y="3493"/>
                </a:lnTo>
                <a:lnTo>
                  <a:pt x="1164" y="3499"/>
                </a:lnTo>
                <a:lnTo>
                  <a:pt x="1198" y="3484"/>
                </a:lnTo>
                <a:lnTo>
                  <a:pt x="1220" y="3470"/>
                </a:lnTo>
                <a:lnTo>
                  <a:pt x="1320" y="3435"/>
                </a:lnTo>
                <a:lnTo>
                  <a:pt x="1350" y="3417"/>
                </a:lnTo>
                <a:lnTo>
                  <a:pt x="1447" y="3331"/>
                </a:lnTo>
                <a:lnTo>
                  <a:pt x="1514" y="3254"/>
                </a:lnTo>
                <a:lnTo>
                  <a:pt x="1537" y="3233"/>
                </a:lnTo>
                <a:lnTo>
                  <a:pt x="1598" y="3215"/>
                </a:lnTo>
                <a:lnTo>
                  <a:pt x="1625" y="3215"/>
                </a:lnTo>
                <a:lnTo>
                  <a:pt x="1730" y="3200"/>
                </a:lnTo>
                <a:lnTo>
                  <a:pt x="1802" y="3204"/>
                </a:lnTo>
                <a:lnTo>
                  <a:pt x="1819" y="3218"/>
                </a:lnTo>
                <a:lnTo>
                  <a:pt x="1837" y="3244"/>
                </a:lnTo>
                <a:lnTo>
                  <a:pt x="1846" y="3313"/>
                </a:lnTo>
                <a:lnTo>
                  <a:pt x="1846" y="3437"/>
                </a:lnTo>
                <a:lnTo>
                  <a:pt x="1839" y="3479"/>
                </a:lnTo>
                <a:lnTo>
                  <a:pt x="1823" y="3506"/>
                </a:lnTo>
                <a:lnTo>
                  <a:pt x="1817" y="3522"/>
                </a:lnTo>
                <a:lnTo>
                  <a:pt x="1814" y="3552"/>
                </a:lnTo>
                <a:lnTo>
                  <a:pt x="1837" y="3644"/>
                </a:lnTo>
                <a:lnTo>
                  <a:pt x="1870" y="3694"/>
                </a:lnTo>
                <a:lnTo>
                  <a:pt x="1898" y="3719"/>
                </a:lnTo>
                <a:lnTo>
                  <a:pt x="2007" y="3798"/>
                </a:lnTo>
                <a:lnTo>
                  <a:pt x="2056" y="3812"/>
                </a:lnTo>
                <a:lnTo>
                  <a:pt x="2124" y="3821"/>
                </a:lnTo>
                <a:lnTo>
                  <a:pt x="2202" y="3821"/>
                </a:lnTo>
                <a:lnTo>
                  <a:pt x="2263" y="3834"/>
                </a:lnTo>
                <a:lnTo>
                  <a:pt x="2287" y="3858"/>
                </a:lnTo>
                <a:lnTo>
                  <a:pt x="2295" y="3876"/>
                </a:lnTo>
                <a:lnTo>
                  <a:pt x="2324" y="3907"/>
                </a:lnTo>
                <a:lnTo>
                  <a:pt x="2353" y="3922"/>
                </a:lnTo>
                <a:lnTo>
                  <a:pt x="2505" y="3960"/>
                </a:lnTo>
                <a:lnTo>
                  <a:pt x="2565" y="4018"/>
                </a:lnTo>
                <a:lnTo>
                  <a:pt x="2589" y="4032"/>
                </a:lnTo>
                <a:lnTo>
                  <a:pt x="2625" y="4032"/>
                </a:lnTo>
                <a:lnTo>
                  <a:pt x="2665" y="4024"/>
                </a:lnTo>
                <a:lnTo>
                  <a:pt x="2683" y="4024"/>
                </a:lnTo>
                <a:lnTo>
                  <a:pt x="2732" y="4032"/>
                </a:lnTo>
                <a:lnTo>
                  <a:pt x="2812" y="4078"/>
                </a:lnTo>
                <a:lnTo>
                  <a:pt x="2837" y="4100"/>
                </a:lnTo>
                <a:lnTo>
                  <a:pt x="2864" y="4140"/>
                </a:lnTo>
                <a:lnTo>
                  <a:pt x="2884" y="4197"/>
                </a:lnTo>
                <a:lnTo>
                  <a:pt x="2888" y="4255"/>
                </a:lnTo>
                <a:lnTo>
                  <a:pt x="2902" y="4291"/>
                </a:lnTo>
                <a:lnTo>
                  <a:pt x="2916" y="4310"/>
                </a:lnTo>
                <a:lnTo>
                  <a:pt x="2916" y="4346"/>
                </a:lnTo>
                <a:lnTo>
                  <a:pt x="2907" y="4412"/>
                </a:lnTo>
                <a:lnTo>
                  <a:pt x="2875" y="4415"/>
                </a:lnTo>
                <a:lnTo>
                  <a:pt x="2875" y="4432"/>
                </a:lnTo>
                <a:lnTo>
                  <a:pt x="2879" y="4452"/>
                </a:lnTo>
                <a:lnTo>
                  <a:pt x="2904" y="4516"/>
                </a:lnTo>
                <a:lnTo>
                  <a:pt x="2930" y="4603"/>
                </a:lnTo>
                <a:lnTo>
                  <a:pt x="2957" y="4652"/>
                </a:lnTo>
                <a:lnTo>
                  <a:pt x="3015" y="4652"/>
                </a:lnTo>
                <a:lnTo>
                  <a:pt x="3055" y="4660"/>
                </a:lnTo>
                <a:lnTo>
                  <a:pt x="3108" y="4660"/>
                </a:lnTo>
                <a:lnTo>
                  <a:pt x="3132" y="4667"/>
                </a:lnTo>
                <a:lnTo>
                  <a:pt x="3302" y="4670"/>
                </a:lnTo>
                <a:lnTo>
                  <a:pt x="3318" y="4676"/>
                </a:lnTo>
                <a:lnTo>
                  <a:pt x="3331" y="4685"/>
                </a:lnTo>
                <a:lnTo>
                  <a:pt x="3336" y="4702"/>
                </a:lnTo>
                <a:lnTo>
                  <a:pt x="3331" y="4739"/>
                </a:lnTo>
                <a:lnTo>
                  <a:pt x="3318" y="4773"/>
                </a:lnTo>
                <a:lnTo>
                  <a:pt x="3318" y="4798"/>
                </a:lnTo>
                <a:lnTo>
                  <a:pt x="3336" y="4875"/>
                </a:lnTo>
                <a:lnTo>
                  <a:pt x="3406" y="4902"/>
                </a:lnTo>
                <a:lnTo>
                  <a:pt x="3415" y="4909"/>
                </a:lnTo>
                <a:lnTo>
                  <a:pt x="3433" y="4969"/>
                </a:lnTo>
                <a:lnTo>
                  <a:pt x="3475" y="5040"/>
                </a:lnTo>
                <a:lnTo>
                  <a:pt x="3485" y="5078"/>
                </a:lnTo>
                <a:lnTo>
                  <a:pt x="3485" y="5170"/>
                </a:lnTo>
                <a:lnTo>
                  <a:pt x="3478" y="5291"/>
                </a:lnTo>
                <a:lnTo>
                  <a:pt x="3475" y="5304"/>
                </a:lnTo>
                <a:lnTo>
                  <a:pt x="3453" y="5346"/>
                </a:lnTo>
                <a:lnTo>
                  <a:pt x="3433" y="5391"/>
                </a:lnTo>
                <a:lnTo>
                  <a:pt x="3429" y="5414"/>
                </a:lnTo>
                <a:lnTo>
                  <a:pt x="3429" y="5443"/>
                </a:lnTo>
                <a:lnTo>
                  <a:pt x="3437" y="5463"/>
                </a:lnTo>
                <a:lnTo>
                  <a:pt x="3440" y="5510"/>
                </a:lnTo>
                <a:lnTo>
                  <a:pt x="3437" y="5516"/>
                </a:lnTo>
                <a:lnTo>
                  <a:pt x="3406" y="5525"/>
                </a:lnTo>
                <a:lnTo>
                  <a:pt x="3402" y="5530"/>
                </a:lnTo>
                <a:lnTo>
                  <a:pt x="3394" y="5548"/>
                </a:lnTo>
                <a:lnTo>
                  <a:pt x="3394" y="5559"/>
                </a:lnTo>
                <a:lnTo>
                  <a:pt x="3427" y="5612"/>
                </a:lnTo>
                <a:lnTo>
                  <a:pt x="3429" y="5623"/>
                </a:lnTo>
                <a:lnTo>
                  <a:pt x="3433" y="5809"/>
                </a:lnTo>
                <a:lnTo>
                  <a:pt x="3429" y="5942"/>
                </a:lnTo>
                <a:lnTo>
                  <a:pt x="3447" y="5974"/>
                </a:lnTo>
                <a:lnTo>
                  <a:pt x="3467" y="5985"/>
                </a:lnTo>
                <a:lnTo>
                  <a:pt x="3528" y="5999"/>
                </a:lnTo>
                <a:lnTo>
                  <a:pt x="3558" y="6014"/>
                </a:lnTo>
                <a:lnTo>
                  <a:pt x="3624" y="6026"/>
                </a:lnTo>
                <a:lnTo>
                  <a:pt x="3671" y="6026"/>
                </a:lnTo>
                <a:lnTo>
                  <a:pt x="3723" y="6020"/>
                </a:lnTo>
                <a:lnTo>
                  <a:pt x="3740" y="6008"/>
                </a:lnTo>
                <a:lnTo>
                  <a:pt x="3773" y="5997"/>
                </a:lnTo>
                <a:lnTo>
                  <a:pt x="3798" y="6014"/>
                </a:lnTo>
                <a:lnTo>
                  <a:pt x="3890" y="6042"/>
                </a:lnTo>
                <a:lnTo>
                  <a:pt x="3912" y="6078"/>
                </a:lnTo>
                <a:lnTo>
                  <a:pt x="3919" y="6102"/>
                </a:lnTo>
                <a:lnTo>
                  <a:pt x="3930" y="6191"/>
                </a:lnTo>
                <a:lnTo>
                  <a:pt x="3943" y="6240"/>
                </a:lnTo>
                <a:lnTo>
                  <a:pt x="3939" y="6339"/>
                </a:lnTo>
                <a:lnTo>
                  <a:pt x="3945" y="6359"/>
                </a:lnTo>
                <a:lnTo>
                  <a:pt x="3965" y="6388"/>
                </a:lnTo>
                <a:lnTo>
                  <a:pt x="3994" y="6405"/>
                </a:lnTo>
                <a:lnTo>
                  <a:pt x="4021" y="6414"/>
                </a:lnTo>
                <a:lnTo>
                  <a:pt x="4061" y="6417"/>
                </a:lnTo>
                <a:lnTo>
                  <a:pt x="4083" y="6408"/>
                </a:lnTo>
                <a:lnTo>
                  <a:pt x="4132" y="6405"/>
                </a:lnTo>
                <a:lnTo>
                  <a:pt x="4169" y="6397"/>
                </a:lnTo>
                <a:lnTo>
                  <a:pt x="4190" y="6414"/>
                </a:lnTo>
                <a:lnTo>
                  <a:pt x="4210" y="6452"/>
                </a:lnTo>
                <a:lnTo>
                  <a:pt x="4210" y="6547"/>
                </a:lnTo>
                <a:lnTo>
                  <a:pt x="4204" y="6559"/>
                </a:lnTo>
                <a:lnTo>
                  <a:pt x="4190" y="6626"/>
                </a:lnTo>
                <a:lnTo>
                  <a:pt x="4175" y="6728"/>
                </a:lnTo>
                <a:lnTo>
                  <a:pt x="4172" y="6805"/>
                </a:lnTo>
                <a:lnTo>
                  <a:pt x="4204" y="6803"/>
                </a:lnTo>
                <a:lnTo>
                  <a:pt x="4219" y="6797"/>
                </a:lnTo>
                <a:lnTo>
                  <a:pt x="4281" y="6797"/>
                </a:lnTo>
                <a:lnTo>
                  <a:pt x="4303" y="6825"/>
                </a:lnTo>
                <a:lnTo>
                  <a:pt x="4352" y="6982"/>
                </a:lnTo>
                <a:lnTo>
                  <a:pt x="4352" y="7107"/>
                </a:lnTo>
                <a:lnTo>
                  <a:pt x="4344" y="7151"/>
                </a:lnTo>
                <a:lnTo>
                  <a:pt x="4335" y="7169"/>
                </a:lnTo>
                <a:lnTo>
                  <a:pt x="4326" y="7180"/>
                </a:lnTo>
                <a:lnTo>
                  <a:pt x="4236" y="7244"/>
                </a:lnTo>
                <a:lnTo>
                  <a:pt x="4204" y="7255"/>
                </a:lnTo>
                <a:lnTo>
                  <a:pt x="4158" y="7260"/>
                </a:lnTo>
                <a:lnTo>
                  <a:pt x="4126" y="7273"/>
                </a:lnTo>
                <a:lnTo>
                  <a:pt x="4091" y="7322"/>
                </a:lnTo>
                <a:lnTo>
                  <a:pt x="4056" y="7359"/>
                </a:lnTo>
                <a:lnTo>
                  <a:pt x="3881" y="7508"/>
                </a:lnTo>
                <a:lnTo>
                  <a:pt x="3876" y="7526"/>
                </a:lnTo>
                <a:lnTo>
                  <a:pt x="3854" y="7553"/>
                </a:lnTo>
                <a:lnTo>
                  <a:pt x="3778" y="7652"/>
                </a:lnTo>
                <a:lnTo>
                  <a:pt x="3769" y="7675"/>
                </a:lnTo>
                <a:lnTo>
                  <a:pt x="3697" y="7757"/>
                </a:lnTo>
                <a:lnTo>
                  <a:pt x="3638" y="7804"/>
                </a:lnTo>
                <a:lnTo>
                  <a:pt x="3609" y="7841"/>
                </a:lnTo>
                <a:lnTo>
                  <a:pt x="3577" y="7864"/>
                </a:lnTo>
                <a:lnTo>
                  <a:pt x="3566" y="7885"/>
                </a:lnTo>
                <a:lnTo>
                  <a:pt x="3531" y="7919"/>
                </a:lnTo>
                <a:lnTo>
                  <a:pt x="3493" y="7942"/>
                </a:lnTo>
                <a:lnTo>
                  <a:pt x="3566" y="7949"/>
                </a:lnTo>
                <a:lnTo>
                  <a:pt x="3595" y="7937"/>
                </a:lnTo>
                <a:lnTo>
                  <a:pt x="3609" y="7914"/>
                </a:lnTo>
                <a:lnTo>
                  <a:pt x="3627" y="7901"/>
                </a:lnTo>
                <a:lnTo>
                  <a:pt x="3647" y="7901"/>
                </a:lnTo>
                <a:lnTo>
                  <a:pt x="3671" y="7910"/>
                </a:lnTo>
                <a:lnTo>
                  <a:pt x="3723" y="7949"/>
                </a:lnTo>
                <a:lnTo>
                  <a:pt x="3740" y="7972"/>
                </a:lnTo>
                <a:lnTo>
                  <a:pt x="3784" y="8008"/>
                </a:lnTo>
                <a:lnTo>
                  <a:pt x="3816" y="8041"/>
                </a:lnTo>
                <a:lnTo>
                  <a:pt x="3836" y="8099"/>
                </a:lnTo>
                <a:lnTo>
                  <a:pt x="3842" y="8135"/>
                </a:lnTo>
                <a:lnTo>
                  <a:pt x="3878" y="8138"/>
                </a:lnTo>
                <a:lnTo>
                  <a:pt x="3890" y="8135"/>
                </a:lnTo>
                <a:lnTo>
                  <a:pt x="3943" y="8090"/>
                </a:lnTo>
                <a:lnTo>
                  <a:pt x="3963" y="8105"/>
                </a:lnTo>
                <a:lnTo>
                  <a:pt x="3968" y="8122"/>
                </a:lnTo>
                <a:lnTo>
                  <a:pt x="3989" y="8157"/>
                </a:lnTo>
                <a:lnTo>
                  <a:pt x="4015" y="8193"/>
                </a:lnTo>
                <a:lnTo>
                  <a:pt x="4027" y="8202"/>
                </a:lnTo>
                <a:lnTo>
                  <a:pt x="4045" y="8207"/>
                </a:lnTo>
                <a:lnTo>
                  <a:pt x="4074" y="8207"/>
                </a:lnTo>
                <a:lnTo>
                  <a:pt x="4105" y="8239"/>
                </a:lnTo>
                <a:lnTo>
                  <a:pt x="4152" y="8248"/>
                </a:lnTo>
                <a:lnTo>
                  <a:pt x="4163" y="8259"/>
                </a:lnTo>
                <a:lnTo>
                  <a:pt x="4190" y="8306"/>
                </a:lnTo>
                <a:lnTo>
                  <a:pt x="4213" y="8325"/>
                </a:lnTo>
                <a:lnTo>
                  <a:pt x="4250" y="8343"/>
                </a:lnTo>
                <a:lnTo>
                  <a:pt x="4268" y="8347"/>
                </a:lnTo>
                <a:lnTo>
                  <a:pt x="4324" y="8376"/>
                </a:lnTo>
                <a:lnTo>
                  <a:pt x="4341" y="8401"/>
                </a:lnTo>
                <a:lnTo>
                  <a:pt x="4357" y="8472"/>
                </a:lnTo>
                <a:lnTo>
                  <a:pt x="4364" y="8489"/>
                </a:lnTo>
                <a:lnTo>
                  <a:pt x="4450" y="8547"/>
                </a:lnTo>
                <a:lnTo>
                  <a:pt x="4466" y="8578"/>
                </a:lnTo>
                <a:lnTo>
                  <a:pt x="4464" y="8590"/>
                </a:lnTo>
                <a:lnTo>
                  <a:pt x="4443" y="8596"/>
                </a:lnTo>
                <a:lnTo>
                  <a:pt x="4432" y="8622"/>
                </a:lnTo>
                <a:lnTo>
                  <a:pt x="4423" y="8628"/>
                </a:lnTo>
                <a:lnTo>
                  <a:pt x="4406" y="8657"/>
                </a:lnTo>
                <a:lnTo>
                  <a:pt x="4394" y="8685"/>
                </a:lnTo>
                <a:lnTo>
                  <a:pt x="4394" y="8749"/>
                </a:lnTo>
                <a:lnTo>
                  <a:pt x="4385" y="8806"/>
                </a:lnTo>
                <a:lnTo>
                  <a:pt x="4388" y="8813"/>
                </a:lnTo>
                <a:lnTo>
                  <a:pt x="4406" y="8832"/>
                </a:lnTo>
                <a:lnTo>
                  <a:pt x="4406" y="8816"/>
                </a:lnTo>
                <a:lnTo>
                  <a:pt x="4423" y="8796"/>
                </a:lnTo>
                <a:lnTo>
                  <a:pt x="4455" y="8779"/>
                </a:lnTo>
                <a:lnTo>
                  <a:pt x="4513" y="8732"/>
                </a:lnTo>
                <a:lnTo>
                  <a:pt x="4558" y="8657"/>
                </a:lnTo>
                <a:lnTo>
                  <a:pt x="4602" y="8608"/>
                </a:lnTo>
                <a:lnTo>
                  <a:pt x="4627" y="8501"/>
                </a:lnTo>
                <a:lnTo>
                  <a:pt x="4644" y="8468"/>
                </a:lnTo>
                <a:lnTo>
                  <a:pt x="4703" y="8405"/>
                </a:lnTo>
                <a:lnTo>
                  <a:pt x="4727" y="8392"/>
                </a:lnTo>
                <a:lnTo>
                  <a:pt x="4816" y="8325"/>
                </a:lnTo>
                <a:lnTo>
                  <a:pt x="4851" y="8310"/>
                </a:lnTo>
                <a:lnTo>
                  <a:pt x="4884" y="8286"/>
                </a:lnTo>
                <a:lnTo>
                  <a:pt x="4907" y="8259"/>
                </a:lnTo>
                <a:lnTo>
                  <a:pt x="4916" y="8230"/>
                </a:lnTo>
                <a:lnTo>
                  <a:pt x="4940" y="8193"/>
                </a:lnTo>
                <a:lnTo>
                  <a:pt x="4998" y="8114"/>
                </a:lnTo>
                <a:lnTo>
                  <a:pt x="5026" y="8064"/>
                </a:lnTo>
                <a:lnTo>
                  <a:pt x="5074" y="8008"/>
                </a:lnTo>
                <a:lnTo>
                  <a:pt x="5091" y="7919"/>
                </a:lnTo>
                <a:lnTo>
                  <a:pt x="5138" y="7812"/>
                </a:lnTo>
                <a:lnTo>
                  <a:pt x="5163" y="7777"/>
                </a:lnTo>
                <a:lnTo>
                  <a:pt x="5181" y="7737"/>
                </a:lnTo>
                <a:lnTo>
                  <a:pt x="5199" y="7710"/>
                </a:lnTo>
                <a:lnTo>
                  <a:pt x="5221" y="7688"/>
                </a:lnTo>
                <a:lnTo>
                  <a:pt x="5281" y="7606"/>
                </a:lnTo>
                <a:lnTo>
                  <a:pt x="5306" y="7580"/>
                </a:lnTo>
                <a:lnTo>
                  <a:pt x="5336" y="7562"/>
                </a:lnTo>
                <a:lnTo>
                  <a:pt x="5377" y="7548"/>
                </a:lnTo>
                <a:lnTo>
                  <a:pt x="5397" y="7496"/>
                </a:lnTo>
                <a:lnTo>
                  <a:pt x="5428" y="7470"/>
                </a:lnTo>
                <a:lnTo>
                  <a:pt x="5443" y="7383"/>
                </a:lnTo>
                <a:lnTo>
                  <a:pt x="5450" y="7229"/>
                </a:lnTo>
                <a:lnTo>
                  <a:pt x="5461" y="7211"/>
                </a:lnTo>
                <a:lnTo>
                  <a:pt x="5484" y="7209"/>
                </a:lnTo>
                <a:lnTo>
                  <a:pt x="5487" y="7197"/>
                </a:lnTo>
                <a:lnTo>
                  <a:pt x="5479" y="7177"/>
                </a:lnTo>
                <a:lnTo>
                  <a:pt x="5450" y="7145"/>
                </a:lnTo>
                <a:lnTo>
                  <a:pt x="5443" y="7133"/>
                </a:lnTo>
                <a:lnTo>
                  <a:pt x="5446" y="7075"/>
                </a:lnTo>
                <a:lnTo>
                  <a:pt x="5435" y="7064"/>
                </a:lnTo>
                <a:lnTo>
                  <a:pt x="5435" y="7005"/>
                </a:lnTo>
                <a:lnTo>
                  <a:pt x="5424" y="6971"/>
                </a:lnTo>
                <a:lnTo>
                  <a:pt x="5426" y="6942"/>
                </a:lnTo>
                <a:lnTo>
                  <a:pt x="5435" y="6930"/>
                </a:lnTo>
                <a:lnTo>
                  <a:pt x="5443" y="6904"/>
                </a:lnTo>
                <a:lnTo>
                  <a:pt x="5446" y="6867"/>
                </a:lnTo>
                <a:lnTo>
                  <a:pt x="5482" y="6803"/>
                </a:lnTo>
                <a:lnTo>
                  <a:pt x="5505" y="6774"/>
                </a:lnTo>
                <a:lnTo>
                  <a:pt x="5557" y="6725"/>
                </a:lnTo>
                <a:lnTo>
                  <a:pt x="5635" y="6637"/>
                </a:lnTo>
                <a:lnTo>
                  <a:pt x="5642" y="6637"/>
                </a:lnTo>
                <a:lnTo>
                  <a:pt x="5662" y="6623"/>
                </a:lnTo>
                <a:lnTo>
                  <a:pt x="5700" y="6588"/>
                </a:lnTo>
                <a:lnTo>
                  <a:pt x="5755" y="6550"/>
                </a:lnTo>
                <a:lnTo>
                  <a:pt x="5776" y="6527"/>
                </a:lnTo>
                <a:lnTo>
                  <a:pt x="5814" y="6501"/>
                </a:lnTo>
                <a:lnTo>
                  <a:pt x="5864" y="6450"/>
                </a:lnTo>
                <a:lnTo>
                  <a:pt x="5920" y="6414"/>
                </a:lnTo>
                <a:lnTo>
                  <a:pt x="5960" y="6414"/>
                </a:lnTo>
                <a:lnTo>
                  <a:pt x="5978" y="6405"/>
                </a:lnTo>
                <a:lnTo>
                  <a:pt x="6001" y="6377"/>
                </a:lnTo>
                <a:lnTo>
                  <a:pt x="6047" y="6365"/>
                </a:lnTo>
                <a:lnTo>
                  <a:pt x="6114" y="6362"/>
                </a:lnTo>
                <a:lnTo>
                  <a:pt x="6155" y="6328"/>
                </a:lnTo>
                <a:lnTo>
                  <a:pt x="6169" y="6324"/>
                </a:lnTo>
                <a:lnTo>
                  <a:pt x="6205" y="6282"/>
                </a:lnTo>
                <a:lnTo>
                  <a:pt x="6222" y="6273"/>
                </a:lnTo>
                <a:lnTo>
                  <a:pt x="6272" y="6261"/>
                </a:lnTo>
                <a:lnTo>
                  <a:pt x="6303" y="6261"/>
                </a:lnTo>
                <a:lnTo>
                  <a:pt x="6312" y="6249"/>
                </a:lnTo>
                <a:lnTo>
                  <a:pt x="6309" y="6234"/>
                </a:lnTo>
                <a:lnTo>
                  <a:pt x="6298" y="6224"/>
                </a:lnTo>
                <a:lnTo>
                  <a:pt x="6298" y="6211"/>
                </a:lnTo>
                <a:lnTo>
                  <a:pt x="6330" y="6182"/>
                </a:lnTo>
                <a:lnTo>
                  <a:pt x="6339" y="6182"/>
                </a:lnTo>
                <a:lnTo>
                  <a:pt x="6339" y="6179"/>
                </a:lnTo>
                <a:lnTo>
                  <a:pt x="6345" y="6191"/>
                </a:lnTo>
                <a:lnTo>
                  <a:pt x="6372" y="6199"/>
                </a:lnTo>
                <a:lnTo>
                  <a:pt x="6461" y="6173"/>
                </a:lnTo>
                <a:lnTo>
                  <a:pt x="6482" y="6173"/>
                </a:lnTo>
                <a:lnTo>
                  <a:pt x="6494" y="6182"/>
                </a:lnTo>
                <a:lnTo>
                  <a:pt x="6535" y="6188"/>
                </a:lnTo>
                <a:lnTo>
                  <a:pt x="6599" y="6164"/>
                </a:lnTo>
                <a:lnTo>
                  <a:pt x="6628" y="6164"/>
                </a:lnTo>
                <a:lnTo>
                  <a:pt x="6648" y="6173"/>
                </a:lnTo>
                <a:lnTo>
                  <a:pt x="6695" y="6179"/>
                </a:lnTo>
                <a:lnTo>
                  <a:pt x="6739" y="6179"/>
                </a:lnTo>
                <a:lnTo>
                  <a:pt x="6828" y="6164"/>
                </a:lnTo>
                <a:lnTo>
                  <a:pt x="6846" y="6160"/>
                </a:lnTo>
                <a:lnTo>
                  <a:pt x="6864" y="6124"/>
                </a:lnTo>
                <a:lnTo>
                  <a:pt x="6873" y="6078"/>
                </a:lnTo>
                <a:lnTo>
                  <a:pt x="6907" y="6046"/>
                </a:lnTo>
                <a:lnTo>
                  <a:pt x="6937" y="6029"/>
                </a:lnTo>
                <a:lnTo>
                  <a:pt x="7016" y="5994"/>
                </a:lnTo>
                <a:lnTo>
                  <a:pt x="7047" y="5962"/>
                </a:lnTo>
                <a:lnTo>
                  <a:pt x="7062" y="5929"/>
                </a:lnTo>
                <a:lnTo>
                  <a:pt x="7069" y="5901"/>
                </a:lnTo>
                <a:lnTo>
                  <a:pt x="7071" y="5846"/>
                </a:lnTo>
                <a:lnTo>
                  <a:pt x="7083" y="5791"/>
                </a:lnTo>
                <a:lnTo>
                  <a:pt x="7129" y="5725"/>
                </a:lnTo>
                <a:lnTo>
                  <a:pt x="7199" y="5643"/>
                </a:lnTo>
                <a:lnTo>
                  <a:pt x="7234" y="5583"/>
                </a:lnTo>
                <a:lnTo>
                  <a:pt x="7276" y="5472"/>
                </a:lnTo>
                <a:lnTo>
                  <a:pt x="7330" y="5414"/>
                </a:lnTo>
                <a:lnTo>
                  <a:pt x="7352" y="5379"/>
                </a:lnTo>
                <a:lnTo>
                  <a:pt x="7361" y="5264"/>
                </a:lnTo>
                <a:lnTo>
                  <a:pt x="7361" y="5197"/>
                </a:lnTo>
                <a:lnTo>
                  <a:pt x="7370" y="5142"/>
                </a:lnTo>
                <a:lnTo>
                  <a:pt x="7383" y="5089"/>
                </a:lnTo>
                <a:lnTo>
                  <a:pt x="7404" y="5055"/>
                </a:lnTo>
                <a:lnTo>
                  <a:pt x="7456" y="4997"/>
                </a:lnTo>
                <a:lnTo>
                  <a:pt x="7468" y="4969"/>
                </a:lnTo>
                <a:lnTo>
                  <a:pt x="7468" y="4904"/>
                </a:lnTo>
                <a:lnTo>
                  <a:pt x="7486" y="4753"/>
                </a:lnTo>
                <a:lnTo>
                  <a:pt x="7495" y="4727"/>
                </a:lnTo>
                <a:lnTo>
                  <a:pt x="7506" y="4626"/>
                </a:lnTo>
                <a:lnTo>
                  <a:pt x="7523" y="4559"/>
                </a:lnTo>
                <a:lnTo>
                  <a:pt x="7517" y="4508"/>
                </a:lnTo>
                <a:lnTo>
                  <a:pt x="7508" y="4469"/>
                </a:lnTo>
                <a:lnTo>
                  <a:pt x="7506" y="4379"/>
                </a:lnTo>
                <a:lnTo>
                  <a:pt x="7497" y="4342"/>
                </a:lnTo>
                <a:lnTo>
                  <a:pt x="7497" y="4255"/>
                </a:lnTo>
                <a:lnTo>
                  <a:pt x="7506" y="4145"/>
                </a:lnTo>
                <a:lnTo>
                  <a:pt x="7521" y="4076"/>
                </a:lnTo>
                <a:lnTo>
                  <a:pt x="7523" y="4029"/>
                </a:lnTo>
                <a:lnTo>
                  <a:pt x="7532" y="3978"/>
                </a:lnTo>
                <a:lnTo>
                  <a:pt x="7537" y="3965"/>
                </a:lnTo>
                <a:lnTo>
                  <a:pt x="7579" y="3925"/>
                </a:lnTo>
                <a:lnTo>
                  <a:pt x="7596" y="3922"/>
                </a:lnTo>
                <a:lnTo>
                  <a:pt x="7628" y="3934"/>
                </a:lnTo>
                <a:lnTo>
                  <a:pt x="7637" y="3931"/>
                </a:lnTo>
                <a:lnTo>
                  <a:pt x="7697" y="3881"/>
                </a:lnTo>
                <a:lnTo>
                  <a:pt x="7739" y="3823"/>
                </a:lnTo>
                <a:lnTo>
                  <a:pt x="7788" y="3734"/>
                </a:lnTo>
                <a:lnTo>
                  <a:pt x="7814" y="3661"/>
                </a:lnTo>
                <a:lnTo>
                  <a:pt x="7841" y="3603"/>
                </a:lnTo>
                <a:lnTo>
                  <a:pt x="7875" y="3554"/>
                </a:lnTo>
                <a:lnTo>
                  <a:pt x="7937" y="3506"/>
                </a:lnTo>
                <a:lnTo>
                  <a:pt x="7958" y="3473"/>
                </a:lnTo>
                <a:lnTo>
                  <a:pt x="7998" y="3435"/>
                </a:lnTo>
                <a:lnTo>
                  <a:pt x="8080" y="3389"/>
                </a:lnTo>
                <a:lnTo>
                  <a:pt x="8106" y="3362"/>
                </a:lnTo>
                <a:lnTo>
                  <a:pt x="8135" y="3313"/>
                </a:lnTo>
                <a:lnTo>
                  <a:pt x="8184" y="3251"/>
                </a:lnTo>
                <a:lnTo>
                  <a:pt x="8258" y="3172"/>
                </a:lnTo>
                <a:lnTo>
                  <a:pt x="8327" y="3071"/>
                </a:lnTo>
                <a:lnTo>
                  <a:pt x="8340" y="3059"/>
                </a:lnTo>
                <a:lnTo>
                  <a:pt x="8359" y="3021"/>
                </a:lnTo>
                <a:lnTo>
                  <a:pt x="8362" y="3021"/>
                </a:lnTo>
                <a:lnTo>
                  <a:pt x="8400" y="2852"/>
                </a:lnTo>
                <a:lnTo>
                  <a:pt x="8409" y="2798"/>
                </a:lnTo>
                <a:lnTo>
                  <a:pt x="8417" y="2652"/>
                </a:lnTo>
                <a:lnTo>
                  <a:pt x="8417" y="2563"/>
                </a:lnTo>
                <a:lnTo>
                  <a:pt x="8385" y="2479"/>
                </a:lnTo>
                <a:lnTo>
                  <a:pt x="8359" y="2355"/>
                </a:lnTo>
                <a:lnTo>
                  <a:pt x="8327" y="2297"/>
                </a:lnTo>
                <a:lnTo>
                  <a:pt x="8286" y="2247"/>
                </a:lnTo>
                <a:lnTo>
                  <a:pt x="8254" y="2229"/>
                </a:lnTo>
                <a:lnTo>
                  <a:pt x="8068" y="2227"/>
                </a:lnTo>
                <a:lnTo>
                  <a:pt x="8048" y="2229"/>
                </a:lnTo>
                <a:lnTo>
                  <a:pt x="8021" y="2222"/>
                </a:lnTo>
                <a:lnTo>
                  <a:pt x="8007" y="2210"/>
                </a:lnTo>
                <a:lnTo>
                  <a:pt x="7975" y="2201"/>
                </a:lnTo>
                <a:lnTo>
                  <a:pt x="7942" y="2201"/>
                </a:lnTo>
                <a:lnTo>
                  <a:pt x="7922" y="2172"/>
                </a:lnTo>
                <a:lnTo>
                  <a:pt x="7886" y="2138"/>
                </a:lnTo>
                <a:lnTo>
                  <a:pt x="7864" y="2123"/>
                </a:lnTo>
                <a:lnTo>
                  <a:pt x="7828" y="2109"/>
                </a:lnTo>
                <a:lnTo>
                  <a:pt x="7776" y="2073"/>
                </a:lnTo>
                <a:lnTo>
                  <a:pt x="7659" y="1958"/>
                </a:lnTo>
                <a:lnTo>
                  <a:pt x="7608" y="1914"/>
                </a:lnTo>
                <a:lnTo>
                  <a:pt x="7550" y="1872"/>
                </a:lnTo>
                <a:lnTo>
                  <a:pt x="7477" y="1828"/>
                </a:lnTo>
                <a:lnTo>
                  <a:pt x="7428" y="1792"/>
                </a:lnTo>
                <a:lnTo>
                  <a:pt x="7381" y="1770"/>
                </a:lnTo>
                <a:lnTo>
                  <a:pt x="7334" y="1752"/>
                </a:lnTo>
                <a:lnTo>
                  <a:pt x="7129" y="1750"/>
                </a:lnTo>
                <a:lnTo>
                  <a:pt x="7094" y="1755"/>
                </a:lnTo>
                <a:lnTo>
                  <a:pt x="7060" y="1755"/>
                </a:lnTo>
                <a:lnTo>
                  <a:pt x="6942" y="1750"/>
                </a:lnTo>
                <a:lnTo>
                  <a:pt x="6907" y="1744"/>
                </a:lnTo>
                <a:lnTo>
                  <a:pt x="6826" y="1726"/>
                </a:lnTo>
                <a:lnTo>
                  <a:pt x="6617" y="1657"/>
                </a:lnTo>
                <a:lnTo>
                  <a:pt x="6577" y="1660"/>
                </a:lnTo>
                <a:lnTo>
                  <a:pt x="6566" y="1657"/>
                </a:lnTo>
                <a:lnTo>
                  <a:pt x="6546" y="1628"/>
                </a:lnTo>
                <a:lnTo>
                  <a:pt x="6514" y="1642"/>
                </a:lnTo>
                <a:lnTo>
                  <a:pt x="6485" y="1666"/>
                </a:lnTo>
                <a:lnTo>
                  <a:pt x="6450" y="1682"/>
                </a:lnTo>
                <a:lnTo>
                  <a:pt x="6392" y="1706"/>
                </a:lnTo>
                <a:lnTo>
                  <a:pt x="6354" y="1709"/>
                </a:lnTo>
                <a:lnTo>
                  <a:pt x="6348" y="1688"/>
                </a:lnTo>
                <a:lnTo>
                  <a:pt x="6360" y="1662"/>
                </a:lnTo>
                <a:lnTo>
                  <a:pt x="6383" y="1637"/>
                </a:lnTo>
                <a:lnTo>
                  <a:pt x="6386" y="1619"/>
                </a:lnTo>
                <a:lnTo>
                  <a:pt x="6374" y="1599"/>
                </a:lnTo>
                <a:lnTo>
                  <a:pt x="6357" y="1591"/>
                </a:lnTo>
                <a:lnTo>
                  <a:pt x="6345" y="1587"/>
                </a:lnTo>
                <a:lnTo>
                  <a:pt x="6330" y="1596"/>
                </a:lnTo>
                <a:lnTo>
                  <a:pt x="6318" y="1596"/>
                </a:lnTo>
                <a:lnTo>
                  <a:pt x="6309" y="1591"/>
                </a:lnTo>
                <a:lnTo>
                  <a:pt x="6309" y="1575"/>
                </a:lnTo>
                <a:lnTo>
                  <a:pt x="6327" y="1567"/>
                </a:lnTo>
                <a:lnTo>
                  <a:pt x="6332" y="1526"/>
                </a:lnTo>
                <a:lnTo>
                  <a:pt x="6301" y="1480"/>
                </a:lnTo>
                <a:lnTo>
                  <a:pt x="6260" y="1445"/>
                </a:lnTo>
                <a:lnTo>
                  <a:pt x="6236" y="1448"/>
                </a:lnTo>
                <a:lnTo>
                  <a:pt x="6216" y="1457"/>
                </a:lnTo>
                <a:lnTo>
                  <a:pt x="6193" y="1480"/>
                </a:lnTo>
                <a:lnTo>
                  <a:pt x="6163" y="1491"/>
                </a:lnTo>
                <a:lnTo>
                  <a:pt x="6163" y="1454"/>
                </a:lnTo>
                <a:lnTo>
                  <a:pt x="6158" y="1434"/>
                </a:lnTo>
                <a:lnTo>
                  <a:pt x="6134" y="1402"/>
                </a:lnTo>
                <a:lnTo>
                  <a:pt x="6083" y="1389"/>
                </a:lnTo>
                <a:lnTo>
                  <a:pt x="6044" y="1367"/>
                </a:lnTo>
                <a:lnTo>
                  <a:pt x="6003" y="1364"/>
                </a:lnTo>
                <a:lnTo>
                  <a:pt x="5980" y="1341"/>
                </a:lnTo>
                <a:lnTo>
                  <a:pt x="5922" y="1341"/>
                </a:lnTo>
                <a:lnTo>
                  <a:pt x="5904" y="1336"/>
                </a:lnTo>
                <a:lnTo>
                  <a:pt x="5779" y="1269"/>
                </a:lnTo>
                <a:lnTo>
                  <a:pt x="5736" y="1257"/>
                </a:lnTo>
                <a:lnTo>
                  <a:pt x="5619" y="1260"/>
                </a:lnTo>
                <a:lnTo>
                  <a:pt x="5584" y="1278"/>
                </a:lnTo>
                <a:lnTo>
                  <a:pt x="5557" y="1336"/>
                </a:lnTo>
                <a:lnTo>
                  <a:pt x="5534" y="1347"/>
                </a:lnTo>
                <a:lnTo>
                  <a:pt x="5517" y="1382"/>
                </a:lnTo>
                <a:lnTo>
                  <a:pt x="5508" y="1413"/>
                </a:lnTo>
                <a:lnTo>
                  <a:pt x="5491" y="1443"/>
                </a:lnTo>
                <a:lnTo>
                  <a:pt x="5455" y="1445"/>
                </a:lnTo>
                <a:lnTo>
                  <a:pt x="5419" y="1457"/>
                </a:lnTo>
                <a:lnTo>
                  <a:pt x="5406" y="1463"/>
                </a:lnTo>
                <a:lnTo>
                  <a:pt x="5383" y="1483"/>
                </a:lnTo>
                <a:lnTo>
                  <a:pt x="5356" y="1561"/>
                </a:lnTo>
                <a:lnTo>
                  <a:pt x="5342" y="1591"/>
                </a:lnTo>
                <a:lnTo>
                  <a:pt x="5333" y="1596"/>
                </a:lnTo>
                <a:lnTo>
                  <a:pt x="5327" y="1608"/>
                </a:lnTo>
                <a:lnTo>
                  <a:pt x="5319" y="1648"/>
                </a:lnTo>
                <a:lnTo>
                  <a:pt x="5301" y="1653"/>
                </a:lnTo>
                <a:lnTo>
                  <a:pt x="5298" y="1653"/>
                </a:lnTo>
                <a:lnTo>
                  <a:pt x="5292" y="1624"/>
                </a:lnTo>
                <a:lnTo>
                  <a:pt x="5292" y="1582"/>
                </a:lnTo>
                <a:lnTo>
                  <a:pt x="5303" y="1524"/>
                </a:lnTo>
                <a:lnTo>
                  <a:pt x="5295" y="1520"/>
                </a:lnTo>
                <a:lnTo>
                  <a:pt x="5261" y="1520"/>
                </a:lnTo>
                <a:lnTo>
                  <a:pt x="5234" y="1533"/>
                </a:lnTo>
                <a:lnTo>
                  <a:pt x="5202" y="1526"/>
                </a:lnTo>
                <a:lnTo>
                  <a:pt x="5108" y="1533"/>
                </a:lnTo>
                <a:lnTo>
                  <a:pt x="5079" y="1526"/>
                </a:lnTo>
                <a:lnTo>
                  <a:pt x="5070" y="1533"/>
                </a:lnTo>
                <a:lnTo>
                  <a:pt x="5047" y="1533"/>
                </a:lnTo>
                <a:lnTo>
                  <a:pt x="5038" y="1526"/>
                </a:lnTo>
                <a:lnTo>
                  <a:pt x="5012" y="1526"/>
                </a:lnTo>
                <a:lnTo>
                  <a:pt x="4956" y="1547"/>
                </a:lnTo>
                <a:lnTo>
                  <a:pt x="4931" y="1547"/>
                </a:lnTo>
                <a:lnTo>
                  <a:pt x="4881" y="1526"/>
                </a:lnTo>
                <a:lnTo>
                  <a:pt x="4867" y="1526"/>
                </a:lnTo>
                <a:lnTo>
                  <a:pt x="4860" y="1533"/>
                </a:lnTo>
                <a:lnTo>
                  <a:pt x="4849" y="1567"/>
                </a:lnTo>
                <a:lnTo>
                  <a:pt x="4843" y="1573"/>
                </a:lnTo>
                <a:lnTo>
                  <a:pt x="4834" y="1567"/>
                </a:lnTo>
                <a:lnTo>
                  <a:pt x="4831" y="1538"/>
                </a:lnTo>
                <a:lnTo>
                  <a:pt x="4834" y="1526"/>
                </a:lnTo>
                <a:lnTo>
                  <a:pt x="4858" y="1502"/>
                </a:lnTo>
                <a:lnTo>
                  <a:pt x="4884" y="1502"/>
                </a:lnTo>
                <a:lnTo>
                  <a:pt x="4918" y="1517"/>
                </a:lnTo>
                <a:lnTo>
                  <a:pt x="4965" y="1524"/>
                </a:lnTo>
                <a:lnTo>
                  <a:pt x="5003" y="1509"/>
                </a:lnTo>
                <a:lnTo>
                  <a:pt x="5014" y="1498"/>
                </a:lnTo>
                <a:lnTo>
                  <a:pt x="5018" y="1489"/>
                </a:lnTo>
                <a:lnTo>
                  <a:pt x="5018" y="1398"/>
                </a:lnTo>
                <a:lnTo>
                  <a:pt x="5014" y="1393"/>
                </a:lnTo>
                <a:lnTo>
                  <a:pt x="4991" y="1393"/>
                </a:lnTo>
                <a:lnTo>
                  <a:pt x="4983" y="1378"/>
                </a:lnTo>
                <a:lnTo>
                  <a:pt x="4960" y="1364"/>
                </a:lnTo>
                <a:lnTo>
                  <a:pt x="4956" y="1356"/>
                </a:lnTo>
                <a:lnTo>
                  <a:pt x="4956" y="1344"/>
                </a:lnTo>
                <a:lnTo>
                  <a:pt x="4976" y="1336"/>
                </a:lnTo>
                <a:lnTo>
                  <a:pt x="4994" y="1321"/>
                </a:lnTo>
                <a:lnTo>
                  <a:pt x="4998" y="1301"/>
                </a:lnTo>
                <a:lnTo>
                  <a:pt x="4974" y="1301"/>
                </a:lnTo>
                <a:lnTo>
                  <a:pt x="4962" y="1307"/>
                </a:lnTo>
                <a:lnTo>
                  <a:pt x="4948" y="1307"/>
                </a:lnTo>
                <a:lnTo>
                  <a:pt x="4925" y="1341"/>
                </a:lnTo>
                <a:lnTo>
                  <a:pt x="4916" y="1370"/>
                </a:lnTo>
                <a:lnTo>
                  <a:pt x="4875" y="1373"/>
                </a:lnTo>
                <a:lnTo>
                  <a:pt x="4869" y="1361"/>
                </a:lnTo>
                <a:lnTo>
                  <a:pt x="4867" y="1353"/>
                </a:lnTo>
                <a:lnTo>
                  <a:pt x="4869" y="1289"/>
                </a:lnTo>
                <a:lnTo>
                  <a:pt x="4855" y="1251"/>
                </a:lnTo>
                <a:lnTo>
                  <a:pt x="4855" y="1216"/>
                </a:lnTo>
                <a:lnTo>
                  <a:pt x="4858" y="1205"/>
                </a:lnTo>
                <a:lnTo>
                  <a:pt x="4884" y="1179"/>
                </a:lnTo>
                <a:lnTo>
                  <a:pt x="4901" y="1153"/>
                </a:lnTo>
                <a:lnTo>
                  <a:pt x="4940" y="1110"/>
                </a:lnTo>
                <a:lnTo>
                  <a:pt x="4994" y="1054"/>
                </a:lnTo>
                <a:lnTo>
                  <a:pt x="5061" y="1002"/>
                </a:lnTo>
                <a:lnTo>
                  <a:pt x="5093" y="953"/>
                </a:lnTo>
                <a:lnTo>
                  <a:pt x="5114" y="941"/>
                </a:lnTo>
                <a:lnTo>
                  <a:pt x="5141" y="915"/>
                </a:lnTo>
                <a:lnTo>
                  <a:pt x="5150" y="881"/>
                </a:lnTo>
                <a:lnTo>
                  <a:pt x="5150" y="860"/>
                </a:lnTo>
                <a:lnTo>
                  <a:pt x="5176" y="785"/>
                </a:lnTo>
                <a:lnTo>
                  <a:pt x="5176" y="771"/>
                </a:lnTo>
                <a:lnTo>
                  <a:pt x="5161" y="755"/>
                </a:lnTo>
                <a:lnTo>
                  <a:pt x="5129" y="755"/>
                </a:lnTo>
                <a:lnTo>
                  <a:pt x="5067" y="736"/>
                </a:lnTo>
                <a:lnTo>
                  <a:pt x="5044" y="690"/>
                </a:lnTo>
                <a:lnTo>
                  <a:pt x="5018" y="600"/>
                </a:lnTo>
                <a:lnTo>
                  <a:pt x="5012" y="591"/>
                </a:lnTo>
                <a:lnTo>
                  <a:pt x="5003" y="545"/>
                </a:lnTo>
                <a:lnTo>
                  <a:pt x="4985" y="510"/>
                </a:lnTo>
                <a:lnTo>
                  <a:pt x="4971" y="454"/>
                </a:lnTo>
                <a:lnTo>
                  <a:pt x="4953" y="414"/>
                </a:lnTo>
                <a:lnTo>
                  <a:pt x="4942" y="358"/>
                </a:lnTo>
                <a:lnTo>
                  <a:pt x="4940" y="318"/>
                </a:lnTo>
                <a:lnTo>
                  <a:pt x="4916" y="272"/>
                </a:lnTo>
                <a:lnTo>
                  <a:pt x="4878" y="223"/>
                </a:lnTo>
                <a:lnTo>
                  <a:pt x="4858" y="212"/>
                </a:lnTo>
                <a:lnTo>
                  <a:pt x="4849" y="214"/>
                </a:lnTo>
                <a:lnTo>
                  <a:pt x="4837" y="243"/>
                </a:lnTo>
                <a:lnTo>
                  <a:pt x="4820" y="249"/>
                </a:lnTo>
                <a:lnTo>
                  <a:pt x="4767" y="301"/>
                </a:lnTo>
                <a:lnTo>
                  <a:pt x="4756" y="329"/>
                </a:lnTo>
                <a:lnTo>
                  <a:pt x="4706" y="402"/>
                </a:lnTo>
                <a:lnTo>
                  <a:pt x="4665" y="451"/>
                </a:lnTo>
                <a:lnTo>
                  <a:pt x="4651" y="475"/>
                </a:lnTo>
                <a:lnTo>
                  <a:pt x="4618" y="565"/>
                </a:lnTo>
                <a:lnTo>
                  <a:pt x="4511" y="658"/>
                </a:lnTo>
                <a:lnTo>
                  <a:pt x="4502" y="669"/>
                </a:lnTo>
                <a:lnTo>
                  <a:pt x="4482" y="678"/>
                </a:lnTo>
                <a:lnTo>
                  <a:pt x="4441" y="678"/>
                </a:lnTo>
                <a:lnTo>
                  <a:pt x="4415" y="667"/>
                </a:lnTo>
                <a:lnTo>
                  <a:pt x="4388" y="667"/>
                </a:lnTo>
                <a:lnTo>
                  <a:pt x="4373" y="669"/>
                </a:lnTo>
                <a:lnTo>
                  <a:pt x="4312" y="698"/>
                </a:lnTo>
                <a:lnTo>
                  <a:pt x="4290" y="698"/>
                </a:lnTo>
                <a:lnTo>
                  <a:pt x="4277" y="695"/>
                </a:lnTo>
                <a:lnTo>
                  <a:pt x="4239" y="672"/>
                </a:lnTo>
                <a:lnTo>
                  <a:pt x="4201" y="628"/>
                </a:lnTo>
                <a:lnTo>
                  <a:pt x="4175" y="623"/>
                </a:lnTo>
                <a:lnTo>
                  <a:pt x="4161" y="614"/>
                </a:lnTo>
                <a:lnTo>
                  <a:pt x="4079" y="586"/>
                </a:lnTo>
                <a:lnTo>
                  <a:pt x="3992" y="611"/>
                </a:lnTo>
                <a:lnTo>
                  <a:pt x="3977" y="611"/>
                </a:lnTo>
                <a:lnTo>
                  <a:pt x="3939" y="600"/>
                </a:lnTo>
                <a:lnTo>
                  <a:pt x="3910" y="600"/>
                </a:lnTo>
                <a:lnTo>
                  <a:pt x="3887" y="611"/>
                </a:lnTo>
                <a:lnTo>
                  <a:pt x="3890" y="707"/>
                </a:lnTo>
                <a:lnTo>
                  <a:pt x="3878" y="722"/>
                </a:lnTo>
                <a:lnTo>
                  <a:pt x="3810" y="722"/>
                </a:lnTo>
                <a:lnTo>
                  <a:pt x="3760" y="702"/>
                </a:lnTo>
                <a:lnTo>
                  <a:pt x="3717" y="709"/>
                </a:lnTo>
                <a:lnTo>
                  <a:pt x="3662" y="713"/>
                </a:lnTo>
                <a:lnTo>
                  <a:pt x="3638" y="704"/>
                </a:lnTo>
                <a:lnTo>
                  <a:pt x="3635" y="698"/>
                </a:lnTo>
                <a:lnTo>
                  <a:pt x="3620" y="693"/>
                </a:lnTo>
                <a:lnTo>
                  <a:pt x="3600" y="695"/>
                </a:lnTo>
                <a:lnTo>
                  <a:pt x="3558" y="716"/>
                </a:lnTo>
                <a:lnTo>
                  <a:pt x="3522" y="755"/>
                </a:lnTo>
                <a:lnTo>
                  <a:pt x="3467" y="755"/>
                </a:lnTo>
                <a:lnTo>
                  <a:pt x="3436" y="773"/>
                </a:lnTo>
                <a:lnTo>
                  <a:pt x="3415" y="791"/>
                </a:lnTo>
                <a:lnTo>
                  <a:pt x="3371" y="791"/>
                </a:lnTo>
                <a:lnTo>
                  <a:pt x="3340" y="802"/>
                </a:lnTo>
                <a:lnTo>
                  <a:pt x="3313" y="837"/>
                </a:lnTo>
                <a:lnTo>
                  <a:pt x="3293" y="849"/>
                </a:lnTo>
                <a:lnTo>
                  <a:pt x="3240" y="849"/>
                </a:lnTo>
                <a:lnTo>
                  <a:pt x="3202" y="837"/>
                </a:lnTo>
                <a:lnTo>
                  <a:pt x="3141" y="800"/>
                </a:lnTo>
                <a:lnTo>
                  <a:pt x="3117" y="779"/>
                </a:lnTo>
                <a:lnTo>
                  <a:pt x="3102" y="755"/>
                </a:lnTo>
                <a:lnTo>
                  <a:pt x="3091" y="750"/>
                </a:lnTo>
                <a:lnTo>
                  <a:pt x="3073" y="733"/>
                </a:lnTo>
                <a:lnTo>
                  <a:pt x="3068" y="722"/>
                </a:lnTo>
                <a:lnTo>
                  <a:pt x="3070" y="669"/>
                </a:lnTo>
                <a:lnTo>
                  <a:pt x="3068" y="637"/>
                </a:lnTo>
                <a:lnTo>
                  <a:pt x="3024" y="598"/>
                </a:lnTo>
                <a:lnTo>
                  <a:pt x="3019" y="582"/>
                </a:lnTo>
                <a:lnTo>
                  <a:pt x="3021" y="460"/>
                </a:lnTo>
                <a:lnTo>
                  <a:pt x="3044" y="409"/>
                </a:lnTo>
                <a:lnTo>
                  <a:pt x="3050" y="379"/>
                </a:lnTo>
                <a:lnTo>
                  <a:pt x="3050" y="338"/>
                </a:lnTo>
                <a:lnTo>
                  <a:pt x="3094" y="289"/>
                </a:lnTo>
                <a:lnTo>
                  <a:pt x="3097" y="279"/>
                </a:lnTo>
                <a:lnTo>
                  <a:pt x="3094" y="249"/>
                </a:lnTo>
                <a:lnTo>
                  <a:pt x="3073" y="223"/>
                </a:lnTo>
                <a:lnTo>
                  <a:pt x="3073" y="165"/>
                </a:lnTo>
                <a:lnTo>
                  <a:pt x="3030" y="152"/>
                </a:lnTo>
                <a:lnTo>
                  <a:pt x="3021" y="148"/>
                </a:lnTo>
                <a:lnTo>
                  <a:pt x="2983" y="141"/>
                </a:lnTo>
                <a:lnTo>
                  <a:pt x="2997" y="86"/>
                </a:lnTo>
                <a:lnTo>
                  <a:pt x="3001" y="61"/>
                </a:lnTo>
                <a:lnTo>
                  <a:pt x="2997" y="35"/>
                </a:lnTo>
                <a:lnTo>
                  <a:pt x="2981" y="3"/>
                </a:lnTo>
                <a:lnTo>
                  <a:pt x="2946" y="0"/>
                </a:lnTo>
                <a:lnTo>
                  <a:pt x="2899" y="17"/>
                </a:lnTo>
                <a:lnTo>
                  <a:pt x="2857" y="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800">
              <a:latin typeface="+mj-lt"/>
            </a:endParaRPr>
          </a:p>
        </p:txBody>
      </p:sp>
      <p:sp>
        <p:nvSpPr>
          <p:cNvPr id="9" name="Oval 8"/>
          <p:cNvSpPr/>
          <p:nvPr/>
        </p:nvSpPr>
        <p:spPr>
          <a:xfrm>
            <a:off x="40942476" y="3798540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216796" y="3707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tokyo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8</cp:revision>
  <dcterms:created xsi:type="dcterms:W3CDTF">2013-01-27T09:14:16Z</dcterms:created>
  <dcterms:modified xsi:type="dcterms:W3CDTF">2025-12-16T21:00:53Z</dcterms:modified>
  <cp:category/>
</cp:coreProperties>
</file>