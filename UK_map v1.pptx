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0942476" y="3798540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216796" y="3707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tokyo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6BB512-D560-2D18-9A96-CFB6B6806551}"/>
              </a:ext>
            </a:extLst>
          </p:cNvPr>
          <p:cNvGrpSpPr/>
          <p:nvPr/>
        </p:nvGrpSpPr>
        <p:grpSpPr>
          <a:xfrm>
            <a:off x="2076043" y="101245"/>
            <a:ext cx="4265300" cy="6706678"/>
            <a:chOff x="2037943" y="101245"/>
            <a:chExt cx="4265300" cy="6706678"/>
          </a:xfrm>
          <a:solidFill>
            <a:schemeClr val="bg1">
              <a:lumMod val="95000"/>
            </a:schemeClr>
          </a:solidFill>
        </p:grpSpPr>
        <p:sp>
          <p:nvSpPr>
            <p:cNvPr id="3" name="Freeform 1084">
              <a:extLst>
                <a:ext uri="{FF2B5EF4-FFF2-40B4-BE49-F238E27FC236}">
                  <a16:creationId xmlns:a16="http://schemas.microsoft.com/office/drawing/2014/main" id="{5DE532BD-ECB1-A3EB-C380-5D55F10994D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100990" y="101245"/>
              <a:ext cx="177724" cy="543220"/>
            </a:xfrm>
            <a:custGeom>
              <a:avLst/>
              <a:gdLst/>
              <a:ahLst/>
              <a:cxnLst>
                <a:cxn ang="0">
                  <a:pos x="63" y="4"/>
                </a:cxn>
                <a:cxn ang="0">
                  <a:pos x="59" y="0"/>
                </a:cxn>
                <a:cxn ang="0">
                  <a:pos x="47" y="22"/>
                </a:cxn>
                <a:cxn ang="0">
                  <a:pos x="24" y="40"/>
                </a:cxn>
                <a:cxn ang="0">
                  <a:pos x="16" y="56"/>
                </a:cxn>
                <a:cxn ang="0">
                  <a:pos x="24" y="71"/>
                </a:cxn>
                <a:cxn ang="0">
                  <a:pos x="29" y="102"/>
                </a:cxn>
                <a:cxn ang="0">
                  <a:pos x="40" y="125"/>
                </a:cxn>
                <a:cxn ang="0">
                  <a:pos x="0" y="165"/>
                </a:cxn>
                <a:cxn ang="0">
                  <a:pos x="9" y="187"/>
                </a:cxn>
                <a:cxn ang="0">
                  <a:pos x="29" y="198"/>
                </a:cxn>
                <a:cxn ang="0">
                  <a:pos x="54" y="175"/>
                </a:cxn>
                <a:cxn ang="0">
                  <a:pos x="63" y="193"/>
                </a:cxn>
                <a:cxn ang="0">
                  <a:pos x="63" y="230"/>
                </a:cxn>
                <a:cxn ang="0">
                  <a:pos x="49" y="312"/>
                </a:cxn>
                <a:cxn ang="0">
                  <a:pos x="94" y="258"/>
                </a:cxn>
                <a:cxn ang="0">
                  <a:pos x="94" y="226"/>
                </a:cxn>
                <a:cxn ang="0">
                  <a:pos x="101" y="193"/>
                </a:cxn>
                <a:cxn ang="0">
                  <a:pos x="96" y="155"/>
                </a:cxn>
                <a:cxn ang="0">
                  <a:pos x="101" y="144"/>
                </a:cxn>
                <a:cxn ang="0">
                  <a:pos x="101" y="112"/>
                </a:cxn>
                <a:cxn ang="0">
                  <a:pos x="106" y="93"/>
                </a:cxn>
                <a:cxn ang="0">
                  <a:pos x="67" y="71"/>
                </a:cxn>
                <a:cxn ang="0">
                  <a:pos x="63" y="4"/>
                </a:cxn>
              </a:cxnLst>
              <a:rect l="0" t="0" r="r" b="b"/>
              <a:pathLst>
                <a:path w="106" h="312">
                  <a:moveTo>
                    <a:pt x="63" y="4"/>
                  </a:moveTo>
                  <a:lnTo>
                    <a:pt x="59" y="0"/>
                  </a:lnTo>
                  <a:lnTo>
                    <a:pt x="47" y="22"/>
                  </a:lnTo>
                  <a:lnTo>
                    <a:pt x="24" y="40"/>
                  </a:lnTo>
                  <a:lnTo>
                    <a:pt x="16" y="56"/>
                  </a:lnTo>
                  <a:lnTo>
                    <a:pt x="24" y="71"/>
                  </a:lnTo>
                  <a:lnTo>
                    <a:pt x="29" y="102"/>
                  </a:lnTo>
                  <a:lnTo>
                    <a:pt x="40" y="125"/>
                  </a:lnTo>
                  <a:lnTo>
                    <a:pt x="0" y="165"/>
                  </a:lnTo>
                  <a:lnTo>
                    <a:pt x="9" y="187"/>
                  </a:lnTo>
                  <a:lnTo>
                    <a:pt x="29" y="198"/>
                  </a:lnTo>
                  <a:lnTo>
                    <a:pt x="54" y="175"/>
                  </a:lnTo>
                  <a:lnTo>
                    <a:pt x="63" y="193"/>
                  </a:lnTo>
                  <a:lnTo>
                    <a:pt x="63" y="230"/>
                  </a:lnTo>
                  <a:lnTo>
                    <a:pt x="49" y="312"/>
                  </a:lnTo>
                  <a:lnTo>
                    <a:pt x="94" y="258"/>
                  </a:lnTo>
                  <a:lnTo>
                    <a:pt x="94" y="226"/>
                  </a:lnTo>
                  <a:lnTo>
                    <a:pt x="101" y="193"/>
                  </a:lnTo>
                  <a:lnTo>
                    <a:pt x="96" y="155"/>
                  </a:lnTo>
                  <a:lnTo>
                    <a:pt x="101" y="144"/>
                  </a:lnTo>
                  <a:lnTo>
                    <a:pt x="101" y="112"/>
                  </a:lnTo>
                  <a:lnTo>
                    <a:pt x="106" y="93"/>
                  </a:lnTo>
                  <a:lnTo>
                    <a:pt x="67" y="71"/>
                  </a:lnTo>
                  <a:lnTo>
                    <a:pt x="63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4" name="Freeform 1085">
              <a:extLst>
                <a:ext uri="{FF2B5EF4-FFF2-40B4-BE49-F238E27FC236}">
                  <a16:creationId xmlns:a16="http://schemas.microsoft.com/office/drawing/2014/main" id="{D0CD9827-F29D-A03A-4AB9-C3BF728FD5A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118278" y="4854420"/>
              <a:ext cx="104544" cy="104465"/>
            </a:xfrm>
            <a:custGeom>
              <a:avLst/>
              <a:gdLst/>
              <a:ahLst/>
              <a:cxnLst>
                <a:cxn ang="0">
                  <a:pos x="43" y="59"/>
                </a:cxn>
                <a:cxn ang="0">
                  <a:pos x="63" y="38"/>
                </a:cxn>
                <a:cxn ang="0">
                  <a:pos x="18" y="2"/>
                </a:cxn>
                <a:cxn ang="0">
                  <a:pos x="0" y="0"/>
                </a:cxn>
                <a:cxn ang="0">
                  <a:pos x="43" y="59"/>
                </a:cxn>
              </a:cxnLst>
              <a:rect l="0" t="0" r="r" b="b"/>
              <a:pathLst>
                <a:path w="63" h="59">
                  <a:moveTo>
                    <a:pt x="43" y="59"/>
                  </a:moveTo>
                  <a:lnTo>
                    <a:pt x="63" y="38"/>
                  </a:lnTo>
                  <a:lnTo>
                    <a:pt x="18" y="2"/>
                  </a:lnTo>
                  <a:lnTo>
                    <a:pt x="0" y="0"/>
                  </a:lnTo>
                  <a:lnTo>
                    <a:pt x="43" y="5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5" name="Freeform 1086">
              <a:extLst>
                <a:ext uri="{FF2B5EF4-FFF2-40B4-BE49-F238E27FC236}">
                  <a16:creationId xmlns:a16="http://schemas.microsoft.com/office/drawing/2014/main" id="{FB333154-6E81-E63A-11EC-B7CE4D76B50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501470" y="1521974"/>
              <a:ext cx="2801773" cy="5285949"/>
            </a:xfrm>
            <a:custGeom>
              <a:avLst/>
              <a:gdLst/>
              <a:ahLst/>
              <a:cxnLst>
                <a:cxn ang="0">
                  <a:pos x="850" y="2841"/>
                </a:cxn>
                <a:cxn ang="0">
                  <a:pos x="975" y="2751"/>
                </a:cxn>
                <a:cxn ang="0">
                  <a:pos x="1225" y="2776"/>
                </a:cxn>
                <a:cxn ang="0">
                  <a:pos x="1534" y="2606"/>
                </a:cxn>
                <a:cxn ang="0">
                  <a:pos x="1421" y="2513"/>
                </a:cxn>
                <a:cxn ang="0">
                  <a:pos x="1475" y="2460"/>
                </a:cxn>
                <a:cxn ang="0">
                  <a:pos x="1579" y="2347"/>
                </a:cxn>
                <a:cxn ang="0">
                  <a:pos x="1493" y="2067"/>
                </a:cxn>
                <a:cxn ang="0">
                  <a:pos x="1256" y="2108"/>
                </a:cxn>
                <a:cxn ang="0">
                  <a:pos x="1266" y="1890"/>
                </a:cxn>
                <a:cxn ang="0">
                  <a:pos x="1286" y="1844"/>
                </a:cxn>
                <a:cxn ang="0">
                  <a:pos x="1177" y="1618"/>
                </a:cxn>
                <a:cxn ang="0">
                  <a:pos x="1002" y="1439"/>
                </a:cxn>
                <a:cxn ang="0">
                  <a:pos x="852" y="1095"/>
                </a:cxn>
                <a:cxn ang="0">
                  <a:pos x="579" y="991"/>
                </a:cxn>
                <a:cxn ang="0">
                  <a:pos x="674" y="859"/>
                </a:cxn>
                <a:cxn ang="0">
                  <a:pos x="738" y="753"/>
                </a:cxn>
                <a:cxn ang="0">
                  <a:pos x="873" y="408"/>
                </a:cxn>
                <a:cxn ang="0">
                  <a:pos x="575" y="361"/>
                </a:cxn>
                <a:cxn ang="0">
                  <a:pos x="375" y="389"/>
                </a:cxn>
                <a:cxn ang="0">
                  <a:pos x="410" y="290"/>
                </a:cxn>
                <a:cxn ang="0">
                  <a:pos x="565" y="0"/>
                </a:cxn>
                <a:cxn ang="0">
                  <a:pos x="282" y="22"/>
                </a:cxn>
                <a:cxn ang="0">
                  <a:pos x="140" y="223"/>
                </a:cxn>
                <a:cxn ang="0">
                  <a:pos x="95" y="427"/>
                </a:cxn>
                <a:cxn ang="0">
                  <a:pos x="125" y="498"/>
                </a:cxn>
                <a:cxn ang="0">
                  <a:pos x="97" y="591"/>
                </a:cxn>
                <a:cxn ang="0">
                  <a:pos x="20" y="726"/>
                </a:cxn>
                <a:cxn ang="0">
                  <a:pos x="127" y="802"/>
                </a:cxn>
                <a:cxn ang="0">
                  <a:pos x="115" y="949"/>
                </a:cxn>
                <a:cxn ang="0">
                  <a:pos x="129" y="1068"/>
                </a:cxn>
                <a:cxn ang="0">
                  <a:pos x="109" y="1230"/>
                </a:cxn>
                <a:cxn ang="0">
                  <a:pos x="203" y="924"/>
                </a:cxn>
                <a:cxn ang="0">
                  <a:pos x="199" y="1020"/>
                </a:cxn>
                <a:cxn ang="0">
                  <a:pos x="295" y="1016"/>
                </a:cxn>
                <a:cxn ang="0">
                  <a:pos x="289" y="1151"/>
                </a:cxn>
                <a:cxn ang="0">
                  <a:pos x="225" y="1387"/>
                </a:cxn>
                <a:cxn ang="0">
                  <a:pos x="244" y="1432"/>
                </a:cxn>
                <a:cxn ang="0">
                  <a:pos x="356" y="1419"/>
                </a:cxn>
                <a:cxn ang="0">
                  <a:pos x="606" y="1392"/>
                </a:cxn>
                <a:cxn ang="0">
                  <a:pos x="543" y="1606"/>
                </a:cxn>
                <a:cxn ang="0">
                  <a:pos x="674" y="1628"/>
                </a:cxn>
                <a:cxn ang="0">
                  <a:pos x="672" y="1797"/>
                </a:cxn>
                <a:cxn ang="0">
                  <a:pos x="628" y="1951"/>
                </a:cxn>
                <a:cxn ang="0">
                  <a:pos x="367" y="2084"/>
                </a:cxn>
                <a:cxn ang="0">
                  <a:pos x="405" y="2295"/>
                </a:cxn>
                <a:cxn ang="0">
                  <a:pos x="223" y="2513"/>
                </a:cxn>
                <a:cxn ang="0">
                  <a:pos x="363" y="2513"/>
                </a:cxn>
                <a:cxn ang="0">
                  <a:pos x="528" y="2581"/>
                </a:cxn>
                <a:cxn ang="0">
                  <a:pos x="727" y="2475"/>
                </a:cxn>
                <a:cxn ang="0">
                  <a:pos x="581" y="2653"/>
                </a:cxn>
                <a:cxn ang="0">
                  <a:pos x="176" y="2949"/>
                </a:cxn>
                <a:cxn ang="0">
                  <a:pos x="172" y="3025"/>
                </a:cxn>
                <a:cxn ang="0">
                  <a:pos x="291" y="2926"/>
                </a:cxn>
                <a:cxn ang="0">
                  <a:pos x="555" y="2831"/>
                </a:cxn>
              </a:cxnLst>
              <a:rect l="0" t="0" r="r" b="b"/>
              <a:pathLst>
                <a:path w="1604" h="3037">
                  <a:moveTo>
                    <a:pt x="742" y="2865"/>
                  </a:moveTo>
                  <a:lnTo>
                    <a:pt x="747" y="2867"/>
                  </a:lnTo>
                  <a:lnTo>
                    <a:pt x="758" y="2847"/>
                  </a:lnTo>
                  <a:lnTo>
                    <a:pt x="793" y="2838"/>
                  </a:lnTo>
                  <a:lnTo>
                    <a:pt x="830" y="2849"/>
                  </a:lnTo>
                  <a:lnTo>
                    <a:pt x="850" y="2841"/>
                  </a:lnTo>
                  <a:lnTo>
                    <a:pt x="840" y="2814"/>
                  </a:lnTo>
                  <a:lnTo>
                    <a:pt x="934" y="2811"/>
                  </a:lnTo>
                  <a:lnTo>
                    <a:pt x="945" y="2800"/>
                  </a:lnTo>
                  <a:lnTo>
                    <a:pt x="970" y="2788"/>
                  </a:lnTo>
                  <a:lnTo>
                    <a:pt x="975" y="2771"/>
                  </a:lnTo>
                  <a:lnTo>
                    <a:pt x="975" y="2751"/>
                  </a:lnTo>
                  <a:lnTo>
                    <a:pt x="997" y="2767"/>
                  </a:lnTo>
                  <a:lnTo>
                    <a:pt x="1022" y="2776"/>
                  </a:lnTo>
                  <a:lnTo>
                    <a:pt x="1053" y="2767"/>
                  </a:lnTo>
                  <a:lnTo>
                    <a:pt x="1063" y="2781"/>
                  </a:lnTo>
                  <a:lnTo>
                    <a:pt x="1083" y="2798"/>
                  </a:lnTo>
                  <a:lnTo>
                    <a:pt x="1225" y="2776"/>
                  </a:lnTo>
                  <a:lnTo>
                    <a:pt x="1268" y="2786"/>
                  </a:lnTo>
                  <a:lnTo>
                    <a:pt x="1448" y="2734"/>
                  </a:lnTo>
                  <a:lnTo>
                    <a:pt x="1452" y="2721"/>
                  </a:lnTo>
                  <a:lnTo>
                    <a:pt x="1534" y="2662"/>
                  </a:lnTo>
                  <a:lnTo>
                    <a:pt x="1543" y="2622"/>
                  </a:lnTo>
                  <a:lnTo>
                    <a:pt x="1534" y="2606"/>
                  </a:lnTo>
                  <a:lnTo>
                    <a:pt x="1441" y="2608"/>
                  </a:lnTo>
                  <a:lnTo>
                    <a:pt x="1397" y="2604"/>
                  </a:lnTo>
                  <a:lnTo>
                    <a:pt x="1394" y="2570"/>
                  </a:lnTo>
                  <a:lnTo>
                    <a:pt x="1376" y="2548"/>
                  </a:lnTo>
                  <a:lnTo>
                    <a:pt x="1414" y="2534"/>
                  </a:lnTo>
                  <a:lnTo>
                    <a:pt x="1421" y="2513"/>
                  </a:lnTo>
                  <a:lnTo>
                    <a:pt x="1439" y="2493"/>
                  </a:lnTo>
                  <a:lnTo>
                    <a:pt x="1430" y="2483"/>
                  </a:lnTo>
                  <a:lnTo>
                    <a:pt x="1410" y="2473"/>
                  </a:lnTo>
                  <a:lnTo>
                    <a:pt x="1432" y="2458"/>
                  </a:lnTo>
                  <a:lnTo>
                    <a:pt x="1457" y="2448"/>
                  </a:lnTo>
                  <a:lnTo>
                    <a:pt x="1475" y="2460"/>
                  </a:lnTo>
                  <a:lnTo>
                    <a:pt x="1505" y="2450"/>
                  </a:lnTo>
                  <a:lnTo>
                    <a:pt x="1511" y="2428"/>
                  </a:lnTo>
                  <a:lnTo>
                    <a:pt x="1505" y="2395"/>
                  </a:lnTo>
                  <a:lnTo>
                    <a:pt x="1522" y="2397"/>
                  </a:lnTo>
                  <a:lnTo>
                    <a:pt x="1550" y="2383"/>
                  </a:lnTo>
                  <a:lnTo>
                    <a:pt x="1579" y="2347"/>
                  </a:lnTo>
                  <a:lnTo>
                    <a:pt x="1599" y="2268"/>
                  </a:lnTo>
                  <a:lnTo>
                    <a:pt x="1604" y="2211"/>
                  </a:lnTo>
                  <a:lnTo>
                    <a:pt x="1592" y="2151"/>
                  </a:lnTo>
                  <a:lnTo>
                    <a:pt x="1558" y="2104"/>
                  </a:lnTo>
                  <a:lnTo>
                    <a:pt x="1522" y="2080"/>
                  </a:lnTo>
                  <a:lnTo>
                    <a:pt x="1493" y="2067"/>
                  </a:lnTo>
                  <a:lnTo>
                    <a:pt x="1444" y="2065"/>
                  </a:lnTo>
                  <a:lnTo>
                    <a:pt x="1362" y="2081"/>
                  </a:lnTo>
                  <a:lnTo>
                    <a:pt x="1324" y="2133"/>
                  </a:lnTo>
                  <a:lnTo>
                    <a:pt x="1308" y="2117"/>
                  </a:lnTo>
                  <a:lnTo>
                    <a:pt x="1273" y="2112"/>
                  </a:lnTo>
                  <a:lnTo>
                    <a:pt x="1256" y="2108"/>
                  </a:lnTo>
                  <a:lnTo>
                    <a:pt x="1270" y="2072"/>
                  </a:lnTo>
                  <a:lnTo>
                    <a:pt x="1315" y="2018"/>
                  </a:lnTo>
                  <a:lnTo>
                    <a:pt x="1324" y="1995"/>
                  </a:lnTo>
                  <a:lnTo>
                    <a:pt x="1324" y="1959"/>
                  </a:lnTo>
                  <a:lnTo>
                    <a:pt x="1288" y="1909"/>
                  </a:lnTo>
                  <a:lnTo>
                    <a:pt x="1266" y="1890"/>
                  </a:lnTo>
                  <a:lnTo>
                    <a:pt x="1254" y="1869"/>
                  </a:lnTo>
                  <a:lnTo>
                    <a:pt x="1234" y="1859"/>
                  </a:lnTo>
                  <a:lnTo>
                    <a:pt x="1182" y="1808"/>
                  </a:lnTo>
                  <a:lnTo>
                    <a:pt x="1198" y="1800"/>
                  </a:lnTo>
                  <a:lnTo>
                    <a:pt x="1239" y="1838"/>
                  </a:lnTo>
                  <a:lnTo>
                    <a:pt x="1286" y="1844"/>
                  </a:lnTo>
                  <a:lnTo>
                    <a:pt x="1288" y="1842"/>
                  </a:lnTo>
                  <a:lnTo>
                    <a:pt x="1279" y="1784"/>
                  </a:lnTo>
                  <a:lnTo>
                    <a:pt x="1252" y="1761"/>
                  </a:lnTo>
                  <a:lnTo>
                    <a:pt x="1218" y="1714"/>
                  </a:lnTo>
                  <a:lnTo>
                    <a:pt x="1204" y="1660"/>
                  </a:lnTo>
                  <a:lnTo>
                    <a:pt x="1177" y="1618"/>
                  </a:lnTo>
                  <a:lnTo>
                    <a:pt x="1159" y="1579"/>
                  </a:lnTo>
                  <a:lnTo>
                    <a:pt x="1126" y="1530"/>
                  </a:lnTo>
                  <a:lnTo>
                    <a:pt x="1083" y="1511"/>
                  </a:lnTo>
                  <a:lnTo>
                    <a:pt x="1030" y="1502"/>
                  </a:lnTo>
                  <a:lnTo>
                    <a:pt x="1017" y="1488"/>
                  </a:lnTo>
                  <a:lnTo>
                    <a:pt x="1002" y="1439"/>
                  </a:lnTo>
                  <a:lnTo>
                    <a:pt x="975" y="1397"/>
                  </a:lnTo>
                  <a:lnTo>
                    <a:pt x="952" y="1347"/>
                  </a:lnTo>
                  <a:lnTo>
                    <a:pt x="940" y="1306"/>
                  </a:lnTo>
                  <a:lnTo>
                    <a:pt x="927" y="1164"/>
                  </a:lnTo>
                  <a:lnTo>
                    <a:pt x="893" y="1139"/>
                  </a:lnTo>
                  <a:lnTo>
                    <a:pt x="852" y="1095"/>
                  </a:lnTo>
                  <a:lnTo>
                    <a:pt x="828" y="1051"/>
                  </a:lnTo>
                  <a:lnTo>
                    <a:pt x="722" y="994"/>
                  </a:lnTo>
                  <a:lnTo>
                    <a:pt x="701" y="989"/>
                  </a:lnTo>
                  <a:lnTo>
                    <a:pt x="638" y="1014"/>
                  </a:lnTo>
                  <a:lnTo>
                    <a:pt x="581" y="998"/>
                  </a:lnTo>
                  <a:lnTo>
                    <a:pt x="579" y="991"/>
                  </a:lnTo>
                  <a:lnTo>
                    <a:pt x="588" y="962"/>
                  </a:lnTo>
                  <a:lnTo>
                    <a:pt x="611" y="939"/>
                  </a:lnTo>
                  <a:lnTo>
                    <a:pt x="641" y="931"/>
                  </a:lnTo>
                  <a:lnTo>
                    <a:pt x="682" y="928"/>
                  </a:lnTo>
                  <a:lnTo>
                    <a:pt x="715" y="912"/>
                  </a:lnTo>
                  <a:lnTo>
                    <a:pt x="674" y="859"/>
                  </a:lnTo>
                  <a:lnTo>
                    <a:pt x="656" y="849"/>
                  </a:lnTo>
                  <a:lnTo>
                    <a:pt x="650" y="829"/>
                  </a:lnTo>
                  <a:lnTo>
                    <a:pt x="686" y="831"/>
                  </a:lnTo>
                  <a:lnTo>
                    <a:pt x="709" y="816"/>
                  </a:lnTo>
                  <a:lnTo>
                    <a:pt x="731" y="783"/>
                  </a:lnTo>
                  <a:lnTo>
                    <a:pt x="738" y="753"/>
                  </a:lnTo>
                  <a:lnTo>
                    <a:pt x="787" y="681"/>
                  </a:lnTo>
                  <a:lnTo>
                    <a:pt x="794" y="644"/>
                  </a:lnTo>
                  <a:lnTo>
                    <a:pt x="809" y="601"/>
                  </a:lnTo>
                  <a:lnTo>
                    <a:pt x="821" y="540"/>
                  </a:lnTo>
                  <a:lnTo>
                    <a:pt x="873" y="481"/>
                  </a:lnTo>
                  <a:lnTo>
                    <a:pt x="873" y="408"/>
                  </a:lnTo>
                  <a:lnTo>
                    <a:pt x="860" y="376"/>
                  </a:lnTo>
                  <a:lnTo>
                    <a:pt x="797" y="372"/>
                  </a:lnTo>
                  <a:lnTo>
                    <a:pt x="747" y="378"/>
                  </a:lnTo>
                  <a:lnTo>
                    <a:pt x="664" y="366"/>
                  </a:lnTo>
                  <a:lnTo>
                    <a:pt x="620" y="375"/>
                  </a:lnTo>
                  <a:lnTo>
                    <a:pt x="575" y="361"/>
                  </a:lnTo>
                  <a:lnTo>
                    <a:pt x="440" y="408"/>
                  </a:lnTo>
                  <a:lnTo>
                    <a:pt x="413" y="432"/>
                  </a:lnTo>
                  <a:lnTo>
                    <a:pt x="397" y="419"/>
                  </a:lnTo>
                  <a:lnTo>
                    <a:pt x="405" y="393"/>
                  </a:lnTo>
                  <a:lnTo>
                    <a:pt x="405" y="380"/>
                  </a:lnTo>
                  <a:lnTo>
                    <a:pt x="375" y="389"/>
                  </a:lnTo>
                  <a:lnTo>
                    <a:pt x="375" y="372"/>
                  </a:lnTo>
                  <a:lnTo>
                    <a:pt x="428" y="356"/>
                  </a:lnTo>
                  <a:lnTo>
                    <a:pt x="462" y="321"/>
                  </a:lnTo>
                  <a:lnTo>
                    <a:pt x="399" y="316"/>
                  </a:lnTo>
                  <a:lnTo>
                    <a:pt x="405" y="286"/>
                  </a:lnTo>
                  <a:lnTo>
                    <a:pt x="410" y="290"/>
                  </a:lnTo>
                  <a:lnTo>
                    <a:pt x="446" y="245"/>
                  </a:lnTo>
                  <a:lnTo>
                    <a:pt x="521" y="199"/>
                  </a:lnTo>
                  <a:lnTo>
                    <a:pt x="551" y="144"/>
                  </a:lnTo>
                  <a:lnTo>
                    <a:pt x="600" y="112"/>
                  </a:lnTo>
                  <a:lnTo>
                    <a:pt x="611" y="16"/>
                  </a:lnTo>
                  <a:lnTo>
                    <a:pt x="565" y="0"/>
                  </a:lnTo>
                  <a:lnTo>
                    <a:pt x="514" y="19"/>
                  </a:lnTo>
                  <a:lnTo>
                    <a:pt x="462" y="29"/>
                  </a:lnTo>
                  <a:lnTo>
                    <a:pt x="419" y="29"/>
                  </a:lnTo>
                  <a:lnTo>
                    <a:pt x="358" y="44"/>
                  </a:lnTo>
                  <a:lnTo>
                    <a:pt x="354" y="39"/>
                  </a:lnTo>
                  <a:lnTo>
                    <a:pt x="282" y="22"/>
                  </a:lnTo>
                  <a:lnTo>
                    <a:pt x="242" y="33"/>
                  </a:lnTo>
                  <a:lnTo>
                    <a:pt x="203" y="98"/>
                  </a:lnTo>
                  <a:lnTo>
                    <a:pt x="201" y="156"/>
                  </a:lnTo>
                  <a:lnTo>
                    <a:pt x="158" y="159"/>
                  </a:lnTo>
                  <a:lnTo>
                    <a:pt x="160" y="213"/>
                  </a:lnTo>
                  <a:lnTo>
                    <a:pt x="140" y="223"/>
                  </a:lnTo>
                  <a:lnTo>
                    <a:pt x="147" y="242"/>
                  </a:lnTo>
                  <a:lnTo>
                    <a:pt x="176" y="272"/>
                  </a:lnTo>
                  <a:lnTo>
                    <a:pt x="74" y="327"/>
                  </a:lnTo>
                  <a:lnTo>
                    <a:pt x="77" y="405"/>
                  </a:lnTo>
                  <a:lnTo>
                    <a:pt x="102" y="421"/>
                  </a:lnTo>
                  <a:lnTo>
                    <a:pt x="95" y="427"/>
                  </a:lnTo>
                  <a:lnTo>
                    <a:pt x="70" y="424"/>
                  </a:lnTo>
                  <a:lnTo>
                    <a:pt x="59" y="429"/>
                  </a:lnTo>
                  <a:lnTo>
                    <a:pt x="62" y="487"/>
                  </a:lnTo>
                  <a:lnTo>
                    <a:pt x="86" y="489"/>
                  </a:lnTo>
                  <a:lnTo>
                    <a:pt x="129" y="481"/>
                  </a:lnTo>
                  <a:lnTo>
                    <a:pt x="125" y="498"/>
                  </a:lnTo>
                  <a:lnTo>
                    <a:pt x="105" y="509"/>
                  </a:lnTo>
                  <a:lnTo>
                    <a:pt x="127" y="516"/>
                  </a:lnTo>
                  <a:lnTo>
                    <a:pt x="106" y="548"/>
                  </a:lnTo>
                  <a:lnTo>
                    <a:pt x="102" y="563"/>
                  </a:lnTo>
                  <a:lnTo>
                    <a:pt x="106" y="587"/>
                  </a:lnTo>
                  <a:lnTo>
                    <a:pt x="97" y="591"/>
                  </a:lnTo>
                  <a:lnTo>
                    <a:pt x="84" y="608"/>
                  </a:lnTo>
                  <a:lnTo>
                    <a:pt x="84" y="624"/>
                  </a:lnTo>
                  <a:lnTo>
                    <a:pt x="70" y="637"/>
                  </a:lnTo>
                  <a:lnTo>
                    <a:pt x="62" y="662"/>
                  </a:lnTo>
                  <a:lnTo>
                    <a:pt x="59" y="716"/>
                  </a:lnTo>
                  <a:lnTo>
                    <a:pt x="20" y="726"/>
                  </a:lnTo>
                  <a:lnTo>
                    <a:pt x="0" y="739"/>
                  </a:lnTo>
                  <a:lnTo>
                    <a:pt x="2" y="751"/>
                  </a:lnTo>
                  <a:lnTo>
                    <a:pt x="38" y="754"/>
                  </a:lnTo>
                  <a:lnTo>
                    <a:pt x="43" y="788"/>
                  </a:lnTo>
                  <a:lnTo>
                    <a:pt x="88" y="827"/>
                  </a:lnTo>
                  <a:lnTo>
                    <a:pt x="127" y="802"/>
                  </a:lnTo>
                  <a:lnTo>
                    <a:pt x="160" y="767"/>
                  </a:lnTo>
                  <a:lnTo>
                    <a:pt x="168" y="763"/>
                  </a:lnTo>
                  <a:lnTo>
                    <a:pt x="172" y="771"/>
                  </a:lnTo>
                  <a:lnTo>
                    <a:pt x="172" y="791"/>
                  </a:lnTo>
                  <a:lnTo>
                    <a:pt x="125" y="906"/>
                  </a:lnTo>
                  <a:lnTo>
                    <a:pt x="115" y="949"/>
                  </a:lnTo>
                  <a:lnTo>
                    <a:pt x="115" y="964"/>
                  </a:lnTo>
                  <a:lnTo>
                    <a:pt x="106" y="984"/>
                  </a:lnTo>
                  <a:lnTo>
                    <a:pt x="99" y="1027"/>
                  </a:lnTo>
                  <a:lnTo>
                    <a:pt x="99" y="1058"/>
                  </a:lnTo>
                  <a:lnTo>
                    <a:pt x="119" y="1053"/>
                  </a:lnTo>
                  <a:lnTo>
                    <a:pt x="129" y="1068"/>
                  </a:lnTo>
                  <a:lnTo>
                    <a:pt x="127" y="1090"/>
                  </a:lnTo>
                  <a:lnTo>
                    <a:pt x="95" y="1147"/>
                  </a:lnTo>
                  <a:lnTo>
                    <a:pt x="72" y="1234"/>
                  </a:lnTo>
                  <a:lnTo>
                    <a:pt x="72" y="1246"/>
                  </a:lnTo>
                  <a:lnTo>
                    <a:pt x="97" y="1246"/>
                  </a:lnTo>
                  <a:lnTo>
                    <a:pt x="109" y="1230"/>
                  </a:lnTo>
                  <a:lnTo>
                    <a:pt x="119" y="1184"/>
                  </a:lnTo>
                  <a:lnTo>
                    <a:pt x="160" y="1086"/>
                  </a:lnTo>
                  <a:lnTo>
                    <a:pt x="158" y="1037"/>
                  </a:lnTo>
                  <a:lnTo>
                    <a:pt x="147" y="1008"/>
                  </a:lnTo>
                  <a:lnTo>
                    <a:pt x="144" y="994"/>
                  </a:lnTo>
                  <a:lnTo>
                    <a:pt x="203" y="924"/>
                  </a:lnTo>
                  <a:lnTo>
                    <a:pt x="201" y="949"/>
                  </a:lnTo>
                  <a:lnTo>
                    <a:pt x="174" y="1010"/>
                  </a:lnTo>
                  <a:lnTo>
                    <a:pt x="174" y="1051"/>
                  </a:lnTo>
                  <a:lnTo>
                    <a:pt x="182" y="1039"/>
                  </a:lnTo>
                  <a:lnTo>
                    <a:pt x="195" y="1037"/>
                  </a:lnTo>
                  <a:lnTo>
                    <a:pt x="199" y="1020"/>
                  </a:lnTo>
                  <a:lnTo>
                    <a:pt x="208" y="1014"/>
                  </a:lnTo>
                  <a:lnTo>
                    <a:pt x="232" y="1029"/>
                  </a:lnTo>
                  <a:lnTo>
                    <a:pt x="239" y="1025"/>
                  </a:lnTo>
                  <a:lnTo>
                    <a:pt x="239" y="975"/>
                  </a:lnTo>
                  <a:lnTo>
                    <a:pt x="273" y="994"/>
                  </a:lnTo>
                  <a:lnTo>
                    <a:pt x="295" y="1016"/>
                  </a:lnTo>
                  <a:lnTo>
                    <a:pt x="275" y="1020"/>
                  </a:lnTo>
                  <a:lnTo>
                    <a:pt x="266" y="1039"/>
                  </a:lnTo>
                  <a:lnTo>
                    <a:pt x="260" y="1058"/>
                  </a:lnTo>
                  <a:lnTo>
                    <a:pt x="254" y="1114"/>
                  </a:lnTo>
                  <a:lnTo>
                    <a:pt x="266" y="1133"/>
                  </a:lnTo>
                  <a:lnTo>
                    <a:pt x="289" y="1151"/>
                  </a:lnTo>
                  <a:lnTo>
                    <a:pt x="295" y="1188"/>
                  </a:lnTo>
                  <a:lnTo>
                    <a:pt x="275" y="1223"/>
                  </a:lnTo>
                  <a:lnTo>
                    <a:pt x="258" y="1272"/>
                  </a:lnTo>
                  <a:lnTo>
                    <a:pt x="232" y="1321"/>
                  </a:lnTo>
                  <a:lnTo>
                    <a:pt x="223" y="1354"/>
                  </a:lnTo>
                  <a:lnTo>
                    <a:pt x="225" y="1387"/>
                  </a:lnTo>
                  <a:lnTo>
                    <a:pt x="201" y="1367"/>
                  </a:lnTo>
                  <a:lnTo>
                    <a:pt x="195" y="1387"/>
                  </a:lnTo>
                  <a:lnTo>
                    <a:pt x="223" y="1473"/>
                  </a:lnTo>
                  <a:lnTo>
                    <a:pt x="239" y="1487"/>
                  </a:lnTo>
                  <a:lnTo>
                    <a:pt x="248" y="1482"/>
                  </a:lnTo>
                  <a:lnTo>
                    <a:pt x="244" y="1432"/>
                  </a:lnTo>
                  <a:lnTo>
                    <a:pt x="248" y="1419"/>
                  </a:lnTo>
                  <a:lnTo>
                    <a:pt x="262" y="1415"/>
                  </a:lnTo>
                  <a:lnTo>
                    <a:pt x="325" y="1462"/>
                  </a:lnTo>
                  <a:lnTo>
                    <a:pt x="344" y="1471"/>
                  </a:lnTo>
                  <a:lnTo>
                    <a:pt x="356" y="1448"/>
                  </a:lnTo>
                  <a:lnTo>
                    <a:pt x="356" y="1419"/>
                  </a:lnTo>
                  <a:lnTo>
                    <a:pt x="444" y="1428"/>
                  </a:lnTo>
                  <a:lnTo>
                    <a:pt x="505" y="1399"/>
                  </a:lnTo>
                  <a:lnTo>
                    <a:pt x="512" y="1387"/>
                  </a:lnTo>
                  <a:lnTo>
                    <a:pt x="538" y="1372"/>
                  </a:lnTo>
                  <a:lnTo>
                    <a:pt x="618" y="1381"/>
                  </a:lnTo>
                  <a:lnTo>
                    <a:pt x="606" y="1392"/>
                  </a:lnTo>
                  <a:lnTo>
                    <a:pt x="591" y="1392"/>
                  </a:lnTo>
                  <a:lnTo>
                    <a:pt x="559" y="1419"/>
                  </a:lnTo>
                  <a:lnTo>
                    <a:pt x="514" y="1515"/>
                  </a:lnTo>
                  <a:lnTo>
                    <a:pt x="508" y="1545"/>
                  </a:lnTo>
                  <a:lnTo>
                    <a:pt x="516" y="1572"/>
                  </a:lnTo>
                  <a:lnTo>
                    <a:pt x="543" y="1606"/>
                  </a:lnTo>
                  <a:lnTo>
                    <a:pt x="555" y="1636"/>
                  </a:lnTo>
                  <a:lnTo>
                    <a:pt x="559" y="1640"/>
                  </a:lnTo>
                  <a:lnTo>
                    <a:pt x="565" y="1628"/>
                  </a:lnTo>
                  <a:lnTo>
                    <a:pt x="591" y="1678"/>
                  </a:lnTo>
                  <a:lnTo>
                    <a:pt x="643" y="1660"/>
                  </a:lnTo>
                  <a:lnTo>
                    <a:pt x="674" y="1628"/>
                  </a:lnTo>
                  <a:lnTo>
                    <a:pt x="690" y="1636"/>
                  </a:lnTo>
                  <a:lnTo>
                    <a:pt x="674" y="1658"/>
                  </a:lnTo>
                  <a:lnTo>
                    <a:pt x="670" y="1722"/>
                  </a:lnTo>
                  <a:lnTo>
                    <a:pt x="650" y="1743"/>
                  </a:lnTo>
                  <a:lnTo>
                    <a:pt x="636" y="1786"/>
                  </a:lnTo>
                  <a:lnTo>
                    <a:pt x="672" y="1797"/>
                  </a:lnTo>
                  <a:lnTo>
                    <a:pt x="650" y="1827"/>
                  </a:lnTo>
                  <a:lnTo>
                    <a:pt x="631" y="1886"/>
                  </a:lnTo>
                  <a:lnTo>
                    <a:pt x="643" y="1903"/>
                  </a:lnTo>
                  <a:lnTo>
                    <a:pt x="661" y="1913"/>
                  </a:lnTo>
                  <a:lnTo>
                    <a:pt x="647" y="1921"/>
                  </a:lnTo>
                  <a:lnTo>
                    <a:pt x="628" y="1951"/>
                  </a:lnTo>
                  <a:lnTo>
                    <a:pt x="481" y="1947"/>
                  </a:lnTo>
                  <a:lnTo>
                    <a:pt x="431" y="1975"/>
                  </a:lnTo>
                  <a:lnTo>
                    <a:pt x="381" y="2018"/>
                  </a:lnTo>
                  <a:lnTo>
                    <a:pt x="295" y="2108"/>
                  </a:lnTo>
                  <a:lnTo>
                    <a:pt x="314" y="2120"/>
                  </a:lnTo>
                  <a:lnTo>
                    <a:pt x="367" y="2084"/>
                  </a:lnTo>
                  <a:lnTo>
                    <a:pt x="408" y="2074"/>
                  </a:lnTo>
                  <a:lnTo>
                    <a:pt x="415" y="2108"/>
                  </a:lnTo>
                  <a:lnTo>
                    <a:pt x="418" y="2183"/>
                  </a:lnTo>
                  <a:lnTo>
                    <a:pt x="422" y="2199"/>
                  </a:lnTo>
                  <a:lnTo>
                    <a:pt x="444" y="2214"/>
                  </a:lnTo>
                  <a:lnTo>
                    <a:pt x="405" y="2295"/>
                  </a:lnTo>
                  <a:lnTo>
                    <a:pt x="293" y="2372"/>
                  </a:lnTo>
                  <a:lnTo>
                    <a:pt x="178" y="2432"/>
                  </a:lnTo>
                  <a:lnTo>
                    <a:pt x="187" y="2444"/>
                  </a:lnTo>
                  <a:lnTo>
                    <a:pt x="195" y="2467"/>
                  </a:lnTo>
                  <a:lnTo>
                    <a:pt x="215" y="2505"/>
                  </a:lnTo>
                  <a:lnTo>
                    <a:pt x="223" y="2513"/>
                  </a:lnTo>
                  <a:lnTo>
                    <a:pt x="246" y="2518"/>
                  </a:lnTo>
                  <a:lnTo>
                    <a:pt x="273" y="2507"/>
                  </a:lnTo>
                  <a:lnTo>
                    <a:pt x="307" y="2475"/>
                  </a:lnTo>
                  <a:lnTo>
                    <a:pt x="341" y="2460"/>
                  </a:lnTo>
                  <a:lnTo>
                    <a:pt x="354" y="2467"/>
                  </a:lnTo>
                  <a:lnTo>
                    <a:pt x="363" y="2513"/>
                  </a:lnTo>
                  <a:lnTo>
                    <a:pt x="377" y="2527"/>
                  </a:lnTo>
                  <a:lnTo>
                    <a:pt x="422" y="2530"/>
                  </a:lnTo>
                  <a:lnTo>
                    <a:pt x="448" y="2505"/>
                  </a:lnTo>
                  <a:lnTo>
                    <a:pt x="460" y="2503"/>
                  </a:lnTo>
                  <a:lnTo>
                    <a:pt x="471" y="2510"/>
                  </a:lnTo>
                  <a:lnTo>
                    <a:pt x="528" y="2581"/>
                  </a:lnTo>
                  <a:lnTo>
                    <a:pt x="551" y="2589"/>
                  </a:lnTo>
                  <a:lnTo>
                    <a:pt x="581" y="2587"/>
                  </a:lnTo>
                  <a:lnTo>
                    <a:pt x="604" y="2572"/>
                  </a:lnTo>
                  <a:lnTo>
                    <a:pt x="622" y="2545"/>
                  </a:lnTo>
                  <a:lnTo>
                    <a:pt x="670" y="2518"/>
                  </a:lnTo>
                  <a:lnTo>
                    <a:pt x="727" y="2475"/>
                  </a:lnTo>
                  <a:lnTo>
                    <a:pt x="729" y="2500"/>
                  </a:lnTo>
                  <a:lnTo>
                    <a:pt x="711" y="2530"/>
                  </a:lnTo>
                  <a:lnTo>
                    <a:pt x="652" y="2601"/>
                  </a:lnTo>
                  <a:lnTo>
                    <a:pt x="643" y="2628"/>
                  </a:lnTo>
                  <a:lnTo>
                    <a:pt x="631" y="2643"/>
                  </a:lnTo>
                  <a:lnTo>
                    <a:pt x="581" y="2653"/>
                  </a:lnTo>
                  <a:lnTo>
                    <a:pt x="465" y="2653"/>
                  </a:lnTo>
                  <a:lnTo>
                    <a:pt x="410" y="2664"/>
                  </a:lnTo>
                  <a:lnTo>
                    <a:pt x="391" y="2703"/>
                  </a:lnTo>
                  <a:lnTo>
                    <a:pt x="354" y="2728"/>
                  </a:lnTo>
                  <a:lnTo>
                    <a:pt x="329" y="2779"/>
                  </a:lnTo>
                  <a:lnTo>
                    <a:pt x="176" y="2949"/>
                  </a:lnTo>
                  <a:lnTo>
                    <a:pt x="118" y="2988"/>
                  </a:lnTo>
                  <a:lnTo>
                    <a:pt x="106" y="3018"/>
                  </a:lnTo>
                  <a:lnTo>
                    <a:pt x="106" y="3034"/>
                  </a:lnTo>
                  <a:lnTo>
                    <a:pt x="118" y="3009"/>
                  </a:lnTo>
                  <a:lnTo>
                    <a:pt x="131" y="3000"/>
                  </a:lnTo>
                  <a:lnTo>
                    <a:pt x="172" y="3025"/>
                  </a:lnTo>
                  <a:lnTo>
                    <a:pt x="190" y="3020"/>
                  </a:lnTo>
                  <a:lnTo>
                    <a:pt x="201" y="3037"/>
                  </a:lnTo>
                  <a:lnTo>
                    <a:pt x="217" y="3020"/>
                  </a:lnTo>
                  <a:lnTo>
                    <a:pt x="228" y="2988"/>
                  </a:lnTo>
                  <a:lnTo>
                    <a:pt x="268" y="2966"/>
                  </a:lnTo>
                  <a:lnTo>
                    <a:pt x="291" y="2926"/>
                  </a:lnTo>
                  <a:lnTo>
                    <a:pt x="401" y="2923"/>
                  </a:lnTo>
                  <a:lnTo>
                    <a:pt x="474" y="2951"/>
                  </a:lnTo>
                  <a:lnTo>
                    <a:pt x="503" y="2953"/>
                  </a:lnTo>
                  <a:lnTo>
                    <a:pt x="528" y="2920"/>
                  </a:lnTo>
                  <a:lnTo>
                    <a:pt x="543" y="2836"/>
                  </a:lnTo>
                  <a:lnTo>
                    <a:pt x="555" y="2831"/>
                  </a:lnTo>
                  <a:lnTo>
                    <a:pt x="584" y="2833"/>
                  </a:lnTo>
                  <a:lnTo>
                    <a:pt x="622" y="2815"/>
                  </a:lnTo>
                  <a:lnTo>
                    <a:pt x="682" y="2798"/>
                  </a:lnTo>
                  <a:lnTo>
                    <a:pt x="742" y="286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6" name="Freeform 1087">
              <a:extLst>
                <a:ext uri="{FF2B5EF4-FFF2-40B4-BE49-F238E27FC236}">
                  <a16:creationId xmlns:a16="http://schemas.microsoft.com/office/drawing/2014/main" id="{33CD2948-8257-4263-7D76-780CA66F2FF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166930" y="1647333"/>
              <a:ext cx="313631" cy="470094"/>
            </a:xfrm>
            <a:custGeom>
              <a:avLst/>
              <a:gdLst/>
              <a:ahLst/>
              <a:cxnLst>
                <a:cxn ang="0">
                  <a:pos x="169" y="0"/>
                </a:cxn>
                <a:cxn ang="0">
                  <a:pos x="147" y="5"/>
                </a:cxn>
                <a:cxn ang="0">
                  <a:pos x="106" y="27"/>
                </a:cxn>
                <a:cxn ang="0">
                  <a:pos x="54" y="70"/>
                </a:cxn>
                <a:cxn ang="0">
                  <a:pos x="54" y="87"/>
                </a:cxn>
                <a:cxn ang="0">
                  <a:pos x="61" y="106"/>
                </a:cxn>
                <a:cxn ang="0">
                  <a:pos x="38" y="113"/>
                </a:cxn>
                <a:cxn ang="0">
                  <a:pos x="11" y="95"/>
                </a:cxn>
                <a:cxn ang="0">
                  <a:pos x="0" y="131"/>
                </a:cxn>
                <a:cxn ang="0">
                  <a:pos x="0" y="181"/>
                </a:cxn>
                <a:cxn ang="0">
                  <a:pos x="22" y="216"/>
                </a:cxn>
                <a:cxn ang="0">
                  <a:pos x="7" y="238"/>
                </a:cxn>
                <a:cxn ang="0">
                  <a:pos x="4" y="248"/>
                </a:cxn>
                <a:cxn ang="0">
                  <a:pos x="11" y="271"/>
                </a:cxn>
                <a:cxn ang="0">
                  <a:pos x="50" y="250"/>
                </a:cxn>
                <a:cxn ang="0">
                  <a:pos x="52" y="230"/>
                </a:cxn>
                <a:cxn ang="0">
                  <a:pos x="67" y="221"/>
                </a:cxn>
                <a:cxn ang="0">
                  <a:pos x="81" y="202"/>
                </a:cxn>
                <a:cxn ang="0">
                  <a:pos x="106" y="203"/>
                </a:cxn>
                <a:cxn ang="0">
                  <a:pos x="134" y="179"/>
                </a:cxn>
                <a:cxn ang="0">
                  <a:pos x="140" y="152"/>
                </a:cxn>
                <a:cxn ang="0">
                  <a:pos x="126" y="149"/>
                </a:cxn>
                <a:cxn ang="0">
                  <a:pos x="126" y="127"/>
                </a:cxn>
                <a:cxn ang="0">
                  <a:pos x="142" y="106"/>
                </a:cxn>
                <a:cxn ang="0">
                  <a:pos x="163" y="104"/>
                </a:cxn>
                <a:cxn ang="0">
                  <a:pos x="180" y="89"/>
                </a:cxn>
                <a:cxn ang="0">
                  <a:pos x="171" y="90"/>
                </a:cxn>
                <a:cxn ang="0">
                  <a:pos x="160" y="75"/>
                </a:cxn>
                <a:cxn ang="0">
                  <a:pos x="169" y="0"/>
                </a:cxn>
              </a:cxnLst>
              <a:rect l="0" t="0" r="r" b="b"/>
              <a:pathLst>
                <a:path w="180" h="271">
                  <a:moveTo>
                    <a:pt x="169" y="0"/>
                  </a:moveTo>
                  <a:lnTo>
                    <a:pt x="147" y="5"/>
                  </a:lnTo>
                  <a:lnTo>
                    <a:pt x="106" y="27"/>
                  </a:lnTo>
                  <a:lnTo>
                    <a:pt x="54" y="70"/>
                  </a:lnTo>
                  <a:lnTo>
                    <a:pt x="54" y="87"/>
                  </a:lnTo>
                  <a:lnTo>
                    <a:pt x="61" y="106"/>
                  </a:lnTo>
                  <a:lnTo>
                    <a:pt x="38" y="113"/>
                  </a:lnTo>
                  <a:lnTo>
                    <a:pt x="11" y="95"/>
                  </a:lnTo>
                  <a:lnTo>
                    <a:pt x="0" y="131"/>
                  </a:lnTo>
                  <a:lnTo>
                    <a:pt x="0" y="181"/>
                  </a:lnTo>
                  <a:lnTo>
                    <a:pt x="22" y="216"/>
                  </a:lnTo>
                  <a:lnTo>
                    <a:pt x="7" y="238"/>
                  </a:lnTo>
                  <a:lnTo>
                    <a:pt x="4" y="248"/>
                  </a:lnTo>
                  <a:lnTo>
                    <a:pt x="11" y="271"/>
                  </a:lnTo>
                  <a:lnTo>
                    <a:pt x="50" y="250"/>
                  </a:lnTo>
                  <a:lnTo>
                    <a:pt x="52" y="230"/>
                  </a:lnTo>
                  <a:lnTo>
                    <a:pt x="67" y="221"/>
                  </a:lnTo>
                  <a:lnTo>
                    <a:pt x="81" y="202"/>
                  </a:lnTo>
                  <a:lnTo>
                    <a:pt x="106" y="203"/>
                  </a:lnTo>
                  <a:lnTo>
                    <a:pt x="134" y="179"/>
                  </a:lnTo>
                  <a:lnTo>
                    <a:pt x="140" y="152"/>
                  </a:lnTo>
                  <a:lnTo>
                    <a:pt x="126" y="149"/>
                  </a:lnTo>
                  <a:lnTo>
                    <a:pt x="126" y="127"/>
                  </a:lnTo>
                  <a:lnTo>
                    <a:pt x="142" y="106"/>
                  </a:lnTo>
                  <a:lnTo>
                    <a:pt x="163" y="104"/>
                  </a:lnTo>
                  <a:lnTo>
                    <a:pt x="180" y="89"/>
                  </a:lnTo>
                  <a:lnTo>
                    <a:pt x="171" y="90"/>
                  </a:lnTo>
                  <a:lnTo>
                    <a:pt x="160" y="75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7" name="Freeform 1088">
              <a:extLst>
                <a:ext uri="{FF2B5EF4-FFF2-40B4-BE49-F238E27FC236}">
                  <a16:creationId xmlns:a16="http://schemas.microsoft.com/office/drawing/2014/main" id="{78C26300-4F59-72A5-6104-CD33E0917F9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010114" y="2180106"/>
              <a:ext cx="156816" cy="83572"/>
            </a:xfrm>
            <a:custGeom>
              <a:avLst/>
              <a:gdLst/>
              <a:ahLst/>
              <a:cxnLst>
                <a:cxn ang="0">
                  <a:pos x="78" y="15"/>
                </a:cxn>
                <a:cxn ang="0">
                  <a:pos x="89" y="7"/>
                </a:cxn>
                <a:cxn ang="0">
                  <a:pos x="66" y="0"/>
                </a:cxn>
                <a:cxn ang="0">
                  <a:pos x="3" y="9"/>
                </a:cxn>
                <a:cxn ang="0">
                  <a:pos x="0" y="23"/>
                </a:cxn>
                <a:cxn ang="0">
                  <a:pos x="33" y="48"/>
                </a:cxn>
                <a:cxn ang="0">
                  <a:pos x="70" y="49"/>
                </a:cxn>
                <a:cxn ang="0">
                  <a:pos x="78" y="15"/>
                </a:cxn>
              </a:cxnLst>
              <a:rect l="0" t="0" r="r" b="b"/>
              <a:pathLst>
                <a:path w="89" h="49">
                  <a:moveTo>
                    <a:pt x="78" y="15"/>
                  </a:moveTo>
                  <a:lnTo>
                    <a:pt x="89" y="7"/>
                  </a:lnTo>
                  <a:lnTo>
                    <a:pt x="66" y="0"/>
                  </a:lnTo>
                  <a:lnTo>
                    <a:pt x="3" y="9"/>
                  </a:lnTo>
                  <a:lnTo>
                    <a:pt x="0" y="23"/>
                  </a:lnTo>
                  <a:lnTo>
                    <a:pt x="33" y="48"/>
                  </a:lnTo>
                  <a:lnTo>
                    <a:pt x="70" y="49"/>
                  </a:lnTo>
                  <a:lnTo>
                    <a:pt x="78" y="1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8" name="Freeform 1089">
              <a:extLst>
                <a:ext uri="{FF2B5EF4-FFF2-40B4-BE49-F238E27FC236}">
                  <a16:creationId xmlns:a16="http://schemas.microsoft.com/office/drawing/2014/main" id="{5A2981C8-F50F-147E-6A29-F53416749D7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505090" y="1156345"/>
              <a:ext cx="219542" cy="156698"/>
            </a:xfrm>
            <a:custGeom>
              <a:avLst/>
              <a:gdLst/>
              <a:ahLst/>
              <a:cxnLst>
                <a:cxn ang="0">
                  <a:pos x="122" y="83"/>
                </a:cxn>
                <a:cxn ang="0">
                  <a:pos x="126" y="74"/>
                </a:cxn>
                <a:cxn ang="0">
                  <a:pos x="115" y="62"/>
                </a:cxn>
                <a:cxn ang="0">
                  <a:pos x="51" y="60"/>
                </a:cxn>
                <a:cxn ang="0">
                  <a:pos x="43" y="25"/>
                </a:cxn>
                <a:cxn ang="0">
                  <a:pos x="22" y="0"/>
                </a:cxn>
                <a:cxn ang="0">
                  <a:pos x="6" y="0"/>
                </a:cxn>
                <a:cxn ang="0">
                  <a:pos x="0" y="36"/>
                </a:cxn>
                <a:cxn ang="0">
                  <a:pos x="0" y="64"/>
                </a:cxn>
                <a:cxn ang="0">
                  <a:pos x="20" y="79"/>
                </a:cxn>
                <a:cxn ang="0">
                  <a:pos x="73" y="76"/>
                </a:cxn>
                <a:cxn ang="0">
                  <a:pos x="111" y="90"/>
                </a:cxn>
                <a:cxn ang="0">
                  <a:pos x="122" y="83"/>
                </a:cxn>
              </a:cxnLst>
              <a:rect l="0" t="0" r="r" b="b"/>
              <a:pathLst>
                <a:path w="126" h="90">
                  <a:moveTo>
                    <a:pt x="122" y="83"/>
                  </a:moveTo>
                  <a:lnTo>
                    <a:pt x="126" y="74"/>
                  </a:lnTo>
                  <a:lnTo>
                    <a:pt x="115" y="62"/>
                  </a:lnTo>
                  <a:lnTo>
                    <a:pt x="51" y="60"/>
                  </a:lnTo>
                  <a:lnTo>
                    <a:pt x="43" y="25"/>
                  </a:lnTo>
                  <a:lnTo>
                    <a:pt x="22" y="0"/>
                  </a:lnTo>
                  <a:lnTo>
                    <a:pt x="6" y="0"/>
                  </a:lnTo>
                  <a:lnTo>
                    <a:pt x="0" y="36"/>
                  </a:lnTo>
                  <a:lnTo>
                    <a:pt x="0" y="64"/>
                  </a:lnTo>
                  <a:lnTo>
                    <a:pt x="20" y="79"/>
                  </a:lnTo>
                  <a:lnTo>
                    <a:pt x="73" y="76"/>
                  </a:lnTo>
                  <a:lnTo>
                    <a:pt x="111" y="90"/>
                  </a:lnTo>
                  <a:lnTo>
                    <a:pt x="122" y="8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1" name="Freeform 1090">
              <a:extLst>
                <a:ext uri="{FF2B5EF4-FFF2-40B4-BE49-F238E27FC236}">
                  <a16:creationId xmlns:a16="http://schemas.microsoft.com/office/drawing/2014/main" id="{C1AF32F1-EDE7-641C-231A-6003B076845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473727" y="1323490"/>
              <a:ext cx="73181" cy="73126"/>
            </a:xfrm>
            <a:custGeom>
              <a:avLst/>
              <a:gdLst/>
              <a:ahLst/>
              <a:cxnLst>
                <a:cxn ang="0">
                  <a:pos x="41" y="35"/>
                </a:cxn>
                <a:cxn ang="0">
                  <a:pos x="43" y="22"/>
                </a:cxn>
                <a:cxn ang="0">
                  <a:pos x="31" y="10"/>
                </a:cxn>
                <a:cxn ang="0">
                  <a:pos x="16" y="0"/>
                </a:cxn>
                <a:cxn ang="0">
                  <a:pos x="2" y="5"/>
                </a:cxn>
                <a:cxn ang="0">
                  <a:pos x="0" y="27"/>
                </a:cxn>
                <a:cxn ang="0">
                  <a:pos x="14" y="44"/>
                </a:cxn>
                <a:cxn ang="0">
                  <a:pos x="41" y="35"/>
                </a:cxn>
              </a:cxnLst>
              <a:rect l="0" t="0" r="r" b="b"/>
              <a:pathLst>
                <a:path w="43" h="44">
                  <a:moveTo>
                    <a:pt x="41" y="35"/>
                  </a:moveTo>
                  <a:lnTo>
                    <a:pt x="43" y="22"/>
                  </a:lnTo>
                  <a:lnTo>
                    <a:pt x="31" y="10"/>
                  </a:lnTo>
                  <a:lnTo>
                    <a:pt x="16" y="0"/>
                  </a:lnTo>
                  <a:lnTo>
                    <a:pt x="2" y="5"/>
                  </a:lnTo>
                  <a:lnTo>
                    <a:pt x="0" y="27"/>
                  </a:lnTo>
                  <a:lnTo>
                    <a:pt x="14" y="44"/>
                  </a:lnTo>
                  <a:lnTo>
                    <a:pt x="41" y="3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2" name="Freeform 1091">
              <a:extLst>
                <a:ext uri="{FF2B5EF4-FFF2-40B4-BE49-F238E27FC236}">
                  <a16:creationId xmlns:a16="http://schemas.microsoft.com/office/drawing/2014/main" id="{5434E3AE-9591-AD71-A996-B6DB64EA696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163716" y="6400508"/>
              <a:ext cx="135907" cy="83572"/>
            </a:xfrm>
            <a:custGeom>
              <a:avLst/>
              <a:gdLst/>
              <a:ahLst/>
              <a:cxnLst>
                <a:cxn ang="0">
                  <a:pos x="52" y="9"/>
                </a:cxn>
                <a:cxn ang="0">
                  <a:pos x="46" y="0"/>
                </a:cxn>
                <a:cxn ang="0">
                  <a:pos x="21" y="9"/>
                </a:cxn>
                <a:cxn ang="0">
                  <a:pos x="7" y="18"/>
                </a:cxn>
                <a:cxn ang="0">
                  <a:pos x="0" y="29"/>
                </a:cxn>
                <a:cxn ang="0">
                  <a:pos x="7" y="38"/>
                </a:cxn>
                <a:cxn ang="0">
                  <a:pos x="37" y="47"/>
                </a:cxn>
                <a:cxn ang="0">
                  <a:pos x="60" y="43"/>
                </a:cxn>
                <a:cxn ang="0">
                  <a:pos x="76" y="22"/>
                </a:cxn>
                <a:cxn ang="0">
                  <a:pos x="74" y="15"/>
                </a:cxn>
                <a:cxn ang="0">
                  <a:pos x="52" y="9"/>
                </a:cxn>
              </a:cxnLst>
              <a:rect l="0" t="0" r="r" b="b"/>
              <a:pathLst>
                <a:path w="76" h="47">
                  <a:moveTo>
                    <a:pt x="52" y="9"/>
                  </a:moveTo>
                  <a:lnTo>
                    <a:pt x="46" y="0"/>
                  </a:lnTo>
                  <a:lnTo>
                    <a:pt x="21" y="9"/>
                  </a:lnTo>
                  <a:lnTo>
                    <a:pt x="7" y="18"/>
                  </a:lnTo>
                  <a:lnTo>
                    <a:pt x="0" y="29"/>
                  </a:lnTo>
                  <a:lnTo>
                    <a:pt x="7" y="38"/>
                  </a:lnTo>
                  <a:lnTo>
                    <a:pt x="37" y="47"/>
                  </a:lnTo>
                  <a:lnTo>
                    <a:pt x="60" y="43"/>
                  </a:lnTo>
                  <a:lnTo>
                    <a:pt x="76" y="22"/>
                  </a:lnTo>
                  <a:lnTo>
                    <a:pt x="74" y="15"/>
                  </a:lnTo>
                  <a:lnTo>
                    <a:pt x="52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3" name="Freeform 1092">
              <a:extLst>
                <a:ext uri="{FF2B5EF4-FFF2-40B4-BE49-F238E27FC236}">
                  <a16:creationId xmlns:a16="http://schemas.microsoft.com/office/drawing/2014/main" id="{8EDAA748-A572-4A40-29B1-B62307D99A5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982371" y="4269414"/>
              <a:ext cx="156816" cy="198484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34" y="49"/>
                </a:cxn>
                <a:cxn ang="0">
                  <a:pos x="0" y="114"/>
                </a:cxn>
                <a:cxn ang="0">
                  <a:pos x="32" y="108"/>
                </a:cxn>
                <a:cxn ang="0">
                  <a:pos x="73" y="85"/>
                </a:cxn>
                <a:cxn ang="0">
                  <a:pos x="90" y="53"/>
                </a:cxn>
                <a:cxn ang="0">
                  <a:pos x="92" y="32"/>
                </a:cxn>
                <a:cxn ang="0">
                  <a:pos x="92" y="8"/>
                </a:cxn>
                <a:cxn ang="0">
                  <a:pos x="77" y="0"/>
                </a:cxn>
              </a:cxnLst>
              <a:rect l="0" t="0" r="r" b="b"/>
              <a:pathLst>
                <a:path w="92" h="114">
                  <a:moveTo>
                    <a:pt x="77" y="0"/>
                  </a:moveTo>
                  <a:lnTo>
                    <a:pt x="34" y="49"/>
                  </a:lnTo>
                  <a:lnTo>
                    <a:pt x="0" y="114"/>
                  </a:lnTo>
                  <a:lnTo>
                    <a:pt x="32" y="108"/>
                  </a:lnTo>
                  <a:lnTo>
                    <a:pt x="73" y="85"/>
                  </a:lnTo>
                  <a:lnTo>
                    <a:pt x="90" y="53"/>
                  </a:lnTo>
                  <a:lnTo>
                    <a:pt x="92" y="32"/>
                  </a:lnTo>
                  <a:lnTo>
                    <a:pt x="92" y="8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4" name="Freeform 1093">
              <a:extLst>
                <a:ext uri="{FF2B5EF4-FFF2-40B4-BE49-F238E27FC236}">
                  <a16:creationId xmlns:a16="http://schemas.microsoft.com/office/drawing/2014/main" id="{FEC38858-4285-992B-E459-D9941159126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783738" y="3465031"/>
              <a:ext cx="73181" cy="167145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2" y="0"/>
                </a:cxn>
                <a:cxn ang="0">
                  <a:pos x="0" y="28"/>
                </a:cxn>
                <a:cxn ang="0">
                  <a:pos x="2" y="68"/>
                </a:cxn>
                <a:cxn ang="0">
                  <a:pos x="18" y="95"/>
                </a:cxn>
                <a:cxn ang="0">
                  <a:pos x="38" y="88"/>
                </a:cxn>
                <a:cxn ang="0">
                  <a:pos x="47" y="37"/>
                </a:cxn>
                <a:cxn ang="0">
                  <a:pos x="43" y="0"/>
                </a:cxn>
                <a:cxn ang="0">
                  <a:pos x="4" y="3"/>
                </a:cxn>
              </a:cxnLst>
              <a:rect l="0" t="0" r="r" b="b"/>
              <a:pathLst>
                <a:path w="47" h="95">
                  <a:moveTo>
                    <a:pt x="4" y="3"/>
                  </a:moveTo>
                  <a:lnTo>
                    <a:pt x="2" y="0"/>
                  </a:lnTo>
                  <a:lnTo>
                    <a:pt x="0" y="28"/>
                  </a:lnTo>
                  <a:lnTo>
                    <a:pt x="2" y="68"/>
                  </a:lnTo>
                  <a:lnTo>
                    <a:pt x="18" y="95"/>
                  </a:lnTo>
                  <a:lnTo>
                    <a:pt x="38" y="88"/>
                  </a:lnTo>
                  <a:lnTo>
                    <a:pt x="47" y="37"/>
                  </a:lnTo>
                  <a:lnTo>
                    <a:pt x="43" y="0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5" name="Freeform 1094">
              <a:extLst>
                <a:ext uri="{FF2B5EF4-FFF2-40B4-BE49-F238E27FC236}">
                  <a16:creationId xmlns:a16="http://schemas.microsoft.com/office/drawing/2014/main" id="{D85B16D8-3D86-50B2-3C20-36D97E1100F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365563" y="3329226"/>
              <a:ext cx="146361" cy="177591"/>
            </a:xfrm>
            <a:custGeom>
              <a:avLst/>
              <a:gdLst/>
              <a:ahLst/>
              <a:cxnLst>
                <a:cxn ang="0">
                  <a:pos x="64" y="4"/>
                </a:cxn>
                <a:cxn ang="0">
                  <a:pos x="62" y="0"/>
                </a:cxn>
                <a:cxn ang="0">
                  <a:pos x="47" y="12"/>
                </a:cxn>
                <a:cxn ang="0">
                  <a:pos x="15" y="24"/>
                </a:cxn>
                <a:cxn ang="0">
                  <a:pos x="0" y="66"/>
                </a:cxn>
                <a:cxn ang="0">
                  <a:pos x="2" y="75"/>
                </a:cxn>
                <a:cxn ang="0">
                  <a:pos x="26" y="45"/>
                </a:cxn>
                <a:cxn ang="0">
                  <a:pos x="47" y="98"/>
                </a:cxn>
                <a:cxn ang="0">
                  <a:pos x="80" y="80"/>
                </a:cxn>
                <a:cxn ang="0">
                  <a:pos x="82" y="49"/>
                </a:cxn>
                <a:cxn ang="0">
                  <a:pos x="64" y="4"/>
                </a:cxn>
              </a:cxnLst>
              <a:rect l="0" t="0" r="r" b="b"/>
              <a:pathLst>
                <a:path w="82" h="98">
                  <a:moveTo>
                    <a:pt x="64" y="4"/>
                  </a:moveTo>
                  <a:lnTo>
                    <a:pt x="62" y="0"/>
                  </a:lnTo>
                  <a:lnTo>
                    <a:pt x="47" y="12"/>
                  </a:lnTo>
                  <a:lnTo>
                    <a:pt x="15" y="24"/>
                  </a:lnTo>
                  <a:lnTo>
                    <a:pt x="0" y="66"/>
                  </a:lnTo>
                  <a:lnTo>
                    <a:pt x="2" y="75"/>
                  </a:lnTo>
                  <a:lnTo>
                    <a:pt x="26" y="45"/>
                  </a:lnTo>
                  <a:lnTo>
                    <a:pt x="47" y="98"/>
                  </a:lnTo>
                  <a:lnTo>
                    <a:pt x="80" y="80"/>
                  </a:lnTo>
                  <a:lnTo>
                    <a:pt x="82" y="49"/>
                  </a:lnTo>
                  <a:lnTo>
                    <a:pt x="64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6" name="Freeform 1095">
              <a:extLst>
                <a:ext uri="{FF2B5EF4-FFF2-40B4-BE49-F238E27FC236}">
                  <a16:creationId xmlns:a16="http://schemas.microsoft.com/office/drawing/2014/main" id="{FBE328BC-1534-29BE-2114-251EAD89F7A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532833" y="3203867"/>
              <a:ext cx="104544" cy="188038"/>
            </a:xfrm>
            <a:custGeom>
              <a:avLst/>
              <a:gdLst/>
              <a:ahLst/>
              <a:cxnLst>
                <a:cxn ang="0">
                  <a:pos x="61" y="0"/>
                </a:cxn>
                <a:cxn ang="0">
                  <a:pos x="33" y="22"/>
                </a:cxn>
                <a:cxn ang="0">
                  <a:pos x="22" y="40"/>
                </a:cxn>
                <a:cxn ang="0">
                  <a:pos x="20" y="60"/>
                </a:cxn>
                <a:cxn ang="0">
                  <a:pos x="2" y="83"/>
                </a:cxn>
                <a:cxn ang="0">
                  <a:pos x="0" y="105"/>
                </a:cxn>
                <a:cxn ang="0">
                  <a:pos x="20" y="98"/>
                </a:cxn>
                <a:cxn ang="0">
                  <a:pos x="29" y="72"/>
                </a:cxn>
                <a:cxn ang="0">
                  <a:pos x="52" y="33"/>
                </a:cxn>
                <a:cxn ang="0">
                  <a:pos x="61" y="0"/>
                </a:cxn>
              </a:cxnLst>
              <a:rect l="0" t="0" r="r" b="b"/>
              <a:pathLst>
                <a:path w="61" h="105">
                  <a:moveTo>
                    <a:pt x="61" y="0"/>
                  </a:moveTo>
                  <a:lnTo>
                    <a:pt x="33" y="22"/>
                  </a:lnTo>
                  <a:lnTo>
                    <a:pt x="22" y="40"/>
                  </a:lnTo>
                  <a:lnTo>
                    <a:pt x="20" y="60"/>
                  </a:lnTo>
                  <a:lnTo>
                    <a:pt x="2" y="83"/>
                  </a:lnTo>
                  <a:lnTo>
                    <a:pt x="0" y="105"/>
                  </a:lnTo>
                  <a:lnTo>
                    <a:pt x="20" y="98"/>
                  </a:lnTo>
                  <a:lnTo>
                    <a:pt x="29" y="72"/>
                  </a:lnTo>
                  <a:lnTo>
                    <a:pt x="52" y="33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7" name="Freeform 1096">
              <a:extLst>
                <a:ext uri="{FF2B5EF4-FFF2-40B4-BE49-F238E27FC236}">
                  <a16:creationId xmlns:a16="http://schemas.microsoft.com/office/drawing/2014/main" id="{130EFE62-07B4-C3E1-28E2-A3EFCD11EC2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407381" y="2869578"/>
              <a:ext cx="229996" cy="229824"/>
            </a:xfrm>
            <a:custGeom>
              <a:avLst/>
              <a:gdLst/>
              <a:ahLst/>
              <a:cxnLst>
                <a:cxn ang="0">
                  <a:pos x="6" y="115"/>
                </a:cxn>
                <a:cxn ang="0">
                  <a:pos x="0" y="105"/>
                </a:cxn>
                <a:cxn ang="0">
                  <a:pos x="2" y="119"/>
                </a:cxn>
                <a:cxn ang="0">
                  <a:pos x="23" y="130"/>
                </a:cxn>
                <a:cxn ang="0">
                  <a:pos x="61" y="130"/>
                </a:cxn>
                <a:cxn ang="0">
                  <a:pos x="95" y="103"/>
                </a:cxn>
                <a:cxn ang="0">
                  <a:pos x="129" y="96"/>
                </a:cxn>
                <a:cxn ang="0">
                  <a:pos x="124" y="73"/>
                </a:cxn>
                <a:cxn ang="0">
                  <a:pos x="62" y="15"/>
                </a:cxn>
                <a:cxn ang="0">
                  <a:pos x="58" y="0"/>
                </a:cxn>
                <a:cxn ang="0">
                  <a:pos x="34" y="5"/>
                </a:cxn>
                <a:cxn ang="0">
                  <a:pos x="21" y="20"/>
                </a:cxn>
                <a:cxn ang="0">
                  <a:pos x="23" y="40"/>
                </a:cxn>
                <a:cxn ang="0">
                  <a:pos x="54" y="58"/>
                </a:cxn>
                <a:cxn ang="0">
                  <a:pos x="49" y="88"/>
                </a:cxn>
                <a:cxn ang="0">
                  <a:pos x="56" y="92"/>
                </a:cxn>
                <a:cxn ang="0">
                  <a:pos x="49" y="105"/>
                </a:cxn>
                <a:cxn ang="0">
                  <a:pos x="32" y="115"/>
                </a:cxn>
                <a:cxn ang="0">
                  <a:pos x="6" y="115"/>
                </a:cxn>
              </a:cxnLst>
              <a:rect l="0" t="0" r="r" b="b"/>
              <a:pathLst>
                <a:path w="129" h="130">
                  <a:moveTo>
                    <a:pt x="6" y="115"/>
                  </a:moveTo>
                  <a:lnTo>
                    <a:pt x="0" y="105"/>
                  </a:lnTo>
                  <a:lnTo>
                    <a:pt x="2" y="119"/>
                  </a:lnTo>
                  <a:lnTo>
                    <a:pt x="23" y="130"/>
                  </a:lnTo>
                  <a:lnTo>
                    <a:pt x="61" y="130"/>
                  </a:lnTo>
                  <a:lnTo>
                    <a:pt x="95" y="103"/>
                  </a:lnTo>
                  <a:lnTo>
                    <a:pt x="129" y="96"/>
                  </a:lnTo>
                  <a:lnTo>
                    <a:pt x="124" y="73"/>
                  </a:lnTo>
                  <a:lnTo>
                    <a:pt x="62" y="15"/>
                  </a:lnTo>
                  <a:lnTo>
                    <a:pt x="58" y="0"/>
                  </a:lnTo>
                  <a:lnTo>
                    <a:pt x="34" y="5"/>
                  </a:lnTo>
                  <a:lnTo>
                    <a:pt x="21" y="20"/>
                  </a:lnTo>
                  <a:lnTo>
                    <a:pt x="23" y="40"/>
                  </a:lnTo>
                  <a:lnTo>
                    <a:pt x="54" y="58"/>
                  </a:lnTo>
                  <a:lnTo>
                    <a:pt x="49" y="88"/>
                  </a:lnTo>
                  <a:lnTo>
                    <a:pt x="56" y="92"/>
                  </a:lnTo>
                  <a:lnTo>
                    <a:pt x="49" y="105"/>
                  </a:lnTo>
                  <a:lnTo>
                    <a:pt x="32" y="115"/>
                  </a:lnTo>
                  <a:lnTo>
                    <a:pt x="6" y="11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8" name="Freeform 1097">
              <a:extLst>
                <a:ext uri="{FF2B5EF4-FFF2-40B4-BE49-F238E27FC236}">
                  <a16:creationId xmlns:a16="http://schemas.microsoft.com/office/drawing/2014/main" id="{C57428F6-01F4-71F1-12DB-E2ED58A3585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292382" y="2159213"/>
              <a:ext cx="344994" cy="417862"/>
            </a:xfrm>
            <a:custGeom>
              <a:avLst/>
              <a:gdLst/>
              <a:ahLst/>
              <a:cxnLst>
                <a:cxn ang="0">
                  <a:pos x="78" y="4"/>
                </a:cxn>
                <a:cxn ang="0">
                  <a:pos x="72" y="0"/>
                </a:cxn>
                <a:cxn ang="0">
                  <a:pos x="60" y="80"/>
                </a:cxn>
                <a:cxn ang="0">
                  <a:pos x="31" y="51"/>
                </a:cxn>
                <a:cxn ang="0">
                  <a:pos x="9" y="80"/>
                </a:cxn>
                <a:cxn ang="0">
                  <a:pos x="0" y="115"/>
                </a:cxn>
                <a:cxn ang="0">
                  <a:pos x="15" y="125"/>
                </a:cxn>
                <a:cxn ang="0">
                  <a:pos x="42" y="125"/>
                </a:cxn>
                <a:cxn ang="0">
                  <a:pos x="58" y="169"/>
                </a:cxn>
                <a:cxn ang="0">
                  <a:pos x="78" y="189"/>
                </a:cxn>
                <a:cxn ang="0">
                  <a:pos x="78" y="210"/>
                </a:cxn>
                <a:cxn ang="0">
                  <a:pos x="153" y="201"/>
                </a:cxn>
                <a:cxn ang="0">
                  <a:pos x="155" y="240"/>
                </a:cxn>
                <a:cxn ang="0">
                  <a:pos x="177" y="230"/>
                </a:cxn>
                <a:cxn ang="0">
                  <a:pos x="201" y="176"/>
                </a:cxn>
                <a:cxn ang="0">
                  <a:pos x="150" y="169"/>
                </a:cxn>
                <a:cxn ang="0">
                  <a:pos x="138" y="156"/>
                </a:cxn>
                <a:cxn ang="0">
                  <a:pos x="138" y="118"/>
                </a:cxn>
                <a:cxn ang="0">
                  <a:pos x="110" y="82"/>
                </a:cxn>
                <a:cxn ang="0">
                  <a:pos x="110" y="58"/>
                </a:cxn>
                <a:cxn ang="0">
                  <a:pos x="104" y="33"/>
                </a:cxn>
                <a:cxn ang="0">
                  <a:pos x="78" y="4"/>
                </a:cxn>
              </a:cxnLst>
              <a:rect l="0" t="0" r="r" b="b"/>
              <a:pathLst>
                <a:path w="201" h="240">
                  <a:moveTo>
                    <a:pt x="78" y="4"/>
                  </a:moveTo>
                  <a:lnTo>
                    <a:pt x="72" y="0"/>
                  </a:lnTo>
                  <a:lnTo>
                    <a:pt x="60" y="80"/>
                  </a:lnTo>
                  <a:lnTo>
                    <a:pt x="31" y="51"/>
                  </a:lnTo>
                  <a:lnTo>
                    <a:pt x="9" y="80"/>
                  </a:lnTo>
                  <a:lnTo>
                    <a:pt x="0" y="115"/>
                  </a:lnTo>
                  <a:lnTo>
                    <a:pt x="15" y="125"/>
                  </a:lnTo>
                  <a:lnTo>
                    <a:pt x="42" y="125"/>
                  </a:lnTo>
                  <a:lnTo>
                    <a:pt x="58" y="169"/>
                  </a:lnTo>
                  <a:lnTo>
                    <a:pt x="78" y="189"/>
                  </a:lnTo>
                  <a:lnTo>
                    <a:pt x="78" y="210"/>
                  </a:lnTo>
                  <a:lnTo>
                    <a:pt x="153" y="201"/>
                  </a:lnTo>
                  <a:lnTo>
                    <a:pt x="155" y="240"/>
                  </a:lnTo>
                  <a:lnTo>
                    <a:pt x="177" y="230"/>
                  </a:lnTo>
                  <a:lnTo>
                    <a:pt x="201" y="176"/>
                  </a:lnTo>
                  <a:lnTo>
                    <a:pt x="150" y="169"/>
                  </a:lnTo>
                  <a:lnTo>
                    <a:pt x="138" y="156"/>
                  </a:lnTo>
                  <a:lnTo>
                    <a:pt x="138" y="118"/>
                  </a:lnTo>
                  <a:lnTo>
                    <a:pt x="110" y="82"/>
                  </a:lnTo>
                  <a:lnTo>
                    <a:pt x="110" y="58"/>
                  </a:lnTo>
                  <a:lnTo>
                    <a:pt x="104" y="33"/>
                  </a:lnTo>
                  <a:lnTo>
                    <a:pt x="78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19" name="Freeform 1098">
              <a:extLst>
                <a:ext uri="{FF2B5EF4-FFF2-40B4-BE49-F238E27FC236}">
                  <a16:creationId xmlns:a16="http://schemas.microsoft.com/office/drawing/2014/main" id="{AD869D23-D8AE-0304-FBFA-4F194D00B02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849581" y="3684408"/>
              <a:ext cx="909531" cy="814830"/>
            </a:xfrm>
            <a:custGeom>
              <a:avLst/>
              <a:gdLst/>
              <a:ahLst/>
              <a:cxnLst>
                <a:cxn ang="0">
                  <a:pos x="108" y="132"/>
                </a:cxn>
                <a:cxn ang="0">
                  <a:pos x="102" y="179"/>
                </a:cxn>
                <a:cxn ang="0">
                  <a:pos x="81" y="216"/>
                </a:cxn>
                <a:cxn ang="0">
                  <a:pos x="43" y="220"/>
                </a:cxn>
                <a:cxn ang="0">
                  <a:pos x="43" y="267"/>
                </a:cxn>
                <a:cxn ang="0">
                  <a:pos x="0" y="299"/>
                </a:cxn>
                <a:cxn ang="0">
                  <a:pos x="61" y="339"/>
                </a:cxn>
                <a:cxn ang="0">
                  <a:pos x="88" y="405"/>
                </a:cxn>
                <a:cxn ang="0">
                  <a:pos x="131" y="427"/>
                </a:cxn>
                <a:cxn ang="0">
                  <a:pos x="176" y="384"/>
                </a:cxn>
                <a:cxn ang="0">
                  <a:pos x="198" y="341"/>
                </a:cxn>
                <a:cxn ang="0">
                  <a:pos x="311" y="314"/>
                </a:cxn>
                <a:cxn ang="0">
                  <a:pos x="362" y="367"/>
                </a:cxn>
                <a:cxn ang="0">
                  <a:pos x="370" y="394"/>
                </a:cxn>
                <a:cxn ang="0">
                  <a:pos x="370" y="450"/>
                </a:cxn>
                <a:cxn ang="0">
                  <a:pos x="379" y="468"/>
                </a:cxn>
                <a:cxn ang="0">
                  <a:pos x="387" y="468"/>
                </a:cxn>
                <a:cxn ang="0">
                  <a:pos x="437" y="436"/>
                </a:cxn>
                <a:cxn ang="0">
                  <a:pos x="446" y="398"/>
                </a:cxn>
                <a:cxn ang="0">
                  <a:pos x="494" y="386"/>
                </a:cxn>
                <a:cxn ang="0">
                  <a:pos x="514" y="361"/>
                </a:cxn>
                <a:cxn ang="0">
                  <a:pos x="494" y="317"/>
                </a:cxn>
                <a:cxn ang="0">
                  <a:pos x="487" y="290"/>
                </a:cxn>
                <a:cxn ang="0">
                  <a:pos x="517" y="335"/>
                </a:cxn>
                <a:cxn ang="0">
                  <a:pos x="524" y="292"/>
                </a:cxn>
                <a:cxn ang="0">
                  <a:pos x="505" y="251"/>
                </a:cxn>
                <a:cxn ang="0">
                  <a:pos x="487" y="240"/>
                </a:cxn>
                <a:cxn ang="0">
                  <a:pos x="435" y="249"/>
                </a:cxn>
                <a:cxn ang="0">
                  <a:pos x="456" y="210"/>
                </a:cxn>
                <a:cxn ang="0">
                  <a:pos x="452" y="143"/>
                </a:cxn>
                <a:cxn ang="0">
                  <a:pos x="417" y="98"/>
                </a:cxn>
                <a:cxn ang="0">
                  <a:pos x="395" y="57"/>
                </a:cxn>
                <a:cxn ang="0">
                  <a:pos x="331" y="34"/>
                </a:cxn>
                <a:cxn ang="0">
                  <a:pos x="241" y="64"/>
                </a:cxn>
                <a:cxn ang="0">
                  <a:pos x="216" y="87"/>
                </a:cxn>
                <a:cxn ang="0">
                  <a:pos x="190" y="98"/>
                </a:cxn>
                <a:cxn ang="0">
                  <a:pos x="182" y="85"/>
                </a:cxn>
                <a:cxn ang="0">
                  <a:pos x="221" y="36"/>
                </a:cxn>
                <a:cxn ang="0">
                  <a:pos x="212" y="23"/>
                </a:cxn>
                <a:cxn ang="0">
                  <a:pos x="182" y="4"/>
                </a:cxn>
                <a:cxn ang="0">
                  <a:pos x="149" y="0"/>
                </a:cxn>
                <a:cxn ang="0">
                  <a:pos x="144" y="17"/>
                </a:cxn>
                <a:cxn ang="0">
                  <a:pos x="133" y="25"/>
                </a:cxn>
                <a:cxn ang="0">
                  <a:pos x="126" y="48"/>
                </a:cxn>
                <a:cxn ang="0">
                  <a:pos x="131" y="71"/>
                </a:cxn>
                <a:cxn ang="0">
                  <a:pos x="131" y="100"/>
                </a:cxn>
                <a:cxn ang="0">
                  <a:pos x="124" y="123"/>
                </a:cxn>
                <a:cxn ang="0">
                  <a:pos x="108" y="132"/>
                </a:cxn>
              </a:cxnLst>
              <a:rect l="0" t="0" r="r" b="b"/>
              <a:pathLst>
                <a:path w="524" h="468">
                  <a:moveTo>
                    <a:pt x="108" y="132"/>
                  </a:moveTo>
                  <a:lnTo>
                    <a:pt x="102" y="179"/>
                  </a:lnTo>
                  <a:lnTo>
                    <a:pt x="81" y="216"/>
                  </a:lnTo>
                  <a:lnTo>
                    <a:pt x="43" y="220"/>
                  </a:lnTo>
                  <a:lnTo>
                    <a:pt x="43" y="267"/>
                  </a:lnTo>
                  <a:lnTo>
                    <a:pt x="0" y="299"/>
                  </a:lnTo>
                  <a:lnTo>
                    <a:pt x="61" y="339"/>
                  </a:lnTo>
                  <a:lnTo>
                    <a:pt x="88" y="405"/>
                  </a:lnTo>
                  <a:lnTo>
                    <a:pt x="131" y="427"/>
                  </a:lnTo>
                  <a:lnTo>
                    <a:pt x="176" y="384"/>
                  </a:lnTo>
                  <a:lnTo>
                    <a:pt x="198" y="341"/>
                  </a:lnTo>
                  <a:lnTo>
                    <a:pt x="311" y="314"/>
                  </a:lnTo>
                  <a:lnTo>
                    <a:pt x="362" y="367"/>
                  </a:lnTo>
                  <a:lnTo>
                    <a:pt x="370" y="394"/>
                  </a:lnTo>
                  <a:lnTo>
                    <a:pt x="370" y="450"/>
                  </a:lnTo>
                  <a:lnTo>
                    <a:pt x="379" y="468"/>
                  </a:lnTo>
                  <a:lnTo>
                    <a:pt x="387" y="468"/>
                  </a:lnTo>
                  <a:lnTo>
                    <a:pt x="437" y="436"/>
                  </a:lnTo>
                  <a:lnTo>
                    <a:pt x="446" y="398"/>
                  </a:lnTo>
                  <a:lnTo>
                    <a:pt x="494" y="386"/>
                  </a:lnTo>
                  <a:lnTo>
                    <a:pt x="514" y="361"/>
                  </a:lnTo>
                  <a:lnTo>
                    <a:pt x="494" y="317"/>
                  </a:lnTo>
                  <a:lnTo>
                    <a:pt x="487" y="290"/>
                  </a:lnTo>
                  <a:lnTo>
                    <a:pt x="517" y="335"/>
                  </a:lnTo>
                  <a:lnTo>
                    <a:pt x="524" y="292"/>
                  </a:lnTo>
                  <a:lnTo>
                    <a:pt x="505" y="251"/>
                  </a:lnTo>
                  <a:lnTo>
                    <a:pt x="487" y="240"/>
                  </a:lnTo>
                  <a:lnTo>
                    <a:pt x="435" y="249"/>
                  </a:lnTo>
                  <a:lnTo>
                    <a:pt x="456" y="210"/>
                  </a:lnTo>
                  <a:lnTo>
                    <a:pt x="452" y="143"/>
                  </a:lnTo>
                  <a:lnTo>
                    <a:pt x="417" y="98"/>
                  </a:lnTo>
                  <a:lnTo>
                    <a:pt x="395" y="57"/>
                  </a:lnTo>
                  <a:lnTo>
                    <a:pt x="331" y="34"/>
                  </a:lnTo>
                  <a:lnTo>
                    <a:pt x="241" y="64"/>
                  </a:lnTo>
                  <a:lnTo>
                    <a:pt x="216" y="87"/>
                  </a:lnTo>
                  <a:lnTo>
                    <a:pt x="190" y="98"/>
                  </a:lnTo>
                  <a:lnTo>
                    <a:pt x="182" y="85"/>
                  </a:lnTo>
                  <a:lnTo>
                    <a:pt x="221" y="36"/>
                  </a:lnTo>
                  <a:lnTo>
                    <a:pt x="212" y="23"/>
                  </a:lnTo>
                  <a:lnTo>
                    <a:pt x="182" y="4"/>
                  </a:lnTo>
                  <a:lnTo>
                    <a:pt x="149" y="0"/>
                  </a:lnTo>
                  <a:lnTo>
                    <a:pt x="144" y="17"/>
                  </a:lnTo>
                  <a:lnTo>
                    <a:pt x="133" y="25"/>
                  </a:lnTo>
                  <a:lnTo>
                    <a:pt x="126" y="48"/>
                  </a:lnTo>
                  <a:lnTo>
                    <a:pt x="131" y="71"/>
                  </a:lnTo>
                  <a:lnTo>
                    <a:pt x="131" y="100"/>
                  </a:lnTo>
                  <a:lnTo>
                    <a:pt x="124" y="123"/>
                  </a:lnTo>
                  <a:lnTo>
                    <a:pt x="108" y="13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  <p:sp>
          <p:nvSpPr>
            <p:cNvPr id="20" name="Freeform 1102">
              <a:extLst>
                <a:ext uri="{FF2B5EF4-FFF2-40B4-BE49-F238E27FC236}">
                  <a16:creationId xmlns:a16="http://schemas.microsoft.com/office/drawing/2014/main" id="{6399B8BF-4529-5607-75D6-6DC81C92CE5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037943" y="3737882"/>
              <a:ext cx="1513379" cy="2241199"/>
            </a:xfrm>
            <a:custGeom>
              <a:avLst/>
              <a:gdLst/>
              <a:ahLst/>
              <a:cxnLst>
                <a:cxn ang="0">
                  <a:pos x="837" y="362"/>
                </a:cxn>
                <a:cxn ang="0">
                  <a:pos x="665" y="311"/>
                </a:cxn>
                <a:cxn ang="0">
                  <a:pos x="555" y="374"/>
                </a:cxn>
                <a:cxn ang="0">
                  <a:pos x="510" y="236"/>
                </a:cxn>
                <a:cxn ang="0">
                  <a:pos x="569" y="149"/>
                </a:cxn>
                <a:cxn ang="0">
                  <a:pos x="571" y="9"/>
                </a:cxn>
                <a:cxn ang="0">
                  <a:pos x="507" y="24"/>
                </a:cxn>
                <a:cxn ang="0">
                  <a:pos x="424" y="69"/>
                </a:cxn>
                <a:cxn ang="0">
                  <a:pos x="403" y="128"/>
                </a:cxn>
                <a:cxn ang="0">
                  <a:pos x="331" y="198"/>
                </a:cxn>
                <a:cxn ang="0">
                  <a:pos x="393" y="227"/>
                </a:cxn>
                <a:cxn ang="0">
                  <a:pos x="449" y="236"/>
                </a:cxn>
                <a:cxn ang="0">
                  <a:pos x="372" y="329"/>
                </a:cxn>
                <a:cxn ang="0">
                  <a:pos x="243" y="361"/>
                </a:cxn>
                <a:cxn ang="0">
                  <a:pos x="115" y="356"/>
                </a:cxn>
                <a:cxn ang="0">
                  <a:pos x="88" y="441"/>
                </a:cxn>
                <a:cxn ang="0">
                  <a:pos x="160" y="486"/>
                </a:cxn>
                <a:cxn ang="0">
                  <a:pos x="94" y="574"/>
                </a:cxn>
                <a:cxn ang="0">
                  <a:pos x="88" y="647"/>
                </a:cxn>
                <a:cxn ang="0">
                  <a:pos x="153" y="668"/>
                </a:cxn>
                <a:cxn ang="0">
                  <a:pos x="292" y="719"/>
                </a:cxn>
                <a:cxn ang="0">
                  <a:pos x="202" y="781"/>
                </a:cxn>
                <a:cxn ang="0">
                  <a:pos x="122" y="927"/>
                </a:cxn>
                <a:cxn ang="0">
                  <a:pos x="304" y="890"/>
                </a:cxn>
                <a:cxn ang="0">
                  <a:pos x="214" y="933"/>
                </a:cxn>
                <a:cxn ang="0">
                  <a:pos x="112" y="1025"/>
                </a:cxn>
                <a:cxn ang="0">
                  <a:pos x="56" y="1041"/>
                </a:cxn>
                <a:cxn ang="0">
                  <a:pos x="0" y="1088"/>
                </a:cxn>
                <a:cxn ang="0">
                  <a:pos x="51" y="1117"/>
                </a:cxn>
                <a:cxn ang="0">
                  <a:pos x="41" y="1173"/>
                </a:cxn>
                <a:cxn ang="0">
                  <a:pos x="141" y="1167"/>
                </a:cxn>
                <a:cxn ang="0">
                  <a:pos x="61" y="1247"/>
                </a:cxn>
                <a:cxn ang="0">
                  <a:pos x="178" y="1226"/>
                </a:cxn>
                <a:cxn ang="0">
                  <a:pos x="124" y="1263"/>
                </a:cxn>
                <a:cxn ang="0">
                  <a:pos x="165" y="1272"/>
                </a:cxn>
                <a:cxn ang="0">
                  <a:pos x="225" y="1280"/>
                </a:cxn>
                <a:cxn ang="0">
                  <a:pos x="381" y="1227"/>
                </a:cxn>
                <a:cxn ang="0">
                  <a:pos x="411" y="1153"/>
                </a:cxn>
                <a:cxn ang="0">
                  <a:pos x="446" y="1186"/>
                </a:cxn>
                <a:cxn ang="0">
                  <a:pos x="541" y="1142"/>
                </a:cxn>
                <a:cxn ang="0">
                  <a:pos x="573" y="1086"/>
                </a:cxn>
                <a:cxn ang="0">
                  <a:pos x="753" y="1051"/>
                </a:cxn>
                <a:cxn ang="0">
                  <a:pos x="819" y="1039"/>
                </a:cxn>
                <a:cxn ang="0">
                  <a:pos x="841" y="882"/>
                </a:cxn>
                <a:cxn ang="0">
                  <a:pos x="863" y="734"/>
                </a:cxn>
                <a:cxn ang="0">
                  <a:pos x="870" y="599"/>
                </a:cxn>
                <a:cxn ang="0">
                  <a:pos x="846" y="437"/>
                </a:cxn>
              </a:cxnLst>
              <a:rect l="0" t="0" r="r" b="b"/>
              <a:pathLst>
                <a:path w="872" h="1288">
                  <a:moveTo>
                    <a:pt x="846" y="437"/>
                  </a:moveTo>
                  <a:lnTo>
                    <a:pt x="837" y="419"/>
                  </a:lnTo>
                  <a:lnTo>
                    <a:pt x="837" y="362"/>
                  </a:lnTo>
                  <a:lnTo>
                    <a:pt x="829" y="337"/>
                  </a:lnTo>
                  <a:lnTo>
                    <a:pt x="778" y="284"/>
                  </a:lnTo>
                  <a:lnTo>
                    <a:pt x="665" y="311"/>
                  </a:lnTo>
                  <a:lnTo>
                    <a:pt x="643" y="354"/>
                  </a:lnTo>
                  <a:lnTo>
                    <a:pt x="598" y="396"/>
                  </a:lnTo>
                  <a:lnTo>
                    <a:pt x="555" y="374"/>
                  </a:lnTo>
                  <a:lnTo>
                    <a:pt x="528" y="308"/>
                  </a:lnTo>
                  <a:lnTo>
                    <a:pt x="467" y="268"/>
                  </a:lnTo>
                  <a:lnTo>
                    <a:pt x="510" y="236"/>
                  </a:lnTo>
                  <a:lnTo>
                    <a:pt x="510" y="189"/>
                  </a:lnTo>
                  <a:lnTo>
                    <a:pt x="548" y="184"/>
                  </a:lnTo>
                  <a:lnTo>
                    <a:pt x="569" y="149"/>
                  </a:lnTo>
                  <a:lnTo>
                    <a:pt x="575" y="102"/>
                  </a:lnTo>
                  <a:lnTo>
                    <a:pt x="577" y="85"/>
                  </a:lnTo>
                  <a:lnTo>
                    <a:pt x="571" y="9"/>
                  </a:lnTo>
                  <a:lnTo>
                    <a:pt x="567" y="0"/>
                  </a:lnTo>
                  <a:lnTo>
                    <a:pt x="544" y="4"/>
                  </a:lnTo>
                  <a:lnTo>
                    <a:pt x="507" y="24"/>
                  </a:lnTo>
                  <a:lnTo>
                    <a:pt x="493" y="14"/>
                  </a:lnTo>
                  <a:lnTo>
                    <a:pt x="453" y="41"/>
                  </a:lnTo>
                  <a:lnTo>
                    <a:pt x="424" y="69"/>
                  </a:lnTo>
                  <a:lnTo>
                    <a:pt x="406" y="77"/>
                  </a:lnTo>
                  <a:lnTo>
                    <a:pt x="395" y="112"/>
                  </a:lnTo>
                  <a:lnTo>
                    <a:pt x="403" y="128"/>
                  </a:lnTo>
                  <a:lnTo>
                    <a:pt x="399" y="139"/>
                  </a:lnTo>
                  <a:lnTo>
                    <a:pt x="374" y="169"/>
                  </a:lnTo>
                  <a:lnTo>
                    <a:pt x="331" y="198"/>
                  </a:lnTo>
                  <a:lnTo>
                    <a:pt x="340" y="220"/>
                  </a:lnTo>
                  <a:lnTo>
                    <a:pt x="372" y="220"/>
                  </a:lnTo>
                  <a:lnTo>
                    <a:pt x="393" y="227"/>
                  </a:lnTo>
                  <a:lnTo>
                    <a:pt x="413" y="220"/>
                  </a:lnTo>
                  <a:lnTo>
                    <a:pt x="446" y="220"/>
                  </a:lnTo>
                  <a:lnTo>
                    <a:pt x="449" y="236"/>
                  </a:lnTo>
                  <a:lnTo>
                    <a:pt x="436" y="268"/>
                  </a:lnTo>
                  <a:lnTo>
                    <a:pt x="370" y="313"/>
                  </a:lnTo>
                  <a:lnTo>
                    <a:pt x="372" y="329"/>
                  </a:lnTo>
                  <a:lnTo>
                    <a:pt x="368" y="352"/>
                  </a:lnTo>
                  <a:lnTo>
                    <a:pt x="311" y="349"/>
                  </a:lnTo>
                  <a:lnTo>
                    <a:pt x="243" y="361"/>
                  </a:lnTo>
                  <a:lnTo>
                    <a:pt x="229" y="337"/>
                  </a:lnTo>
                  <a:lnTo>
                    <a:pt x="137" y="329"/>
                  </a:lnTo>
                  <a:lnTo>
                    <a:pt x="115" y="356"/>
                  </a:lnTo>
                  <a:lnTo>
                    <a:pt x="96" y="392"/>
                  </a:lnTo>
                  <a:lnTo>
                    <a:pt x="110" y="449"/>
                  </a:lnTo>
                  <a:lnTo>
                    <a:pt x="88" y="441"/>
                  </a:lnTo>
                  <a:lnTo>
                    <a:pt x="55" y="448"/>
                  </a:lnTo>
                  <a:lnTo>
                    <a:pt x="81" y="478"/>
                  </a:lnTo>
                  <a:lnTo>
                    <a:pt x="160" y="486"/>
                  </a:lnTo>
                  <a:lnTo>
                    <a:pt x="167" y="509"/>
                  </a:lnTo>
                  <a:lnTo>
                    <a:pt x="108" y="546"/>
                  </a:lnTo>
                  <a:lnTo>
                    <a:pt x="94" y="574"/>
                  </a:lnTo>
                  <a:lnTo>
                    <a:pt x="65" y="594"/>
                  </a:lnTo>
                  <a:lnTo>
                    <a:pt x="63" y="621"/>
                  </a:lnTo>
                  <a:lnTo>
                    <a:pt x="88" y="647"/>
                  </a:lnTo>
                  <a:lnTo>
                    <a:pt x="106" y="650"/>
                  </a:lnTo>
                  <a:lnTo>
                    <a:pt x="106" y="671"/>
                  </a:lnTo>
                  <a:lnTo>
                    <a:pt x="153" y="668"/>
                  </a:lnTo>
                  <a:lnTo>
                    <a:pt x="160" y="693"/>
                  </a:lnTo>
                  <a:lnTo>
                    <a:pt x="282" y="699"/>
                  </a:lnTo>
                  <a:lnTo>
                    <a:pt x="292" y="719"/>
                  </a:lnTo>
                  <a:lnTo>
                    <a:pt x="278" y="732"/>
                  </a:lnTo>
                  <a:lnTo>
                    <a:pt x="229" y="753"/>
                  </a:lnTo>
                  <a:lnTo>
                    <a:pt x="202" y="781"/>
                  </a:lnTo>
                  <a:lnTo>
                    <a:pt x="196" y="836"/>
                  </a:lnTo>
                  <a:lnTo>
                    <a:pt x="180" y="870"/>
                  </a:lnTo>
                  <a:lnTo>
                    <a:pt x="122" y="927"/>
                  </a:lnTo>
                  <a:lnTo>
                    <a:pt x="243" y="908"/>
                  </a:lnTo>
                  <a:lnTo>
                    <a:pt x="302" y="847"/>
                  </a:lnTo>
                  <a:lnTo>
                    <a:pt x="304" y="890"/>
                  </a:lnTo>
                  <a:lnTo>
                    <a:pt x="335" y="894"/>
                  </a:lnTo>
                  <a:lnTo>
                    <a:pt x="338" y="901"/>
                  </a:lnTo>
                  <a:lnTo>
                    <a:pt x="214" y="933"/>
                  </a:lnTo>
                  <a:lnTo>
                    <a:pt x="155" y="936"/>
                  </a:lnTo>
                  <a:lnTo>
                    <a:pt x="115" y="999"/>
                  </a:lnTo>
                  <a:lnTo>
                    <a:pt x="112" y="1025"/>
                  </a:lnTo>
                  <a:lnTo>
                    <a:pt x="102" y="1037"/>
                  </a:lnTo>
                  <a:lnTo>
                    <a:pt x="79" y="1032"/>
                  </a:lnTo>
                  <a:lnTo>
                    <a:pt x="56" y="1041"/>
                  </a:lnTo>
                  <a:lnTo>
                    <a:pt x="32" y="1037"/>
                  </a:lnTo>
                  <a:lnTo>
                    <a:pt x="9" y="1057"/>
                  </a:lnTo>
                  <a:lnTo>
                    <a:pt x="0" y="1088"/>
                  </a:lnTo>
                  <a:lnTo>
                    <a:pt x="92" y="1077"/>
                  </a:lnTo>
                  <a:lnTo>
                    <a:pt x="99" y="1094"/>
                  </a:lnTo>
                  <a:lnTo>
                    <a:pt x="51" y="1117"/>
                  </a:lnTo>
                  <a:lnTo>
                    <a:pt x="20" y="1153"/>
                  </a:lnTo>
                  <a:lnTo>
                    <a:pt x="16" y="1175"/>
                  </a:lnTo>
                  <a:lnTo>
                    <a:pt x="41" y="1173"/>
                  </a:lnTo>
                  <a:lnTo>
                    <a:pt x="51" y="1194"/>
                  </a:lnTo>
                  <a:lnTo>
                    <a:pt x="59" y="1194"/>
                  </a:lnTo>
                  <a:lnTo>
                    <a:pt x="141" y="1167"/>
                  </a:lnTo>
                  <a:lnTo>
                    <a:pt x="145" y="1189"/>
                  </a:lnTo>
                  <a:lnTo>
                    <a:pt x="110" y="1204"/>
                  </a:lnTo>
                  <a:lnTo>
                    <a:pt x="61" y="1247"/>
                  </a:lnTo>
                  <a:lnTo>
                    <a:pt x="77" y="1247"/>
                  </a:lnTo>
                  <a:lnTo>
                    <a:pt x="171" y="1214"/>
                  </a:lnTo>
                  <a:lnTo>
                    <a:pt x="178" y="1226"/>
                  </a:lnTo>
                  <a:lnTo>
                    <a:pt x="169" y="1247"/>
                  </a:lnTo>
                  <a:lnTo>
                    <a:pt x="147" y="1249"/>
                  </a:lnTo>
                  <a:lnTo>
                    <a:pt x="124" y="1263"/>
                  </a:lnTo>
                  <a:lnTo>
                    <a:pt x="131" y="1272"/>
                  </a:lnTo>
                  <a:lnTo>
                    <a:pt x="131" y="1288"/>
                  </a:lnTo>
                  <a:lnTo>
                    <a:pt x="165" y="1272"/>
                  </a:lnTo>
                  <a:lnTo>
                    <a:pt x="194" y="1268"/>
                  </a:lnTo>
                  <a:lnTo>
                    <a:pt x="207" y="1277"/>
                  </a:lnTo>
                  <a:lnTo>
                    <a:pt x="225" y="1280"/>
                  </a:lnTo>
                  <a:lnTo>
                    <a:pt x="252" y="1261"/>
                  </a:lnTo>
                  <a:lnTo>
                    <a:pt x="274" y="1263"/>
                  </a:lnTo>
                  <a:lnTo>
                    <a:pt x="381" y="1227"/>
                  </a:lnTo>
                  <a:lnTo>
                    <a:pt x="408" y="1204"/>
                  </a:lnTo>
                  <a:lnTo>
                    <a:pt x="413" y="1180"/>
                  </a:lnTo>
                  <a:lnTo>
                    <a:pt x="411" y="1153"/>
                  </a:lnTo>
                  <a:lnTo>
                    <a:pt x="424" y="1158"/>
                  </a:lnTo>
                  <a:lnTo>
                    <a:pt x="430" y="1177"/>
                  </a:lnTo>
                  <a:lnTo>
                    <a:pt x="446" y="1186"/>
                  </a:lnTo>
                  <a:lnTo>
                    <a:pt x="493" y="1161"/>
                  </a:lnTo>
                  <a:lnTo>
                    <a:pt x="507" y="1137"/>
                  </a:lnTo>
                  <a:lnTo>
                    <a:pt x="541" y="1142"/>
                  </a:lnTo>
                  <a:lnTo>
                    <a:pt x="555" y="1126"/>
                  </a:lnTo>
                  <a:lnTo>
                    <a:pt x="563" y="1099"/>
                  </a:lnTo>
                  <a:lnTo>
                    <a:pt x="573" y="1086"/>
                  </a:lnTo>
                  <a:lnTo>
                    <a:pt x="663" y="1067"/>
                  </a:lnTo>
                  <a:lnTo>
                    <a:pt x="706" y="1051"/>
                  </a:lnTo>
                  <a:lnTo>
                    <a:pt x="753" y="1051"/>
                  </a:lnTo>
                  <a:lnTo>
                    <a:pt x="780" y="1063"/>
                  </a:lnTo>
                  <a:lnTo>
                    <a:pt x="806" y="1063"/>
                  </a:lnTo>
                  <a:lnTo>
                    <a:pt x="819" y="1039"/>
                  </a:lnTo>
                  <a:lnTo>
                    <a:pt x="805" y="1003"/>
                  </a:lnTo>
                  <a:lnTo>
                    <a:pt x="829" y="936"/>
                  </a:lnTo>
                  <a:lnTo>
                    <a:pt x="841" y="882"/>
                  </a:lnTo>
                  <a:lnTo>
                    <a:pt x="863" y="840"/>
                  </a:lnTo>
                  <a:lnTo>
                    <a:pt x="872" y="809"/>
                  </a:lnTo>
                  <a:lnTo>
                    <a:pt x="863" y="734"/>
                  </a:lnTo>
                  <a:lnTo>
                    <a:pt x="849" y="664"/>
                  </a:lnTo>
                  <a:lnTo>
                    <a:pt x="863" y="658"/>
                  </a:lnTo>
                  <a:lnTo>
                    <a:pt x="870" y="599"/>
                  </a:lnTo>
                  <a:lnTo>
                    <a:pt x="820" y="478"/>
                  </a:lnTo>
                  <a:lnTo>
                    <a:pt x="823" y="448"/>
                  </a:lnTo>
                  <a:lnTo>
                    <a:pt x="846" y="4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GB" dirty="0">
                <a:latin typeface="Trade Gothic LT Std" pitchFamily="50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Trade Gothic LT Std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8</cp:revision>
  <dcterms:created xsi:type="dcterms:W3CDTF">2013-01-27T09:14:16Z</dcterms:created>
  <dcterms:modified xsi:type="dcterms:W3CDTF">2025-12-16T22:16:36Z</dcterms:modified>
  <cp:category/>
</cp:coreProperties>
</file>