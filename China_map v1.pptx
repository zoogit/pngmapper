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7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3">
            <a:extLst>
              <a:ext uri="{FF2B5EF4-FFF2-40B4-BE49-F238E27FC236}">
                <a16:creationId xmlns:a16="http://schemas.microsoft.com/office/drawing/2014/main" id="{F225E85E-C117-C5DF-1156-6720B44E1F98}"/>
              </a:ext>
            </a:extLst>
          </p:cNvPr>
          <p:cNvSpPr>
            <a:spLocks noChangeAspect="1"/>
          </p:cNvSpPr>
          <p:nvPr/>
        </p:nvSpPr>
        <p:spPr bwMode="gray">
          <a:xfrm>
            <a:off x="-9425" y="79942"/>
            <a:ext cx="9144000" cy="6358448"/>
          </a:xfrm>
          <a:custGeom>
            <a:avLst/>
            <a:gdLst/>
            <a:ahLst/>
            <a:cxnLst>
              <a:cxn ang="0">
                <a:pos x="2191" y="2191"/>
              </a:cxn>
              <a:cxn ang="0">
                <a:pos x="2134" y="2244"/>
              </a:cxn>
              <a:cxn ang="0">
                <a:pos x="2015" y="2329"/>
              </a:cxn>
              <a:cxn ang="0">
                <a:pos x="1898" y="2261"/>
              </a:cxn>
              <a:cxn ang="0">
                <a:pos x="1746" y="2168"/>
              </a:cxn>
              <a:cxn ang="0">
                <a:pos x="1585" y="2194"/>
              </a:cxn>
              <a:cxn ang="0">
                <a:pos x="1509" y="2247"/>
              </a:cxn>
              <a:cxn ang="0">
                <a:pos x="1333" y="2120"/>
              </a:cxn>
              <a:cxn ang="0">
                <a:pos x="1352" y="1901"/>
              </a:cxn>
              <a:cxn ang="0">
                <a:pos x="1237" y="1793"/>
              </a:cxn>
              <a:cxn ang="0">
                <a:pos x="1036" y="1874"/>
              </a:cxn>
              <a:cxn ang="0">
                <a:pos x="881" y="1862"/>
              </a:cxn>
              <a:cxn ang="0">
                <a:pos x="793" y="1879"/>
              </a:cxn>
              <a:cxn ang="0">
                <a:pos x="691" y="1881"/>
              </a:cxn>
              <a:cxn ang="0">
                <a:pos x="603" y="1834"/>
              </a:cxn>
              <a:cxn ang="0">
                <a:pos x="556" y="1803"/>
              </a:cxn>
              <a:cxn ang="0">
                <a:pos x="423" y="1731"/>
              </a:cxn>
              <a:cxn ang="0">
                <a:pos x="348" y="1701"/>
              </a:cxn>
              <a:cxn ang="0">
                <a:pos x="291" y="1675"/>
              </a:cxn>
              <a:cxn ang="0">
                <a:pos x="278" y="1580"/>
              </a:cxn>
              <a:cxn ang="0">
                <a:pos x="322" y="1567"/>
              </a:cxn>
              <a:cxn ang="0">
                <a:pos x="300" y="1492"/>
              </a:cxn>
              <a:cxn ang="0">
                <a:pos x="360" y="1411"/>
              </a:cxn>
              <a:cxn ang="0">
                <a:pos x="326" y="1368"/>
              </a:cxn>
              <a:cxn ang="0">
                <a:pos x="230" y="1391"/>
              </a:cxn>
              <a:cxn ang="0">
                <a:pos x="126" y="1355"/>
              </a:cxn>
              <a:cxn ang="0">
                <a:pos x="88" y="1295"/>
              </a:cxn>
              <a:cxn ang="0">
                <a:pos x="63" y="1212"/>
              </a:cxn>
              <a:cxn ang="0">
                <a:pos x="105" y="1043"/>
              </a:cxn>
              <a:cxn ang="0">
                <a:pos x="364" y="920"/>
              </a:cxn>
              <a:cxn ang="0">
                <a:pos x="471" y="693"/>
              </a:cxn>
              <a:cxn ang="0">
                <a:pos x="656" y="507"/>
              </a:cxn>
              <a:cxn ang="0">
                <a:pos x="854" y="474"/>
              </a:cxn>
              <a:cxn ang="0">
                <a:pos x="1031" y="711"/>
              </a:cxn>
              <a:cxn ang="0">
                <a:pos x="1283" y="882"/>
              </a:cxn>
              <a:cxn ang="0">
                <a:pos x="1719" y="963"/>
              </a:cxn>
              <a:cxn ang="0">
                <a:pos x="2042" y="854"/>
              </a:cxn>
              <a:cxn ang="0">
                <a:pos x="2284" y="666"/>
              </a:cxn>
              <a:cxn ang="0">
                <a:pos x="2450" y="478"/>
              </a:cxn>
              <a:cxn ang="0">
                <a:pos x="2342" y="311"/>
              </a:cxn>
              <a:cxn ang="0">
                <a:pos x="2557" y="161"/>
              </a:cxn>
              <a:cxn ang="0">
                <a:pos x="2738" y="0"/>
              </a:cxn>
              <a:cxn ang="0">
                <a:pos x="2901" y="155"/>
              </a:cxn>
              <a:cxn ang="0">
                <a:pos x="3109" y="394"/>
              </a:cxn>
              <a:cxn ang="0">
                <a:pos x="3323" y="441"/>
              </a:cxn>
              <a:cxn ang="0">
                <a:pos x="3195" y="693"/>
              </a:cxn>
              <a:cxn ang="0">
                <a:pos x="2994" y="941"/>
              </a:cxn>
              <a:cxn ang="0">
                <a:pos x="2729" y="1097"/>
              </a:cxn>
              <a:cxn ang="0">
                <a:pos x="2616" y="1118"/>
              </a:cxn>
              <a:cxn ang="0">
                <a:pos x="2542" y="1082"/>
              </a:cxn>
              <a:cxn ang="0">
                <a:pos x="2444" y="1221"/>
              </a:cxn>
              <a:cxn ang="0">
                <a:pos x="2611" y="1254"/>
              </a:cxn>
              <a:cxn ang="0">
                <a:pos x="2643" y="1301"/>
              </a:cxn>
              <a:cxn ang="0">
                <a:pos x="2521" y="1404"/>
              </a:cxn>
              <a:cxn ang="0">
                <a:pos x="2646" y="1642"/>
              </a:cxn>
              <a:cxn ang="0">
                <a:pos x="2640" y="1677"/>
              </a:cxn>
              <a:cxn ang="0">
                <a:pos x="2624" y="1743"/>
              </a:cxn>
              <a:cxn ang="0">
                <a:pos x="2628" y="1814"/>
              </a:cxn>
              <a:cxn ang="0">
                <a:pos x="2555" y="1933"/>
              </a:cxn>
              <a:cxn ang="0">
                <a:pos x="2512" y="2028"/>
              </a:cxn>
              <a:cxn ang="0">
                <a:pos x="2435" y="2097"/>
              </a:cxn>
              <a:cxn ang="0">
                <a:pos x="2344" y="2177"/>
              </a:cxn>
              <a:cxn ang="0">
                <a:pos x="2245" y="2202"/>
              </a:cxn>
            </a:cxnLst>
            <a:rect l="0" t="0" r="r" b="b"/>
            <a:pathLst>
              <a:path w="3356" h="2335">
                <a:moveTo>
                  <a:pt x="2243" y="2202"/>
                </a:moveTo>
                <a:lnTo>
                  <a:pt x="2240" y="2209"/>
                </a:lnTo>
                <a:lnTo>
                  <a:pt x="2239" y="2206"/>
                </a:lnTo>
                <a:lnTo>
                  <a:pt x="2239" y="2202"/>
                </a:lnTo>
                <a:lnTo>
                  <a:pt x="2235" y="2199"/>
                </a:lnTo>
                <a:lnTo>
                  <a:pt x="2226" y="2201"/>
                </a:lnTo>
                <a:lnTo>
                  <a:pt x="2225" y="2202"/>
                </a:lnTo>
                <a:lnTo>
                  <a:pt x="2224" y="2202"/>
                </a:lnTo>
                <a:lnTo>
                  <a:pt x="2224" y="2205"/>
                </a:lnTo>
                <a:lnTo>
                  <a:pt x="2229" y="2211"/>
                </a:lnTo>
                <a:lnTo>
                  <a:pt x="2224" y="2212"/>
                </a:lnTo>
                <a:lnTo>
                  <a:pt x="2211" y="2213"/>
                </a:lnTo>
                <a:lnTo>
                  <a:pt x="2210" y="2209"/>
                </a:lnTo>
                <a:lnTo>
                  <a:pt x="2211" y="2206"/>
                </a:lnTo>
                <a:lnTo>
                  <a:pt x="2209" y="2202"/>
                </a:lnTo>
                <a:lnTo>
                  <a:pt x="2199" y="2194"/>
                </a:lnTo>
                <a:lnTo>
                  <a:pt x="2191" y="2191"/>
                </a:lnTo>
                <a:lnTo>
                  <a:pt x="2188" y="2185"/>
                </a:lnTo>
                <a:lnTo>
                  <a:pt x="2186" y="2198"/>
                </a:lnTo>
                <a:lnTo>
                  <a:pt x="2186" y="2209"/>
                </a:lnTo>
                <a:lnTo>
                  <a:pt x="2187" y="2216"/>
                </a:lnTo>
                <a:lnTo>
                  <a:pt x="2187" y="2218"/>
                </a:lnTo>
                <a:lnTo>
                  <a:pt x="2183" y="2220"/>
                </a:lnTo>
                <a:lnTo>
                  <a:pt x="2180" y="2220"/>
                </a:lnTo>
                <a:lnTo>
                  <a:pt x="2171" y="2209"/>
                </a:lnTo>
                <a:lnTo>
                  <a:pt x="2164" y="2204"/>
                </a:lnTo>
                <a:lnTo>
                  <a:pt x="2161" y="2198"/>
                </a:lnTo>
                <a:lnTo>
                  <a:pt x="2155" y="2215"/>
                </a:lnTo>
                <a:lnTo>
                  <a:pt x="2155" y="2222"/>
                </a:lnTo>
                <a:lnTo>
                  <a:pt x="2156" y="2227"/>
                </a:lnTo>
                <a:lnTo>
                  <a:pt x="2156" y="2236"/>
                </a:lnTo>
                <a:lnTo>
                  <a:pt x="2153" y="2239"/>
                </a:lnTo>
                <a:lnTo>
                  <a:pt x="2149" y="2237"/>
                </a:lnTo>
                <a:lnTo>
                  <a:pt x="2134" y="2244"/>
                </a:lnTo>
                <a:lnTo>
                  <a:pt x="2123" y="2245"/>
                </a:lnTo>
                <a:lnTo>
                  <a:pt x="2116" y="2249"/>
                </a:lnTo>
                <a:lnTo>
                  <a:pt x="2107" y="2249"/>
                </a:lnTo>
                <a:lnTo>
                  <a:pt x="2105" y="2247"/>
                </a:lnTo>
                <a:lnTo>
                  <a:pt x="2094" y="2249"/>
                </a:lnTo>
                <a:lnTo>
                  <a:pt x="2084" y="2258"/>
                </a:lnTo>
                <a:lnTo>
                  <a:pt x="2073" y="2261"/>
                </a:lnTo>
                <a:lnTo>
                  <a:pt x="2059" y="2263"/>
                </a:lnTo>
                <a:lnTo>
                  <a:pt x="2051" y="2261"/>
                </a:lnTo>
                <a:lnTo>
                  <a:pt x="2048" y="2265"/>
                </a:lnTo>
                <a:lnTo>
                  <a:pt x="2038" y="2270"/>
                </a:lnTo>
                <a:lnTo>
                  <a:pt x="2024" y="2274"/>
                </a:lnTo>
                <a:lnTo>
                  <a:pt x="2015" y="2271"/>
                </a:lnTo>
                <a:lnTo>
                  <a:pt x="2004" y="2297"/>
                </a:lnTo>
                <a:lnTo>
                  <a:pt x="2011" y="2309"/>
                </a:lnTo>
                <a:lnTo>
                  <a:pt x="2015" y="2317"/>
                </a:lnTo>
                <a:lnTo>
                  <a:pt x="2015" y="2329"/>
                </a:lnTo>
                <a:lnTo>
                  <a:pt x="1999" y="2335"/>
                </a:lnTo>
                <a:lnTo>
                  <a:pt x="1988" y="2329"/>
                </a:lnTo>
                <a:lnTo>
                  <a:pt x="1973" y="2298"/>
                </a:lnTo>
                <a:lnTo>
                  <a:pt x="1971" y="2291"/>
                </a:lnTo>
                <a:lnTo>
                  <a:pt x="1972" y="2288"/>
                </a:lnTo>
                <a:lnTo>
                  <a:pt x="1978" y="2266"/>
                </a:lnTo>
                <a:lnTo>
                  <a:pt x="1974" y="2259"/>
                </a:lnTo>
                <a:lnTo>
                  <a:pt x="1968" y="2261"/>
                </a:lnTo>
                <a:lnTo>
                  <a:pt x="1958" y="2269"/>
                </a:lnTo>
                <a:lnTo>
                  <a:pt x="1947" y="2269"/>
                </a:lnTo>
                <a:lnTo>
                  <a:pt x="1942" y="2264"/>
                </a:lnTo>
                <a:lnTo>
                  <a:pt x="1941" y="2259"/>
                </a:lnTo>
                <a:lnTo>
                  <a:pt x="1923" y="2254"/>
                </a:lnTo>
                <a:lnTo>
                  <a:pt x="1915" y="2252"/>
                </a:lnTo>
                <a:lnTo>
                  <a:pt x="1911" y="2252"/>
                </a:lnTo>
                <a:lnTo>
                  <a:pt x="1907" y="2260"/>
                </a:lnTo>
                <a:lnTo>
                  <a:pt x="1898" y="2261"/>
                </a:lnTo>
                <a:lnTo>
                  <a:pt x="1898" y="2269"/>
                </a:lnTo>
                <a:lnTo>
                  <a:pt x="1895" y="2258"/>
                </a:lnTo>
                <a:lnTo>
                  <a:pt x="1890" y="2261"/>
                </a:lnTo>
                <a:lnTo>
                  <a:pt x="1881" y="2265"/>
                </a:lnTo>
                <a:lnTo>
                  <a:pt x="1874" y="2260"/>
                </a:lnTo>
                <a:lnTo>
                  <a:pt x="1855" y="2261"/>
                </a:lnTo>
                <a:lnTo>
                  <a:pt x="1845" y="2259"/>
                </a:lnTo>
                <a:lnTo>
                  <a:pt x="1840" y="2254"/>
                </a:lnTo>
                <a:lnTo>
                  <a:pt x="1817" y="2240"/>
                </a:lnTo>
                <a:lnTo>
                  <a:pt x="1810" y="2228"/>
                </a:lnTo>
                <a:lnTo>
                  <a:pt x="1805" y="2213"/>
                </a:lnTo>
                <a:lnTo>
                  <a:pt x="1810" y="2198"/>
                </a:lnTo>
                <a:lnTo>
                  <a:pt x="1806" y="2189"/>
                </a:lnTo>
                <a:lnTo>
                  <a:pt x="1786" y="2188"/>
                </a:lnTo>
                <a:lnTo>
                  <a:pt x="1773" y="2184"/>
                </a:lnTo>
                <a:lnTo>
                  <a:pt x="1758" y="2178"/>
                </a:lnTo>
                <a:lnTo>
                  <a:pt x="1746" y="2168"/>
                </a:lnTo>
                <a:lnTo>
                  <a:pt x="1731" y="2163"/>
                </a:lnTo>
                <a:lnTo>
                  <a:pt x="1724" y="2164"/>
                </a:lnTo>
                <a:lnTo>
                  <a:pt x="1714" y="2175"/>
                </a:lnTo>
                <a:lnTo>
                  <a:pt x="1704" y="2182"/>
                </a:lnTo>
                <a:lnTo>
                  <a:pt x="1689" y="2190"/>
                </a:lnTo>
                <a:lnTo>
                  <a:pt x="1683" y="2191"/>
                </a:lnTo>
                <a:lnTo>
                  <a:pt x="1675" y="2189"/>
                </a:lnTo>
                <a:lnTo>
                  <a:pt x="1666" y="2196"/>
                </a:lnTo>
                <a:lnTo>
                  <a:pt x="1656" y="2201"/>
                </a:lnTo>
                <a:lnTo>
                  <a:pt x="1653" y="2195"/>
                </a:lnTo>
                <a:lnTo>
                  <a:pt x="1639" y="2199"/>
                </a:lnTo>
                <a:lnTo>
                  <a:pt x="1633" y="2194"/>
                </a:lnTo>
                <a:lnTo>
                  <a:pt x="1627" y="2195"/>
                </a:lnTo>
                <a:lnTo>
                  <a:pt x="1612" y="2205"/>
                </a:lnTo>
                <a:lnTo>
                  <a:pt x="1606" y="2204"/>
                </a:lnTo>
                <a:lnTo>
                  <a:pt x="1598" y="2196"/>
                </a:lnTo>
                <a:lnTo>
                  <a:pt x="1585" y="2194"/>
                </a:lnTo>
                <a:lnTo>
                  <a:pt x="1583" y="2191"/>
                </a:lnTo>
                <a:lnTo>
                  <a:pt x="1579" y="2194"/>
                </a:lnTo>
                <a:lnTo>
                  <a:pt x="1575" y="2200"/>
                </a:lnTo>
                <a:lnTo>
                  <a:pt x="1569" y="2207"/>
                </a:lnTo>
                <a:lnTo>
                  <a:pt x="1569" y="2211"/>
                </a:lnTo>
                <a:lnTo>
                  <a:pt x="1562" y="2207"/>
                </a:lnTo>
                <a:lnTo>
                  <a:pt x="1562" y="2205"/>
                </a:lnTo>
                <a:lnTo>
                  <a:pt x="1542" y="2204"/>
                </a:lnTo>
                <a:lnTo>
                  <a:pt x="1533" y="2211"/>
                </a:lnTo>
                <a:lnTo>
                  <a:pt x="1532" y="2223"/>
                </a:lnTo>
                <a:lnTo>
                  <a:pt x="1535" y="2240"/>
                </a:lnTo>
                <a:lnTo>
                  <a:pt x="1541" y="2256"/>
                </a:lnTo>
                <a:lnTo>
                  <a:pt x="1540" y="2271"/>
                </a:lnTo>
                <a:lnTo>
                  <a:pt x="1536" y="2275"/>
                </a:lnTo>
                <a:lnTo>
                  <a:pt x="1515" y="2280"/>
                </a:lnTo>
                <a:lnTo>
                  <a:pt x="1510" y="2253"/>
                </a:lnTo>
                <a:lnTo>
                  <a:pt x="1509" y="2247"/>
                </a:lnTo>
                <a:lnTo>
                  <a:pt x="1497" y="2245"/>
                </a:lnTo>
                <a:lnTo>
                  <a:pt x="1482" y="2258"/>
                </a:lnTo>
                <a:lnTo>
                  <a:pt x="1462" y="2260"/>
                </a:lnTo>
                <a:lnTo>
                  <a:pt x="1444" y="2243"/>
                </a:lnTo>
                <a:lnTo>
                  <a:pt x="1441" y="2231"/>
                </a:lnTo>
                <a:lnTo>
                  <a:pt x="1423" y="2225"/>
                </a:lnTo>
                <a:lnTo>
                  <a:pt x="1408" y="2222"/>
                </a:lnTo>
                <a:lnTo>
                  <a:pt x="1412" y="2202"/>
                </a:lnTo>
                <a:lnTo>
                  <a:pt x="1418" y="2175"/>
                </a:lnTo>
                <a:lnTo>
                  <a:pt x="1402" y="2167"/>
                </a:lnTo>
                <a:lnTo>
                  <a:pt x="1388" y="2157"/>
                </a:lnTo>
                <a:lnTo>
                  <a:pt x="1387" y="2137"/>
                </a:lnTo>
                <a:lnTo>
                  <a:pt x="1382" y="2123"/>
                </a:lnTo>
                <a:lnTo>
                  <a:pt x="1382" y="2112"/>
                </a:lnTo>
                <a:lnTo>
                  <a:pt x="1363" y="2113"/>
                </a:lnTo>
                <a:lnTo>
                  <a:pt x="1344" y="2114"/>
                </a:lnTo>
                <a:lnTo>
                  <a:pt x="1333" y="2120"/>
                </a:lnTo>
                <a:lnTo>
                  <a:pt x="1320" y="2134"/>
                </a:lnTo>
                <a:lnTo>
                  <a:pt x="1315" y="2129"/>
                </a:lnTo>
                <a:lnTo>
                  <a:pt x="1325" y="2112"/>
                </a:lnTo>
                <a:lnTo>
                  <a:pt x="1326" y="2103"/>
                </a:lnTo>
                <a:lnTo>
                  <a:pt x="1322" y="2087"/>
                </a:lnTo>
                <a:lnTo>
                  <a:pt x="1328" y="2073"/>
                </a:lnTo>
                <a:lnTo>
                  <a:pt x="1332" y="2054"/>
                </a:lnTo>
                <a:lnTo>
                  <a:pt x="1343" y="2043"/>
                </a:lnTo>
                <a:lnTo>
                  <a:pt x="1347" y="2033"/>
                </a:lnTo>
                <a:lnTo>
                  <a:pt x="1354" y="2030"/>
                </a:lnTo>
                <a:lnTo>
                  <a:pt x="1363" y="2019"/>
                </a:lnTo>
                <a:lnTo>
                  <a:pt x="1372" y="1992"/>
                </a:lnTo>
                <a:lnTo>
                  <a:pt x="1372" y="1984"/>
                </a:lnTo>
                <a:lnTo>
                  <a:pt x="1376" y="1956"/>
                </a:lnTo>
                <a:lnTo>
                  <a:pt x="1375" y="1935"/>
                </a:lnTo>
                <a:lnTo>
                  <a:pt x="1368" y="1903"/>
                </a:lnTo>
                <a:lnTo>
                  <a:pt x="1352" y="1901"/>
                </a:lnTo>
                <a:lnTo>
                  <a:pt x="1347" y="1893"/>
                </a:lnTo>
                <a:lnTo>
                  <a:pt x="1343" y="1876"/>
                </a:lnTo>
                <a:lnTo>
                  <a:pt x="1331" y="1862"/>
                </a:lnTo>
                <a:lnTo>
                  <a:pt x="1318" y="1856"/>
                </a:lnTo>
                <a:lnTo>
                  <a:pt x="1315" y="1856"/>
                </a:lnTo>
                <a:lnTo>
                  <a:pt x="1311" y="1861"/>
                </a:lnTo>
                <a:lnTo>
                  <a:pt x="1302" y="1865"/>
                </a:lnTo>
                <a:lnTo>
                  <a:pt x="1298" y="1852"/>
                </a:lnTo>
                <a:lnTo>
                  <a:pt x="1288" y="1849"/>
                </a:lnTo>
                <a:lnTo>
                  <a:pt x="1274" y="1849"/>
                </a:lnTo>
                <a:lnTo>
                  <a:pt x="1264" y="1845"/>
                </a:lnTo>
                <a:lnTo>
                  <a:pt x="1246" y="1845"/>
                </a:lnTo>
                <a:lnTo>
                  <a:pt x="1248" y="1829"/>
                </a:lnTo>
                <a:lnTo>
                  <a:pt x="1250" y="1814"/>
                </a:lnTo>
                <a:lnTo>
                  <a:pt x="1237" y="1812"/>
                </a:lnTo>
                <a:lnTo>
                  <a:pt x="1235" y="1801"/>
                </a:lnTo>
                <a:lnTo>
                  <a:pt x="1237" y="1793"/>
                </a:lnTo>
                <a:lnTo>
                  <a:pt x="1226" y="1781"/>
                </a:lnTo>
                <a:lnTo>
                  <a:pt x="1214" y="1785"/>
                </a:lnTo>
                <a:lnTo>
                  <a:pt x="1199" y="1795"/>
                </a:lnTo>
                <a:lnTo>
                  <a:pt x="1186" y="1798"/>
                </a:lnTo>
                <a:lnTo>
                  <a:pt x="1166" y="1800"/>
                </a:lnTo>
                <a:lnTo>
                  <a:pt x="1157" y="1798"/>
                </a:lnTo>
                <a:lnTo>
                  <a:pt x="1151" y="1793"/>
                </a:lnTo>
                <a:lnTo>
                  <a:pt x="1146" y="1792"/>
                </a:lnTo>
                <a:lnTo>
                  <a:pt x="1137" y="1797"/>
                </a:lnTo>
                <a:lnTo>
                  <a:pt x="1128" y="1803"/>
                </a:lnTo>
                <a:lnTo>
                  <a:pt x="1122" y="1814"/>
                </a:lnTo>
                <a:lnTo>
                  <a:pt x="1102" y="1831"/>
                </a:lnTo>
                <a:lnTo>
                  <a:pt x="1087" y="1835"/>
                </a:lnTo>
                <a:lnTo>
                  <a:pt x="1073" y="1851"/>
                </a:lnTo>
                <a:lnTo>
                  <a:pt x="1063" y="1858"/>
                </a:lnTo>
                <a:lnTo>
                  <a:pt x="1048" y="1866"/>
                </a:lnTo>
                <a:lnTo>
                  <a:pt x="1036" y="1874"/>
                </a:lnTo>
                <a:lnTo>
                  <a:pt x="1008" y="1881"/>
                </a:lnTo>
                <a:lnTo>
                  <a:pt x="990" y="1886"/>
                </a:lnTo>
                <a:lnTo>
                  <a:pt x="992" y="1888"/>
                </a:lnTo>
                <a:lnTo>
                  <a:pt x="992" y="1886"/>
                </a:lnTo>
                <a:lnTo>
                  <a:pt x="978" y="1878"/>
                </a:lnTo>
                <a:lnTo>
                  <a:pt x="976" y="1874"/>
                </a:lnTo>
                <a:lnTo>
                  <a:pt x="973" y="1873"/>
                </a:lnTo>
                <a:lnTo>
                  <a:pt x="958" y="1877"/>
                </a:lnTo>
                <a:lnTo>
                  <a:pt x="954" y="1877"/>
                </a:lnTo>
                <a:lnTo>
                  <a:pt x="940" y="1872"/>
                </a:lnTo>
                <a:lnTo>
                  <a:pt x="924" y="1871"/>
                </a:lnTo>
                <a:lnTo>
                  <a:pt x="917" y="1866"/>
                </a:lnTo>
                <a:lnTo>
                  <a:pt x="917" y="1863"/>
                </a:lnTo>
                <a:lnTo>
                  <a:pt x="913" y="1857"/>
                </a:lnTo>
                <a:lnTo>
                  <a:pt x="907" y="1856"/>
                </a:lnTo>
                <a:lnTo>
                  <a:pt x="893" y="1857"/>
                </a:lnTo>
                <a:lnTo>
                  <a:pt x="881" y="1862"/>
                </a:lnTo>
                <a:lnTo>
                  <a:pt x="870" y="1873"/>
                </a:lnTo>
                <a:lnTo>
                  <a:pt x="860" y="1889"/>
                </a:lnTo>
                <a:lnTo>
                  <a:pt x="839" y="1909"/>
                </a:lnTo>
                <a:lnTo>
                  <a:pt x="838" y="1915"/>
                </a:lnTo>
                <a:lnTo>
                  <a:pt x="833" y="1915"/>
                </a:lnTo>
                <a:lnTo>
                  <a:pt x="829" y="1913"/>
                </a:lnTo>
                <a:lnTo>
                  <a:pt x="827" y="1910"/>
                </a:lnTo>
                <a:lnTo>
                  <a:pt x="827" y="1903"/>
                </a:lnTo>
                <a:lnTo>
                  <a:pt x="831" y="1890"/>
                </a:lnTo>
                <a:lnTo>
                  <a:pt x="831" y="1884"/>
                </a:lnTo>
                <a:lnTo>
                  <a:pt x="828" y="1874"/>
                </a:lnTo>
                <a:lnTo>
                  <a:pt x="827" y="1871"/>
                </a:lnTo>
                <a:lnTo>
                  <a:pt x="822" y="1868"/>
                </a:lnTo>
                <a:lnTo>
                  <a:pt x="817" y="1870"/>
                </a:lnTo>
                <a:lnTo>
                  <a:pt x="809" y="1876"/>
                </a:lnTo>
                <a:lnTo>
                  <a:pt x="801" y="1876"/>
                </a:lnTo>
                <a:lnTo>
                  <a:pt x="793" y="1879"/>
                </a:lnTo>
                <a:lnTo>
                  <a:pt x="791" y="1881"/>
                </a:lnTo>
                <a:lnTo>
                  <a:pt x="788" y="1879"/>
                </a:lnTo>
                <a:lnTo>
                  <a:pt x="780" y="1881"/>
                </a:lnTo>
                <a:lnTo>
                  <a:pt x="774" y="1889"/>
                </a:lnTo>
                <a:lnTo>
                  <a:pt x="771" y="1889"/>
                </a:lnTo>
                <a:lnTo>
                  <a:pt x="757" y="1886"/>
                </a:lnTo>
                <a:lnTo>
                  <a:pt x="750" y="1888"/>
                </a:lnTo>
                <a:lnTo>
                  <a:pt x="746" y="1887"/>
                </a:lnTo>
                <a:lnTo>
                  <a:pt x="739" y="1883"/>
                </a:lnTo>
                <a:lnTo>
                  <a:pt x="729" y="1881"/>
                </a:lnTo>
                <a:lnTo>
                  <a:pt x="723" y="1873"/>
                </a:lnTo>
                <a:lnTo>
                  <a:pt x="713" y="1873"/>
                </a:lnTo>
                <a:lnTo>
                  <a:pt x="708" y="1874"/>
                </a:lnTo>
                <a:lnTo>
                  <a:pt x="704" y="1881"/>
                </a:lnTo>
                <a:lnTo>
                  <a:pt x="702" y="1882"/>
                </a:lnTo>
                <a:lnTo>
                  <a:pt x="696" y="1879"/>
                </a:lnTo>
                <a:lnTo>
                  <a:pt x="691" y="1881"/>
                </a:lnTo>
                <a:lnTo>
                  <a:pt x="685" y="1877"/>
                </a:lnTo>
                <a:lnTo>
                  <a:pt x="681" y="1879"/>
                </a:lnTo>
                <a:lnTo>
                  <a:pt x="675" y="1881"/>
                </a:lnTo>
                <a:lnTo>
                  <a:pt x="671" y="1878"/>
                </a:lnTo>
                <a:lnTo>
                  <a:pt x="667" y="1872"/>
                </a:lnTo>
                <a:lnTo>
                  <a:pt x="666" y="1868"/>
                </a:lnTo>
                <a:lnTo>
                  <a:pt x="661" y="1862"/>
                </a:lnTo>
                <a:lnTo>
                  <a:pt x="653" y="1861"/>
                </a:lnTo>
                <a:lnTo>
                  <a:pt x="645" y="1863"/>
                </a:lnTo>
                <a:lnTo>
                  <a:pt x="630" y="1854"/>
                </a:lnTo>
                <a:lnTo>
                  <a:pt x="629" y="1847"/>
                </a:lnTo>
                <a:lnTo>
                  <a:pt x="632" y="1834"/>
                </a:lnTo>
                <a:lnTo>
                  <a:pt x="629" y="1833"/>
                </a:lnTo>
                <a:lnTo>
                  <a:pt x="624" y="1836"/>
                </a:lnTo>
                <a:lnTo>
                  <a:pt x="619" y="1838"/>
                </a:lnTo>
                <a:lnTo>
                  <a:pt x="611" y="1836"/>
                </a:lnTo>
                <a:lnTo>
                  <a:pt x="603" y="1834"/>
                </a:lnTo>
                <a:lnTo>
                  <a:pt x="599" y="1835"/>
                </a:lnTo>
                <a:lnTo>
                  <a:pt x="592" y="1831"/>
                </a:lnTo>
                <a:lnTo>
                  <a:pt x="589" y="1831"/>
                </a:lnTo>
                <a:lnTo>
                  <a:pt x="585" y="1828"/>
                </a:lnTo>
                <a:lnTo>
                  <a:pt x="583" y="1823"/>
                </a:lnTo>
                <a:lnTo>
                  <a:pt x="578" y="1825"/>
                </a:lnTo>
                <a:lnTo>
                  <a:pt x="576" y="1822"/>
                </a:lnTo>
                <a:lnTo>
                  <a:pt x="579" y="1809"/>
                </a:lnTo>
                <a:lnTo>
                  <a:pt x="578" y="1803"/>
                </a:lnTo>
                <a:lnTo>
                  <a:pt x="581" y="1797"/>
                </a:lnTo>
                <a:lnTo>
                  <a:pt x="579" y="1795"/>
                </a:lnTo>
                <a:lnTo>
                  <a:pt x="573" y="1793"/>
                </a:lnTo>
                <a:lnTo>
                  <a:pt x="567" y="1795"/>
                </a:lnTo>
                <a:lnTo>
                  <a:pt x="563" y="1793"/>
                </a:lnTo>
                <a:lnTo>
                  <a:pt x="560" y="1797"/>
                </a:lnTo>
                <a:lnTo>
                  <a:pt x="559" y="1800"/>
                </a:lnTo>
                <a:lnTo>
                  <a:pt x="556" y="1803"/>
                </a:lnTo>
                <a:lnTo>
                  <a:pt x="553" y="1804"/>
                </a:lnTo>
                <a:lnTo>
                  <a:pt x="548" y="1809"/>
                </a:lnTo>
                <a:lnTo>
                  <a:pt x="544" y="1808"/>
                </a:lnTo>
                <a:lnTo>
                  <a:pt x="538" y="1807"/>
                </a:lnTo>
                <a:lnTo>
                  <a:pt x="536" y="1802"/>
                </a:lnTo>
                <a:lnTo>
                  <a:pt x="533" y="1785"/>
                </a:lnTo>
                <a:lnTo>
                  <a:pt x="527" y="1776"/>
                </a:lnTo>
                <a:lnTo>
                  <a:pt x="515" y="1766"/>
                </a:lnTo>
                <a:lnTo>
                  <a:pt x="503" y="1763"/>
                </a:lnTo>
                <a:lnTo>
                  <a:pt x="493" y="1754"/>
                </a:lnTo>
                <a:lnTo>
                  <a:pt x="487" y="1745"/>
                </a:lnTo>
                <a:lnTo>
                  <a:pt x="482" y="1743"/>
                </a:lnTo>
                <a:lnTo>
                  <a:pt x="462" y="1737"/>
                </a:lnTo>
                <a:lnTo>
                  <a:pt x="444" y="1733"/>
                </a:lnTo>
                <a:lnTo>
                  <a:pt x="441" y="1732"/>
                </a:lnTo>
                <a:lnTo>
                  <a:pt x="425" y="1730"/>
                </a:lnTo>
                <a:lnTo>
                  <a:pt x="423" y="1731"/>
                </a:lnTo>
                <a:lnTo>
                  <a:pt x="423" y="1732"/>
                </a:lnTo>
                <a:lnTo>
                  <a:pt x="423" y="1737"/>
                </a:lnTo>
                <a:lnTo>
                  <a:pt x="419" y="1742"/>
                </a:lnTo>
                <a:lnTo>
                  <a:pt x="420" y="1744"/>
                </a:lnTo>
                <a:lnTo>
                  <a:pt x="419" y="1748"/>
                </a:lnTo>
                <a:lnTo>
                  <a:pt x="411" y="1741"/>
                </a:lnTo>
                <a:lnTo>
                  <a:pt x="408" y="1736"/>
                </a:lnTo>
                <a:lnTo>
                  <a:pt x="406" y="1734"/>
                </a:lnTo>
                <a:lnTo>
                  <a:pt x="403" y="1733"/>
                </a:lnTo>
                <a:lnTo>
                  <a:pt x="386" y="1728"/>
                </a:lnTo>
                <a:lnTo>
                  <a:pt x="384" y="1726"/>
                </a:lnTo>
                <a:lnTo>
                  <a:pt x="380" y="1720"/>
                </a:lnTo>
                <a:lnTo>
                  <a:pt x="375" y="1718"/>
                </a:lnTo>
                <a:lnTo>
                  <a:pt x="363" y="1709"/>
                </a:lnTo>
                <a:lnTo>
                  <a:pt x="357" y="1709"/>
                </a:lnTo>
                <a:lnTo>
                  <a:pt x="350" y="1705"/>
                </a:lnTo>
                <a:lnTo>
                  <a:pt x="348" y="1701"/>
                </a:lnTo>
                <a:lnTo>
                  <a:pt x="348" y="1698"/>
                </a:lnTo>
                <a:lnTo>
                  <a:pt x="345" y="1694"/>
                </a:lnTo>
                <a:lnTo>
                  <a:pt x="341" y="1694"/>
                </a:lnTo>
                <a:lnTo>
                  <a:pt x="339" y="1691"/>
                </a:lnTo>
                <a:lnTo>
                  <a:pt x="334" y="1689"/>
                </a:lnTo>
                <a:lnTo>
                  <a:pt x="326" y="1693"/>
                </a:lnTo>
                <a:lnTo>
                  <a:pt x="325" y="1691"/>
                </a:lnTo>
                <a:lnTo>
                  <a:pt x="323" y="1685"/>
                </a:lnTo>
                <a:lnTo>
                  <a:pt x="322" y="1684"/>
                </a:lnTo>
                <a:lnTo>
                  <a:pt x="318" y="1683"/>
                </a:lnTo>
                <a:lnTo>
                  <a:pt x="315" y="1684"/>
                </a:lnTo>
                <a:lnTo>
                  <a:pt x="306" y="1683"/>
                </a:lnTo>
                <a:lnTo>
                  <a:pt x="302" y="1684"/>
                </a:lnTo>
                <a:lnTo>
                  <a:pt x="296" y="1688"/>
                </a:lnTo>
                <a:lnTo>
                  <a:pt x="293" y="1688"/>
                </a:lnTo>
                <a:lnTo>
                  <a:pt x="290" y="1685"/>
                </a:lnTo>
                <a:lnTo>
                  <a:pt x="291" y="1675"/>
                </a:lnTo>
                <a:lnTo>
                  <a:pt x="287" y="1672"/>
                </a:lnTo>
                <a:lnTo>
                  <a:pt x="283" y="1666"/>
                </a:lnTo>
                <a:lnTo>
                  <a:pt x="283" y="1663"/>
                </a:lnTo>
                <a:lnTo>
                  <a:pt x="278" y="1658"/>
                </a:lnTo>
                <a:lnTo>
                  <a:pt x="278" y="1653"/>
                </a:lnTo>
                <a:lnTo>
                  <a:pt x="280" y="1646"/>
                </a:lnTo>
                <a:lnTo>
                  <a:pt x="277" y="1640"/>
                </a:lnTo>
                <a:lnTo>
                  <a:pt x="277" y="1636"/>
                </a:lnTo>
                <a:lnTo>
                  <a:pt x="278" y="1629"/>
                </a:lnTo>
                <a:lnTo>
                  <a:pt x="280" y="1623"/>
                </a:lnTo>
                <a:lnTo>
                  <a:pt x="273" y="1613"/>
                </a:lnTo>
                <a:lnTo>
                  <a:pt x="266" y="1605"/>
                </a:lnTo>
                <a:lnTo>
                  <a:pt x="266" y="1596"/>
                </a:lnTo>
                <a:lnTo>
                  <a:pt x="263" y="1588"/>
                </a:lnTo>
                <a:lnTo>
                  <a:pt x="264" y="1585"/>
                </a:lnTo>
                <a:lnTo>
                  <a:pt x="275" y="1583"/>
                </a:lnTo>
                <a:lnTo>
                  <a:pt x="278" y="1580"/>
                </a:lnTo>
                <a:lnTo>
                  <a:pt x="279" y="1581"/>
                </a:lnTo>
                <a:lnTo>
                  <a:pt x="280" y="1588"/>
                </a:lnTo>
                <a:lnTo>
                  <a:pt x="283" y="1593"/>
                </a:lnTo>
                <a:lnTo>
                  <a:pt x="285" y="1596"/>
                </a:lnTo>
                <a:lnTo>
                  <a:pt x="293" y="1598"/>
                </a:lnTo>
                <a:lnTo>
                  <a:pt x="295" y="1597"/>
                </a:lnTo>
                <a:lnTo>
                  <a:pt x="298" y="1596"/>
                </a:lnTo>
                <a:lnTo>
                  <a:pt x="301" y="1597"/>
                </a:lnTo>
                <a:lnTo>
                  <a:pt x="302" y="1591"/>
                </a:lnTo>
                <a:lnTo>
                  <a:pt x="306" y="1588"/>
                </a:lnTo>
                <a:lnTo>
                  <a:pt x="310" y="1582"/>
                </a:lnTo>
                <a:lnTo>
                  <a:pt x="311" y="1582"/>
                </a:lnTo>
                <a:lnTo>
                  <a:pt x="315" y="1587"/>
                </a:lnTo>
                <a:lnTo>
                  <a:pt x="317" y="1587"/>
                </a:lnTo>
                <a:lnTo>
                  <a:pt x="326" y="1576"/>
                </a:lnTo>
                <a:lnTo>
                  <a:pt x="326" y="1574"/>
                </a:lnTo>
                <a:lnTo>
                  <a:pt x="322" y="1567"/>
                </a:lnTo>
                <a:lnTo>
                  <a:pt x="316" y="1559"/>
                </a:lnTo>
                <a:lnTo>
                  <a:pt x="315" y="1554"/>
                </a:lnTo>
                <a:lnTo>
                  <a:pt x="316" y="1551"/>
                </a:lnTo>
                <a:lnTo>
                  <a:pt x="316" y="1548"/>
                </a:lnTo>
                <a:lnTo>
                  <a:pt x="306" y="1543"/>
                </a:lnTo>
                <a:lnTo>
                  <a:pt x="301" y="1544"/>
                </a:lnTo>
                <a:lnTo>
                  <a:pt x="300" y="1540"/>
                </a:lnTo>
                <a:lnTo>
                  <a:pt x="291" y="1533"/>
                </a:lnTo>
                <a:lnTo>
                  <a:pt x="291" y="1518"/>
                </a:lnTo>
                <a:lnTo>
                  <a:pt x="296" y="1517"/>
                </a:lnTo>
                <a:lnTo>
                  <a:pt x="294" y="1511"/>
                </a:lnTo>
                <a:lnTo>
                  <a:pt x="295" y="1508"/>
                </a:lnTo>
                <a:lnTo>
                  <a:pt x="296" y="1507"/>
                </a:lnTo>
                <a:lnTo>
                  <a:pt x="289" y="1500"/>
                </a:lnTo>
                <a:lnTo>
                  <a:pt x="290" y="1494"/>
                </a:lnTo>
                <a:lnTo>
                  <a:pt x="290" y="1492"/>
                </a:lnTo>
                <a:lnTo>
                  <a:pt x="300" y="1492"/>
                </a:lnTo>
                <a:lnTo>
                  <a:pt x="304" y="1489"/>
                </a:lnTo>
                <a:lnTo>
                  <a:pt x="315" y="1492"/>
                </a:lnTo>
                <a:lnTo>
                  <a:pt x="317" y="1490"/>
                </a:lnTo>
                <a:lnTo>
                  <a:pt x="322" y="1485"/>
                </a:lnTo>
                <a:lnTo>
                  <a:pt x="327" y="1475"/>
                </a:lnTo>
                <a:lnTo>
                  <a:pt x="327" y="1464"/>
                </a:lnTo>
                <a:lnTo>
                  <a:pt x="337" y="1463"/>
                </a:lnTo>
                <a:lnTo>
                  <a:pt x="338" y="1462"/>
                </a:lnTo>
                <a:lnTo>
                  <a:pt x="336" y="1459"/>
                </a:lnTo>
                <a:lnTo>
                  <a:pt x="337" y="1456"/>
                </a:lnTo>
                <a:lnTo>
                  <a:pt x="341" y="1453"/>
                </a:lnTo>
                <a:lnTo>
                  <a:pt x="342" y="1451"/>
                </a:lnTo>
                <a:lnTo>
                  <a:pt x="345" y="1447"/>
                </a:lnTo>
                <a:lnTo>
                  <a:pt x="352" y="1442"/>
                </a:lnTo>
                <a:lnTo>
                  <a:pt x="352" y="1436"/>
                </a:lnTo>
                <a:lnTo>
                  <a:pt x="358" y="1430"/>
                </a:lnTo>
                <a:lnTo>
                  <a:pt x="360" y="1411"/>
                </a:lnTo>
                <a:lnTo>
                  <a:pt x="363" y="1409"/>
                </a:lnTo>
                <a:lnTo>
                  <a:pt x="363" y="1402"/>
                </a:lnTo>
                <a:lnTo>
                  <a:pt x="369" y="1394"/>
                </a:lnTo>
                <a:lnTo>
                  <a:pt x="369" y="1391"/>
                </a:lnTo>
                <a:lnTo>
                  <a:pt x="365" y="1388"/>
                </a:lnTo>
                <a:lnTo>
                  <a:pt x="361" y="1388"/>
                </a:lnTo>
                <a:lnTo>
                  <a:pt x="354" y="1397"/>
                </a:lnTo>
                <a:lnTo>
                  <a:pt x="352" y="1397"/>
                </a:lnTo>
                <a:lnTo>
                  <a:pt x="349" y="1393"/>
                </a:lnTo>
                <a:lnTo>
                  <a:pt x="347" y="1382"/>
                </a:lnTo>
                <a:lnTo>
                  <a:pt x="342" y="1386"/>
                </a:lnTo>
                <a:lnTo>
                  <a:pt x="338" y="1386"/>
                </a:lnTo>
                <a:lnTo>
                  <a:pt x="336" y="1381"/>
                </a:lnTo>
                <a:lnTo>
                  <a:pt x="333" y="1381"/>
                </a:lnTo>
                <a:lnTo>
                  <a:pt x="331" y="1379"/>
                </a:lnTo>
                <a:lnTo>
                  <a:pt x="330" y="1370"/>
                </a:lnTo>
                <a:lnTo>
                  <a:pt x="326" y="1368"/>
                </a:lnTo>
                <a:lnTo>
                  <a:pt x="325" y="1366"/>
                </a:lnTo>
                <a:lnTo>
                  <a:pt x="322" y="1365"/>
                </a:lnTo>
                <a:lnTo>
                  <a:pt x="318" y="1365"/>
                </a:lnTo>
                <a:lnTo>
                  <a:pt x="315" y="1360"/>
                </a:lnTo>
                <a:lnTo>
                  <a:pt x="312" y="1359"/>
                </a:lnTo>
                <a:lnTo>
                  <a:pt x="309" y="1359"/>
                </a:lnTo>
                <a:lnTo>
                  <a:pt x="304" y="1361"/>
                </a:lnTo>
                <a:lnTo>
                  <a:pt x="298" y="1361"/>
                </a:lnTo>
                <a:lnTo>
                  <a:pt x="293" y="1365"/>
                </a:lnTo>
                <a:lnTo>
                  <a:pt x="279" y="1365"/>
                </a:lnTo>
                <a:lnTo>
                  <a:pt x="269" y="1372"/>
                </a:lnTo>
                <a:lnTo>
                  <a:pt x="258" y="1378"/>
                </a:lnTo>
                <a:lnTo>
                  <a:pt x="251" y="1383"/>
                </a:lnTo>
                <a:lnTo>
                  <a:pt x="246" y="1388"/>
                </a:lnTo>
                <a:lnTo>
                  <a:pt x="241" y="1389"/>
                </a:lnTo>
                <a:lnTo>
                  <a:pt x="237" y="1394"/>
                </a:lnTo>
                <a:lnTo>
                  <a:pt x="230" y="1391"/>
                </a:lnTo>
                <a:lnTo>
                  <a:pt x="225" y="1394"/>
                </a:lnTo>
                <a:lnTo>
                  <a:pt x="220" y="1394"/>
                </a:lnTo>
                <a:lnTo>
                  <a:pt x="209" y="1393"/>
                </a:lnTo>
                <a:lnTo>
                  <a:pt x="202" y="1388"/>
                </a:lnTo>
                <a:lnTo>
                  <a:pt x="196" y="1389"/>
                </a:lnTo>
                <a:lnTo>
                  <a:pt x="188" y="1384"/>
                </a:lnTo>
                <a:lnTo>
                  <a:pt x="171" y="1378"/>
                </a:lnTo>
                <a:lnTo>
                  <a:pt x="161" y="1372"/>
                </a:lnTo>
                <a:lnTo>
                  <a:pt x="161" y="1366"/>
                </a:lnTo>
                <a:lnTo>
                  <a:pt x="160" y="1362"/>
                </a:lnTo>
                <a:lnTo>
                  <a:pt x="156" y="1363"/>
                </a:lnTo>
                <a:lnTo>
                  <a:pt x="151" y="1367"/>
                </a:lnTo>
                <a:lnTo>
                  <a:pt x="148" y="1367"/>
                </a:lnTo>
                <a:lnTo>
                  <a:pt x="143" y="1368"/>
                </a:lnTo>
                <a:lnTo>
                  <a:pt x="139" y="1367"/>
                </a:lnTo>
                <a:lnTo>
                  <a:pt x="133" y="1356"/>
                </a:lnTo>
                <a:lnTo>
                  <a:pt x="126" y="1355"/>
                </a:lnTo>
                <a:lnTo>
                  <a:pt x="124" y="1351"/>
                </a:lnTo>
                <a:lnTo>
                  <a:pt x="124" y="1349"/>
                </a:lnTo>
                <a:lnTo>
                  <a:pt x="129" y="1348"/>
                </a:lnTo>
                <a:lnTo>
                  <a:pt x="131" y="1344"/>
                </a:lnTo>
                <a:lnTo>
                  <a:pt x="129" y="1339"/>
                </a:lnTo>
                <a:lnTo>
                  <a:pt x="127" y="1336"/>
                </a:lnTo>
                <a:lnTo>
                  <a:pt x="129" y="1330"/>
                </a:lnTo>
                <a:lnTo>
                  <a:pt x="129" y="1324"/>
                </a:lnTo>
                <a:lnTo>
                  <a:pt x="127" y="1318"/>
                </a:lnTo>
                <a:lnTo>
                  <a:pt x="121" y="1312"/>
                </a:lnTo>
                <a:lnTo>
                  <a:pt x="110" y="1305"/>
                </a:lnTo>
                <a:lnTo>
                  <a:pt x="105" y="1305"/>
                </a:lnTo>
                <a:lnTo>
                  <a:pt x="99" y="1309"/>
                </a:lnTo>
                <a:lnTo>
                  <a:pt x="97" y="1308"/>
                </a:lnTo>
                <a:lnTo>
                  <a:pt x="97" y="1296"/>
                </a:lnTo>
                <a:lnTo>
                  <a:pt x="95" y="1293"/>
                </a:lnTo>
                <a:lnTo>
                  <a:pt x="88" y="1295"/>
                </a:lnTo>
                <a:lnTo>
                  <a:pt x="83" y="1292"/>
                </a:lnTo>
                <a:lnTo>
                  <a:pt x="79" y="1291"/>
                </a:lnTo>
                <a:lnTo>
                  <a:pt x="65" y="1293"/>
                </a:lnTo>
                <a:lnTo>
                  <a:pt x="54" y="1290"/>
                </a:lnTo>
                <a:lnTo>
                  <a:pt x="56" y="1289"/>
                </a:lnTo>
                <a:lnTo>
                  <a:pt x="53" y="1284"/>
                </a:lnTo>
                <a:lnTo>
                  <a:pt x="47" y="1281"/>
                </a:lnTo>
                <a:lnTo>
                  <a:pt x="46" y="1278"/>
                </a:lnTo>
                <a:lnTo>
                  <a:pt x="53" y="1270"/>
                </a:lnTo>
                <a:lnTo>
                  <a:pt x="57" y="1269"/>
                </a:lnTo>
                <a:lnTo>
                  <a:pt x="62" y="1271"/>
                </a:lnTo>
                <a:lnTo>
                  <a:pt x="65" y="1271"/>
                </a:lnTo>
                <a:lnTo>
                  <a:pt x="62" y="1271"/>
                </a:lnTo>
                <a:lnTo>
                  <a:pt x="70" y="1274"/>
                </a:lnTo>
                <a:lnTo>
                  <a:pt x="73" y="1273"/>
                </a:lnTo>
                <a:lnTo>
                  <a:pt x="73" y="1237"/>
                </a:lnTo>
                <a:lnTo>
                  <a:pt x="63" y="1212"/>
                </a:lnTo>
                <a:lnTo>
                  <a:pt x="63" y="1193"/>
                </a:lnTo>
                <a:lnTo>
                  <a:pt x="56" y="1182"/>
                </a:lnTo>
                <a:lnTo>
                  <a:pt x="37" y="1180"/>
                </a:lnTo>
                <a:lnTo>
                  <a:pt x="17" y="1187"/>
                </a:lnTo>
                <a:lnTo>
                  <a:pt x="6" y="1179"/>
                </a:lnTo>
                <a:lnTo>
                  <a:pt x="2" y="1162"/>
                </a:lnTo>
                <a:lnTo>
                  <a:pt x="0" y="1142"/>
                </a:lnTo>
                <a:lnTo>
                  <a:pt x="11" y="1108"/>
                </a:lnTo>
                <a:lnTo>
                  <a:pt x="10" y="1097"/>
                </a:lnTo>
                <a:lnTo>
                  <a:pt x="19" y="1079"/>
                </a:lnTo>
                <a:lnTo>
                  <a:pt x="51" y="1064"/>
                </a:lnTo>
                <a:lnTo>
                  <a:pt x="56" y="1059"/>
                </a:lnTo>
                <a:lnTo>
                  <a:pt x="63" y="1059"/>
                </a:lnTo>
                <a:lnTo>
                  <a:pt x="69" y="1044"/>
                </a:lnTo>
                <a:lnTo>
                  <a:pt x="79" y="1048"/>
                </a:lnTo>
                <a:lnTo>
                  <a:pt x="94" y="1042"/>
                </a:lnTo>
                <a:lnTo>
                  <a:pt x="105" y="1043"/>
                </a:lnTo>
                <a:lnTo>
                  <a:pt x="111" y="1056"/>
                </a:lnTo>
                <a:lnTo>
                  <a:pt x="122" y="1058"/>
                </a:lnTo>
                <a:lnTo>
                  <a:pt x="138" y="1054"/>
                </a:lnTo>
                <a:lnTo>
                  <a:pt x="148" y="1055"/>
                </a:lnTo>
                <a:lnTo>
                  <a:pt x="161" y="1045"/>
                </a:lnTo>
                <a:lnTo>
                  <a:pt x="167" y="1027"/>
                </a:lnTo>
                <a:lnTo>
                  <a:pt x="176" y="1016"/>
                </a:lnTo>
                <a:lnTo>
                  <a:pt x="193" y="1011"/>
                </a:lnTo>
                <a:lnTo>
                  <a:pt x="212" y="1010"/>
                </a:lnTo>
                <a:lnTo>
                  <a:pt x="239" y="1005"/>
                </a:lnTo>
                <a:lnTo>
                  <a:pt x="251" y="1000"/>
                </a:lnTo>
                <a:lnTo>
                  <a:pt x="259" y="986"/>
                </a:lnTo>
                <a:lnTo>
                  <a:pt x="274" y="973"/>
                </a:lnTo>
                <a:lnTo>
                  <a:pt x="310" y="953"/>
                </a:lnTo>
                <a:lnTo>
                  <a:pt x="348" y="941"/>
                </a:lnTo>
                <a:lnTo>
                  <a:pt x="358" y="934"/>
                </a:lnTo>
                <a:lnTo>
                  <a:pt x="364" y="920"/>
                </a:lnTo>
                <a:lnTo>
                  <a:pt x="364" y="892"/>
                </a:lnTo>
                <a:lnTo>
                  <a:pt x="366" y="881"/>
                </a:lnTo>
                <a:lnTo>
                  <a:pt x="374" y="871"/>
                </a:lnTo>
                <a:lnTo>
                  <a:pt x="373" y="859"/>
                </a:lnTo>
                <a:lnTo>
                  <a:pt x="386" y="849"/>
                </a:lnTo>
                <a:lnTo>
                  <a:pt x="386" y="834"/>
                </a:lnTo>
                <a:lnTo>
                  <a:pt x="377" y="807"/>
                </a:lnTo>
                <a:lnTo>
                  <a:pt x="370" y="795"/>
                </a:lnTo>
                <a:lnTo>
                  <a:pt x="366" y="780"/>
                </a:lnTo>
                <a:lnTo>
                  <a:pt x="361" y="742"/>
                </a:lnTo>
                <a:lnTo>
                  <a:pt x="354" y="727"/>
                </a:lnTo>
                <a:lnTo>
                  <a:pt x="347" y="720"/>
                </a:lnTo>
                <a:lnTo>
                  <a:pt x="355" y="712"/>
                </a:lnTo>
                <a:lnTo>
                  <a:pt x="375" y="705"/>
                </a:lnTo>
                <a:lnTo>
                  <a:pt x="393" y="703"/>
                </a:lnTo>
                <a:lnTo>
                  <a:pt x="416" y="695"/>
                </a:lnTo>
                <a:lnTo>
                  <a:pt x="471" y="693"/>
                </a:lnTo>
                <a:lnTo>
                  <a:pt x="478" y="688"/>
                </a:lnTo>
                <a:lnTo>
                  <a:pt x="472" y="670"/>
                </a:lnTo>
                <a:lnTo>
                  <a:pt x="470" y="655"/>
                </a:lnTo>
                <a:lnTo>
                  <a:pt x="473" y="635"/>
                </a:lnTo>
                <a:lnTo>
                  <a:pt x="479" y="611"/>
                </a:lnTo>
                <a:lnTo>
                  <a:pt x="492" y="584"/>
                </a:lnTo>
                <a:lnTo>
                  <a:pt x="500" y="558"/>
                </a:lnTo>
                <a:lnTo>
                  <a:pt x="511" y="537"/>
                </a:lnTo>
                <a:lnTo>
                  <a:pt x="535" y="537"/>
                </a:lnTo>
                <a:lnTo>
                  <a:pt x="544" y="544"/>
                </a:lnTo>
                <a:lnTo>
                  <a:pt x="563" y="550"/>
                </a:lnTo>
                <a:lnTo>
                  <a:pt x="597" y="547"/>
                </a:lnTo>
                <a:lnTo>
                  <a:pt x="606" y="556"/>
                </a:lnTo>
                <a:lnTo>
                  <a:pt x="616" y="563"/>
                </a:lnTo>
                <a:lnTo>
                  <a:pt x="630" y="552"/>
                </a:lnTo>
                <a:lnTo>
                  <a:pt x="653" y="544"/>
                </a:lnTo>
                <a:lnTo>
                  <a:pt x="656" y="507"/>
                </a:lnTo>
                <a:lnTo>
                  <a:pt x="654" y="484"/>
                </a:lnTo>
                <a:lnTo>
                  <a:pt x="659" y="459"/>
                </a:lnTo>
                <a:lnTo>
                  <a:pt x="670" y="439"/>
                </a:lnTo>
                <a:lnTo>
                  <a:pt x="686" y="440"/>
                </a:lnTo>
                <a:lnTo>
                  <a:pt x="705" y="434"/>
                </a:lnTo>
                <a:lnTo>
                  <a:pt x="721" y="418"/>
                </a:lnTo>
                <a:lnTo>
                  <a:pt x="731" y="398"/>
                </a:lnTo>
                <a:lnTo>
                  <a:pt x="756" y="405"/>
                </a:lnTo>
                <a:lnTo>
                  <a:pt x="772" y="389"/>
                </a:lnTo>
                <a:lnTo>
                  <a:pt x="777" y="389"/>
                </a:lnTo>
                <a:lnTo>
                  <a:pt x="777" y="393"/>
                </a:lnTo>
                <a:lnTo>
                  <a:pt x="780" y="404"/>
                </a:lnTo>
                <a:lnTo>
                  <a:pt x="791" y="430"/>
                </a:lnTo>
                <a:lnTo>
                  <a:pt x="821" y="453"/>
                </a:lnTo>
                <a:lnTo>
                  <a:pt x="832" y="474"/>
                </a:lnTo>
                <a:lnTo>
                  <a:pt x="847" y="485"/>
                </a:lnTo>
                <a:lnTo>
                  <a:pt x="854" y="474"/>
                </a:lnTo>
                <a:lnTo>
                  <a:pt x="870" y="477"/>
                </a:lnTo>
                <a:lnTo>
                  <a:pt x="885" y="485"/>
                </a:lnTo>
                <a:lnTo>
                  <a:pt x="901" y="488"/>
                </a:lnTo>
                <a:lnTo>
                  <a:pt x="911" y="504"/>
                </a:lnTo>
                <a:lnTo>
                  <a:pt x="918" y="526"/>
                </a:lnTo>
                <a:lnTo>
                  <a:pt x="928" y="543"/>
                </a:lnTo>
                <a:lnTo>
                  <a:pt x="940" y="586"/>
                </a:lnTo>
                <a:lnTo>
                  <a:pt x="940" y="614"/>
                </a:lnTo>
                <a:lnTo>
                  <a:pt x="944" y="633"/>
                </a:lnTo>
                <a:lnTo>
                  <a:pt x="943" y="652"/>
                </a:lnTo>
                <a:lnTo>
                  <a:pt x="935" y="668"/>
                </a:lnTo>
                <a:lnTo>
                  <a:pt x="934" y="683"/>
                </a:lnTo>
                <a:lnTo>
                  <a:pt x="941" y="690"/>
                </a:lnTo>
                <a:lnTo>
                  <a:pt x="957" y="697"/>
                </a:lnTo>
                <a:lnTo>
                  <a:pt x="988" y="700"/>
                </a:lnTo>
                <a:lnTo>
                  <a:pt x="1022" y="711"/>
                </a:lnTo>
                <a:lnTo>
                  <a:pt x="1031" y="711"/>
                </a:lnTo>
                <a:lnTo>
                  <a:pt x="1044" y="706"/>
                </a:lnTo>
                <a:lnTo>
                  <a:pt x="1057" y="706"/>
                </a:lnTo>
                <a:lnTo>
                  <a:pt x="1069" y="712"/>
                </a:lnTo>
                <a:lnTo>
                  <a:pt x="1099" y="722"/>
                </a:lnTo>
                <a:lnTo>
                  <a:pt x="1114" y="732"/>
                </a:lnTo>
                <a:lnTo>
                  <a:pt x="1130" y="741"/>
                </a:lnTo>
                <a:lnTo>
                  <a:pt x="1162" y="749"/>
                </a:lnTo>
                <a:lnTo>
                  <a:pt x="1175" y="759"/>
                </a:lnTo>
                <a:lnTo>
                  <a:pt x="1187" y="760"/>
                </a:lnTo>
                <a:lnTo>
                  <a:pt x="1198" y="775"/>
                </a:lnTo>
                <a:lnTo>
                  <a:pt x="1209" y="792"/>
                </a:lnTo>
                <a:lnTo>
                  <a:pt x="1216" y="812"/>
                </a:lnTo>
                <a:lnTo>
                  <a:pt x="1228" y="832"/>
                </a:lnTo>
                <a:lnTo>
                  <a:pt x="1240" y="846"/>
                </a:lnTo>
                <a:lnTo>
                  <a:pt x="1253" y="862"/>
                </a:lnTo>
                <a:lnTo>
                  <a:pt x="1269" y="876"/>
                </a:lnTo>
                <a:lnTo>
                  <a:pt x="1283" y="882"/>
                </a:lnTo>
                <a:lnTo>
                  <a:pt x="1304" y="882"/>
                </a:lnTo>
                <a:lnTo>
                  <a:pt x="1452" y="872"/>
                </a:lnTo>
                <a:lnTo>
                  <a:pt x="1470" y="870"/>
                </a:lnTo>
                <a:lnTo>
                  <a:pt x="1487" y="872"/>
                </a:lnTo>
                <a:lnTo>
                  <a:pt x="1521" y="883"/>
                </a:lnTo>
                <a:lnTo>
                  <a:pt x="1531" y="887"/>
                </a:lnTo>
                <a:lnTo>
                  <a:pt x="1540" y="898"/>
                </a:lnTo>
                <a:lnTo>
                  <a:pt x="1555" y="911"/>
                </a:lnTo>
                <a:lnTo>
                  <a:pt x="1578" y="921"/>
                </a:lnTo>
                <a:lnTo>
                  <a:pt x="1611" y="931"/>
                </a:lnTo>
                <a:lnTo>
                  <a:pt x="1629" y="941"/>
                </a:lnTo>
                <a:lnTo>
                  <a:pt x="1651" y="948"/>
                </a:lnTo>
                <a:lnTo>
                  <a:pt x="1680" y="950"/>
                </a:lnTo>
                <a:lnTo>
                  <a:pt x="1686" y="952"/>
                </a:lnTo>
                <a:lnTo>
                  <a:pt x="1697" y="961"/>
                </a:lnTo>
                <a:lnTo>
                  <a:pt x="1709" y="964"/>
                </a:lnTo>
                <a:lnTo>
                  <a:pt x="1719" y="963"/>
                </a:lnTo>
                <a:lnTo>
                  <a:pt x="1737" y="948"/>
                </a:lnTo>
                <a:lnTo>
                  <a:pt x="1767" y="937"/>
                </a:lnTo>
                <a:lnTo>
                  <a:pt x="1780" y="935"/>
                </a:lnTo>
                <a:lnTo>
                  <a:pt x="1791" y="931"/>
                </a:lnTo>
                <a:lnTo>
                  <a:pt x="1799" y="921"/>
                </a:lnTo>
                <a:lnTo>
                  <a:pt x="1810" y="918"/>
                </a:lnTo>
                <a:lnTo>
                  <a:pt x="1847" y="911"/>
                </a:lnTo>
                <a:lnTo>
                  <a:pt x="1865" y="904"/>
                </a:lnTo>
                <a:lnTo>
                  <a:pt x="1891" y="905"/>
                </a:lnTo>
                <a:lnTo>
                  <a:pt x="1907" y="899"/>
                </a:lnTo>
                <a:lnTo>
                  <a:pt x="1935" y="908"/>
                </a:lnTo>
                <a:lnTo>
                  <a:pt x="1940" y="905"/>
                </a:lnTo>
                <a:lnTo>
                  <a:pt x="1968" y="903"/>
                </a:lnTo>
                <a:lnTo>
                  <a:pt x="1998" y="892"/>
                </a:lnTo>
                <a:lnTo>
                  <a:pt x="2012" y="883"/>
                </a:lnTo>
                <a:lnTo>
                  <a:pt x="2032" y="868"/>
                </a:lnTo>
                <a:lnTo>
                  <a:pt x="2042" y="854"/>
                </a:lnTo>
                <a:lnTo>
                  <a:pt x="2100" y="805"/>
                </a:lnTo>
                <a:lnTo>
                  <a:pt x="2097" y="791"/>
                </a:lnTo>
                <a:lnTo>
                  <a:pt x="2075" y="762"/>
                </a:lnTo>
                <a:lnTo>
                  <a:pt x="2078" y="747"/>
                </a:lnTo>
                <a:lnTo>
                  <a:pt x="2091" y="727"/>
                </a:lnTo>
                <a:lnTo>
                  <a:pt x="2100" y="710"/>
                </a:lnTo>
                <a:lnTo>
                  <a:pt x="2121" y="704"/>
                </a:lnTo>
                <a:lnTo>
                  <a:pt x="2137" y="709"/>
                </a:lnTo>
                <a:lnTo>
                  <a:pt x="2149" y="722"/>
                </a:lnTo>
                <a:lnTo>
                  <a:pt x="2170" y="727"/>
                </a:lnTo>
                <a:lnTo>
                  <a:pt x="2188" y="727"/>
                </a:lnTo>
                <a:lnTo>
                  <a:pt x="2215" y="710"/>
                </a:lnTo>
                <a:lnTo>
                  <a:pt x="2234" y="689"/>
                </a:lnTo>
                <a:lnTo>
                  <a:pt x="2254" y="667"/>
                </a:lnTo>
                <a:lnTo>
                  <a:pt x="2266" y="667"/>
                </a:lnTo>
                <a:lnTo>
                  <a:pt x="2277" y="668"/>
                </a:lnTo>
                <a:lnTo>
                  <a:pt x="2284" y="666"/>
                </a:lnTo>
                <a:lnTo>
                  <a:pt x="2302" y="654"/>
                </a:lnTo>
                <a:lnTo>
                  <a:pt x="2353" y="598"/>
                </a:lnTo>
                <a:lnTo>
                  <a:pt x="2369" y="584"/>
                </a:lnTo>
                <a:lnTo>
                  <a:pt x="2390" y="580"/>
                </a:lnTo>
                <a:lnTo>
                  <a:pt x="2415" y="581"/>
                </a:lnTo>
                <a:lnTo>
                  <a:pt x="2440" y="577"/>
                </a:lnTo>
                <a:lnTo>
                  <a:pt x="2465" y="572"/>
                </a:lnTo>
                <a:lnTo>
                  <a:pt x="2484" y="577"/>
                </a:lnTo>
                <a:lnTo>
                  <a:pt x="2501" y="580"/>
                </a:lnTo>
                <a:lnTo>
                  <a:pt x="2511" y="574"/>
                </a:lnTo>
                <a:lnTo>
                  <a:pt x="2510" y="561"/>
                </a:lnTo>
                <a:lnTo>
                  <a:pt x="2496" y="553"/>
                </a:lnTo>
                <a:lnTo>
                  <a:pt x="2496" y="544"/>
                </a:lnTo>
                <a:lnTo>
                  <a:pt x="2498" y="531"/>
                </a:lnTo>
                <a:lnTo>
                  <a:pt x="2492" y="517"/>
                </a:lnTo>
                <a:lnTo>
                  <a:pt x="2463" y="493"/>
                </a:lnTo>
                <a:lnTo>
                  <a:pt x="2450" y="478"/>
                </a:lnTo>
                <a:lnTo>
                  <a:pt x="2444" y="464"/>
                </a:lnTo>
                <a:lnTo>
                  <a:pt x="2415" y="485"/>
                </a:lnTo>
                <a:lnTo>
                  <a:pt x="2397" y="498"/>
                </a:lnTo>
                <a:lnTo>
                  <a:pt x="2372" y="505"/>
                </a:lnTo>
                <a:lnTo>
                  <a:pt x="2347" y="507"/>
                </a:lnTo>
                <a:lnTo>
                  <a:pt x="2306" y="498"/>
                </a:lnTo>
                <a:lnTo>
                  <a:pt x="2297" y="483"/>
                </a:lnTo>
                <a:lnTo>
                  <a:pt x="2294" y="463"/>
                </a:lnTo>
                <a:lnTo>
                  <a:pt x="2294" y="441"/>
                </a:lnTo>
                <a:lnTo>
                  <a:pt x="2302" y="424"/>
                </a:lnTo>
                <a:lnTo>
                  <a:pt x="2305" y="404"/>
                </a:lnTo>
                <a:lnTo>
                  <a:pt x="2302" y="387"/>
                </a:lnTo>
                <a:lnTo>
                  <a:pt x="2302" y="371"/>
                </a:lnTo>
                <a:lnTo>
                  <a:pt x="2306" y="362"/>
                </a:lnTo>
                <a:lnTo>
                  <a:pt x="2317" y="348"/>
                </a:lnTo>
                <a:lnTo>
                  <a:pt x="2333" y="319"/>
                </a:lnTo>
                <a:lnTo>
                  <a:pt x="2342" y="311"/>
                </a:lnTo>
                <a:lnTo>
                  <a:pt x="2342" y="306"/>
                </a:lnTo>
                <a:lnTo>
                  <a:pt x="2353" y="308"/>
                </a:lnTo>
                <a:lnTo>
                  <a:pt x="2366" y="318"/>
                </a:lnTo>
                <a:lnTo>
                  <a:pt x="2398" y="328"/>
                </a:lnTo>
                <a:lnTo>
                  <a:pt x="2423" y="340"/>
                </a:lnTo>
                <a:lnTo>
                  <a:pt x="2434" y="338"/>
                </a:lnTo>
                <a:lnTo>
                  <a:pt x="2449" y="327"/>
                </a:lnTo>
                <a:lnTo>
                  <a:pt x="2499" y="296"/>
                </a:lnTo>
                <a:lnTo>
                  <a:pt x="2500" y="289"/>
                </a:lnTo>
                <a:lnTo>
                  <a:pt x="2498" y="276"/>
                </a:lnTo>
                <a:lnTo>
                  <a:pt x="2501" y="264"/>
                </a:lnTo>
                <a:lnTo>
                  <a:pt x="2512" y="251"/>
                </a:lnTo>
                <a:lnTo>
                  <a:pt x="2519" y="240"/>
                </a:lnTo>
                <a:lnTo>
                  <a:pt x="2526" y="210"/>
                </a:lnTo>
                <a:lnTo>
                  <a:pt x="2531" y="188"/>
                </a:lnTo>
                <a:lnTo>
                  <a:pt x="2538" y="171"/>
                </a:lnTo>
                <a:lnTo>
                  <a:pt x="2557" y="161"/>
                </a:lnTo>
                <a:lnTo>
                  <a:pt x="2581" y="134"/>
                </a:lnTo>
                <a:lnTo>
                  <a:pt x="2581" y="129"/>
                </a:lnTo>
                <a:lnTo>
                  <a:pt x="2576" y="118"/>
                </a:lnTo>
                <a:lnTo>
                  <a:pt x="2578" y="91"/>
                </a:lnTo>
                <a:lnTo>
                  <a:pt x="2571" y="87"/>
                </a:lnTo>
                <a:lnTo>
                  <a:pt x="2560" y="87"/>
                </a:lnTo>
                <a:lnTo>
                  <a:pt x="2542" y="92"/>
                </a:lnTo>
                <a:lnTo>
                  <a:pt x="2538" y="87"/>
                </a:lnTo>
                <a:lnTo>
                  <a:pt x="2543" y="74"/>
                </a:lnTo>
                <a:lnTo>
                  <a:pt x="2567" y="50"/>
                </a:lnTo>
                <a:lnTo>
                  <a:pt x="2575" y="38"/>
                </a:lnTo>
                <a:lnTo>
                  <a:pt x="2591" y="26"/>
                </a:lnTo>
                <a:lnTo>
                  <a:pt x="2625" y="20"/>
                </a:lnTo>
                <a:lnTo>
                  <a:pt x="2666" y="5"/>
                </a:lnTo>
                <a:lnTo>
                  <a:pt x="2691" y="6"/>
                </a:lnTo>
                <a:lnTo>
                  <a:pt x="2726" y="0"/>
                </a:lnTo>
                <a:lnTo>
                  <a:pt x="2738" y="0"/>
                </a:lnTo>
                <a:lnTo>
                  <a:pt x="2757" y="9"/>
                </a:lnTo>
                <a:lnTo>
                  <a:pt x="2774" y="21"/>
                </a:lnTo>
                <a:lnTo>
                  <a:pt x="2785" y="33"/>
                </a:lnTo>
                <a:lnTo>
                  <a:pt x="2801" y="37"/>
                </a:lnTo>
                <a:lnTo>
                  <a:pt x="2820" y="34"/>
                </a:lnTo>
                <a:lnTo>
                  <a:pt x="2836" y="38"/>
                </a:lnTo>
                <a:lnTo>
                  <a:pt x="2850" y="44"/>
                </a:lnTo>
                <a:lnTo>
                  <a:pt x="2858" y="58"/>
                </a:lnTo>
                <a:lnTo>
                  <a:pt x="2870" y="76"/>
                </a:lnTo>
                <a:lnTo>
                  <a:pt x="2871" y="89"/>
                </a:lnTo>
                <a:lnTo>
                  <a:pt x="2879" y="96"/>
                </a:lnTo>
                <a:lnTo>
                  <a:pt x="2888" y="102"/>
                </a:lnTo>
                <a:lnTo>
                  <a:pt x="2890" y="111"/>
                </a:lnTo>
                <a:lnTo>
                  <a:pt x="2891" y="106"/>
                </a:lnTo>
                <a:lnTo>
                  <a:pt x="2893" y="119"/>
                </a:lnTo>
                <a:lnTo>
                  <a:pt x="2898" y="134"/>
                </a:lnTo>
                <a:lnTo>
                  <a:pt x="2901" y="155"/>
                </a:lnTo>
                <a:lnTo>
                  <a:pt x="2909" y="172"/>
                </a:lnTo>
                <a:lnTo>
                  <a:pt x="2914" y="189"/>
                </a:lnTo>
                <a:lnTo>
                  <a:pt x="2935" y="229"/>
                </a:lnTo>
                <a:lnTo>
                  <a:pt x="2941" y="270"/>
                </a:lnTo>
                <a:lnTo>
                  <a:pt x="2950" y="289"/>
                </a:lnTo>
                <a:lnTo>
                  <a:pt x="2949" y="294"/>
                </a:lnTo>
                <a:lnTo>
                  <a:pt x="2950" y="295"/>
                </a:lnTo>
                <a:lnTo>
                  <a:pt x="2952" y="313"/>
                </a:lnTo>
                <a:lnTo>
                  <a:pt x="2952" y="334"/>
                </a:lnTo>
                <a:lnTo>
                  <a:pt x="2965" y="345"/>
                </a:lnTo>
                <a:lnTo>
                  <a:pt x="2988" y="348"/>
                </a:lnTo>
                <a:lnTo>
                  <a:pt x="3009" y="340"/>
                </a:lnTo>
                <a:lnTo>
                  <a:pt x="3025" y="348"/>
                </a:lnTo>
                <a:lnTo>
                  <a:pt x="3044" y="350"/>
                </a:lnTo>
                <a:lnTo>
                  <a:pt x="3062" y="359"/>
                </a:lnTo>
                <a:lnTo>
                  <a:pt x="3094" y="387"/>
                </a:lnTo>
                <a:lnTo>
                  <a:pt x="3109" y="394"/>
                </a:lnTo>
                <a:lnTo>
                  <a:pt x="3121" y="396"/>
                </a:lnTo>
                <a:lnTo>
                  <a:pt x="3125" y="403"/>
                </a:lnTo>
                <a:lnTo>
                  <a:pt x="3125" y="408"/>
                </a:lnTo>
                <a:lnTo>
                  <a:pt x="3127" y="407"/>
                </a:lnTo>
                <a:lnTo>
                  <a:pt x="3128" y="423"/>
                </a:lnTo>
                <a:lnTo>
                  <a:pt x="3135" y="432"/>
                </a:lnTo>
                <a:lnTo>
                  <a:pt x="3134" y="448"/>
                </a:lnTo>
                <a:lnTo>
                  <a:pt x="3135" y="466"/>
                </a:lnTo>
                <a:lnTo>
                  <a:pt x="3145" y="482"/>
                </a:lnTo>
                <a:lnTo>
                  <a:pt x="3151" y="495"/>
                </a:lnTo>
                <a:lnTo>
                  <a:pt x="3170" y="494"/>
                </a:lnTo>
                <a:lnTo>
                  <a:pt x="3189" y="500"/>
                </a:lnTo>
                <a:lnTo>
                  <a:pt x="3207" y="498"/>
                </a:lnTo>
                <a:lnTo>
                  <a:pt x="3238" y="483"/>
                </a:lnTo>
                <a:lnTo>
                  <a:pt x="3272" y="461"/>
                </a:lnTo>
                <a:lnTo>
                  <a:pt x="3290" y="459"/>
                </a:lnTo>
                <a:lnTo>
                  <a:pt x="3323" y="441"/>
                </a:lnTo>
                <a:lnTo>
                  <a:pt x="3355" y="432"/>
                </a:lnTo>
                <a:lnTo>
                  <a:pt x="3356" y="435"/>
                </a:lnTo>
                <a:lnTo>
                  <a:pt x="3348" y="448"/>
                </a:lnTo>
                <a:lnTo>
                  <a:pt x="3348" y="468"/>
                </a:lnTo>
                <a:lnTo>
                  <a:pt x="3353" y="484"/>
                </a:lnTo>
                <a:lnTo>
                  <a:pt x="3350" y="504"/>
                </a:lnTo>
                <a:lnTo>
                  <a:pt x="3338" y="514"/>
                </a:lnTo>
                <a:lnTo>
                  <a:pt x="3324" y="527"/>
                </a:lnTo>
                <a:lnTo>
                  <a:pt x="3322" y="548"/>
                </a:lnTo>
                <a:lnTo>
                  <a:pt x="3308" y="581"/>
                </a:lnTo>
                <a:lnTo>
                  <a:pt x="3300" y="623"/>
                </a:lnTo>
                <a:lnTo>
                  <a:pt x="3281" y="661"/>
                </a:lnTo>
                <a:lnTo>
                  <a:pt x="3268" y="679"/>
                </a:lnTo>
                <a:lnTo>
                  <a:pt x="3263" y="699"/>
                </a:lnTo>
                <a:lnTo>
                  <a:pt x="3251" y="709"/>
                </a:lnTo>
                <a:lnTo>
                  <a:pt x="3246" y="705"/>
                </a:lnTo>
                <a:lnTo>
                  <a:pt x="3195" y="693"/>
                </a:lnTo>
                <a:lnTo>
                  <a:pt x="3182" y="700"/>
                </a:lnTo>
                <a:lnTo>
                  <a:pt x="3146" y="735"/>
                </a:lnTo>
                <a:lnTo>
                  <a:pt x="3154" y="748"/>
                </a:lnTo>
                <a:lnTo>
                  <a:pt x="3160" y="775"/>
                </a:lnTo>
                <a:lnTo>
                  <a:pt x="3160" y="834"/>
                </a:lnTo>
                <a:lnTo>
                  <a:pt x="3144" y="859"/>
                </a:lnTo>
                <a:lnTo>
                  <a:pt x="3124" y="876"/>
                </a:lnTo>
                <a:lnTo>
                  <a:pt x="3124" y="894"/>
                </a:lnTo>
                <a:lnTo>
                  <a:pt x="3116" y="893"/>
                </a:lnTo>
                <a:lnTo>
                  <a:pt x="3108" y="878"/>
                </a:lnTo>
                <a:lnTo>
                  <a:pt x="3097" y="867"/>
                </a:lnTo>
                <a:lnTo>
                  <a:pt x="3086" y="876"/>
                </a:lnTo>
                <a:lnTo>
                  <a:pt x="3079" y="896"/>
                </a:lnTo>
                <a:lnTo>
                  <a:pt x="3069" y="911"/>
                </a:lnTo>
                <a:lnTo>
                  <a:pt x="3038" y="935"/>
                </a:lnTo>
                <a:lnTo>
                  <a:pt x="3014" y="941"/>
                </a:lnTo>
                <a:lnTo>
                  <a:pt x="2994" y="941"/>
                </a:lnTo>
                <a:lnTo>
                  <a:pt x="2989" y="950"/>
                </a:lnTo>
                <a:lnTo>
                  <a:pt x="2995" y="981"/>
                </a:lnTo>
                <a:lnTo>
                  <a:pt x="2953" y="985"/>
                </a:lnTo>
                <a:lnTo>
                  <a:pt x="2939" y="975"/>
                </a:lnTo>
                <a:lnTo>
                  <a:pt x="2920" y="970"/>
                </a:lnTo>
                <a:lnTo>
                  <a:pt x="2908" y="980"/>
                </a:lnTo>
                <a:lnTo>
                  <a:pt x="2883" y="1009"/>
                </a:lnTo>
                <a:lnTo>
                  <a:pt x="2865" y="1024"/>
                </a:lnTo>
                <a:lnTo>
                  <a:pt x="2826" y="1045"/>
                </a:lnTo>
                <a:lnTo>
                  <a:pt x="2811" y="1052"/>
                </a:lnTo>
                <a:lnTo>
                  <a:pt x="2783" y="1087"/>
                </a:lnTo>
                <a:lnTo>
                  <a:pt x="2781" y="1091"/>
                </a:lnTo>
                <a:lnTo>
                  <a:pt x="2774" y="1094"/>
                </a:lnTo>
                <a:lnTo>
                  <a:pt x="2767" y="1097"/>
                </a:lnTo>
                <a:lnTo>
                  <a:pt x="2756" y="1097"/>
                </a:lnTo>
                <a:lnTo>
                  <a:pt x="2734" y="1104"/>
                </a:lnTo>
                <a:lnTo>
                  <a:pt x="2729" y="1097"/>
                </a:lnTo>
                <a:lnTo>
                  <a:pt x="2724" y="1102"/>
                </a:lnTo>
                <a:lnTo>
                  <a:pt x="2709" y="1113"/>
                </a:lnTo>
                <a:lnTo>
                  <a:pt x="2673" y="1128"/>
                </a:lnTo>
                <a:lnTo>
                  <a:pt x="2665" y="1136"/>
                </a:lnTo>
                <a:lnTo>
                  <a:pt x="2657" y="1149"/>
                </a:lnTo>
                <a:lnTo>
                  <a:pt x="2646" y="1157"/>
                </a:lnTo>
                <a:lnTo>
                  <a:pt x="2638" y="1157"/>
                </a:lnTo>
                <a:lnTo>
                  <a:pt x="2632" y="1163"/>
                </a:lnTo>
                <a:lnTo>
                  <a:pt x="2613" y="1172"/>
                </a:lnTo>
                <a:lnTo>
                  <a:pt x="2607" y="1168"/>
                </a:lnTo>
                <a:lnTo>
                  <a:pt x="2616" y="1156"/>
                </a:lnTo>
                <a:lnTo>
                  <a:pt x="2630" y="1151"/>
                </a:lnTo>
                <a:lnTo>
                  <a:pt x="2635" y="1140"/>
                </a:lnTo>
                <a:lnTo>
                  <a:pt x="2638" y="1129"/>
                </a:lnTo>
                <a:lnTo>
                  <a:pt x="2630" y="1126"/>
                </a:lnTo>
                <a:lnTo>
                  <a:pt x="2622" y="1119"/>
                </a:lnTo>
                <a:lnTo>
                  <a:pt x="2616" y="1118"/>
                </a:lnTo>
                <a:lnTo>
                  <a:pt x="2625" y="1112"/>
                </a:lnTo>
                <a:lnTo>
                  <a:pt x="2627" y="1101"/>
                </a:lnTo>
                <a:lnTo>
                  <a:pt x="2638" y="1093"/>
                </a:lnTo>
                <a:lnTo>
                  <a:pt x="2660" y="1063"/>
                </a:lnTo>
                <a:lnTo>
                  <a:pt x="2667" y="1050"/>
                </a:lnTo>
                <a:lnTo>
                  <a:pt x="2665" y="1042"/>
                </a:lnTo>
                <a:lnTo>
                  <a:pt x="2652" y="1028"/>
                </a:lnTo>
                <a:lnTo>
                  <a:pt x="2649" y="1016"/>
                </a:lnTo>
                <a:lnTo>
                  <a:pt x="2644" y="1010"/>
                </a:lnTo>
                <a:lnTo>
                  <a:pt x="2639" y="1016"/>
                </a:lnTo>
                <a:lnTo>
                  <a:pt x="2616" y="1017"/>
                </a:lnTo>
                <a:lnTo>
                  <a:pt x="2606" y="1021"/>
                </a:lnTo>
                <a:lnTo>
                  <a:pt x="2590" y="1038"/>
                </a:lnTo>
                <a:lnTo>
                  <a:pt x="2578" y="1053"/>
                </a:lnTo>
                <a:lnTo>
                  <a:pt x="2571" y="1065"/>
                </a:lnTo>
                <a:lnTo>
                  <a:pt x="2568" y="1070"/>
                </a:lnTo>
                <a:lnTo>
                  <a:pt x="2542" y="1082"/>
                </a:lnTo>
                <a:lnTo>
                  <a:pt x="2524" y="1096"/>
                </a:lnTo>
                <a:lnTo>
                  <a:pt x="2516" y="1098"/>
                </a:lnTo>
                <a:lnTo>
                  <a:pt x="2509" y="1112"/>
                </a:lnTo>
                <a:lnTo>
                  <a:pt x="2506" y="1126"/>
                </a:lnTo>
                <a:lnTo>
                  <a:pt x="2498" y="1135"/>
                </a:lnTo>
                <a:lnTo>
                  <a:pt x="2488" y="1141"/>
                </a:lnTo>
                <a:lnTo>
                  <a:pt x="2473" y="1144"/>
                </a:lnTo>
                <a:lnTo>
                  <a:pt x="2462" y="1147"/>
                </a:lnTo>
                <a:lnTo>
                  <a:pt x="2451" y="1147"/>
                </a:lnTo>
                <a:lnTo>
                  <a:pt x="2445" y="1144"/>
                </a:lnTo>
                <a:lnTo>
                  <a:pt x="2433" y="1142"/>
                </a:lnTo>
                <a:lnTo>
                  <a:pt x="2423" y="1152"/>
                </a:lnTo>
                <a:lnTo>
                  <a:pt x="2417" y="1172"/>
                </a:lnTo>
                <a:lnTo>
                  <a:pt x="2414" y="1189"/>
                </a:lnTo>
                <a:lnTo>
                  <a:pt x="2431" y="1207"/>
                </a:lnTo>
                <a:lnTo>
                  <a:pt x="2435" y="1216"/>
                </a:lnTo>
                <a:lnTo>
                  <a:pt x="2444" y="1221"/>
                </a:lnTo>
                <a:lnTo>
                  <a:pt x="2451" y="1221"/>
                </a:lnTo>
                <a:lnTo>
                  <a:pt x="2456" y="1228"/>
                </a:lnTo>
                <a:lnTo>
                  <a:pt x="2465" y="1228"/>
                </a:lnTo>
                <a:lnTo>
                  <a:pt x="2469" y="1239"/>
                </a:lnTo>
                <a:lnTo>
                  <a:pt x="2479" y="1247"/>
                </a:lnTo>
                <a:lnTo>
                  <a:pt x="2482" y="1255"/>
                </a:lnTo>
                <a:lnTo>
                  <a:pt x="2482" y="1265"/>
                </a:lnTo>
                <a:lnTo>
                  <a:pt x="2490" y="1276"/>
                </a:lnTo>
                <a:lnTo>
                  <a:pt x="2517" y="1286"/>
                </a:lnTo>
                <a:lnTo>
                  <a:pt x="2531" y="1285"/>
                </a:lnTo>
                <a:lnTo>
                  <a:pt x="2543" y="1269"/>
                </a:lnTo>
                <a:lnTo>
                  <a:pt x="2554" y="1260"/>
                </a:lnTo>
                <a:lnTo>
                  <a:pt x="2562" y="1249"/>
                </a:lnTo>
                <a:lnTo>
                  <a:pt x="2584" y="1239"/>
                </a:lnTo>
                <a:lnTo>
                  <a:pt x="2591" y="1238"/>
                </a:lnTo>
                <a:lnTo>
                  <a:pt x="2602" y="1249"/>
                </a:lnTo>
                <a:lnTo>
                  <a:pt x="2611" y="1254"/>
                </a:lnTo>
                <a:lnTo>
                  <a:pt x="2622" y="1255"/>
                </a:lnTo>
                <a:lnTo>
                  <a:pt x="2629" y="1264"/>
                </a:lnTo>
                <a:lnTo>
                  <a:pt x="2637" y="1265"/>
                </a:lnTo>
                <a:lnTo>
                  <a:pt x="2649" y="1263"/>
                </a:lnTo>
                <a:lnTo>
                  <a:pt x="2657" y="1258"/>
                </a:lnTo>
                <a:lnTo>
                  <a:pt x="2671" y="1264"/>
                </a:lnTo>
                <a:lnTo>
                  <a:pt x="2683" y="1266"/>
                </a:lnTo>
                <a:lnTo>
                  <a:pt x="2687" y="1268"/>
                </a:lnTo>
                <a:lnTo>
                  <a:pt x="2684" y="1281"/>
                </a:lnTo>
                <a:lnTo>
                  <a:pt x="2680" y="1290"/>
                </a:lnTo>
                <a:lnTo>
                  <a:pt x="2680" y="1295"/>
                </a:lnTo>
                <a:lnTo>
                  <a:pt x="2670" y="1307"/>
                </a:lnTo>
                <a:lnTo>
                  <a:pt x="2666" y="1303"/>
                </a:lnTo>
                <a:lnTo>
                  <a:pt x="2662" y="1293"/>
                </a:lnTo>
                <a:lnTo>
                  <a:pt x="2656" y="1297"/>
                </a:lnTo>
                <a:lnTo>
                  <a:pt x="2650" y="1295"/>
                </a:lnTo>
                <a:lnTo>
                  <a:pt x="2643" y="1301"/>
                </a:lnTo>
                <a:lnTo>
                  <a:pt x="2637" y="1311"/>
                </a:lnTo>
                <a:lnTo>
                  <a:pt x="2614" y="1313"/>
                </a:lnTo>
                <a:lnTo>
                  <a:pt x="2602" y="1319"/>
                </a:lnTo>
                <a:lnTo>
                  <a:pt x="2591" y="1319"/>
                </a:lnTo>
                <a:lnTo>
                  <a:pt x="2594" y="1333"/>
                </a:lnTo>
                <a:lnTo>
                  <a:pt x="2590" y="1333"/>
                </a:lnTo>
                <a:lnTo>
                  <a:pt x="2585" y="1338"/>
                </a:lnTo>
                <a:lnTo>
                  <a:pt x="2578" y="1355"/>
                </a:lnTo>
                <a:lnTo>
                  <a:pt x="2568" y="1356"/>
                </a:lnTo>
                <a:lnTo>
                  <a:pt x="2564" y="1345"/>
                </a:lnTo>
                <a:lnTo>
                  <a:pt x="2555" y="1345"/>
                </a:lnTo>
                <a:lnTo>
                  <a:pt x="2548" y="1354"/>
                </a:lnTo>
                <a:lnTo>
                  <a:pt x="2555" y="1362"/>
                </a:lnTo>
                <a:lnTo>
                  <a:pt x="2552" y="1371"/>
                </a:lnTo>
                <a:lnTo>
                  <a:pt x="2544" y="1381"/>
                </a:lnTo>
                <a:lnTo>
                  <a:pt x="2526" y="1391"/>
                </a:lnTo>
                <a:lnTo>
                  <a:pt x="2521" y="1404"/>
                </a:lnTo>
                <a:lnTo>
                  <a:pt x="2509" y="1421"/>
                </a:lnTo>
                <a:lnTo>
                  <a:pt x="2500" y="1437"/>
                </a:lnTo>
                <a:lnTo>
                  <a:pt x="2503" y="1446"/>
                </a:lnTo>
                <a:lnTo>
                  <a:pt x="2514" y="1448"/>
                </a:lnTo>
                <a:lnTo>
                  <a:pt x="2522" y="1456"/>
                </a:lnTo>
                <a:lnTo>
                  <a:pt x="2555" y="1473"/>
                </a:lnTo>
                <a:lnTo>
                  <a:pt x="2562" y="1483"/>
                </a:lnTo>
                <a:lnTo>
                  <a:pt x="2567" y="1499"/>
                </a:lnTo>
                <a:lnTo>
                  <a:pt x="2574" y="1508"/>
                </a:lnTo>
                <a:lnTo>
                  <a:pt x="2584" y="1548"/>
                </a:lnTo>
                <a:lnTo>
                  <a:pt x="2590" y="1561"/>
                </a:lnTo>
                <a:lnTo>
                  <a:pt x="2594" y="1578"/>
                </a:lnTo>
                <a:lnTo>
                  <a:pt x="2603" y="1592"/>
                </a:lnTo>
                <a:lnTo>
                  <a:pt x="2617" y="1598"/>
                </a:lnTo>
                <a:lnTo>
                  <a:pt x="2618" y="1608"/>
                </a:lnTo>
                <a:lnTo>
                  <a:pt x="2635" y="1625"/>
                </a:lnTo>
                <a:lnTo>
                  <a:pt x="2646" y="1642"/>
                </a:lnTo>
                <a:lnTo>
                  <a:pt x="2646" y="1646"/>
                </a:lnTo>
                <a:lnTo>
                  <a:pt x="2628" y="1637"/>
                </a:lnTo>
                <a:lnTo>
                  <a:pt x="2613" y="1632"/>
                </a:lnTo>
                <a:lnTo>
                  <a:pt x="2602" y="1632"/>
                </a:lnTo>
                <a:lnTo>
                  <a:pt x="2590" y="1624"/>
                </a:lnTo>
                <a:lnTo>
                  <a:pt x="2576" y="1620"/>
                </a:lnTo>
                <a:lnTo>
                  <a:pt x="2551" y="1625"/>
                </a:lnTo>
                <a:lnTo>
                  <a:pt x="2551" y="1631"/>
                </a:lnTo>
                <a:lnTo>
                  <a:pt x="2576" y="1626"/>
                </a:lnTo>
                <a:lnTo>
                  <a:pt x="2581" y="1630"/>
                </a:lnTo>
                <a:lnTo>
                  <a:pt x="2584" y="1637"/>
                </a:lnTo>
                <a:lnTo>
                  <a:pt x="2595" y="1639"/>
                </a:lnTo>
                <a:lnTo>
                  <a:pt x="2607" y="1647"/>
                </a:lnTo>
                <a:lnTo>
                  <a:pt x="2618" y="1660"/>
                </a:lnTo>
                <a:lnTo>
                  <a:pt x="2627" y="1664"/>
                </a:lnTo>
                <a:lnTo>
                  <a:pt x="2632" y="1667"/>
                </a:lnTo>
                <a:lnTo>
                  <a:pt x="2640" y="1677"/>
                </a:lnTo>
                <a:lnTo>
                  <a:pt x="2648" y="1690"/>
                </a:lnTo>
                <a:lnTo>
                  <a:pt x="2646" y="1695"/>
                </a:lnTo>
                <a:lnTo>
                  <a:pt x="2633" y="1696"/>
                </a:lnTo>
                <a:lnTo>
                  <a:pt x="2622" y="1706"/>
                </a:lnTo>
                <a:lnTo>
                  <a:pt x="2611" y="1710"/>
                </a:lnTo>
                <a:lnTo>
                  <a:pt x="2603" y="1715"/>
                </a:lnTo>
                <a:lnTo>
                  <a:pt x="2600" y="1720"/>
                </a:lnTo>
                <a:lnTo>
                  <a:pt x="2589" y="1727"/>
                </a:lnTo>
                <a:lnTo>
                  <a:pt x="2573" y="1727"/>
                </a:lnTo>
                <a:lnTo>
                  <a:pt x="2562" y="1730"/>
                </a:lnTo>
                <a:lnTo>
                  <a:pt x="2551" y="1734"/>
                </a:lnTo>
                <a:lnTo>
                  <a:pt x="2563" y="1733"/>
                </a:lnTo>
                <a:lnTo>
                  <a:pt x="2575" y="1737"/>
                </a:lnTo>
                <a:lnTo>
                  <a:pt x="2586" y="1742"/>
                </a:lnTo>
                <a:lnTo>
                  <a:pt x="2607" y="1733"/>
                </a:lnTo>
                <a:lnTo>
                  <a:pt x="2616" y="1736"/>
                </a:lnTo>
                <a:lnTo>
                  <a:pt x="2624" y="1743"/>
                </a:lnTo>
                <a:lnTo>
                  <a:pt x="2628" y="1749"/>
                </a:lnTo>
                <a:lnTo>
                  <a:pt x="2633" y="1753"/>
                </a:lnTo>
                <a:lnTo>
                  <a:pt x="2640" y="1755"/>
                </a:lnTo>
                <a:lnTo>
                  <a:pt x="2648" y="1755"/>
                </a:lnTo>
                <a:lnTo>
                  <a:pt x="2652" y="1758"/>
                </a:lnTo>
                <a:lnTo>
                  <a:pt x="2646" y="1761"/>
                </a:lnTo>
                <a:lnTo>
                  <a:pt x="2633" y="1776"/>
                </a:lnTo>
                <a:lnTo>
                  <a:pt x="2623" y="1781"/>
                </a:lnTo>
                <a:lnTo>
                  <a:pt x="2627" y="1782"/>
                </a:lnTo>
                <a:lnTo>
                  <a:pt x="2643" y="1775"/>
                </a:lnTo>
                <a:lnTo>
                  <a:pt x="2643" y="1788"/>
                </a:lnTo>
                <a:lnTo>
                  <a:pt x="2641" y="1798"/>
                </a:lnTo>
                <a:lnTo>
                  <a:pt x="2640" y="1795"/>
                </a:lnTo>
                <a:lnTo>
                  <a:pt x="2635" y="1798"/>
                </a:lnTo>
                <a:lnTo>
                  <a:pt x="2623" y="1802"/>
                </a:lnTo>
                <a:lnTo>
                  <a:pt x="2623" y="1804"/>
                </a:lnTo>
                <a:lnTo>
                  <a:pt x="2628" y="1814"/>
                </a:lnTo>
                <a:lnTo>
                  <a:pt x="2625" y="1829"/>
                </a:lnTo>
                <a:lnTo>
                  <a:pt x="2622" y="1833"/>
                </a:lnTo>
                <a:lnTo>
                  <a:pt x="2622" y="1850"/>
                </a:lnTo>
                <a:lnTo>
                  <a:pt x="2616" y="1865"/>
                </a:lnTo>
                <a:lnTo>
                  <a:pt x="2611" y="1862"/>
                </a:lnTo>
                <a:lnTo>
                  <a:pt x="2606" y="1856"/>
                </a:lnTo>
                <a:lnTo>
                  <a:pt x="2601" y="1860"/>
                </a:lnTo>
                <a:lnTo>
                  <a:pt x="2594" y="1871"/>
                </a:lnTo>
                <a:lnTo>
                  <a:pt x="2587" y="1879"/>
                </a:lnTo>
                <a:lnTo>
                  <a:pt x="2582" y="1887"/>
                </a:lnTo>
                <a:lnTo>
                  <a:pt x="2578" y="1890"/>
                </a:lnTo>
                <a:lnTo>
                  <a:pt x="2574" y="1897"/>
                </a:lnTo>
                <a:lnTo>
                  <a:pt x="2571" y="1904"/>
                </a:lnTo>
                <a:lnTo>
                  <a:pt x="2571" y="1911"/>
                </a:lnTo>
                <a:lnTo>
                  <a:pt x="2567" y="1921"/>
                </a:lnTo>
                <a:lnTo>
                  <a:pt x="2560" y="1930"/>
                </a:lnTo>
                <a:lnTo>
                  <a:pt x="2555" y="1933"/>
                </a:lnTo>
                <a:lnTo>
                  <a:pt x="2546" y="1943"/>
                </a:lnTo>
                <a:lnTo>
                  <a:pt x="2543" y="1957"/>
                </a:lnTo>
                <a:lnTo>
                  <a:pt x="2537" y="1964"/>
                </a:lnTo>
                <a:lnTo>
                  <a:pt x="2535" y="1962"/>
                </a:lnTo>
                <a:lnTo>
                  <a:pt x="2533" y="1948"/>
                </a:lnTo>
                <a:lnTo>
                  <a:pt x="2525" y="1949"/>
                </a:lnTo>
                <a:lnTo>
                  <a:pt x="2517" y="1956"/>
                </a:lnTo>
                <a:lnTo>
                  <a:pt x="2526" y="1973"/>
                </a:lnTo>
                <a:lnTo>
                  <a:pt x="2526" y="1976"/>
                </a:lnTo>
                <a:lnTo>
                  <a:pt x="2521" y="1992"/>
                </a:lnTo>
                <a:lnTo>
                  <a:pt x="2521" y="1997"/>
                </a:lnTo>
                <a:lnTo>
                  <a:pt x="2520" y="2003"/>
                </a:lnTo>
                <a:lnTo>
                  <a:pt x="2517" y="2010"/>
                </a:lnTo>
                <a:lnTo>
                  <a:pt x="2515" y="2013"/>
                </a:lnTo>
                <a:lnTo>
                  <a:pt x="2511" y="2014"/>
                </a:lnTo>
                <a:lnTo>
                  <a:pt x="2511" y="2021"/>
                </a:lnTo>
                <a:lnTo>
                  <a:pt x="2512" y="2028"/>
                </a:lnTo>
                <a:lnTo>
                  <a:pt x="2511" y="2030"/>
                </a:lnTo>
                <a:lnTo>
                  <a:pt x="2506" y="2028"/>
                </a:lnTo>
                <a:lnTo>
                  <a:pt x="2500" y="2028"/>
                </a:lnTo>
                <a:lnTo>
                  <a:pt x="2495" y="2033"/>
                </a:lnTo>
                <a:lnTo>
                  <a:pt x="2498" y="2040"/>
                </a:lnTo>
                <a:lnTo>
                  <a:pt x="2494" y="2046"/>
                </a:lnTo>
                <a:lnTo>
                  <a:pt x="2490" y="2044"/>
                </a:lnTo>
                <a:lnTo>
                  <a:pt x="2484" y="2045"/>
                </a:lnTo>
                <a:lnTo>
                  <a:pt x="2478" y="2060"/>
                </a:lnTo>
                <a:lnTo>
                  <a:pt x="2471" y="2065"/>
                </a:lnTo>
                <a:lnTo>
                  <a:pt x="2469" y="2075"/>
                </a:lnTo>
                <a:lnTo>
                  <a:pt x="2465" y="2081"/>
                </a:lnTo>
                <a:lnTo>
                  <a:pt x="2447" y="2083"/>
                </a:lnTo>
                <a:lnTo>
                  <a:pt x="2440" y="2081"/>
                </a:lnTo>
                <a:lnTo>
                  <a:pt x="2431" y="2088"/>
                </a:lnTo>
                <a:lnTo>
                  <a:pt x="2433" y="2091"/>
                </a:lnTo>
                <a:lnTo>
                  <a:pt x="2435" y="2097"/>
                </a:lnTo>
                <a:lnTo>
                  <a:pt x="2433" y="2105"/>
                </a:lnTo>
                <a:lnTo>
                  <a:pt x="2418" y="2119"/>
                </a:lnTo>
                <a:lnTo>
                  <a:pt x="2413" y="2119"/>
                </a:lnTo>
                <a:lnTo>
                  <a:pt x="2410" y="2131"/>
                </a:lnTo>
                <a:lnTo>
                  <a:pt x="2408" y="2123"/>
                </a:lnTo>
                <a:lnTo>
                  <a:pt x="2402" y="2127"/>
                </a:lnTo>
                <a:lnTo>
                  <a:pt x="2401" y="2135"/>
                </a:lnTo>
                <a:lnTo>
                  <a:pt x="2398" y="2134"/>
                </a:lnTo>
                <a:lnTo>
                  <a:pt x="2395" y="2134"/>
                </a:lnTo>
                <a:lnTo>
                  <a:pt x="2385" y="2141"/>
                </a:lnTo>
                <a:lnTo>
                  <a:pt x="2380" y="2140"/>
                </a:lnTo>
                <a:lnTo>
                  <a:pt x="2372" y="2141"/>
                </a:lnTo>
                <a:lnTo>
                  <a:pt x="2365" y="2152"/>
                </a:lnTo>
                <a:lnTo>
                  <a:pt x="2361" y="2159"/>
                </a:lnTo>
                <a:lnTo>
                  <a:pt x="2356" y="2164"/>
                </a:lnTo>
                <a:lnTo>
                  <a:pt x="2354" y="2170"/>
                </a:lnTo>
                <a:lnTo>
                  <a:pt x="2344" y="2177"/>
                </a:lnTo>
                <a:lnTo>
                  <a:pt x="2328" y="2183"/>
                </a:lnTo>
                <a:lnTo>
                  <a:pt x="2316" y="2189"/>
                </a:lnTo>
                <a:lnTo>
                  <a:pt x="2309" y="2186"/>
                </a:lnTo>
                <a:lnTo>
                  <a:pt x="2302" y="2184"/>
                </a:lnTo>
                <a:lnTo>
                  <a:pt x="2299" y="2189"/>
                </a:lnTo>
                <a:lnTo>
                  <a:pt x="2297" y="2193"/>
                </a:lnTo>
                <a:lnTo>
                  <a:pt x="2291" y="2195"/>
                </a:lnTo>
                <a:lnTo>
                  <a:pt x="2285" y="2193"/>
                </a:lnTo>
                <a:lnTo>
                  <a:pt x="2285" y="2188"/>
                </a:lnTo>
                <a:lnTo>
                  <a:pt x="2277" y="2184"/>
                </a:lnTo>
                <a:lnTo>
                  <a:pt x="2268" y="2190"/>
                </a:lnTo>
                <a:lnTo>
                  <a:pt x="2263" y="2199"/>
                </a:lnTo>
                <a:lnTo>
                  <a:pt x="2256" y="2199"/>
                </a:lnTo>
                <a:lnTo>
                  <a:pt x="2253" y="2193"/>
                </a:lnTo>
                <a:lnTo>
                  <a:pt x="2253" y="2189"/>
                </a:lnTo>
                <a:lnTo>
                  <a:pt x="2245" y="2191"/>
                </a:lnTo>
                <a:lnTo>
                  <a:pt x="2245" y="2202"/>
                </a:lnTo>
                <a:lnTo>
                  <a:pt x="2243" y="22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dirty="0">
              <a:latin typeface="Trade Gothic LT Std" pitchFamily="50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40942476" y="3798540"/>
            <a:ext cx="182880" cy="18288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216796" y="37071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none" lIns="63500" tIns="0" rIns="63500" bIns="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tokyo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Trade Gothic LT Std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xerac</dc:creator>
  <cp:keywords/>
  <dc:description>generated using python-pptx</dc:description>
  <cp:lastModifiedBy>Nima Maghame</cp:lastModifiedBy>
  <cp:revision>11</cp:revision>
  <dcterms:created xsi:type="dcterms:W3CDTF">2013-01-27T09:14:16Z</dcterms:created>
  <dcterms:modified xsi:type="dcterms:W3CDTF">2025-12-16T22:19:55Z</dcterms:modified>
  <cp:category/>
</cp:coreProperties>
</file>