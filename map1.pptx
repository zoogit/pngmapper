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CB3D-647D-2E60-197C-16C1595E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98727-E43E-BD70-EEB6-0317A4A27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C9AEE-8CC1-D077-F7AB-5E10CFED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606B-BF8A-9A5E-9F16-ED6DFA76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833E-F8FB-A6DB-5DB4-8264EE6D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6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5A89E-7F1C-8B3D-470C-0D9ADB7F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AB02-177C-1050-5575-7EEF402E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AFCF-04F7-ADEB-F901-D0448CA8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393C-B025-69C9-F38E-7D637A3B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923B8-CCA7-95B5-501F-C88D43F9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9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D6E6-B9FB-CA1B-B10D-F359C210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984F7-827D-BAAD-E7CA-5B27400F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B439-0C13-0670-88F5-7FC87B13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1FA90-0D73-2598-E304-B7D26B99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DCDA3-83FC-7272-2B43-0877FE1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4F15-C5C9-D4A0-668B-475E96E3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733C-0396-6059-A685-5A9A26B2D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226B9-9A7B-81AF-EF4A-76C4AFE6A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2A4ED-A6B8-9F85-9120-9206E353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1CAF6-4274-467A-A248-17835B999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0F047-897F-466B-4300-41F1648E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7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8B30-70D6-52F6-78B1-E925B29A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1D140-F500-58ED-DF70-5745ECD1A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8FC27-C848-4249-4E8E-3D24B21B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44DA2-2EA5-6316-24E8-A53F69A30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72EAE-97F3-30BD-401B-ABA5CF426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1C4B2-55C7-FBB3-5694-9849F038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E797-05E4-A4FC-BA3E-F1B1C579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F1786-0E92-BE8A-1810-D8DA552B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6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5014-20DD-1B7C-3CD9-7D11358B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96F0D-1A89-CF98-3678-1D4E219B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FC9DA-8AEE-5722-D544-F60F4163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CA972-4BA7-AF68-DD4C-22170913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4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6FF9F-00FF-5BD3-DBF1-0CB1EA0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0717C-B28A-8C64-AAC0-0959C229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A36EB-665A-6881-E7A7-8A87332D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6A18-1538-CB54-C401-8B566EFC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4CB63-2B2B-AFF9-A1A1-1F83F8A1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2E06-04BD-AAD0-3B30-9EFE60BD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F29CF-123D-2BB7-E85E-5351D5D1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BE081-7C9D-3574-3AA1-60AEF031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5A206-478D-FD22-F9C6-644871E8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0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C2C1-CDEF-8607-A513-8A085CF7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422AC-97B5-EE73-6B35-00D9522C1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2403C-B5A3-08D1-8986-C621259A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3E8F2-C5C2-4E72-DB2F-B991C416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8E061-2ABC-0F63-0707-F3962D96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7AA64-19D6-F6B9-20F5-3ABC833B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8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30EC-3AF9-9BC5-35D8-86B8EA00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1D0AD-34DA-CDEF-4C6B-24378C567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921A7-B398-FA72-1F1E-24A81B17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07C5-F515-D227-179D-E2E94D00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4ADE-DFE0-0D69-329C-5CDF0C42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2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B60C7C-18D8-C5C9-EEBC-36CCB435E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4E376-1ACC-924C-B6BE-66D5034F1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BA-4995-4669-88DA-2EFE1685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A060-AD58-AA9F-D0FA-311EDD86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0649-9C5A-0EE2-6F08-EF492B99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0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C9877-2181-8C21-2916-E41DD181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2BC21-1D55-084C-5A9A-FDC56196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2688-778F-D750-80FA-866C82393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CCC71-E0C9-4733-BA46-F3EF6788FC5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C3B0-4E20-B66F-8747-BC4181412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DCE8B-5FD9-AB9F-2E65-ED1D6A6FB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EEEDC-D674-4519-92AF-92B5ADC5B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5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A7F0FDF-03AD-1A9C-E9A5-03E254E92FDA}"/>
              </a:ext>
            </a:extLst>
          </p:cNvPr>
          <p:cNvGrpSpPr/>
          <p:nvPr/>
        </p:nvGrpSpPr>
        <p:grpSpPr>
          <a:xfrm>
            <a:off x="512999" y="703229"/>
            <a:ext cx="11166001" cy="5773771"/>
            <a:chOff x="251460" y="1475428"/>
            <a:chExt cx="8641080" cy="4468172"/>
          </a:xfrm>
          <a:solidFill>
            <a:schemeClr val="bg2"/>
          </a:solidFill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7E20E317-9A20-2E70-EEA8-A7D0A20706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88739" y="3150993"/>
              <a:ext cx="1809309" cy="2026169"/>
              <a:chOff x="2324" y="2047"/>
              <a:chExt cx="754" cy="844"/>
            </a:xfrm>
            <a:grpFill/>
          </p:grpSpPr>
          <p:sp>
            <p:nvSpPr>
              <p:cNvPr id="263" name="Freeform 7">
                <a:extLst>
                  <a:ext uri="{FF2B5EF4-FFF2-40B4-BE49-F238E27FC236}">
                    <a16:creationId xmlns:a16="http://schemas.microsoft.com/office/drawing/2014/main" id="{E6296066-F3DA-6B35-2693-D53F140FDCE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81" y="2364"/>
                <a:ext cx="49" cy="72"/>
              </a:xfrm>
              <a:custGeom>
                <a:avLst/>
                <a:gdLst/>
                <a:ahLst/>
                <a:cxnLst>
                  <a:cxn ang="0">
                    <a:pos x="239" y="279"/>
                  </a:cxn>
                  <a:cxn ang="0">
                    <a:pos x="215" y="252"/>
                  </a:cxn>
                  <a:cxn ang="0">
                    <a:pos x="209" y="231"/>
                  </a:cxn>
                  <a:cxn ang="0">
                    <a:pos x="209" y="188"/>
                  </a:cxn>
                  <a:cxn ang="0">
                    <a:pos x="204" y="114"/>
                  </a:cxn>
                  <a:cxn ang="0">
                    <a:pos x="200" y="95"/>
                  </a:cxn>
                  <a:cxn ang="0">
                    <a:pos x="194" y="68"/>
                  </a:cxn>
                  <a:cxn ang="0">
                    <a:pos x="187" y="48"/>
                  </a:cxn>
                  <a:cxn ang="0">
                    <a:pos x="176" y="33"/>
                  </a:cxn>
                  <a:cxn ang="0">
                    <a:pos x="166" y="21"/>
                  </a:cxn>
                  <a:cxn ang="0">
                    <a:pos x="170" y="11"/>
                  </a:cxn>
                  <a:cxn ang="0">
                    <a:pos x="172" y="5"/>
                  </a:cxn>
                  <a:cxn ang="0">
                    <a:pos x="162" y="3"/>
                  </a:cxn>
                  <a:cxn ang="0">
                    <a:pos x="145" y="3"/>
                  </a:cxn>
                  <a:cxn ang="0">
                    <a:pos x="129" y="12"/>
                  </a:cxn>
                  <a:cxn ang="0">
                    <a:pos x="86" y="6"/>
                  </a:cxn>
                  <a:cxn ang="0">
                    <a:pos x="47" y="5"/>
                  </a:cxn>
                  <a:cxn ang="0">
                    <a:pos x="19" y="8"/>
                  </a:cxn>
                  <a:cxn ang="0">
                    <a:pos x="14" y="24"/>
                  </a:cxn>
                  <a:cxn ang="0">
                    <a:pos x="20" y="35"/>
                  </a:cxn>
                  <a:cxn ang="0">
                    <a:pos x="24" y="44"/>
                  </a:cxn>
                  <a:cxn ang="0">
                    <a:pos x="25" y="65"/>
                  </a:cxn>
                  <a:cxn ang="0">
                    <a:pos x="25" y="82"/>
                  </a:cxn>
                  <a:cxn ang="0">
                    <a:pos x="28" y="95"/>
                  </a:cxn>
                  <a:cxn ang="0">
                    <a:pos x="30" y="103"/>
                  </a:cxn>
                  <a:cxn ang="0">
                    <a:pos x="25" y="111"/>
                  </a:cxn>
                  <a:cxn ang="0">
                    <a:pos x="31" y="116"/>
                  </a:cxn>
                  <a:cxn ang="0">
                    <a:pos x="41" y="159"/>
                  </a:cxn>
                  <a:cxn ang="0">
                    <a:pos x="36" y="165"/>
                  </a:cxn>
                  <a:cxn ang="0">
                    <a:pos x="28" y="171"/>
                  </a:cxn>
                  <a:cxn ang="0">
                    <a:pos x="22" y="182"/>
                  </a:cxn>
                  <a:cxn ang="0">
                    <a:pos x="14" y="204"/>
                  </a:cxn>
                  <a:cxn ang="0">
                    <a:pos x="11" y="220"/>
                  </a:cxn>
                  <a:cxn ang="0">
                    <a:pos x="1" y="234"/>
                  </a:cxn>
                  <a:cxn ang="0">
                    <a:pos x="0" y="259"/>
                  </a:cxn>
                  <a:cxn ang="0">
                    <a:pos x="11" y="295"/>
                  </a:cxn>
                  <a:cxn ang="0">
                    <a:pos x="22" y="301"/>
                  </a:cxn>
                  <a:cxn ang="0">
                    <a:pos x="27" y="315"/>
                  </a:cxn>
                  <a:cxn ang="0">
                    <a:pos x="21" y="331"/>
                  </a:cxn>
                  <a:cxn ang="0">
                    <a:pos x="11" y="328"/>
                  </a:cxn>
                  <a:cxn ang="0">
                    <a:pos x="5" y="336"/>
                  </a:cxn>
                  <a:cxn ang="0">
                    <a:pos x="67" y="356"/>
                  </a:cxn>
                  <a:cxn ang="0">
                    <a:pos x="95" y="338"/>
                  </a:cxn>
                  <a:cxn ang="0">
                    <a:pos x="137" y="328"/>
                  </a:cxn>
                  <a:cxn ang="0">
                    <a:pos x="183" y="302"/>
                  </a:cxn>
                  <a:cxn ang="0">
                    <a:pos x="196" y="300"/>
                  </a:cxn>
                  <a:cxn ang="0">
                    <a:pos x="219" y="300"/>
                  </a:cxn>
                  <a:cxn ang="0">
                    <a:pos x="240" y="283"/>
                  </a:cxn>
                </a:cxnLst>
                <a:rect l="0" t="0" r="r" b="b"/>
                <a:pathLst>
                  <a:path w="242" h="356">
                    <a:moveTo>
                      <a:pt x="242" y="281"/>
                    </a:moveTo>
                    <a:lnTo>
                      <a:pt x="239" y="279"/>
                    </a:lnTo>
                    <a:lnTo>
                      <a:pt x="223" y="262"/>
                    </a:lnTo>
                    <a:lnTo>
                      <a:pt x="215" y="252"/>
                    </a:lnTo>
                    <a:lnTo>
                      <a:pt x="210" y="241"/>
                    </a:lnTo>
                    <a:lnTo>
                      <a:pt x="209" y="231"/>
                    </a:lnTo>
                    <a:lnTo>
                      <a:pt x="208" y="209"/>
                    </a:lnTo>
                    <a:lnTo>
                      <a:pt x="209" y="188"/>
                    </a:lnTo>
                    <a:lnTo>
                      <a:pt x="205" y="148"/>
                    </a:lnTo>
                    <a:lnTo>
                      <a:pt x="204" y="114"/>
                    </a:lnTo>
                    <a:lnTo>
                      <a:pt x="203" y="101"/>
                    </a:lnTo>
                    <a:lnTo>
                      <a:pt x="200" y="95"/>
                    </a:lnTo>
                    <a:lnTo>
                      <a:pt x="196" y="89"/>
                    </a:lnTo>
                    <a:lnTo>
                      <a:pt x="194" y="68"/>
                    </a:lnTo>
                    <a:lnTo>
                      <a:pt x="191" y="53"/>
                    </a:lnTo>
                    <a:lnTo>
                      <a:pt x="187" y="48"/>
                    </a:lnTo>
                    <a:lnTo>
                      <a:pt x="180" y="41"/>
                    </a:lnTo>
                    <a:lnTo>
                      <a:pt x="176" y="33"/>
                    </a:lnTo>
                    <a:lnTo>
                      <a:pt x="167" y="27"/>
                    </a:lnTo>
                    <a:lnTo>
                      <a:pt x="166" y="21"/>
                    </a:lnTo>
                    <a:lnTo>
                      <a:pt x="170" y="16"/>
                    </a:lnTo>
                    <a:lnTo>
                      <a:pt x="170" y="11"/>
                    </a:lnTo>
                    <a:lnTo>
                      <a:pt x="173" y="6"/>
                    </a:lnTo>
                    <a:lnTo>
                      <a:pt x="172" y="5"/>
                    </a:lnTo>
                    <a:lnTo>
                      <a:pt x="164" y="4"/>
                    </a:lnTo>
                    <a:lnTo>
                      <a:pt x="162" y="3"/>
                    </a:lnTo>
                    <a:lnTo>
                      <a:pt x="162" y="0"/>
                    </a:lnTo>
                    <a:lnTo>
                      <a:pt x="145" y="3"/>
                    </a:lnTo>
                    <a:lnTo>
                      <a:pt x="133" y="11"/>
                    </a:lnTo>
                    <a:lnTo>
                      <a:pt x="129" y="12"/>
                    </a:lnTo>
                    <a:lnTo>
                      <a:pt x="112" y="11"/>
                    </a:lnTo>
                    <a:lnTo>
                      <a:pt x="86" y="6"/>
                    </a:lnTo>
                    <a:lnTo>
                      <a:pt x="58" y="8"/>
                    </a:lnTo>
                    <a:lnTo>
                      <a:pt x="47" y="5"/>
                    </a:lnTo>
                    <a:lnTo>
                      <a:pt x="36" y="5"/>
                    </a:lnTo>
                    <a:lnTo>
                      <a:pt x="19" y="8"/>
                    </a:lnTo>
                    <a:lnTo>
                      <a:pt x="14" y="16"/>
                    </a:lnTo>
                    <a:lnTo>
                      <a:pt x="14" y="24"/>
                    </a:lnTo>
                    <a:lnTo>
                      <a:pt x="17" y="32"/>
                    </a:lnTo>
                    <a:lnTo>
                      <a:pt x="20" y="35"/>
                    </a:lnTo>
                    <a:lnTo>
                      <a:pt x="20" y="43"/>
                    </a:lnTo>
                    <a:lnTo>
                      <a:pt x="24" y="44"/>
                    </a:lnTo>
                    <a:lnTo>
                      <a:pt x="22" y="57"/>
                    </a:lnTo>
                    <a:lnTo>
                      <a:pt x="25" y="65"/>
                    </a:lnTo>
                    <a:lnTo>
                      <a:pt x="25" y="76"/>
                    </a:lnTo>
                    <a:lnTo>
                      <a:pt x="25" y="82"/>
                    </a:lnTo>
                    <a:lnTo>
                      <a:pt x="28" y="89"/>
                    </a:lnTo>
                    <a:lnTo>
                      <a:pt x="28" y="95"/>
                    </a:lnTo>
                    <a:lnTo>
                      <a:pt x="27" y="98"/>
                    </a:lnTo>
                    <a:lnTo>
                      <a:pt x="30" y="103"/>
                    </a:lnTo>
                    <a:lnTo>
                      <a:pt x="25" y="108"/>
                    </a:lnTo>
                    <a:lnTo>
                      <a:pt x="25" y="111"/>
                    </a:lnTo>
                    <a:lnTo>
                      <a:pt x="28" y="112"/>
                    </a:lnTo>
                    <a:lnTo>
                      <a:pt x="31" y="116"/>
                    </a:lnTo>
                    <a:lnTo>
                      <a:pt x="38" y="143"/>
                    </a:lnTo>
                    <a:lnTo>
                      <a:pt x="41" y="159"/>
                    </a:lnTo>
                    <a:lnTo>
                      <a:pt x="36" y="160"/>
                    </a:lnTo>
                    <a:lnTo>
                      <a:pt x="36" y="165"/>
                    </a:lnTo>
                    <a:lnTo>
                      <a:pt x="32" y="166"/>
                    </a:lnTo>
                    <a:lnTo>
                      <a:pt x="28" y="171"/>
                    </a:lnTo>
                    <a:lnTo>
                      <a:pt x="26" y="173"/>
                    </a:lnTo>
                    <a:lnTo>
                      <a:pt x="22" y="182"/>
                    </a:lnTo>
                    <a:lnTo>
                      <a:pt x="16" y="195"/>
                    </a:lnTo>
                    <a:lnTo>
                      <a:pt x="14" y="204"/>
                    </a:lnTo>
                    <a:lnTo>
                      <a:pt x="14" y="215"/>
                    </a:lnTo>
                    <a:lnTo>
                      <a:pt x="11" y="220"/>
                    </a:lnTo>
                    <a:lnTo>
                      <a:pt x="5" y="227"/>
                    </a:lnTo>
                    <a:lnTo>
                      <a:pt x="1" y="234"/>
                    </a:lnTo>
                    <a:lnTo>
                      <a:pt x="0" y="251"/>
                    </a:lnTo>
                    <a:lnTo>
                      <a:pt x="0" y="259"/>
                    </a:lnTo>
                    <a:lnTo>
                      <a:pt x="8" y="279"/>
                    </a:lnTo>
                    <a:lnTo>
                      <a:pt x="11" y="295"/>
                    </a:lnTo>
                    <a:lnTo>
                      <a:pt x="15" y="300"/>
                    </a:lnTo>
                    <a:lnTo>
                      <a:pt x="22" y="301"/>
                    </a:lnTo>
                    <a:lnTo>
                      <a:pt x="25" y="302"/>
                    </a:lnTo>
                    <a:lnTo>
                      <a:pt x="27" y="315"/>
                    </a:lnTo>
                    <a:lnTo>
                      <a:pt x="27" y="329"/>
                    </a:lnTo>
                    <a:lnTo>
                      <a:pt x="21" y="331"/>
                    </a:lnTo>
                    <a:lnTo>
                      <a:pt x="17" y="328"/>
                    </a:lnTo>
                    <a:lnTo>
                      <a:pt x="11" y="328"/>
                    </a:lnTo>
                    <a:lnTo>
                      <a:pt x="9" y="329"/>
                    </a:lnTo>
                    <a:lnTo>
                      <a:pt x="5" y="336"/>
                    </a:lnTo>
                    <a:lnTo>
                      <a:pt x="41" y="345"/>
                    </a:lnTo>
                    <a:lnTo>
                      <a:pt x="67" y="356"/>
                    </a:lnTo>
                    <a:lnTo>
                      <a:pt x="87" y="345"/>
                    </a:lnTo>
                    <a:lnTo>
                      <a:pt x="95" y="338"/>
                    </a:lnTo>
                    <a:lnTo>
                      <a:pt x="103" y="336"/>
                    </a:lnTo>
                    <a:lnTo>
                      <a:pt x="137" y="328"/>
                    </a:lnTo>
                    <a:lnTo>
                      <a:pt x="166" y="311"/>
                    </a:lnTo>
                    <a:lnTo>
                      <a:pt x="183" y="302"/>
                    </a:lnTo>
                    <a:lnTo>
                      <a:pt x="188" y="300"/>
                    </a:lnTo>
                    <a:lnTo>
                      <a:pt x="196" y="300"/>
                    </a:lnTo>
                    <a:lnTo>
                      <a:pt x="215" y="296"/>
                    </a:lnTo>
                    <a:lnTo>
                      <a:pt x="219" y="300"/>
                    </a:lnTo>
                    <a:lnTo>
                      <a:pt x="229" y="299"/>
                    </a:lnTo>
                    <a:lnTo>
                      <a:pt x="240" y="283"/>
                    </a:lnTo>
                    <a:lnTo>
                      <a:pt x="242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4" name="Freeform 8">
                <a:extLst>
                  <a:ext uri="{FF2B5EF4-FFF2-40B4-BE49-F238E27FC236}">
                    <a16:creationId xmlns:a16="http://schemas.microsoft.com/office/drawing/2014/main" id="{792A17FD-F8D2-C655-416C-F1F40BCFEA9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59" y="2321"/>
                <a:ext cx="83" cy="62"/>
              </a:xfrm>
              <a:custGeom>
                <a:avLst/>
                <a:gdLst/>
                <a:ahLst/>
                <a:cxnLst>
                  <a:cxn ang="0">
                    <a:pos x="242" y="9"/>
                  </a:cxn>
                  <a:cxn ang="0">
                    <a:pos x="182" y="49"/>
                  </a:cxn>
                  <a:cxn ang="0">
                    <a:pos x="113" y="91"/>
                  </a:cxn>
                  <a:cxn ang="0">
                    <a:pos x="83" y="96"/>
                  </a:cxn>
                  <a:cxn ang="0">
                    <a:pos x="64" y="119"/>
                  </a:cxn>
                  <a:cxn ang="0">
                    <a:pos x="46" y="162"/>
                  </a:cxn>
                  <a:cxn ang="0">
                    <a:pos x="16" y="188"/>
                  </a:cxn>
                  <a:cxn ang="0">
                    <a:pos x="1" y="224"/>
                  </a:cxn>
                  <a:cxn ang="0">
                    <a:pos x="1" y="259"/>
                  </a:cxn>
                  <a:cxn ang="0">
                    <a:pos x="5" y="267"/>
                  </a:cxn>
                  <a:cxn ang="0">
                    <a:pos x="11" y="275"/>
                  </a:cxn>
                  <a:cxn ang="0">
                    <a:pos x="15" y="284"/>
                  </a:cxn>
                  <a:cxn ang="0">
                    <a:pos x="24" y="291"/>
                  </a:cxn>
                  <a:cxn ang="0">
                    <a:pos x="35" y="294"/>
                  </a:cxn>
                  <a:cxn ang="0">
                    <a:pos x="40" y="295"/>
                  </a:cxn>
                  <a:cxn ang="0">
                    <a:pos x="53" y="290"/>
                  </a:cxn>
                  <a:cxn ang="0">
                    <a:pos x="79" y="283"/>
                  </a:cxn>
                  <a:cxn ang="0">
                    <a:pos x="107" y="285"/>
                  </a:cxn>
                  <a:cxn ang="0">
                    <a:pos x="119" y="290"/>
                  </a:cxn>
                  <a:cxn ang="0">
                    <a:pos x="130" y="306"/>
                  </a:cxn>
                  <a:cxn ang="0">
                    <a:pos x="141" y="305"/>
                  </a:cxn>
                  <a:cxn ang="0">
                    <a:pos x="138" y="281"/>
                  </a:cxn>
                  <a:cxn ang="0">
                    <a:pos x="133" y="259"/>
                  </a:cxn>
                  <a:cxn ang="0">
                    <a:pos x="127" y="240"/>
                  </a:cxn>
                  <a:cxn ang="0">
                    <a:pos x="149" y="221"/>
                  </a:cxn>
                  <a:cxn ang="0">
                    <a:pos x="199" y="222"/>
                  </a:cxn>
                  <a:cxn ang="0">
                    <a:pos x="246" y="227"/>
                  </a:cxn>
                  <a:cxn ang="0">
                    <a:pos x="275" y="217"/>
                  </a:cxn>
                  <a:cxn ang="0">
                    <a:pos x="317" y="227"/>
                  </a:cxn>
                  <a:cxn ang="0">
                    <a:pos x="336" y="224"/>
                  </a:cxn>
                  <a:cxn ang="0">
                    <a:pos x="344" y="214"/>
                  </a:cxn>
                  <a:cxn ang="0">
                    <a:pos x="350" y="208"/>
                  </a:cxn>
                  <a:cxn ang="0">
                    <a:pos x="364" y="195"/>
                  </a:cxn>
                  <a:cxn ang="0">
                    <a:pos x="387" y="197"/>
                  </a:cxn>
                  <a:cxn ang="0">
                    <a:pos x="410" y="185"/>
                  </a:cxn>
                  <a:cxn ang="0">
                    <a:pos x="415" y="177"/>
                  </a:cxn>
                  <a:cxn ang="0">
                    <a:pos x="417" y="171"/>
                  </a:cxn>
                  <a:cxn ang="0">
                    <a:pos x="398" y="150"/>
                  </a:cxn>
                  <a:cxn ang="0">
                    <a:pos x="408" y="145"/>
                  </a:cxn>
                  <a:cxn ang="0">
                    <a:pos x="402" y="130"/>
                  </a:cxn>
                  <a:cxn ang="0">
                    <a:pos x="387" y="133"/>
                  </a:cxn>
                  <a:cxn ang="0">
                    <a:pos x="368" y="131"/>
                  </a:cxn>
                  <a:cxn ang="0">
                    <a:pos x="345" y="108"/>
                  </a:cxn>
                  <a:cxn ang="0">
                    <a:pos x="317" y="70"/>
                  </a:cxn>
                  <a:cxn ang="0">
                    <a:pos x="302" y="39"/>
                  </a:cxn>
                  <a:cxn ang="0">
                    <a:pos x="290" y="26"/>
                  </a:cxn>
                  <a:cxn ang="0">
                    <a:pos x="295" y="0"/>
                  </a:cxn>
                </a:cxnLst>
                <a:rect l="0" t="0" r="r" b="b"/>
                <a:pathLst>
                  <a:path w="417" h="307">
                    <a:moveTo>
                      <a:pt x="295" y="0"/>
                    </a:moveTo>
                    <a:lnTo>
                      <a:pt x="262" y="1"/>
                    </a:lnTo>
                    <a:lnTo>
                      <a:pt x="242" y="9"/>
                    </a:lnTo>
                    <a:lnTo>
                      <a:pt x="234" y="12"/>
                    </a:lnTo>
                    <a:lnTo>
                      <a:pt x="219" y="25"/>
                    </a:lnTo>
                    <a:lnTo>
                      <a:pt x="182" y="49"/>
                    </a:lnTo>
                    <a:lnTo>
                      <a:pt x="170" y="65"/>
                    </a:lnTo>
                    <a:lnTo>
                      <a:pt x="151" y="79"/>
                    </a:lnTo>
                    <a:lnTo>
                      <a:pt x="113" y="91"/>
                    </a:lnTo>
                    <a:lnTo>
                      <a:pt x="101" y="93"/>
                    </a:lnTo>
                    <a:lnTo>
                      <a:pt x="89" y="95"/>
                    </a:lnTo>
                    <a:lnTo>
                      <a:pt x="83" y="96"/>
                    </a:lnTo>
                    <a:lnTo>
                      <a:pt x="74" y="102"/>
                    </a:lnTo>
                    <a:lnTo>
                      <a:pt x="69" y="108"/>
                    </a:lnTo>
                    <a:lnTo>
                      <a:pt x="64" y="119"/>
                    </a:lnTo>
                    <a:lnTo>
                      <a:pt x="60" y="134"/>
                    </a:lnTo>
                    <a:lnTo>
                      <a:pt x="53" y="152"/>
                    </a:lnTo>
                    <a:lnTo>
                      <a:pt x="46" y="162"/>
                    </a:lnTo>
                    <a:lnTo>
                      <a:pt x="30" y="174"/>
                    </a:lnTo>
                    <a:lnTo>
                      <a:pt x="20" y="183"/>
                    </a:lnTo>
                    <a:lnTo>
                      <a:pt x="16" y="188"/>
                    </a:lnTo>
                    <a:lnTo>
                      <a:pt x="11" y="197"/>
                    </a:lnTo>
                    <a:lnTo>
                      <a:pt x="10" y="206"/>
                    </a:lnTo>
                    <a:lnTo>
                      <a:pt x="1" y="224"/>
                    </a:lnTo>
                    <a:lnTo>
                      <a:pt x="0" y="235"/>
                    </a:lnTo>
                    <a:lnTo>
                      <a:pt x="0" y="248"/>
                    </a:lnTo>
                    <a:lnTo>
                      <a:pt x="1" y="259"/>
                    </a:lnTo>
                    <a:lnTo>
                      <a:pt x="4" y="260"/>
                    </a:lnTo>
                    <a:lnTo>
                      <a:pt x="4" y="262"/>
                    </a:lnTo>
                    <a:lnTo>
                      <a:pt x="5" y="267"/>
                    </a:lnTo>
                    <a:lnTo>
                      <a:pt x="6" y="268"/>
                    </a:lnTo>
                    <a:lnTo>
                      <a:pt x="8" y="269"/>
                    </a:lnTo>
                    <a:lnTo>
                      <a:pt x="11" y="275"/>
                    </a:lnTo>
                    <a:lnTo>
                      <a:pt x="14" y="276"/>
                    </a:lnTo>
                    <a:lnTo>
                      <a:pt x="15" y="279"/>
                    </a:lnTo>
                    <a:lnTo>
                      <a:pt x="15" y="284"/>
                    </a:lnTo>
                    <a:lnTo>
                      <a:pt x="19" y="284"/>
                    </a:lnTo>
                    <a:lnTo>
                      <a:pt x="22" y="287"/>
                    </a:lnTo>
                    <a:lnTo>
                      <a:pt x="24" y="291"/>
                    </a:lnTo>
                    <a:lnTo>
                      <a:pt x="31" y="295"/>
                    </a:lnTo>
                    <a:lnTo>
                      <a:pt x="31" y="294"/>
                    </a:lnTo>
                    <a:lnTo>
                      <a:pt x="35" y="294"/>
                    </a:lnTo>
                    <a:lnTo>
                      <a:pt x="37" y="291"/>
                    </a:lnTo>
                    <a:lnTo>
                      <a:pt x="38" y="291"/>
                    </a:lnTo>
                    <a:lnTo>
                      <a:pt x="40" y="295"/>
                    </a:lnTo>
                    <a:lnTo>
                      <a:pt x="47" y="298"/>
                    </a:lnTo>
                    <a:lnTo>
                      <a:pt x="51" y="296"/>
                    </a:lnTo>
                    <a:lnTo>
                      <a:pt x="53" y="290"/>
                    </a:lnTo>
                    <a:lnTo>
                      <a:pt x="59" y="289"/>
                    </a:lnTo>
                    <a:lnTo>
                      <a:pt x="67" y="286"/>
                    </a:lnTo>
                    <a:lnTo>
                      <a:pt x="79" y="283"/>
                    </a:lnTo>
                    <a:lnTo>
                      <a:pt x="89" y="280"/>
                    </a:lnTo>
                    <a:lnTo>
                      <a:pt x="96" y="280"/>
                    </a:lnTo>
                    <a:lnTo>
                      <a:pt x="107" y="285"/>
                    </a:lnTo>
                    <a:lnTo>
                      <a:pt x="112" y="280"/>
                    </a:lnTo>
                    <a:lnTo>
                      <a:pt x="113" y="280"/>
                    </a:lnTo>
                    <a:lnTo>
                      <a:pt x="119" y="290"/>
                    </a:lnTo>
                    <a:lnTo>
                      <a:pt x="124" y="291"/>
                    </a:lnTo>
                    <a:lnTo>
                      <a:pt x="125" y="296"/>
                    </a:lnTo>
                    <a:lnTo>
                      <a:pt x="130" y="306"/>
                    </a:lnTo>
                    <a:lnTo>
                      <a:pt x="133" y="307"/>
                    </a:lnTo>
                    <a:lnTo>
                      <a:pt x="139" y="307"/>
                    </a:lnTo>
                    <a:lnTo>
                      <a:pt x="141" y="305"/>
                    </a:lnTo>
                    <a:lnTo>
                      <a:pt x="138" y="298"/>
                    </a:lnTo>
                    <a:lnTo>
                      <a:pt x="138" y="292"/>
                    </a:lnTo>
                    <a:lnTo>
                      <a:pt x="138" y="281"/>
                    </a:lnTo>
                    <a:lnTo>
                      <a:pt x="135" y="273"/>
                    </a:lnTo>
                    <a:lnTo>
                      <a:pt x="137" y="260"/>
                    </a:lnTo>
                    <a:lnTo>
                      <a:pt x="133" y="259"/>
                    </a:lnTo>
                    <a:lnTo>
                      <a:pt x="133" y="251"/>
                    </a:lnTo>
                    <a:lnTo>
                      <a:pt x="130" y="248"/>
                    </a:lnTo>
                    <a:lnTo>
                      <a:pt x="127" y="240"/>
                    </a:lnTo>
                    <a:lnTo>
                      <a:pt x="128" y="232"/>
                    </a:lnTo>
                    <a:lnTo>
                      <a:pt x="132" y="224"/>
                    </a:lnTo>
                    <a:lnTo>
                      <a:pt x="149" y="221"/>
                    </a:lnTo>
                    <a:lnTo>
                      <a:pt x="160" y="221"/>
                    </a:lnTo>
                    <a:lnTo>
                      <a:pt x="171" y="224"/>
                    </a:lnTo>
                    <a:lnTo>
                      <a:pt x="199" y="222"/>
                    </a:lnTo>
                    <a:lnTo>
                      <a:pt x="225" y="227"/>
                    </a:lnTo>
                    <a:lnTo>
                      <a:pt x="242" y="228"/>
                    </a:lnTo>
                    <a:lnTo>
                      <a:pt x="246" y="227"/>
                    </a:lnTo>
                    <a:lnTo>
                      <a:pt x="258" y="219"/>
                    </a:lnTo>
                    <a:lnTo>
                      <a:pt x="275" y="216"/>
                    </a:lnTo>
                    <a:lnTo>
                      <a:pt x="275" y="217"/>
                    </a:lnTo>
                    <a:lnTo>
                      <a:pt x="310" y="222"/>
                    </a:lnTo>
                    <a:lnTo>
                      <a:pt x="313" y="227"/>
                    </a:lnTo>
                    <a:lnTo>
                      <a:pt x="317" y="227"/>
                    </a:lnTo>
                    <a:lnTo>
                      <a:pt x="320" y="225"/>
                    </a:lnTo>
                    <a:lnTo>
                      <a:pt x="334" y="225"/>
                    </a:lnTo>
                    <a:lnTo>
                      <a:pt x="336" y="224"/>
                    </a:lnTo>
                    <a:lnTo>
                      <a:pt x="339" y="220"/>
                    </a:lnTo>
                    <a:lnTo>
                      <a:pt x="343" y="220"/>
                    </a:lnTo>
                    <a:lnTo>
                      <a:pt x="344" y="214"/>
                    </a:lnTo>
                    <a:lnTo>
                      <a:pt x="347" y="211"/>
                    </a:lnTo>
                    <a:lnTo>
                      <a:pt x="348" y="210"/>
                    </a:lnTo>
                    <a:lnTo>
                      <a:pt x="350" y="208"/>
                    </a:lnTo>
                    <a:lnTo>
                      <a:pt x="354" y="209"/>
                    </a:lnTo>
                    <a:lnTo>
                      <a:pt x="361" y="197"/>
                    </a:lnTo>
                    <a:lnTo>
                      <a:pt x="364" y="195"/>
                    </a:lnTo>
                    <a:lnTo>
                      <a:pt x="370" y="195"/>
                    </a:lnTo>
                    <a:lnTo>
                      <a:pt x="379" y="199"/>
                    </a:lnTo>
                    <a:lnTo>
                      <a:pt x="387" y="197"/>
                    </a:lnTo>
                    <a:lnTo>
                      <a:pt x="393" y="199"/>
                    </a:lnTo>
                    <a:lnTo>
                      <a:pt x="398" y="197"/>
                    </a:lnTo>
                    <a:lnTo>
                      <a:pt x="410" y="185"/>
                    </a:lnTo>
                    <a:lnTo>
                      <a:pt x="412" y="182"/>
                    </a:lnTo>
                    <a:lnTo>
                      <a:pt x="412" y="181"/>
                    </a:lnTo>
                    <a:lnTo>
                      <a:pt x="415" y="177"/>
                    </a:lnTo>
                    <a:lnTo>
                      <a:pt x="417" y="172"/>
                    </a:lnTo>
                    <a:lnTo>
                      <a:pt x="417" y="170"/>
                    </a:lnTo>
                    <a:lnTo>
                      <a:pt x="417" y="171"/>
                    </a:lnTo>
                    <a:lnTo>
                      <a:pt x="406" y="161"/>
                    </a:lnTo>
                    <a:lnTo>
                      <a:pt x="399" y="154"/>
                    </a:lnTo>
                    <a:lnTo>
                      <a:pt x="398" y="150"/>
                    </a:lnTo>
                    <a:lnTo>
                      <a:pt x="399" y="146"/>
                    </a:lnTo>
                    <a:lnTo>
                      <a:pt x="403" y="145"/>
                    </a:lnTo>
                    <a:lnTo>
                      <a:pt x="408" y="145"/>
                    </a:lnTo>
                    <a:lnTo>
                      <a:pt x="409" y="142"/>
                    </a:lnTo>
                    <a:lnTo>
                      <a:pt x="408" y="140"/>
                    </a:lnTo>
                    <a:lnTo>
                      <a:pt x="402" y="130"/>
                    </a:lnTo>
                    <a:lnTo>
                      <a:pt x="396" y="127"/>
                    </a:lnTo>
                    <a:lnTo>
                      <a:pt x="392" y="128"/>
                    </a:lnTo>
                    <a:lnTo>
                      <a:pt x="387" y="133"/>
                    </a:lnTo>
                    <a:lnTo>
                      <a:pt x="382" y="134"/>
                    </a:lnTo>
                    <a:lnTo>
                      <a:pt x="379" y="134"/>
                    </a:lnTo>
                    <a:lnTo>
                      <a:pt x="368" y="131"/>
                    </a:lnTo>
                    <a:lnTo>
                      <a:pt x="360" y="127"/>
                    </a:lnTo>
                    <a:lnTo>
                      <a:pt x="349" y="114"/>
                    </a:lnTo>
                    <a:lnTo>
                      <a:pt x="345" y="108"/>
                    </a:lnTo>
                    <a:lnTo>
                      <a:pt x="339" y="93"/>
                    </a:lnTo>
                    <a:lnTo>
                      <a:pt x="334" y="84"/>
                    </a:lnTo>
                    <a:lnTo>
                      <a:pt x="317" y="70"/>
                    </a:lnTo>
                    <a:lnTo>
                      <a:pt x="305" y="55"/>
                    </a:lnTo>
                    <a:lnTo>
                      <a:pt x="301" y="48"/>
                    </a:lnTo>
                    <a:lnTo>
                      <a:pt x="302" y="39"/>
                    </a:lnTo>
                    <a:lnTo>
                      <a:pt x="301" y="37"/>
                    </a:lnTo>
                    <a:lnTo>
                      <a:pt x="291" y="28"/>
                    </a:lnTo>
                    <a:lnTo>
                      <a:pt x="290" y="26"/>
                    </a:lnTo>
                    <a:lnTo>
                      <a:pt x="293" y="16"/>
                    </a:lnTo>
                    <a:lnTo>
                      <a:pt x="294" y="5"/>
                    </a:lnTo>
                    <a:lnTo>
                      <a:pt x="29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5" name="Freeform 9">
                <a:extLst>
                  <a:ext uri="{FF2B5EF4-FFF2-40B4-BE49-F238E27FC236}">
                    <a16:creationId xmlns:a16="http://schemas.microsoft.com/office/drawing/2014/main" id="{7E104775-4EA0-583C-FD87-82B59284865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8" y="2346"/>
                <a:ext cx="84" cy="123"/>
              </a:xfrm>
              <a:custGeom>
                <a:avLst/>
                <a:gdLst/>
                <a:ahLst/>
                <a:cxnLst>
                  <a:cxn ang="0">
                    <a:pos x="220" y="581"/>
                  </a:cxn>
                  <a:cxn ang="0">
                    <a:pos x="170" y="579"/>
                  </a:cxn>
                  <a:cxn ang="0">
                    <a:pos x="74" y="585"/>
                  </a:cxn>
                  <a:cxn ang="0">
                    <a:pos x="79" y="536"/>
                  </a:cxn>
                  <a:cxn ang="0">
                    <a:pos x="75" y="520"/>
                  </a:cxn>
                  <a:cxn ang="0">
                    <a:pos x="63" y="502"/>
                  </a:cxn>
                  <a:cxn ang="0">
                    <a:pos x="68" y="494"/>
                  </a:cxn>
                  <a:cxn ang="0">
                    <a:pos x="58" y="484"/>
                  </a:cxn>
                  <a:cxn ang="0">
                    <a:pos x="32" y="480"/>
                  </a:cxn>
                  <a:cxn ang="0">
                    <a:pos x="11" y="456"/>
                  </a:cxn>
                  <a:cxn ang="0">
                    <a:pos x="3" y="448"/>
                  </a:cxn>
                  <a:cxn ang="0">
                    <a:pos x="7" y="432"/>
                  </a:cxn>
                  <a:cxn ang="0">
                    <a:pos x="19" y="400"/>
                  </a:cxn>
                  <a:cxn ang="0">
                    <a:pos x="39" y="358"/>
                  </a:cxn>
                  <a:cxn ang="0">
                    <a:pos x="62" y="328"/>
                  </a:cxn>
                  <a:cxn ang="0">
                    <a:pos x="101" y="323"/>
                  </a:cxn>
                  <a:cxn ang="0">
                    <a:pos x="130" y="339"/>
                  </a:cxn>
                  <a:cxn ang="0">
                    <a:pos x="143" y="350"/>
                  </a:cxn>
                  <a:cxn ang="0">
                    <a:pos x="168" y="342"/>
                  </a:cxn>
                  <a:cxn ang="0">
                    <a:pos x="198" y="280"/>
                  </a:cxn>
                  <a:cxn ang="0">
                    <a:pos x="210" y="241"/>
                  </a:cxn>
                  <a:cxn ang="0">
                    <a:pos x="238" y="217"/>
                  </a:cxn>
                  <a:cxn ang="0">
                    <a:pos x="249" y="171"/>
                  </a:cxn>
                  <a:cxn ang="0">
                    <a:pos x="263" y="131"/>
                  </a:cxn>
                  <a:cxn ang="0">
                    <a:pos x="279" y="95"/>
                  </a:cxn>
                  <a:cxn ang="0">
                    <a:pos x="307" y="77"/>
                  </a:cxn>
                  <a:cxn ang="0">
                    <a:pos x="327" y="48"/>
                  </a:cxn>
                  <a:cxn ang="0">
                    <a:pos x="323" y="23"/>
                  </a:cxn>
                  <a:cxn ang="0">
                    <a:pos x="310" y="15"/>
                  </a:cxn>
                  <a:cxn ang="0">
                    <a:pos x="332" y="0"/>
                  </a:cxn>
                  <a:cxn ang="0">
                    <a:pos x="340" y="4"/>
                  </a:cxn>
                  <a:cxn ang="0">
                    <a:pos x="355" y="48"/>
                  </a:cxn>
                  <a:cxn ang="0">
                    <a:pos x="349" y="90"/>
                  </a:cxn>
                  <a:cxn ang="0">
                    <a:pos x="374" y="140"/>
                  </a:cxn>
                  <a:cxn ang="0">
                    <a:pos x="376" y="157"/>
                  </a:cxn>
                  <a:cxn ang="0">
                    <a:pos x="337" y="154"/>
                  </a:cxn>
                  <a:cxn ang="0">
                    <a:pos x="315" y="159"/>
                  </a:cxn>
                  <a:cxn ang="0">
                    <a:pos x="311" y="192"/>
                  </a:cxn>
                  <a:cxn ang="0">
                    <a:pos x="338" y="215"/>
                  </a:cxn>
                  <a:cxn ang="0">
                    <a:pos x="360" y="230"/>
                  </a:cxn>
                  <a:cxn ang="0">
                    <a:pos x="376" y="292"/>
                  </a:cxn>
                  <a:cxn ang="0">
                    <a:pos x="370" y="323"/>
                  </a:cxn>
                  <a:cxn ang="0">
                    <a:pos x="343" y="369"/>
                  </a:cxn>
                  <a:cxn ang="0">
                    <a:pos x="335" y="407"/>
                  </a:cxn>
                  <a:cxn ang="0">
                    <a:pos x="345" y="458"/>
                  </a:cxn>
                  <a:cxn ang="0">
                    <a:pos x="390" y="528"/>
                  </a:cxn>
                  <a:cxn ang="0">
                    <a:pos x="418" y="559"/>
                  </a:cxn>
                  <a:cxn ang="0">
                    <a:pos x="413" y="615"/>
                  </a:cxn>
                  <a:cxn ang="0">
                    <a:pos x="366" y="592"/>
                  </a:cxn>
                  <a:cxn ang="0">
                    <a:pos x="264" y="585"/>
                  </a:cxn>
                </a:cxnLst>
                <a:rect l="0" t="0" r="r" b="b"/>
                <a:pathLst>
                  <a:path w="420" h="615">
                    <a:moveTo>
                      <a:pt x="264" y="585"/>
                    </a:moveTo>
                    <a:lnTo>
                      <a:pt x="256" y="582"/>
                    </a:lnTo>
                    <a:lnTo>
                      <a:pt x="220" y="581"/>
                    </a:lnTo>
                    <a:lnTo>
                      <a:pt x="204" y="577"/>
                    </a:lnTo>
                    <a:lnTo>
                      <a:pt x="184" y="581"/>
                    </a:lnTo>
                    <a:lnTo>
                      <a:pt x="170" y="579"/>
                    </a:lnTo>
                    <a:lnTo>
                      <a:pt x="156" y="582"/>
                    </a:lnTo>
                    <a:lnTo>
                      <a:pt x="116" y="582"/>
                    </a:lnTo>
                    <a:lnTo>
                      <a:pt x="74" y="585"/>
                    </a:lnTo>
                    <a:lnTo>
                      <a:pt x="70" y="586"/>
                    </a:lnTo>
                    <a:lnTo>
                      <a:pt x="74" y="552"/>
                    </a:lnTo>
                    <a:lnTo>
                      <a:pt x="79" y="536"/>
                    </a:lnTo>
                    <a:lnTo>
                      <a:pt x="79" y="529"/>
                    </a:lnTo>
                    <a:lnTo>
                      <a:pt x="81" y="527"/>
                    </a:lnTo>
                    <a:lnTo>
                      <a:pt x="75" y="520"/>
                    </a:lnTo>
                    <a:lnTo>
                      <a:pt x="69" y="513"/>
                    </a:lnTo>
                    <a:lnTo>
                      <a:pt x="66" y="509"/>
                    </a:lnTo>
                    <a:lnTo>
                      <a:pt x="63" y="502"/>
                    </a:lnTo>
                    <a:lnTo>
                      <a:pt x="63" y="500"/>
                    </a:lnTo>
                    <a:lnTo>
                      <a:pt x="66" y="499"/>
                    </a:lnTo>
                    <a:lnTo>
                      <a:pt x="68" y="494"/>
                    </a:lnTo>
                    <a:lnTo>
                      <a:pt x="68" y="485"/>
                    </a:lnTo>
                    <a:lnTo>
                      <a:pt x="64" y="483"/>
                    </a:lnTo>
                    <a:lnTo>
                      <a:pt x="58" y="484"/>
                    </a:lnTo>
                    <a:lnTo>
                      <a:pt x="57" y="488"/>
                    </a:lnTo>
                    <a:lnTo>
                      <a:pt x="52" y="489"/>
                    </a:lnTo>
                    <a:lnTo>
                      <a:pt x="32" y="480"/>
                    </a:lnTo>
                    <a:lnTo>
                      <a:pt x="27" y="471"/>
                    </a:lnTo>
                    <a:lnTo>
                      <a:pt x="21" y="456"/>
                    </a:lnTo>
                    <a:lnTo>
                      <a:pt x="11" y="456"/>
                    </a:lnTo>
                    <a:lnTo>
                      <a:pt x="6" y="458"/>
                    </a:lnTo>
                    <a:lnTo>
                      <a:pt x="1" y="455"/>
                    </a:lnTo>
                    <a:lnTo>
                      <a:pt x="3" y="448"/>
                    </a:lnTo>
                    <a:lnTo>
                      <a:pt x="0" y="446"/>
                    </a:lnTo>
                    <a:lnTo>
                      <a:pt x="0" y="439"/>
                    </a:lnTo>
                    <a:lnTo>
                      <a:pt x="7" y="432"/>
                    </a:lnTo>
                    <a:lnTo>
                      <a:pt x="14" y="423"/>
                    </a:lnTo>
                    <a:lnTo>
                      <a:pt x="17" y="414"/>
                    </a:lnTo>
                    <a:lnTo>
                      <a:pt x="19" y="400"/>
                    </a:lnTo>
                    <a:lnTo>
                      <a:pt x="22" y="385"/>
                    </a:lnTo>
                    <a:lnTo>
                      <a:pt x="31" y="369"/>
                    </a:lnTo>
                    <a:lnTo>
                      <a:pt x="39" y="358"/>
                    </a:lnTo>
                    <a:lnTo>
                      <a:pt x="47" y="350"/>
                    </a:lnTo>
                    <a:lnTo>
                      <a:pt x="58" y="345"/>
                    </a:lnTo>
                    <a:lnTo>
                      <a:pt x="62" y="328"/>
                    </a:lnTo>
                    <a:lnTo>
                      <a:pt x="64" y="328"/>
                    </a:lnTo>
                    <a:lnTo>
                      <a:pt x="79" y="328"/>
                    </a:lnTo>
                    <a:lnTo>
                      <a:pt x="101" y="323"/>
                    </a:lnTo>
                    <a:lnTo>
                      <a:pt x="116" y="324"/>
                    </a:lnTo>
                    <a:lnTo>
                      <a:pt x="127" y="334"/>
                    </a:lnTo>
                    <a:lnTo>
                      <a:pt x="130" y="339"/>
                    </a:lnTo>
                    <a:lnTo>
                      <a:pt x="130" y="340"/>
                    </a:lnTo>
                    <a:lnTo>
                      <a:pt x="134" y="343"/>
                    </a:lnTo>
                    <a:lnTo>
                      <a:pt x="143" y="350"/>
                    </a:lnTo>
                    <a:lnTo>
                      <a:pt x="156" y="351"/>
                    </a:lnTo>
                    <a:lnTo>
                      <a:pt x="165" y="348"/>
                    </a:lnTo>
                    <a:lnTo>
                      <a:pt x="168" y="342"/>
                    </a:lnTo>
                    <a:lnTo>
                      <a:pt x="170" y="333"/>
                    </a:lnTo>
                    <a:lnTo>
                      <a:pt x="188" y="302"/>
                    </a:lnTo>
                    <a:lnTo>
                      <a:pt x="198" y="280"/>
                    </a:lnTo>
                    <a:lnTo>
                      <a:pt x="200" y="273"/>
                    </a:lnTo>
                    <a:lnTo>
                      <a:pt x="204" y="257"/>
                    </a:lnTo>
                    <a:lnTo>
                      <a:pt x="210" y="241"/>
                    </a:lnTo>
                    <a:lnTo>
                      <a:pt x="221" y="229"/>
                    </a:lnTo>
                    <a:lnTo>
                      <a:pt x="236" y="222"/>
                    </a:lnTo>
                    <a:lnTo>
                      <a:pt x="238" y="217"/>
                    </a:lnTo>
                    <a:lnTo>
                      <a:pt x="240" y="211"/>
                    </a:lnTo>
                    <a:lnTo>
                      <a:pt x="241" y="199"/>
                    </a:lnTo>
                    <a:lnTo>
                      <a:pt x="249" y="171"/>
                    </a:lnTo>
                    <a:lnTo>
                      <a:pt x="251" y="160"/>
                    </a:lnTo>
                    <a:lnTo>
                      <a:pt x="254" y="149"/>
                    </a:lnTo>
                    <a:lnTo>
                      <a:pt x="263" y="131"/>
                    </a:lnTo>
                    <a:lnTo>
                      <a:pt x="270" y="108"/>
                    </a:lnTo>
                    <a:lnTo>
                      <a:pt x="274" y="101"/>
                    </a:lnTo>
                    <a:lnTo>
                      <a:pt x="279" y="95"/>
                    </a:lnTo>
                    <a:lnTo>
                      <a:pt x="288" y="85"/>
                    </a:lnTo>
                    <a:lnTo>
                      <a:pt x="291" y="84"/>
                    </a:lnTo>
                    <a:lnTo>
                      <a:pt x="307" y="77"/>
                    </a:lnTo>
                    <a:lnTo>
                      <a:pt x="310" y="74"/>
                    </a:lnTo>
                    <a:lnTo>
                      <a:pt x="329" y="61"/>
                    </a:lnTo>
                    <a:lnTo>
                      <a:pt x="327" y="48"/>
                    </a:lnTo>
                    <a:lnTo>
                      <a:pt x="328" y="31"/>
                    </a:lnTo>
                    <a:lnTo>
                      <a:pt x="326" y="26"/>
                    </a:lnTo>
                    <a:lnTo>
                      <a:pt x="323" y="23"/>
                    </a:lnTo>
                    <a:lnTo>
                      <a:pt x="322" y="22"/>
                    </a:lnTo>
                    <a:lnTo>
                      <a:pt x="311" y="18"/>
                    </a:lnTo>
                    <a:lnTo>
                      <a:pt x="310" y="15"/>
                    </a:lnTo>
                    <a:lnTo>
                      <a:pt x="315" y="15"/>
                    </a:lnTo>
                    <a:lnTo>
                      <a:pt x="323" y="3"/>
                    </a:lnTo>
                    <a:lnTo>
                      <a:pt x="332" y="0"/>
                    </a:lnTo>
                    <a:lnTo>
                      <a:pt x="338" y="0"/>
                    </a:lnTo>
                    <a:lnTo>
                      <a:pt x="340" y="1"/>
                    </a:lnTo>
                    <a:lnTo>
                      <a:pt x="340" y="4"/>
                    </a:lnTo>
                    <a:lnTo>
                      <a:pt x="347" y="32"/>
                    </a:lnTo>
                    <a:lnTo>
                      <a:pt x="353" y="41"/>
                    </a:lnTo>
                    <a:lnTo>
                      <a:pt x="355" y="48"/>
                    </a:lnTo>
                    <a:lnTo>
                      <a:pt x="354" y="68"/>
                    </a:lnTo>
                    <a:lnTo>
                      <a:pt x="353" y="79"/>
                    </a:lnTo>
                    <a:lnTo>
                      <a:pt x="349" y="90"/>
                    </a:lnTo>
                    <a:lnTo>
                      <a:pt x="349" y="98"/>
                    </a:lnTo>
                    <a:lnTo>
                      <a:pt x="359" y="119"/>
                    </a:lnTo>
                    <a:lnTo>
                      <a:pt x="374" y="140"/>
                    </a:lnTo>
                    <a:lnTo>
                      <a:pt x="376" y="146"/>
                    </a:lnTo>
                    <a:lnTo>
                      <a:pt x="377" y="155"/>
                    </a:lnTo>
                    <a:lnTo>
                      <a:pt x="376" y="157"/>
                    </a:lnTo>
                    <a:lnTo>
                      <a:pt x="372" y="160"/>
                    </a:lnTo>
                    <a:lnTo>
                      <a:pt x="353" y="156"/>
                    </a:lnTo>
                    <a:lnTo>
                      <a:pt x="337" y="154"/>
                    </a:lnTo>
                    <a:lnTo>
                      <a:pt x="322" y="155"/>
                    </a:lnTo>
                    <a:lnTo>
                      <a:pt x="318" y="156"/>
                    </a:lnTo>
                    <a:lnTo>
                      <a:pt x="315" y="159"/>
                    </a:lnTo>
                    <a:lnTo>
                      <a:pt x="310" y="165"/>
                    </a:lnTo>
                    <a:lnTo>
                      <a:pt x="310" y="179"/>
                    </a:lnTo>
                    <a:lnTo>
                      <a:pt x="311" y="192"/>
                    </a:lnTo>
                    <a:lnTo>
                      <a:pt x="322" y="205"/>
                    </a:lnTo>
                    <a:lnTo>
                      <a:pt x="329" y="211"/>
                    </a:lnTo>
                    <a:lnTo>
                      <a:pt x="338" y="215"/>
                    </a:lnTo>
                    <a:lnTo>
                      <a:pt x="350" y="217"/>
                    </a:lnTo>
                    <a:lnTo>
                      <a:pt x="354" y="220"/>
                    </a:lnTo>
                    <a:lnTo>
                      <a:pt x="360" y="230"/>
                    </a:lnTo>
                    <a:lnTo>
                      <a:pt x="370" y="257"/>
                    </a:lnTo>
                    <a:lnTo>
                      <a:pt x="375" y="275"/>
                    </a:lnTo>
                    <a:lnTo>
                      <a:pt x="376" y="292"/>
                    </a:lnTo>
                    <a:lnTo>
                      <a:pt x="377" y="295"/>
                    </a:lnTo>
                    <a:lnTo>
                      <a:pt x="380" y="297"/>
                    </a:lnTo>
                    <a:lnTo>
                      <a:pt x="370" y="323"/>
                    </a:lnTo>
                    <a:lnTo>
                      <a:pt x="360" y="338"/>
                    </a:lnTo>
                    <a:lnTo>
                      <a:pt x="353" y="354"/>
                    </a:lnTo>
                    <a:lnTo>
                      <a:pt x="343" y="369"/>
                    </a:lnTo>
                    <a:lnTo>
                      <a:pt x="332" y="380"/>
                    </a:lnTo>
                    <a:lnTo>
                      <a:pt x="332" y="393"/>
                    </a:lnTo>
                    <a:lnTo>
                      <a:pt x="335" y="407"/>
                    </a:lnTo>
                    <a:lnTo>
                      <a:pt x="334" y="424"/>
                    </a:lnTo>
                    <a:lnTo>
                      <a:pt x="335" y="440"/>
                    </a:lnTo>
                    <a:lnTo>
                      <a:pt x="345" y="458"/>
                    </a:lnTo>
                    <a:lnTo>
                      <a:pt x="354" y="469"/>
                    </a:lnTo>
                    <a:lnTo>
                      <a:pt x="378" y="516"/>
                    </a:lnTo>
                    <a:lnTo>
                      <a:pt x="390" y="528"/>
                    </a:lnTo>
                    <a:lnTo>
                      <a:pt x="413" y="548"/>
                    </a:lnTo>
                    <a:lnTo>
                      <a:pt x="420" y="548"/>
                    </a:lnTo>
                    <a:lnTo>
                      <a:pt x="418" y="559"/>
                    </a:lnTo>
                    <a:lnTo>
                      <a:pt x="420" y="602"/>
                    </a:lnTo>
                    <a:lnTo>
                      <a:pt x="418" y="612"/>
                    </a:lnTo>
                    <a:lnTo>
                      <a:pt x="413" y="615"/>
                    </a:lnTo>
                    <a:lnTo>
                      <a:pt x="390" y="597"/>
                    </a:lnTo>
                    <a:lnTo>
                      <a:pt x="380" y="597"/>
                    </a:lnTo>
                    <a:lnTo>
                      <a:pt x="366" y="592"/>
                    </a:lnTo>
                    <a:lnTo>
                      <a:pt x="351" y="591"/>
                    </a:lnTo>
                    <a:lnTo>
                      <a:pt x="340" y="585"/>
                    </a:lnTo>
                    <a:lnTo>
                      <a:pt x="264" y="5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6" name="Freeform 10">
                <a:extLst>
                  <a:ext uri="{FF2B5EF4-FFF2-40B4-BE49-F238E27FC236}">
                    <a16:creationId xmlns:a16="http://schemas.microsoft.com/office/drawing/2014/main" id="{B48913F5-A25C-30D0-A21A-9FC973F925A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24" y="2350"/>
                <a:ext cx="33" cy="68"/>
              </a:xfrm>
              <a:custGeom>
                <a:avLst/>
                <a:gdLst/>
                <a:ahLst/>
                <a:cxnLst>
                  <a:cxn ang="0">
                    <a:pos x="147" y="30"/>
                  </a:cxn>
                  <a:cxn ang="0">
                    <a:pos x="128" y="12"/>
                  </a:cxn>
                  <a:cxn ang="0">
                    <a:pos x="114" y="0"/>
                  </a:cxn>
                  <a:cxn ang="0">
                    <a:pos x="101" y="5"/>
                  </a:cxn>
                  <a:cxn ang="0">
                    <a:pos x="90" y="12"/>
                  </a:cxn>
                  <a:cxn ang="0">
                    <a:pos x="90" y="25"/>
                  </a:cxn>
                  <a:cxn ang="0">
                    <a:pos x="90" y="26"/>
                  </a:cxn>
                  <a:cxn ang="0">
                    <a:pos x="85" y="35"/>
                  </a:cxn>
                  <a:cxn ang="0">
                    <a:pos x="83" y="39"/>
                  </a:cxn>
                  <a:cxn ang="0">
                    <a:pos x="66" y="53"/>
                  </a:cxn>
                  <a:cxn ang="0">
                    <a:pos x="52" y="53"/>
                  </a:cxn>
                  <a:cxn ang="0">
                    <a:pos x="37" y="49"/>
                  </a:cxn>
                  <a:cxn ang="0">
                    <a:pos x="27" y="63"/>
                  </a:cxn>
                  <a:cxn ang="0">
                    <a:pos x="21" y="64"/>
                  </a:cxn>
                  <a:cxn ang="0">
                    <a:pos x="17" y="68"/>
                  </a:cxn>
                  <a:cxn ang="0">
                    <a:pos x="12" y="74"/>
                  </a:cxn>
                  <a:cxn ang="0">
                    <a:pos x="6" y="80"/>
                  </a:cxn>
                  <a:cxn ang="0">
                    <a:pos x="1" y="95"/>
                  </a:cxn>
                  <a:cxn ang="0">
                    <a:pos x="0" y="113"/>
                  </a:cxn>
                  <a:cxn ang="0">
                    <a:pos x="11" y="121"/>
                  </a:cxn>
                  <a:cxn ang="0">
                    <a:pos x="20" y="124"/>
                  </a:cxn>
                  <a:cxn ang="0">
                    <a:pos x="41" y="159"/>
                  </a:cxn>
                  <a:cxn ang="0">
                    <a:pos x="50" y="189"/>
                  </a:cxn>
                  <a:cxn ang="0">
                    <a:pos x="54" y="204"/>
                  </a:cxn>
                  <a:cxn ang="0">
                    <a:pos x="58" y="234"/>
                  </a:cxn>
                  <a:cxn ang="0">
                    <a:pos x="54" y="308"/>
                  </a:cxn>
                  <a:cxn ang="0">
                    <a:pos x="58" y="331"/>
                  </a:cxn>
                  <a:cxn ang="0">
                    <a:pos x="61" y="339"/>
                  </a:cxn>
                  <a:cxn ang="0">
                    <a:pos x="112" y="337"/>
                  </a:cxn>
                  <a:cxn ang="0">
                    <a:pos x="107" y="295"/>
                  </a:cxn>
                  <a:cxn ang="0">
                    <a:pos x="113" y="265"/>
                  </a:cxn>
                  <a:cxn ang="0">
                    <a:pos x="113" y="215"/>
                  </a:cxn>
                  <a:cxn ang="0">
                    <a:pos x="129" y="183"/>
                  </a:cxn>
                  <a:cxn ang="0">
                    <a:pos x="133" y="159"/>
                  </a:cxn>
                  <a:cxn ang="0">
                    <a:pos x="156" y="138"/>
                  </a:cxn>
                  <a:cxn ang="0">
                    <a:pos x="160" y="129"/>
                  </a:cxn>
                  <a:cxn ang="0">
                    <a:pos x="160" y="124"/>
                  </a:cxn>
                  <a:cxn ang="0">
                    <a:pos x="155" y="117"/>
                  </a:cxn>
                  <a:cxn ang="0">
                    <a:pos x="160" y="109"/>
                  </a:cxn>
                  <a:cxn ang="0">
                    <a:pos x="166" y="107"/>
                  </a:cxn>
                  <a:cxn ang="0">
                    <a:pos x="162" y="74"/>
                  </a:cxn>
                  <a:cxn ang="0">
                    <a:pos x="151" y="59"/>
                  </a:cxn>
                  <a:cxn ang="0">
                    <a:pos x="151" y="43"/>
                  </a:cxn>
                </a:cxnLst>
                <a:rect l="0" t="0" r="r" b="b"/>
                <a:pathLst>
                  <a:path w="166" h="340">
                    <a:moveTo>
                      <a:pt x="156" y="37"/>
                    </a:moveTo>
                    <a:lnTo>
                      <a:pt x="147" y="30"/>
                    </a:lnTo>
                    <a:lnTo>
                      <a:pt x="140" y="25"/>
                    </a:lnTo>
                    <a:lnTo>
                      <a:pt x="128" y="12"/>
                    </a:lnTo>
                    <a:lnTo>
                      <a:pt x="117" y="1"/>
                    </a:lnTo>
                    <a:lnTo>
                      <a:pt x="114" y="0"/>
                    </a:lnTo>
                    <a:lnTo>
                      <a:pt x="106" y="4"/>
                    </a:lnTo>
                    <a:lnTo>
                      <a:pt x="101" y="5"/>
                    </a:lnTo>
                    <a:lnTo>
                      <a:pt x="90" y="8"/>
                    </a:lnTo>
                    <a:lnTo>
                      <a:pt x="90" y="12"/>
                    </a:lnTo>
                    <a:lnTo>
                      <a:pt x="97" y="21"/>
                    </a:lnTo>
                    <a:lnTo>
                      <a:pt x="90" y="25"/>
                    </a:lnTo>
                    <a:lnTo>
                      <a:pt x="90" y="24"/>
                    </a:lnTo>
                    <a:lnTo>
                      <a:pt x="90" y="26"/>
                    </a:lnTo>
                    <a:lnTo>
                      <a:pt x="88" y="31"/>
                    </a:lnTo>
                    <a:lnTo>
                      <a:pt x="85" y="35"/>
                    </a:lnTo>
                    <a:lnTo>
                      <a:pt x="85" y="36"/>
                    </a:lnTo>
                    <a:lnTo>
                      <a:pt x="83" y="39"/>
                    </a:lnTo>
                    <a:lnTo>
                      <a:pt x="71" y="51"/>
                    </a:lnTo>
                    <a:lnTo>
                      <a:pt x="66" y="53"/>
                    </a:lnTo>
                    <a:lnTo>
                      <a:pt x="60" y="51"/>
                    </a:lnTo>
                    <a:lnTo>
                      <a:pt x="52" y="53"/>
                    </a:lnTo>
                    <a:lnTo>
                      <a:pt x="43" y="49"/>
                    </a:lnTo>
                    <a:lnTo>
                      <a:pt x="37" y="49"/>
                    </a:lnTo>
                    <a:lnTo>
                      <a:pt x="34" y="51"/>
                    </a:lnTo>
                    <a:lnTo>
                      <a:pt x="27" y="63"/>
                    </a:lnTo>
                    <a:lnTo>
                      <a:pt x="23" y="62"/>
                    </a:lnTo>
                    <a:lnTo>
                      <a:pt x="21" y="64"/>
                    </a:lnTo>
                    <a:lnTo>
                      <a:pt x="20" y="65"/>
                    </a:lnTo>
                    <a:lnTo>
                      <a:pt x="17" y="68"/>
                    </a:lnTo>
                    <a:lnTo>
                      <a:pt x="16" y="74"/>
                    </a:lnTo>
                    <a:lnTo>
                      <a:pt x="12" y="74"/>
                    </a:lnTo>
                    <a:lnTo>
                      <a:pt x="9" y="78"/>
                    </a:lnTo>
                    <a:lnTo>
                      <a:pt x="6" y="80"/>
                    </a:lnTo>
                    <a:lnTo>
                      <a:pt x="5" y="87"/>
                    </a:lnTo>
                    <a:lnTo>
                      <a:pt x="1" y="95"/>
                    </a:lnTo>
                    <a:lnTo>
                      <a:pt x="0" y="105"/>
                    </a:lnTo>
                    <a:lnTo>
                      <a:pt x="0" y="113"/>
                    </a:lnTo>
                    <a:lnTo>
                      <a:pt x="5" y="117"/>
                    </a:lnTo>
                    <a:lnTo>
                      <a:pt x="11" y="121"/>
                    </a:lnTo>
                    <a:lnTo>
                      <a:pt x="15" y="121"/>
                    </a:lnTo>
                    <a:lnTo>
                      <a:pt x="20" y="124"/>
                    </a:lnTo>
                    <a:lnTo>
                      <a:pt x="32" y="139"/>
                    </a:lnTo>
                    <a:lnTo>
                      <a:pt x="41" y="159"/>
                    </a:lnTo>
                    <a:lnTo>
                      <a:pt x="47" y="180"/>
                    </a:lnTo>
                    <a:lnTo>
                      <a:pt x="50" y="189"/>
                    </a:lnTo>
                    <a:lnTo>
                      <a:pt x="52" y="195"/>
                    </a:lnTo>
                    <a:lnTo>
                      <a:pt x="54" y="204"/>
                    </a:lnTo>
                    <a:lnTo>
                      <a:pt x="56" y="215"/>
                    </a:lnTo>
                    <a:lnTo>
                      <a:pt x="58" y="234"/>
                    </a:lnTo>
                    <a:lnTo>
                      <a:pt x="58" y="285"/>
                    </a:lnTo>
                    <a:lnTo>
                      <a:pt x="54" y="308"/>
                    </a:lnTo>
                    <a:lnTo>
                      <a:pt x="54" y="318"/>
                    </a:lnTo>
                    <a:lnTo>
                      <a:pt x="58" y="331"/>
                    </a:lnTo>
                    <a:lnTo>
                      <a:pt x="60" y="338"/>
                    </a:lnTo>
                    <a:lnTo>
                      <a:pt x="61" y="339"/>
                    </a:lnTo>
                    <a:lnTo>
                      <a:pt x="68" y="340"/>
                    </a:lnTo>
                    <a:lnTo>
                      <a:pt x="112" y="337"/>
                    </a:lnTo>
                    <a:lnTo>
                      <a:pt x="109" y="334"/>
                    </a:lnTo>
                    <a:lnTo>
                      <a:pt x="107" y="295"/>
                    </a:lnTo>
                    <a:lnTo>
                      <a:pt x="108" y="286"/>
                    </a:lnTo>
                    <a:lnTo>
                      <a:pt x="113" y="265"/>
                    </a:lnTo>
                    <a:lnTo>
                      <a:pt x="112" y="235"/>
                    </a:lnTo>
                    <a:lnTo>
                      <a:pt x="113" y="215"/>
                    </a:lnTo>
                    <a:lnTo>
                      <a:pt x="117" y="203"/>
                    </a:lnTo>
                    <a:lnTo>
                      <a:pt x="129" y="183"/>
                    </a:lnTo>
                    <a:lnTo>
                      <a:pt x="130" y="168"/>
                    </a:lnTo>
                    <a:lnTo>
                      <a:pt x="133" y="159"/>
                    </a:lnTo>
                    <a:lnTo>
                      <a:pt x="141" y="149"/>
                    </a:lnTo>
                    <a:lnTo>
                      <a:pt x="156" y="138"/>
                    </a:lnTo>
                    <a:lnTo>
                      <a:pt x="156" y="132"/>
                    </a:lnTo>
                    <a:lnTo>
                      <a:pt x="160" y="129"/>
                    </a:lnTo>
                    <a:lnTo>
                      <a:pt x="160" y="128"/>
                    </a:lnTo>
                    <a:lnTo>
                      <a:pt x="160" y="124"/>
                    </a:lnTo>
                    <a:lnTo>
                      <a:pt x="155" y="119"/>
                    </a:lnTo>
                    <a:lnTo>
                      <a:pt x="155" y="117"/>
                    </a:lnTo>
                    <a:lnTo>
                      <a:pt x="157" y="111"/>
                    </a:lnTo>
                    <a:lnTo>
                      <a:pt x="160" y="109"/>
                    </a:lnTo>
                    <a:lnTo>
                      <a:pt x="165" y="109"/>
                    </a:lnTo>
                    <a:lnTo>
                      <a:pt x="166" y="107"/>
                    </a:lnTo>
                    <a:lnTo>
                      <a:pt x="166" y="89"/>
                    </a:lnTo>
                    <a:lnTo>
                      <a:pt x="162" y="74"/>
                    </a:lnTo>
                    <a:lnTo>
                      <a:pt x="161" y="69"/>
                    </a:lnTo>
                    <a:lnTo>
                      <a:pt x="151" y="59"/>
                    </a:lnTo>
                    <a:lnTo>
                      <a:pt x="150" y="54"/>
                    </a:lnTo>
                    <a:lnTo>
                      <a:pt x="151" y="43"/>
                    </a:lnTo>
                    <a:lnTo>
                      <a:pt x="156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7" name="Freeform 11">
                <a:extLst>
                  <a:ext uri="{FF2B5EF4-FFF2-40B4-BE49-F238E27FC236}">
                    <a16:creationId xmlns:a16="http://schemas.microsoft.com/office/drawing/2014/main" id="{E4B5BB19-7294-02F5-DA1E-BFFA8D3640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2" y="2224"/>
                <a:ext cx="118" cy="181"/>
              </a:xfrm>
              <a:custGeom>
                <a:avLst/>
                <a:gdLst/>
                <a:ahLst/>
                <a:cxnLst>
                  <a:cxn ang="0">
                    <a:pos x="99" y="122"/>
                  </a:cxn>
                  <a:cxn ang="0">
                    <a:pos x="106" y="143"/>
                  </a:cxn>
                  <a:cxn ang="0">
                    <a:pos x="122" y="160"/>
                  </a:cxn>
                  <a:cxn ang="0">
                    <a:pos x="117" y="276"/>
                  </a:cxn>
                  <a:cxn ang="0">
                    <a:pos x="19" y="479"/>
                  </a:cxn>
                  <a:cxn ang="0">
                    <a:pos x="13" y="502"/>
                  </a:cxn>
                  <a:cxn ang="0">
                    <a:pos x="3" y="520"/>
                  </a:cxn>
                  <a:cxn ang="0">
                    <a:pos x="30" y="534"/>
                  </a:cxn>
                  <a:cxn ang="0">
                    <a:pos x="57" y="568"/>
                  </a:cxn>
                  <a:cxn ang="0">
                    <a:pos x="83" y="571"/>
                  </a:cxn>
                  <a:cxn ang="0">
                    <a:pos x="95" y="587"/>
                  </a:cxn>
                  <a:cxn ang="0">
                    <a:pos x="68" y="608"/>
                  </a:cxn>
                  <a:cxn ang="0">
                    <a:pos x="77" y="640"/>
                  </a:cxn>
                  <a:cxn ang="0">
                    <a:pos x="84" y="676"/>
                  </a:cxn>
                  <a:cxn ang="0">
                    <a:pos x="79" y="706"/>
                  </a:cxn>
                  <a:cxn ang="0">
                    <a:pos x="106" y="754"/>
                  </a:cxn>
                  <a:cxn ang="0">
                    <a:pos x="102" y="768"/>
                  </a:cxn>
                  <a:cxn ang="0">
                    <a:pos x="52" y="763"/>
                  </a:cxn>
                  <a:cxn ang="0">
                    <a:pos x="40" y="773"/>
                  </a:cxn>
                  <a:cxn ang="0">
                    <a:pos x="52" y="813"/>
                  </a:cxn>
                  <a:cxn ang="0">
                    <a:pos x="80" y="825"/>
                  </a:cxn>
                  <a:cxn ang="0">
                    <a:pos x="100" y="865"/>
                  </a:cxn>
                  <a:cxn ang="0">
                    <a:pos x="107" y="903"/>
                  </a:cxn>
                  <a:cxn ang="0">
                    <a:pos x="122" y="902"/>
                  </a:cxn>
                  <a:cxn ang="0">
                    <a:pos x="139" y="903"/>
                  </a:cxn>
                  <a:cxn ang="0">
                    <a:pos x="167" y="892"/>
                  </a:cxn>
                  <a:cxn ang="0">
                    <a:pos x="175" y="882"/>
                  </a:cxn>
                  <a:cxn ang="0">
                    <a:pos x="185" y="889"/>
                  </a:cxn>
                  <a:cxn ang="0">
                    <a:pos x="198" y="897"/>
                  </a:cxn>
                  <a:cxn ang="0">
                    <a:pos x="215" y="888"/>
                  </a:cxn>
                  <a:cxn ang="0">
                    <a:pos x="245" y="875"/>
                  </a:cxn>
                  <a:cxn ang="0">
                    <a:pos x="267" y="871"/>
                  </a:cxn>
                  <a:cxn ang="0">
                    <a:pos x="294" y="864"/>
                  </a:cxn>
                  <a:cxn ang="0">
                    <a:pos x="306" y="857"/>
                  </a:cxn>
                  <a:cxn ang="0">
                    <a:pos x="316" y="841"/>
                  </a:cxn>
                  <a:cxn ang="0">
                    <a:pos x="307" y="827"/>
                  </a:cxn>
                  <a:cxn ang="0">
                    <a:pos x="321" y="818"/>
                  </a:cxn>
                  <a:cxn ang="0">
                    <a:pos x="354" y="814"/>
                  </a:cxn>
                  <a:cxn ang="0">
                    <a:pos x="379" y="811"/>
                  </a:cxn>
                  <a:cxn ang="0">
                    <a:pos x="393" y="807"/>
                  </a:cxn>
                  <a:cxn ang="0">
                    <a:pos x="417" y="792"/>
                  </a:cxn>
                  <a:cxn ang="0">
                    <a:pos x="440" y="763"/>
                  </a:cxn>
                  <a:cxn ang="0">
                    <a:pos x="455" y="749"/>
                  </a:cxn>
                  <a:cxn ang="0">
                    <a:pos x="467" y="720"/>
                  </a:cxn>
                  <a:cxn ang="0">
                    <a:pos x="495" y="711"/>
                  </a:cxn>
                  <a:cxn ang="0">
                    <a:pos x="524" y="701"/>
                  </a:cxn>
                  <a:cxn ang="0">
                    <a:pos x="518" y="679"/>
                  </a:cxn>
                  <a:cxn ang="0">
                    <a:pos x="498" y="640"/>
                  </a:cxn>
                  <a:cxn ang="0">
                    <a:pos x="478" y="612"/>
                  </a:cxn>
                  <a:cxn ang="0">
                    <a:pos x="470" y="597"/>
                  </a:cxn>
                  <a:cxn ang="0">
                    <a:pos x="479" y="572"/>
                  </a:cxn>
                  <a:cxn ang="0">
                    <a:pos x="484" y="544"/>
                  </a:cxn>
                  <a:cxn ang="0">
                    <a:pos x="494" y="533"/>
                  </a:cxn>
                  <a:cxn ang="0">
                    <a:pos x="509" y="494"/>
                  </a:cxn>
                  <a:cxn ang="0">
                    <a:pos x="526" y="455"/>
                  </a:cxn>
                  <a:cxn ang="0">
                    <a:pos x="542" y="443"/>
                  </a:cxn>
                  <a:cxn ang="0">
                    <a:pos x="586" y="441"/>
                  </a:cxn>
                  <a:cxn ang="0">
                    <a:pos x="588" y="283"/>
                  </a:cxn>
                  <a:cxn ang="0">
                    <a:pos x="532" y="202"/>
                  </a:cxn>
                  <a:cxn ang="0">
                    <a:pos x="391" y="129"/>
                  </a:cxn>
                  <a:cxn ang="0">
                    <a:pos x="251" y="54"/>
                  </a:cxn>
                  <a:cxn ang="0">
                    <a:pos x="147" y="0"/>
                  </a:cxn>
                  <a:cxn ang="0">
                    <a:pos x="91" y="106"/>
                  </a:cxn>
                </a:cxnLst>
                <a:rect l="0" t="0" r="r" b="b"/>
                <a:pathLst>
                  <a:path w="588" h="905">
                    <a:moveTo>
                      <a:pt x="91" y="106"/>
                    </a:moveTo>
                    <a:lnTo>
                      <a:pt x="94" y="112"/>
                    </a:lnTo>
                    <a:lnTo>
                      <a:pt x="99" y="122"/>
                    </a:lnTo>
                    <a:lnTo>
                      <a:pt x="99" y="124"/>
                    </a:lnTo>
                    <a:lnTo>
                      <a:pt x="102" y="131"/>
                    </a:lnTo>
                    <a:lnTo>
                      <a:pt x="106" y="143"/>
                    </a:lnTo>
                    <a:lnTo>
                      <a:pt x="110" y="149"/>
                    </a:lnTo>
                    <a:lnTo>
                      <a:pt x="116" y="155"/>
                    </a:lnTo>
                    <a:lnTo>
                      <a:pt x="122" y="160"/>
                    </a:lnTo>
                    <a:lnTo>
                      <a:pt x="145" y="173"/>
                    </a:lnTo>
                    <a:lnTo>
                      <a:pt x="132" y="197"/>
                    </a:lnTo>
                    <a:lnTo>
                      <a:pt x="117" y="276"/>
                    </a:lnTo>
                    <a:lnTo>
                      <a:pt x="111" y="375"/>
                    </a:lnTo>
                    <a:lnTo>
                      <a:pt x="107" y="380"/>
                    </a:lnTo>
                    <a:lnTo>
                      <a:pt x="19" y="479"/>
                    </a:lnTo>
                    <a:lnTo>
                      <a:pt x="19" y="490"/>
                    </a:lnTo>
                    <a:lnTo>
                      <a:pt x="13" y="493"/>
                    </a:lnTo>
                    <a:lnTo>
                      <a:pt x="13" y="502"/>
                    </a:lnTo>
                    <a:lnTo>
                      <a:pt x="5" y="504"/>
                    </a:lnTo>
                    <a:lnTo>
                      <a:pt x="0" y="509"/>
                    </a:lnTo>
                    <a:lnTo>
                      <a:pt x="3" y="520"/>
                    </a:lnTo>
                    <a:lnTo>
                      <a:pt x="19" y="525"/>
                    </a:lnTo>
                    <a:lnTo>
                      <a:pt x="22" y="531"/>
                    </a:lnTo>
                    <a:lnTo>
                      <a:pt x="30" y="534"/>
                    </a:lnTo>
                    <a:lnTo>
                      <a:pt x="36" y="543"/>
                    </a:lnTo>
                    <a:lnTo>
                      <a:pt x="40" y="564"/>
                    </a:lnTo>
                    <a:lnTo>
                      <a:pt x="57" y="568"/>
                    </a:lnTo>
                    <a:lnTo>
                      <a:pt x="69" y="565"/>
                    </a:lnTo>
                    <a:lnTo>
                      <a:pt x="75" y="569"/>
                    </a:lnTo>
                    <a:lnTo>
                      <a:pt x="83" y="571"/>
                    </a:lnTo>
                    <a:lnTo>
                      <a:pt x="90" y="569"/>
                    </a:lnTo>
                    <a:lnTo>
                      <a:pt x="97" y="582"/>
                    </a:lnTo>
                    <a:lnTo>
                      <a:pt x="95" y="587"/>
                    </a:lnTo>
                    <a:lnTo>
                      <a:pt x="94" y="596"/>
                    </a:lnTo>
                    <a:lnTo>
                      <a:pt x="84" y="603"/>
                    </a:lnTo>
                    <a:lnTo>
                      <a:pt x="68" y="608"/>
                    </a:lnTo>
                    <a:lnTo>
                      <a:pt x="70" y="609"/>
                    </a:lnTo>
                    <a:lnTo>
                      <a:pt x="70" y="612"/>
                    </a:lnTo>
                    <a:lnTo>
                      <a:pt x="77" y="640"/>
                    </a:lnTo>
                    <a:lnTo>
                      <a:pt x="83" y="649"/>
                    </a:lnTo>
                    <a:lnTo>
                      <a:pt x="85" y="656"/>
                    </a:lnTo>
                    <a:lnTo>
                      <a:pt x="84" y="676"/>
                    </a:lnTo>
                    <a:lnTo>
                      <a:pt x="83" y="687"/>
                    </a:lnTo>
                    <a:lnTo>
                      <a:pt x="79" y="698"/>
                    </a:lnTo>
                    <a:lnTo>
                      <a:pt x="79" y="706"/>
                    </a:lnTo>
                    <a:lnTo>
                      <a:pt x="89" y="727"/>
                    </a:lnTo>
                    <a:lnTo>
                      <a:pt x="104" y="748"/>
                    </a:lnTo>
                    <a:lnTo>
                      <a:pt x="106" y="754"/>
                    </a:lnTo>
                    <a:lnTo>
                      <a:pt x="107" y="763"/>
                    </a:lnTo>
                    <a:lnTo>
                      <a:pt x="106" y="765"/>
                    </a:lnTo>
                    <a:lnTo>
                      <a:pt x="102" y="768"/>
                    </a:lnTo>
                    <a:lnTo>
                      <a:pt x="83" y="764"/>
                    </a:lnTo>
                    <a:lnTo>
                      <a:pt x="67" y="762"/>
                    </a:lnTo>
                    <a:lnTo>
                      <a:pt x="52" y="763"/>
                    </a:lnTo>
                    <a:lnTo>
                      <a:pt x="48" y="764"/>
                    </a:lnTo>
                    <a:lnTo>
                      <a:pt x="45" y="767"/>
                    </a:lnTo>
                    <a:lnTo>
                      <a:pt x="40" y="773"/>
                    </a:lnTo>
                    <a:lnTo>
                      <a:pt x="40" y="787"/>
                    </a:lnTo>
                    <a:lnTo>
                      <a:pt x="41" y="800"/>
                    </a:lnTo>
                    <a:lnTo>
                      <a:pt x="52" y="813"/>
                    </a:lnTo>
                    <a:lnTo>
                      <a:pt x="59" y="819"/>
                    </a:lnTo>
                    <a:lnTo>
                      <a:pt x="68" y="823"/>
                    </a:lnTo>
                    <a:lnTo>
                      <a:pt x="80" y="825"/>
                    </a:lnTo>
                    <a:lnTo>
                      <a:pt x="84" y="828"/>
                    </a:lnTo>
                    <a:lnTo>
                      <a:pt x="90" y="838"/>
                    </a:lnTo>
                    <a:lnTo>
                      <a:pt x="100" y="865"/>
                    </a:lnTo>
                    <a:lnTo>
                      <a:pt x="105" y="883"/>
                    </a:lnTo>
                    <a:lnTo>
                      <a:pt x="106" y="900"/>
                    </a:lnTo>
                    <a:lnTo>
                      <a:pt x="107" y="903"/>
                    </a:lnTo>
                    <a:lnTo>
                      <a:pt x="110" y="905"/>
                    </a:lnTo>
                    <a:lnTo>
                      <a:pt x="113" y="903"/>
                    </a:lnTo>
                    <a:lnTo>
                      <a:pt x="122" y="902"/>
                    </a:lnTo>
                    <a:lnTo>
                      <a:pt x="128" y="900"/>
                    </a:lnTo>
                    <a:lnTo>
                      <a:pt x="133" y="900"/>
                    </a:lnTo>
                    <a:lnTo>
                      <a:pt x="139" y="903"/>
                    </a:lnTo>
                    <a:lnTo>
                      <a:pt x="144" y="902"/>
                    </a:lnTo>
                    <a:lnTo>
                      <a:pt x="154" y="894"/>
                    </a:lnTo>
                    <a:lnTo>
                      <a:pt x="167" y="892"/>
                    </a:lnTo>
                    <a:lnTo>
                      <a:pt x="170" y="884"/>
                    </a:lnTo>
                    <a:lnTo>
                      <a:pt x="174" y="884"/>
                    </a:lnTo>
                    <a:lnTo>
                      <a:pt x="175" y="882"/>
                    </a:lnTo>
                    <a:lnTo>
                      <a:pt x="178" y="882"/>
                    </a:lnTo>
                    <a:lnTo>
                      <a:pt x="181" y="883"/>
                    </a:lnTo>
                    <a:lnTo>
                      <a:pt x="185" y="889"/>
                    </a:lnTo>
                    <a:lnTo>
                      <a:pt x="187" y="892"/>
                    </a:lnTo>
                    <a:lnTo>
                      <a:pt x="194" y="898"/>
                    </a:lnTo>
                    <a:lnTo>
                      <a:pt x="198" y="897"/>
                    </a:lnTo>
                    <a:lnTo>
                      <a:pt x="201" y="893"/>
                    </a:lnTo>
                    <a:lnTo>
                      <a:pt x="209" y="892"/>
                    </a:lnTo>
                    <a:lnTo>
                      <a:pt x="215" y="888"/>
                    </a:lnTo>
                    <a:lnTo>
                      <a:pt x="219" y="886"/>
                    </a:lnTo>
                    <a:lnTo>
                      <a:pt x="223" y="882"/>
                    </a:lnTo>
                    <a:lnTo>
                      <a:pt x="245" y="875"/>
                    </a:lnTo>
                    <a:lnTo>
                      <a:pt x="251" y="875"/>
                    </a:lnTo>
                    <a:lnTo>
                      <a:pt x="260" y="875"/>
                    </a:lnTo>
                    <a:lnTo>
                      <a:pt x="267" y="871"/>
                    </a:lnTo>
                    <a:lnTo>
                      <a:pt x="291" y="871"/>
                    </a:lnTo>
                    <a:lnTo>
                      <a:pt x="293" y="870"/>
                    </a:lnTo>
                    <a:lnTo>
                      <a:pt x="294" y="864"/>
                    </a:lnTo>
                    <a:lnTo>
                      <a:pt x="296" y="861"/>
                    </a:lnTo>
                    <a:lnTo>
                      <a:pt x="301" y="860"/>
                    </a:lnTo>
                    <a:lnTo>
                      <a:pt x="306" y="857"/>
                    </a:lnTo>
                    <a:lnTo>
                      <a:pt x="309" y="849"/>
                    </a:lnTo>
                    <a:lnTo>
                      <a:pt x="314" y="845"/>
                    </a:lnTo>
                    <a:lnTo>
                      <a:pt x="316" y="841"/>
                    </a:lnTo>
                    <a:lnTo>
                      <a:pt x="314" y="834"/>
                    </a:lnTo>
                    <a:lnTo>
                      <a:pt x="307" y="829"/>
                    </a:lnTo>
                    <a:lnTo>
                      <a:pt x="307" y="827"/>
                    </a:lnTo>
                    <a:lnTo>
                      <a:pt x="309" y="823"/>
                    </a:lnTo>
                    <a:lnTo>
                      <a:pt x="311" y="822"/>
                    </a:lnTo>
                    <a:lnTo>
                      <a:pt x="321" y="818"/>
                    </a:lnTo>
                    <a:lnTo>
                      <a:pt x="332" y="817"/>
                    </a:lnTo>
                    <a:lnTo>
                      <a:pt x="352" y="817"/>
                    </a:lnTo>
                    <a:lnTo>
                      <a:pt x="354" y="814"/>
                    </a:lnTo>
                    <a:lnTo>
                      <a:pt x="364" y="813"/>
                    </a:lnTo>
                    <a:lnTo>
                      <a:pt x="371" y="811"/>
                    </a:lnTo>
                    <a:lnTo>
                      <a:pt x="379" y="811"/>
                    </a:lnTo>
                    <a:lnTo>
                      <a:pt x="384" y="813"/>
                    </a:lnTo>
                    <a:lnTo>
                      <a:pt x="391" y="810"/>
                    </a:lnTo>
                    <a:lnTo>
                      <a:pt x="393" y="807"/>
                    </a:lnTo>
                    <a:lnTo>
                      <a:pt x="398" y="800"/>
                    </a:lnTo>
                    <a:lnTo>
                      <a:pt x="404" y="798"/>
                    </a:lnTo>
                    <a:lnTo>
                      <a:pt x="417" y="792"/>
                    </a:lnTo>
                    <a:lnTo>
                      <a:pt x="420" y="789"/>
                    </a:lnTo>
                    <a:lnTo>
                      <a:pt x="424" y="779"/>
                    </a:lnTo>
                    <a:lnTo>
                      <a:pt x="440" y="763"/>
                    </a:lnTo>
                    <a:lnTo>
                      <a:pt x="445" y="762"/>
                    </a:lnTo>
                    <a:lnTo>
                      <a:pt x="449" y="759"/>
                    </a:lnTo>
                    <a:lnTo>
                      <a:pt x="455" y="749"/>
                    </a:lnTo>
                    <a:lnTo>
                      <a:pt x="462" y="747"/>
                    </a:lnTo>
                    <a:lnTo>
                      <a:pt x="462" y="731"/>
                    </a:lnTo>
                    <a:lnTo>
                      <a:pt x="467" y="720"/>
                    </a:lnTo>
                    <a:lnTo>
                      <a:pt x="473" y="715"/>
                    </a:lnTo>
                    <a:lnTo>
                      <a:pt x="479" y="712"/>
                    </a:lnTo>
                    <a:lnTo>
                      <a:pt x="495" y="711"/>
                    </a:lnTo>
                    <a:lnTo>
                      <a:pt x="504" y="708"/>
                    </a:lnTo>
                    <a:lnTo>
                      <a:pt x="515" y="705"/>
                    </a:lnTo>
                    <a:lnTo>
                      <a:pt x="524" y="701"/>
                    </a:lnTo>
                    <a:lnTo>
                      <a:pt x="524" y="693"/>
                    </a:lnTo>
                    <a:lnTo>
                      <a:pt x="521" y="684"/>
                    </a:lnTo>
                    <a:lnTo>
                      <a:pt x="518" y="679"/>
                    </a:lnTo>
                    <a:lnTo>
                      <a:pt x="511" y="676"/>
                    </a:lnTo>
                    <a:lnTo>
                      <a:pt x="510" y="674"/>
                    </a:lnTo>
                    <a:lnTo>
                      <a:pt x="498" y="640"/>
                    </a:lnTo>
                    <a:lnTo>
                      <a:pt x="493" y="624"/>
                    </a:lnTo>
                    <a:lnTo>
                      <a:pt x="494" y="608"/>
                    </a:lnTo>
                    <a:lnTo>
                      <a:pt x="478" y="612"/>
                    </a:lnTo>
                    <a:lnTo>
                      <a:pt x="473" y="613"/>
                    </a:lnTo>
                    <a:lnTo>
                      <a:pt x="470" y="613"/>
                    </a:lnTo>
                    <a:lnTo>
                      <a:pt x="470" y="597"/>
                    </a:lnTo>
                    <a:lnTo>
                      <a:pt x="471" y="592"/>
                    </a:lnTo>
                    <a:lnTo>
                      <a:pt x="477" y="581"/>
                    </a:lnTo>
                    <a:lnTo>
                      <a:pt x="479" y="572"/>
                    </a:lnTo>
                    <a:lnTo>
                      <a:pt x="479" y="558"/>
                    </a:lnTo>
                    <a:lnTo>
                      <a:pt x="481" y="548"/>
                    </a:lnTo>
                    <a:lnTo>
                      <a:pt x="484" y="544"/>
                    </a:lnTo>
                    <a:lnTo>
                      <a:pt x="492" y="539"/>
                    </a:lnTo>
                    <a:lnTo>
                      <a:pt x="493" y="538"/>
                    </a:lnTo>
                    <a:lnTo>
                      <a:pt x="494" y="533"/>
                    </a:lnTo>
                    <a:lnTo>
                      <a:pt x="493" y="525"/>
                    </a:lnTo>
                    <a:lnTo>
                      <a:pt x="493" y="512"/>
                    </a:lnTo>
                    <a:lnTo>
                      <a:pt x="509" y="494"/>
                    </a:lnTo>
                    <a:lnTo>
                      <a:pt x="521" y="477"/>
                    </a:lnTo>
                    <a:lnTo>
                      <a:pt x="525" y="466"/>
                    </a:lnTo>
                    <a:lnTo>
                      <a:pt x="526" y="455"/>
                    </a:lnTo>
                    <a:lnTo>
                      <a:pt x="529" y="446"/>
                    </a:lnTo>
                    <a:lnTo>
                      <a:pt x="530" y="445"/>
                    </a:lnTo>
                    <a:lnTo>
                      <a:pt x="542" y="443"/>
                    </a:lnTo>
                    <a:lnTo>
                      <a:pt x="551" y="442"/>
                    </a:lnTo>
                    <a:lnTo>
                      <a:pt x="580" y="442"/>
                    </a:lnTo>
                    <a:lnTo>
                      <a:pt x="586" y="441"/>
                    </a:lnTo>
                    <a:lnTo>
                      <a:pt x="588" y="392"/>
                    </a:lnTo>
                    <a:lnTo>
                      <a:pt x="588" y="337"/>
                    </a:lnTo>
                    <a:lnTo>
                      <a:pt x="588" y="283"/>
                    </a:lnTo>
                    <a:lnTo>
                      <a:pt x="588" y="227"/>
                    </a:lnTo>
                    <a:lnTo>
                      <a:pt x="579" y="226"/>
                    </a:lnTo>
                    <a:lnTo>
                      <a:pt x="532" y="202"/>
                    </a:lnTo>
                    <a:lnTo>
                      <a:pt x="486" y="178"/>
                    </a:lnTo>
                    <a:lnTo>
                      <a:pt x="438" y="154"/>
                    </a:lnTo>
                    <a:lnTo>
                      <a:pt x="391" y="129"/>
                    </a:lnTo>
                    <a:lnTo>
                      <a:pt x="344" y="104"/>
                    </a:lnTo>
                    <a:lnTo>
                      <a:pt x="298" y="79"/>
                    </a:lnTo>
                    <a:lnTo>
                      <a:pt x="251" y="54"/>
                    </a:lnTo>
                    <a:lnTo>
                      <a:pt x="204" y="30"/>
                    </a:lnTo>
                    <a:lnTo>
                      <a:pt x="158" y="5"/>
                    </a:lnTo>
                    <a:lnTo>
                      <a:pt x="147" y="0"/>
                    </a:lnTo>
                    <a:lnTo>
                      <a:pt x="97" y="17"/>
                    </a:lnTo>
                    <a:lnTo>
                      <a:pt x="91" y="20"/>
                    </a:lnTo>
                    <a:lnTo>
                      <a:pt x="91" y="10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8" name="Freeform 12">
                <a:extLst>
                  <a:ext uri="{FF2B5EF4-FFF2-40B4-BE49-F238E27FC236}">
                    <a16:creationId xmlns:a16="http://schemas.microsoft.com/office/drawing/2014/main" id="{E399A253-F053-F7DC-6C6D-F84CC408E76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16" y="2286"/>
                <a:ext cx="72" cy="65"/>
              </a:xfrm>
              <a:custGeom>
                <a:avLst/>
                <a:gdLst/>
                <a:ahLst/>
                <a:cxnLst>
                  <a:cxn ang="0">
                    <a:pos x="100" y="24"/>
                  </a:cxn>
                  <a:cxn ang="0">
                    <a:pos x="58" y="43"/>
                  </a:cxn>
                  <a:cxn ang="0">
                    <a:pos x="31" y="56"/>
                  </a:cxn>
                  <a:cxn ang="0">
                    <a:pos x="23" y="94"/>
                  </a:cxn>
                  <a:cxn ang="0">
                    <a:pos x="4" y="163"/>
                  </a:cxn>
                  <a:cxn ang="0">
                    <a:pos x="3" y="216"/>
                  </a:cxn>
                  <a:cxn ang="0">
                    <a:pos x="23" y="219"/>
                  </a:cxn>
                  <a:cxn ang="0">
                    <a:pos x="31" y="213"/>
                  </a:cxn>
                  <a:cxn ang="0">
                    <a:pos x="47" y="215"/>
                  </a:cxn>
                  <a:cxn ang="0">
                    <a:pos x="75" y="184"/>
                  </a:cxn>
                  <a:cxn ang="0">
                    <a:pos x="92" y="195"/>
                  </a:cxn>
                  <a:cxn ang="0">
                    <a:pos x="103" y="210"/>
                  </a:cxn>
                  <a:cxn ang="0">
                    <a:pos x="129" y="206"/>
                  </a:cxn>
                  <a:cxn ang="0">
                    <a:pos x="140" y="197"/>
                  </a:cxn>
                  <a:cxn ang="0">
                    <a:pos x="150" y="208"/>
                  </a:cxn>
                  <a:cxn ang="0">
                    <a:pos x="163" y="202"/>
                  </a:cxn>
                  <a:cxn ang="0">
                    <a:pos x="182" y="206"/>
                  </a:cxn>
                  <a:cxn ang="0">
                    <a:pos x="189" y="208"/>
                  </a:cxn>
                  <a:cxn ang="0">
                    <a:pos x="224" y="223"/>
                  </a:cxn>
                  <a:cxn ang="0">
                    <a:pos x="251" y="246"/>
                  </a:cxn>
                  <a:cxn ang="0">
                    <a:pos x="285" y="277"/>
                  </a:cxn>
                  <a:cxn ang="0">
                    <a:pos x="297" y="299"/>
                  </a:cxn>
                  <a:cxn ang="0">
                    <a:pos x="317" y="316"/>
                  </a:cxn>
                  <a:cxn ang="0">
                    <a:pos x="343" y="310"/>
                  </a:cxn>
                  <a:cxn ang="0">
                    <a:pos x="350" y="296"/>
                  </a:cxn>
                  <a:cxn ang="0">
                    <a:pos x="340" y="282"/>
                  </a:cxn>
                  <a:cxn ang="0">
                    <a:pos x="326" y="277"/>
                  </a:cxn>
                  <a:cxn ang="0">
                    <a:pos x="318" y="261"/>
                  </a:cxn>
                  <a:cxn ang="0">
                    <a:pos x="307" y="253"/>
                  </a:cxn>
                  <a:cxn ang="0">
                    <a:pos x="296" y="242"/>
                  </a:cxn>
                  <a:cxn ang="0">
                    <a:pos x="286" y="237"/>
                  </a:cxn>
                  <a:cxn ang="0">
                    <a:pos x="264" y="201"/>
                  </a:cxn>
                  <a:cxn ang="0">
                    <a:pos x="240" y="192"/>
                  </a:cxn>
                  <a:cxn ang="0">
                    <a:pos x="229" y="181"/>
                  </a:cxn>
                  <a:cxn ang="0">
                    <a:pos x="215" y="176"/>
                  </a:cxn>
                  <a:cxn ang="0">
                    <a:pos x="205" y="179"/>
                  </a:cxn>
                  <a:cxn ang="0">
                    <a:pos x="194" y="162"/>
                  </a:cxn>
                  <a:cxn ang="0">
                    <a:pos x="192" y="153"/>
                  </a:cxn>
                  <a:cxn ang="0">
                    <a:pos x="182" y="153"/>
                  </a:cxn>
                  <a:cxn ang="0">
                    <a:pos x="184" y="168"/>
                  </a:cxn>
                  <a:cxn ang="0">
                    <a:pos x="176" y="163"/>
                  </a:cxn>
                  <a:cxn ang="0">
                    <a:pos x="171" y="145"/>
                  </a:cxn>
                  <a:cxn ang="0">
                    <a:pos x="162" y="141"/>
                  </a:cxn>
                  <a:cxn ang="0">
                    <a:pos x="160" y="129"/>
                  </a:cxn>
                  <a:cxn ang="0">
                    <a:pos x="145" y="104"/>
                  </a:cxn>
                  <a:cxn ang="0">
                    <a:pos x="139" y="68"/>
                  </a:cxn>
                  <a:cxn ang="0">
                    <a:pos x="132" y="38"/>
                  </a:cxn>
                  <a:cxn ang="0">
                    <a:pos x="120" y="16"/>
                  </a:cxn>
                  <a:cxn ang="0">
                    <a:pos x="113" y="0"/>
                  </a:cxn>
                </a:cxnLst>
                <a:rect l="0" t="0" r="r" b="b"/>
                <a:pathLst>
                  <a:path w="360" h="324">
                    <a:moveTo>
                      <a:pt x="109" y="0"/>
                    </a:moveTo>
                    <a:lnTo>
                      <a:pt x="107" y="9"/>
                    </a:lnTo>
                    <a:lnTo>
                      <a:pt x="100" y="24"/>
                    </a:lnTo>
                    <a:lnTo>
                      <a:pt x="87" y="30"/>
                    </a:lnTo>
                    <a:lnTo>
                      <a:pt x="79" y="33"/>
                    </a:lnTo>
                    <a:lnTo>
                      <a:pt x="58" y="43"/>
                    </a:lnTo>
                    <a:lnTo>
                      <a:pt x="53" y="50"/>
                    </a:lnTo>
                    <a:lnTo>
                      <a:pt x="44" y="55"/>
                    </a:lnTo>
                    <a:lnTo>
                      <a:pt x="31" y="56"/>
                    </a:lnTo>
                    <a:lnTo>
                      <a:pt x="27" y="65"/>
                    </a:lnTo>
                    <a:lnTo>
                      <a:pt x="23" y="86"/>
                    </a:lnTo>
                    <a:lnTo>
                      <a:pt x="23" y="94"/>
                    </a:lnTo>
                    <a:lnTo>
                      <a:pt x="20" y="115"/>
                    </a:lnTo>
                    <a:lnTo>
                      <a:pt x="11" y="149"/>
                    </a:lnTo>
                    <a:lnTo>
                      <a:pt x="4" y="163"/>
                    </a:lnTo>
                    <a:lnTo>
                      <a:pt x="0" y="180"/>
                    </a:lnTo>
                    <a:lnTo>
                      <a:pt x="0" y="200"/>
                    </a:lnTo>
                    <a:lnTo>
                      <a:pt x="3" y="216"/>
                    </a:lnTo>
                    <a:lnTo>
                      <a:pt x="5" y="217"/>
                    </a:lnTo>
                    <a:lnTo>
                      <a:pt x="20" y="217"/>
                    </a:lnTo>
                    <a:lnTo>
                      <a:pt x="23" y="219"/>
                    </a:lnTo>
                    <a:lnTo>
                      <a:pt x="27" y="219"/>
                    </a:lnTo>
                    <a:lnTo>
                      <a:pt x="30" y="216"/>
                    </a:lnTo>
                    <a:lnTo>
                      <a:pt x="31" y="213"/>
                    </a:lnTo>
                    <a:lnTo>
                      <a:pt x="34" y="210"/>
                    </a:lnTo>
                    <a:lnTo>
                      <a:pt x="42" y="210"/>
                    </a:lnTo>
                    <a:lnTo>
                      <a:pt x="47" y="215"/>
                    </a:lnTo>
                    <a:lnTo>
                      <a:pt x="47" y="218"/>
                    </a:lnTo>
                    <a:lnTo>
                      <a:pt x="55" y="228"/>
                    </a:lnTo>
                    <a:lnTo>
                      <a:pt x="75" y="184"/>
                    </a:lnTo>
                    <a:lnTo>
                      <a:pt x="79" y="189"/>
                    </a:lnTo>
                    <a:lnTo>
                      <a:pt x="85" y="195"/>
                    </a:lnTo>
                    <a:lnTo>
                      <a:pt x="92" y="195"/>
                    </a:lnTo>
                    <a:lnTo>
                      <a:pt x="95" y="196"/>
                    </a:lnTo>
                    <a:lnTo>
                      <a:pt x="95" y="199"/>
                    </a:lnTo>
                    <a:lnTo>
                      <a:pt x="103" y="210"/>
                    </a:lnTo>
                    <a:lnTo>
                      <a:pt x="112" y="210"/>
                    </a:lnTo>
                    <a:lnTo>
                      <a:pt x="116" y="208"/>
                    </a:lnTo>
                    <a:lnTo>
                      <a:pt x="129" y="206"/>
                    </a:lnTo>
                    <a:lnTo>
                      <a:pt x="135" y="201"/>
                    </a:lnTo>
                    <a:lnTo>
                      <a:pt x="135" y="197"/>
                    </a:lnTo>
                    <a:lnTo>
                      <a:pt x="140" y="197"/>
                    </a:lnTo>
                    <a:lnTo>
                      <a:pt x="145" y="202"/>
                    </a:lnTo>
                    <a:lnTo>
                      <a:pt x="148" y="208"/>
                    </a:lnTo>
                    <a:lnTo>
                      <a:pt x="150" y="208"/>
                    </a:lnTo>
                    <a:lnTo>
                      <a:pt x="151" y="207"/>
                    </a:lnTo>
                    <a:lnTo>
                      <a:pt x="159" y="206"/>
                    </a:lnTo>
                    <a:lnTo>
                      <a:pt x="163" y="202"/>
                    </a:lnTo>
                    <a:lnTo>
                      <a:pt x="167" y="202"/>
                    </a:lnTo>
                    <a:lnTo>
                      <a:pt x="172" y="206"/>
                    </a:lnTo>
                    <a:lnTo>
                      <a:pt x="182" y="206"/>
                    </a:lnTo>
                    <a:lnTo>
                      <a:pt x="184" y="210"/>
                    </a:lnTo>
                    <a:lnTo>
                      <a:pt x="187" y="210"/>
                    </a:lnTo>
                    <a:lnTo>
                      <a:pt x="189" y="208"/>
                    </a:lnTo>
                    <a:lnTo>
                      <a:pt x="202" y="207"/>
                    </a:lnTo>
                    <a:lnTo>
                      <a:pt x="214" y="218"/>
                    </a:lnTo>
                    <a:lnTo>
                      <a:pt x="224" y="223"/>
                    </a:lnTo>
                    <a:lnTo>
                      <a:pt x="231" y="224"/>
                    </a:lnTo>
                    <a:lnTo>
                      <a:pt x="243" y="235"/>
                    </a:lnTo>
                    <a:lnTo>
                      <a:pt x="251" y="246"/>
                    </a:lnTo>
                    <a:lnTo>
                      <a:pt x="256" y="255"/>
                    </a:lnTo>
                    <a:lnTo>
                      <a:pt x="273" y="267"/>
                    </a:lnTo>
                    <a:lnTo>
                      <a:pt x="285" y="277"/>
                    </a:lnTo>
                    <a:lnTo>
                      <a:pt x="291" y="283"/>
                    </a:lnTo>
                    <a:lnTo>
                      <a:pt x="294" y="292"/>
                    </a:lnTo>
                    <a:lnTo>
                      <a:pt x="297" y="299"/>
                    </a:lnTo>
                    <a:lnTo>
                      <a:pt x="306" y="303"/>
                    </a:lnTo>
                    <a:lnTo>
                      <a:pt x="313" y="309"/>
                    </a:lnTo>
                    <a:lnTo>
                      <a:pt x="317" y="316"/>
                    </a:lnTo>
                    <a:lnTo>
                      <a:pt x="323" y="324"/>
                    </a:lnTo>
                    <a:lnTo>
                      <a:pt x="328" y="318"/>
                    </a:lnTo>
                    <a:lnTo>
                      <a:pt x="343" y="310"/>
                    </a:lnTo>
                    <a:lnTo>
                      <a:pt x="360" y="299"/>
                    </a:lnTo>
                    <a:lnTo>
                      <a:pt x="356" y="293"/>
                    </a:lnTo>
                    <a:lnTo>
                      <a:pt x="350" y="296"/>
                    </a:lnTo>
                    <a:lnTo>
                      <a:pt x="344" y="292"/>
                    </a:lnTo>
                    <a:lnTo>
                      <a:pt x="342" y="289"/>
                    </a:lnTo>
                    <a:lnTo>
                      <a:pt x="340" y="282"/>
                    </a:lnTo>
                    <a:lnTo>
                      <a:pt x="339" y="281"/>
                    </a:lnTo>
                    <a:lnTo>
                      <a:pt x="331" y="280"/>
                    </a:lnTo>
                    <a:lnTo>
                      <a:pt x="326" y="277"/>
                    </a:lnTo>
                    <a:lnTo>
                      <a:pt x="324" y="274"/>
                    </a:lnTo>
                    <a:lnTo>
                      <a:pt x="322" y="264"/>
                    </a:lnTo>
                    <a:lnTo>
                      <a:pt x="318" y="261"/>
                    </a:lnTo>
                    <a:lnTo>
                      <a:pt x="317" y="256"/>
                    </a:lnTo>
                    <a:lnTo>
                      <a:pt x="311" y="255"/>
                    </a:lnTo>
                    <a:lnTo>
                      <a:pt x="307" y="253"/>
                    </a:lnTo>
                    <a:lnTo>
                      <a:pt x="302" y="243"/>
                    </a:lnTo>
                    <a:lnTo>
                      <a:pt x="301" y="240"/>
                    </a:lnTo>
                    <a:lnTo>
                      <a:pt x="296" y="242"/>
                    </a:lnTo>
                    <a:lnTo>
                      <a:pt x="291" y="239"/>
                    </a:lnTo>
                    <a:lnTo>
                      <a:pt x="289" y="239"/>
                    </a:lnTo>
                    <a:lnTo>
                      <a:pt x="286" y="237"/>
                    </a:lnTo>
                    <a:lnTo>
                      <a:pt x="286" y="232"/>
                    </a:lnTo>
                    <a:lnTo>
                      <a:pt x="279" y="223"/>
                    </a:lnTo>
                    <a:lnTo>
                      <a:pt x="264" y="201"/>
                    </a:lnTo>
                    <a:lnTo>
                      <a:pt x="256" y="196"/>
                    </a:lnTo>
                    <a:lnTo>
                      <a:pt x="246" y="196"/>
                    </a:lnTo>
                    <a:lnTo>
                      <a:pt x="240" y="192"/>
                    </a:lnTo>
                    <a:lnTo>
                      <a:pt x="236" y="192"/>
                    </a:lnTo>
                    <a:lnTo>
                      <a:pt x="232" y="189"/>
                    </a:lnTo>
                    <a:lnTo>
                      <a:pt x="229" y="181"/>
                    </a:lnTo>
                    <a:lnTo>
                      <a:pt x="226" y="179"/>
                    </a:lnTo>
                    <a:lnTo>
                      <a:pt x="221" y="176"/>
                    </a:lnTo>
                    <a:lnTo>
                      <a:pt x="215" y="176"/>
                    </a:lnTo>
                    <a:lnTo>
                      <a:pt x="213" y="180"/>
                    </a:lnTo>
                    <a:lnTo>
                      <a:pt x="209" y="181"/>
                    </a:lnTo>
                    <a:lnTo>
                      <a:pt x="205" y="179"/>
                    </a:lnTo>
                    <a:lnTo>
                      <a:pt x="199" y="170"/>
                    </a:lnTo>
                    <a:lnTo>
                      <a:pt x="195" y="165"/>
                    </a:lnTo>
                    <a:lnTo>
                      <a:pt x="194" y="162"/>
                    </a:lnTo>
                    <a:lnTo>
                      <a:pt x="197" y="157"/>
                    </a:lnTo>
                    <a:lnTo>
                      <a:pt x="195" y="154"/>
                    </a:lnTo>
                    <a:lnTo>
                      <a:pt x="192" y="153"/>
                    </a:lnTo>
                    <a:lnTo>
                      <a:pt x="188" y="149"/>
                    </a:lnTo>
                    <a:lnTo>
                      <a:pt x="184" y="151"/>
                    </a:lnTo>
                    <a:lnTo>
                      <a:pt x="182" y="153"/>
                    </a:lnTo>
                    <a:lnTo>
                      <a:pt x="182" y="158"/>
                    </a:lnTo>
                    <a:lnTo>
                      <a:pt x="186" y="162"/>
                    </a:lnTo>
                    <a:lnTo>
                      <a:pt x="184" y="168"/>
                    </a:lnTo>
                    <a:lnTo>
                      <a:pt x="182" y="168"/>
                    </a:lnTo>
                    <a:lnTo>
                      <a:pt x="177" y="165"/>
                    </a:lnTo>
                    <a:lnTo>
                      <a:pt x="176" y="163"/>
                    </a:lnTo>
                    <a:lnTo>
                      <a:pt x="176" y="158"/>
                    </a:lnTo>
                    <a:lnTo>
                      <a:pt x="173" y="156"/>
                    </a:lnTo>
                    <a:lnTo>
                      <a:pt x="171" y="145"/>
                    </a:lnTo>
                    <a:lnTo>
                      <a:pt x="170" y="143"/>
                    </a:lnTo>
                    <a:lnTo>
                      <a:pt x="165" y="142"/>
                    </a:lnTo>
                    <a:lnTo>
                      <a:pt x="162" y="141"/>
                    </a:lnTo>
                    <a:lnTo>
                      <a:pt x="162" y="137"/>
                    </a:lnTo>
                    <a:lnTo>
                      <a:pt x="160" y="136"/>
                    </a:lnTo>
                    <a:lnTo>
                      <a:pt x="160" y="129"/>
                    </a:lnTo>
                    <a:lnTo>
                      <a:pt x="154" y="125"/>
                    </a:lnTo>
                    <a:lnTo>
                      <a:pt x="150" y="120"/>
                    </a:lnTo>
                    <a:lnTo>
                      <a:pt x="145" y="104"/>
                    </a:lnTo>
                    <a:lnTo>
                      <a:pt x="144" y="94"/>
                    </a:lnTo>
                    <a:lnTo>
                      <a:pt x="141" y="84"/>
                    </a:lnTo>
                    <a:lnTo>
                      <a:pt x="139" y="68"/>
                    </a:lnTo>
                    <a:lnTo>
                      <a:pt x="138" y="63"/>
                    </a:lnTo>
                    <a:lnTo>
                      <a:pt x="134" y="49"/>
                    </a:lnTo>
                    <a:lnTo>
                      <a:pt x="132" y="38"/>
                    </a:lnTo>
                    <a:lnTo>
                      <a:pt x="130" y="30"/>
                    </a:lnTo>
                    <a:lnTo>
                      <a:pt x="125" y="20"/>
                    </a:lnTo>
                    <a:lnTo>
                      <a:pt x="120" y="16"/>
                    </a:lnTo>
                    <a:lnTo>
                      <a:pt x="118" y="8"/>
                    </a:lnTo>
                    <a:lnTo>
                      <a:pt x="114" y="1"/>
                    </a:lnTo>
                    <a:lnTo>
                      <a:pt x="113" y="0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9" name="Freeform 13">
                <a:extLst>
                  <a:ext uri="{FF2B5EF4-FFF2-40B4-BE49-F238E27FC236}">
                    <a16:creationId xmlns:a16="http://schemas.microsoft.com/office/drawing/2014/main" id="{7582E547-A140-352C-3C7F-A2B429134A2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83" y="2205"/>
                <a:ext cx="178" cy="170"/>
              </a:xfrm>
              <a:custGeom>
                <a:avLst/>
                <a:gdLst/>
                <a:ahLst/>
                <a:cxnLst>
                  <a:cxn ang="0">
                    <a:pos x="727" y="243"/>
                  </a:cxn>
                  <a:cxn ang="0">
                    <a:pos x="755" y="259"/>
                  </a:cxn>
                  <a:cxn ang="0">
                    <a:pos x="780" y="281"/>
                  </a:cxn>
                  <a:cxn ang="0">
                    <a:pos x="809" y="291"/>
                  </a:cxn>
                  <a:cxn ang="0">
                    <a:pos x="839" y="303"/>
                  </a:cxn>
                  <a:cxn ang="0">
                    <a:pos x="841" y="319"/>
                  </a:cxn>
                  <a:cxn ang="0">
                    <a:pos x="840" y="336"/>
                  </a:cxn>
                  <a:cxn ang="0">
                    <a:pos x="858" y="356"/>
                  </a:cxn>
                  <a:cxn ang="0">
                    <a:pos x="890" y="346"/>
                  </a:cxn>
                  <a:cxn ang="0">
                    <a:pos x="891" y="522"/>
                  </a:cxn>
                  <a:cxn ang="0">
                    <a:pos x="861" y="550"/>
                  </a:cxn>
                  <a:cxn ang="0">
                    <a:pos x="829" y="559"/>
                  </a:cxn>
                  <a:cxn ang="0">
                    <a:pos x="674" y="582"/>
                  </a:cxn>
                  <a:cxn ang="0">
                    <a:pos x="561" y="631"/>
                  </a:cxn>
                  <a:cxn ang="0">
                    <a:pos x="468" y="677"/>
                  </a:cxn>
                  <a:cxn ang="0">
                    <a:pos x="439" y="716"/>
                  </a:cxn>
                  <a:cxn ang="0">
                    <a:pos x="395" y="770"/>
                  </a:cxn>
                  <a:cxn ang="0">
                    <a:pos x="379" y="830"/>
                  </a:cxn>
                  <a:cxn ang="0">
                    <a:pos x="361" y="835"/>
                  </a:cxn>
                  <a:cxn ang="0">
                    <a:pos x="336" y="846"/>
                  </a:cxn>
                  <a:cxn ang="0">
                    <a:pos x="325" y="828"/>
                  </a:cxn>
                  <a:cxn ang="0">
                    <a:pos x="312" y="828"/>
                  </a:cxn>
                  <a:cxn ang="0">
                    <a:pos x="299" y="831"/>
                  </a:cxn>
                  <a:cxn ang="0">
                    <a:pos x="282" y="846"/>
                  </a:cxn>
                  <a:cxn ang="0">
                    <a:pos x="266" y="844"/>
                  </a:cxn>
                  <a:cxn ang="0">
                    <a:pos x="256" y="835"/>
                  </a:cxn>
                  <a:cxn ang="0">
                    <a:pos x="239" y="840"/>
                  </a:cxn>
                  <a:cxn ang="0">
                    <a:pos x="227" y="842"/>
                  </a:cxn>
                  <a:cxn ang="0">
                    <a:pos x="210" y="806"/>
                  </a:cxn>
                  <a:cxn ang="0">
                    <a:pos x="191" y="808"/>
                  </a:cxn>
                  <a:cxn ang="0">
                    <a:pos x="201" y="792"/>
                  </a:cxn>
                  <a:cxn ang="0">
                    <a:pos x="201" y="782"/>
                  </a:cxn>
                  <a:cxn ang="0">
                    <a:pos x="183" y="767"/>
                  </a:cxn>
                  <a:cxn ang="0">
                    <a:pos x="178" y="737"/>
                  </a:cxn>
                  <a:cxn ang="0">
                    <a:pos x="170" y="721"/>
                  </a:cxn>
                  <a:cxn ang="0">
                    <a:pos x="153" y="720"/>
                  </a:cxn>
                  <a:cxn ang="0">
                    <a:pos x="136" y="743"/>
                  </a:cxn>
                  <a:cxn ang="0">
                    <a:pos x="99" y="736"/>
                  </a:cxn>
                  <a:cxn ang="0">
                    <a:pos x="78" y="750"/>
                  </a:cxn>
                  <a:cxn ang="0">
                    <a:pos x="52" y="747"/>
                  </a:cxn>
                  <a:cxn ang="0">
                    <a:pos x="43" y="732"/>
                  </a:cxn>
                  <a:cxn ang="0">
                    <a:pos x="44" y="717"/>
                  </a:cxn>
                  <a:cxn ang="0">
                    <a:pos x="45" y="697"/>
                  </a:cxn>
                  <a:cxn ang="0">
                    <a:pos x="36" y="682"/>
                  </a:cxn>
                  <a:cxn ang="0">
                    <a:pos x="24" y="673"/>
                  </a:cxn>
                  <a:cxn ang="0">
                    <a:pos x="9" y="652"/>
                  </a:cxn>
                  <a:cxn ang="0">
                    <a:pos x="9" y="621"/>
                  </a:cxn>
                  <a:cxn ang="0">
                    <a:pos x="1" y="608"/>
                  </a:cxn>
                  <a:cxn ang="0">
                    <a:pos x="30" y="554"/>
                  </a:cxn>
                  <a:cxn ang="0">
                    <a:pos x="45" y="533"/>
                  </a:cxn>
                  <a:cxn ang="0">
                    <a:pos x="84" y="572"/>
                  </a:cxn>
                  <a:cxn ang="0">
                    <a:pos x="344" y="555"/>
                  </a:cxn>
                  <a:cxn ang="0">
                    <a:pos x="341" y="389"/>
                  </a:cxn>
                  <a:cxn ang="0">
                    <a:pos x="313" y="114"/>
                  </a:cxn>
                </a:cxnLst>
                <a:rect l="0" t="0" r="r" b="b"/>
                <a:pathLst>
                  <a:path w="891" h="851">
                    <a:moveTo>
                      <a:pt x="462" y="44"/>
                    </a:moveTo>
                    <a:lnTo>
                      <a:pt x="724" y="226"/>
                    </a:lnTo>
                    <a:lnTo>
                      <a:pt x="724" y="231"/>
                    </a:lnTo>
                    <a:lnTo>
                      <a:pt x="728" y="234"/>
                    </a:lnTo>
                    <a:lnTo>
                      <a:pt x="727" y="243"/>
                    </a:lnTo>
                    <a:lnTo>
                      <a:pt x="728" y="247"/>
                    </a:lnTo>
                    <a:lnTo>
                      <a:pt x="734" y="250"/>
                    </a:lnTo>
                    <a:lnTo>
                      <a:pt x="742" y="252"/>
                    </a:lnTo>
                    <a:lnTo>
                      <a:pt x="753" y="258"/>
                    </a:lnTo>
                    <a:lnTo>
                      <a:pt x="755" y="259"/>
                    </a:lnTo>
                    <a:lnTo>
                      <a:pt x="756" y="265"/>
                    </a:lnTo>
                    <a:lnTo>
                      <a:pt x="758" y="270"/>
                    </a:lnTo>
                    <a:lnTo>
                      <a:pt x="765" y="276"/>
                    </a:lnTo>
                    <a:lnTo>
                      <a:pt x="770" y="279"/>
                    </a:lnTo>
                    <a:lnTo>
                      <a:pt x="780" y="281"/>
                    </a:lnTo>
                    <a:lnTo>
                      <a:pt x="788" y="280"/>
                    </a:lnTo>
                    <a:lnTo>
                      <a:pt x="791" y="281"/>
                    </a:lnTo>
                    <a:lnTo>
                      <a:pt x="794" y="288"/>
                    </a:lnTo>
                    <a:lnTo>
                      <a:pt x="798" y="291"/>
                    </a:lnTo>
                    <a:lnTo>
                      <a:pt x="809" y="291"/>
                    </a:lnTo>
                    <a:lnTo>
                      <a:pt x="813" y="293"/>
                    </a:lnTo>
                    <a:lnTo>
                      <a:pt x="818" y="293"/>
                    </a:lnTo>
                    <a:lnTo>
                      <a:pt x="826" y="298"/>
                    </a:lnTo>
                    <a:lnTo>
                      <a:pt x="835" y="301"/>
                    </a:lnTo>
                    <a:lnTo>
                      <a:pt x="839" y="303"/>
                    </a:lnTo>
                    <a:lnTo>
                      <a:pt x="840" y="307"/>
                    </a:lnTo>
                    <a:lnTo>
                      <a:pt x="841" y="307"/>
                    </a:lnTo>
                    <a:lnTo>
                      <a:pt x="842" y="313"/>
                    </a:lnTo>
                    <a:lnTo>
                      <a:pt x="841" y="315"/>
                    </a:lnTo>
                    <a:lnTo>
                      <a:pt x="841" y="319"/>
                    </a:lnTo>
                    <a:lnTo>
                      <a:pt x="844" y="324"/>
                    </a:lnTo>
                    <a:lnTo>
                      <a:pt x="844" y="325"/>
                    </a:lnTo>
                    <a:lnTo>
                      <a:pt x="840" y="328"/>
                    </a:lnTo>
                    <a:lnTo>
                      <a:pt x="839" y="330"/>
                    </a:lnTo>
                    <a:lnTo>
                      <a:pt x="840" y="336"/>
                    </a:lnTo>
                    <a:lnTo>
                      <a:pt x="837" y="341"/>
                    </a:lnTo>
                    <a:lnTo>
                      <a:pt x="837" y="346"/>
                    </a:lnTo>
                    <a:lnTo>
                      <a:pt x="845" y="355"/>
                    </a:lnTo>
                    <a:lnTo>
                      <a:pt x="851" y="356"/>
                    </a:lnTo>
                    <a:lnTo>
                      <a:pt x="858" y="356"/>
                    </a:lnTo>
                    <a:lnTo>
                      <a:pt x="867" y="351"/>
                    </a:lnTo>
                    <a:lnTo>
                      <a:pt x="875" y="351"/>
                    </a:lnTo>
                    <a:lnTo>
                      <a:pt x="885" y="346"/>
                    </a:lnTo>
                    <a:lnTo>
                      <a:pt x="890" y="344"/>
                    </a:lnTo>
                    <a:lnTo>
                      <a:pt x="890" y="346"/>
                    </a:lnTo>
                    <a:lnTo>
                      <a:pt x="891" y="347"/>
                    </a:lnTo>
                    <a:lnTo>
                      <a:pt x="891" y="358"/>
                    </a:lnTo>
                    <a:lnTo>
                      <a:pt x="891" y="414"/>
                    </a:lnTo>
                    <a:lnTo>
                      <a:pt x="891" y="468"/>
                    </a:lnTo>
                    <a:lnTo>
                      <a:pt x="891" y="522"/>
                    </a:lnTo>
                    <a:lnTo>
                      <a:pt x="888" y="523"/>
                    </a:lnTo>
                    <a:lnTo>
                      <a:pt x="878" y="529"/>
                    </a:lnTo>
                    <a:lnTo>
                      <a:pt x="874" y="535"/>
                    </a:lnTo>
                    <a:lnTo>
                      <a:pt x="873" y="543"/>
                    </a:lnTo>
                    <a:lnTo>
                      <a:pt x="861" y="550"/>
                    </a:lnTo>
                    <a:lnTo>
                      <a:pt x="857" y="553"/>
                    </a:lnTo>
                    <a:lnTo>
                      <a:pt x="855" y="556"/>
                    </a:lnTo>
                    <a:lnTo>
                      <a:pt x="855" y="561"/>
                    </a:lnTo>
                    <a:lnTo>
                      <a:pt x="842" y="560"/>
                    </a:lnTo>
                    <a:lnTo>
                      <a:pt x="829" y="559"/>
                    </a:lnTo>
                    <a:lnTo>
                      <a:pt x="829" y="562"/>
                    </a:lnTo>
                    <a:lnTo>
                      <a:pt x="824" y="561"/>
                    </a:lnTo>
                    <a:lnTo>
                      <a:pt x="735" y="562"/>
                    </a:lnTo>
                    <a:lnTo>
                      <a:pt x="711" y="582"/>
                    </a:lnTo>
                    <a:lnTo>
                      <a:pt x="674" y="582"/>
                    </a:lnTo>
                    <a:lnTo>
                      <a:pt x="641" y="583"/>
                    </a:lnTo>
                    <a:lnTo>
                      <a:pt x="621" y="591"/>
                    </a:lnTo>
                    <a:lnTo>
                      <a:pt x="613" y="594"/>
                    </a:lnTo>
                    <a:lnTo>
                      <a:pt x="598" y="607"/>
                    </a:lnTo>
                    <a:lnTo>
                      <a:pt x="561" y="631"/>
                    </a:lnTo>
                    <a:lnTo>
                      <a:pt x="549" y="647"/>
                    </a:lnTo>
                    <a:lnTo>
                      <a:pt x="530" y="661"/>
                    </a:lnTo>
                    <a:lnTo>
                      <a:pt x="492" y="673"/>
                    </a:lnTo>
                    <a:lnTo>
                      <a:pt x="480" y="675"/>
                    </a:lnTo>
                    <a:lnTo>
                      <a:pt x="468" y="677"/>
                    </a:lnTo>
                    <a:lnTo>
                      <a:pt x="462" y="678"/>
                    </a:lnTo>
                    <a:lnTo>
                      <a:pt x="453" y="684"/>
                    </a:lnTo>
                    <a:lnTo>
                      <a:pt x="448" y="690"/>
                    </a:lnTo>
                    <a:lnTo>
                      <a:pt x="443" y="701"/>
                    </a:lnTo>
                    <a:lnTo>
                      <a:pt x="439" y="716"/>
                    </a:lnTo>
                    <a:lnTo>
                      <a:pt x="432" y="734"/>
                    </a:lnTo>
                    <a:lnTo>
                      <a:pt x="425" y="744"/>
                    </a:lnTo>
                    <a:lnTo>
                      <a:pt x="409" y="756"/>
                    </a:lnTo>
                    <a:lnTo>
                      <a:pt x="399" y="765"/>
                    </a:lnTo>
                    <a:lnTo>
                      <a:pt x="395" y="770"/>
                    </a:lnTo>
                    <a:lnTo>
                      <a:pt x="390" y="779"/>
                    </a:lnTo>
                    <a:lnTo>
                      <a:pt x="389" y="788"/>
                    </a:lnTo>
                    <a:lnTo>
                      <a:pt x="380" y="806"/>
                    </a:lnTo>
                    <a:lnTo>
                      <a:pt x="379" y="817"/>
                    </a:lnTo>
                    <a:lnTo>
                      <a:pt x="379" y="830"/>
                    </a:lnTo>
                    <a:lnTo>
                      <a:pt x="380" y="841"/>
                    </a:lnTo>
                    <a:lnTo>
                      <a:pt x="369" y="844"/>
                    </a:lnTo>
                    <a:lnTo>
                      <a:pt x="367" y="842"/>
                    </a:lnTo>
                    <a:lnTo>
                      <a:pt x="363" y="836"/>
                    </a:lnTo>
                    <a:lnTo>
                      <a:pt x="361" y="835"/>
                    </a:lnTo>
                    <a:lnTo>
                      <a:pt x="350" y="835"/>
                    </a:lnTo>
                    <a:lnTo>
                      <a:pt x="346" y="836"/>
                    </a:lnTo>
                    <a:lnTo>
                      <a:pt x="344" y="842"/>
                    </a:lnTo>
                    <a:lnTo>
                      <a:pt x="340" y="842"/>
                    </a:lnTo>
                    <a:lnTo>
                      <a:pt x="336" y="846"/>
                    </a:lnTo>
                    <a:lnTo>
                      <a:pt x="326" y="846"/>
                    </a:lnTo>
                    <a:lnTo>
                      <a:pt x="328" y="844"/>
                    </a:lnTo>
                    <a:lnTo>
                      <a:pt x="326" y="833"/>
                    </a:lnTo>
                    <a:lnTo>
                      <a:pt x="325" y="829"/>
                    </a:lnTo>
                    <a:lnTo>
                      <a:pt x="325" y="828"/>
                    </a:lnTo>
                    <a:lnTo>
                      <a:pt x="325" y="823"/>
                    </a:lnTo>
                    <a:lnTo>
                      <a:pt x="323" y="819"/>
                    </a:lnTo>
                    <a:lnTo>
                      <a:pt x="320" y="820"/>
                    </a:lnTo>
                    <a:lnTo>
                      <a:pt x="314" y="820"/>
                    </a:lnTo>
                    <a:lnTo>
                      <a:pt x="312" y="828"/>
                    </a:lnTo>
                    <a:lnTo>
                      <a:pt x="310" y="828"/>
                    </a:lnTo>
                    <a:lnTo>
                      <a:pt x="304" y="824"/>
                    </a:lnTo>
                    <a:lnTo>
                      <a:pt x="302" y="824"/>
                    </a:lnTo>
                    <a:lnTo>
                      <a:pt x="299" y="828"/>
                    </a:lnTo>
                    <a:lnTo>
                      <a:pt x="299" y="831"/>
                    </a:lnTo>
                    <a:lnTo>
                      <a:pt x="301" y="837"/>
                    </a:lnTo>
                    <a:lnTo>
                      <a:pt x="299" y="840"/>
                    </a:lnTo>
                    <a:lnTo>
                      <a:pt x="288" y="840"/>
                    </a:lnTo>
                    <a:lnTo>
                      <a:pt x="282" y="842"/>
                    </a:lnTo>
                    <a:lnTo>
                      <a:pt x="282" y="846"/>
                    </a:lnTo>
                    <a:lnTo>
                      <a:pt x="280" y="851"/>
                    </a:lnTo>
                    <a:lnTo>
                      <a:pt x="276" y="851"/>
                    </a:lnTo>
                    <a:lnTo>
                      <a:pt x="272" y="849"/>
                    </a:lnTo>
                    <a:lnTo>
                      <a:pt x="269" y="844"/>
                    </a:lnTo>
                    <a:lnTo>
                      <a:pt x="266" y="844"/>
                    </a:lnTo>
                    <a:lnTo>
                      <a:pt x="264" y="845"/>
                    </a:lnTo>
                    <a:lnTo>
                      <a:pt x="262" y="846"/>
                    </a:lnTo>
                    <a:lnTo>
                      <a:pt x="261" y="846"/>
                    </a:lnTo>
                    <a:lnTo>
                      <a:pt x="260" y="840"/>
                    </a:lnTo>
                    <a:lnTo>
                      <a:pt x="256" y="835"/>
                    </a:lnTo>
                    <a:lnTo>
                      <a:pt x="253" y="834"/>
                    </a:lnTo>
                    <a:lnTo>
                      <a:pt x="249" y="837"/>
                    </a:lnTo>
                    <a:lnTo>
                      <a:pt x="244" y="836"/>
                    </a:lnTo>
                    <a:lnTo>
                      <a:pt x="242" y="837"/>
                    </a:lnTo>
                    <a:lnTo>
                      <a:pt x="239" y="840"/>
                    </a:lnTo>
                    <a:lnTo>
                      <a:pt x="238" y="844"/>
                    </a:lnTo>
                    <a:lnTo>
                      <a:pt x="235" y="847"/>
                    </a:lnTo>
                    <a:lnTo>
                      <a:pt x="229" y="849"/>
                    </a:lnTo>
                    <a:lnTo>
                      <a:pt x="229" y="846"/>
                    </a:lnTo>
                    <a:lnTo>
                      <a:pt x="227" y="842"/>
                    </a:lnTo>
                    <a:lnTo>
                      <a:pt x="222" y="840"/>
                    </a:lnTo>
                    <a:lnTo>
                      <a:pt x="220" y="835"/>
                    </a:lnTo>
                    <a:lnTo>
                      <a:pt x="215" y="835"/>
                    </a:lnTo>
                    <a:lnTo>
                      <a:pt x="211" y="829"/>
                    </a:lnTo>
                    <a:lnTo>
                      <a:pt x="210" y="806"/>
                    </a:lnTo>
                    <a:lnTo>
                      <a:pt x="210" y="802"/>
                    </a:lnTo>
                    <a:lnTo>
                      <a:pt x="205" y="801"/>
                    </a:lnTo>
                    <a:lnTo>
                      <a:pt x="200" y="801"/>
                    </a:lnTo>
                    <a:lnTo>
                      <a:pt x="194" y="808"/>
                    </a:lnTo>
                    <a:lnTo>
                      <a:pt x="191" y="808"/>
                    </a:lnTo>
                    <a:lnTo>
                      <a:pt x="191" y="801"/>
                    </a:lnTo>
                    <a:lnTo>
                      <a:pt x="192" y="798"/>
                    </a:lnTo>
                    <a:lnTo>
                      <a:pt x="197" y="797"/>
                    </a:lnTo>
                    <a:lnTo>
                      <a:pt x="197" y="792"/>
                    </a:lnTo>
                    <a:lnTo>
                      <a:pt x="201" y="792"/>
                    </a:lnTo>
                    <a:lnTo>
                      <a:pt x="204" y="788"/>
                    </a:lnTo>
                    <a:lnTo>
                      <a:pt x="207" y="788"/>
                    </a:lnTo>
                    <a:lnTo>
                      <a:pt x="207" y="782"/>
                    </a:lnTo>
                    <a:lnTo>
                      <a:pt x="206" y="782"/>
                    </a:lnTo>
                    <a:lnTo>
                      <a:pt x="201" y="782"/>
                    </a:lnTo>
                    <a:lnTo>
                      <a:pt x="197" y="779"/>
                    </a:lnTo>
                    <a:lnTo>
                      <a:pt x="194" y="776"/>
                    </a:lnTo>
                    <a:lnTo>
                      <a:pt x="189" y="766"/>
                    </a:lnTo>
                    <a:lnTo>
                      <a:pt x="184" y="769"/>
                    </a:lnTo>
                    <a:lnTo>
                      <a:pt x="183" y="767"/>
                    </a:lnTo>
                    <a:lnTo>
                      <a:pt x="183" y="750"/>
                    </a:lnTo>
                    <a:lnTo>
                      <a:pt x="181" y="745"/>
                    </a:lnTo>
                    <a:lnTo>
                      <a:pt x="179" y="745"/>
                    </a:lnTo>
                    <a:lnTo>
                      <a:pt x="179" y="739"/>
                    </a:lnTo>
                    <a:lnTo>
                      <a:pt x="178" y="737"/>
                    </a:lnTo>
                    <a:lnTo>
                      <a:pt x="174" y="737"/>
                    </a:lnTo>
                    <a:lnTo>
                      <a:pt x="173" y="737"/>
                    </a:lnTo>
                    <a:lnTo>
                      <a:pt x="174" y="724"/>
                    </a:lnTo>
                    <a:lnTo>
                      <a:pt x="174" y="723"/>
                    </a:lnTo>
                    <a:lnTo>
                      <a:pt x="170" y="721"/>
                    </a:lnTo>
                    <a:lnTo>
                      <a:pt x="168" y="721"/>
                    </a:lnTo>
                    <a:lnTo>
                      <a:pt x="164" y="724"/>
                    </a:lnTo>
                    <a:lnTo>
                      <a:pt x="163" y="724"/>
                    </a:lnTo>
                    <a:lnTo>
                      <a:pt x="156" y="720"/>
                    </a:lnTo>
                    <a:lnTo>
                      <a:pt x="153" y="720"/>
                    </a:lnTo>
                    <a:lnTo>
                      <a:pt x="152" y="721"/>
                    </a:lnTo>
                    <a:lnTo>
                      <a:pt x="152" y="729"/>
                    </a:lnTo>
                    <a:lnTo>
                      <a:pt x="149" y="733"/>
                    </a:lnTo>
                    <a:lnTo>
                      <a:pt x="136" y="737"/>
                    </a:lnTo>
                    <a:lnTo>
                      <a:pt x="136" y="743"/>
                    </a:lnTo>
                    <a:lnTo>
                      <a:pt x="134" y="747"/>
                    </a:lnTo>
                    <a:lnTo>
                      <a:pt x="120" y="743"/>
                    </a:lnTo>
                    <a:lnTo>
                      <a:pt x="110" y="737"/>
                    </a:lnTo>
                    <a:lnTo>
                      <a:pt x="102" y="736"/>
                    </a:lnTo>
                    <a:lnTo>
                      <a:pt x="99" y="736"/>
                    </a:lnTo>
                    <a:lnTo>
                      <a:pt x="95" y="742"/>
                    </a:lnTo>
                    <a:lnTo>
                      <a:pt x="89" y="743"/>
                    </a:lnTo>
                    <a:lnTo>
                      <a:pt x="87" y="749"/>
                    </a:lnTo>
                    <a:lnTo>
                      <a:pt x="83" y="753"/>
                    </a:lnTo>
                    <a:lnTo>
                      <a:pt x="78" y="750"/>
                    </a:lnTo>
                    <a:lnTo>
                      <a:pt x="70" y="739"/>
                    </a:lnTo>
                    <a:lnTo>
                      <a:pt x="67" y="737"/>
                    </a:lnTo>
                    <a:lnTo>
                      <a:pt x="62" y="737"/>
                    </a:lnTo>
                    <a:lnTo>
                      <a:pt x="56" y="743"/>
                    </a:lnTo>
                    <a:lnTo>
                      <a:pt x="52" y="747"/>
                    </a:lnTo>
                    <a:lnTo>
                      <a:pt x="48" y="748"/>
                    </a:lnTo>
                    <a:lnTo>
                      <a:pt x="43" y="744"/>
                    </a:lnTo>
                    <a:lnTo>
                      <a:pt x="38" y="740"/>
                    </a:lnTo>
                    <a:lnTo>
                      <a:pt x="39" y="737"/>
                    </a:lnTo>
                    <a:lnTo>
                      <a:pt x="43" y="732"/>
                    </a:lnTo>
                    <a:lnTo>
                      <a:pt x="43" y="728"/>
                    </a:lnTo>
                    <a:lnTo>
                      <a:pt x="46" y="724"/>
                    </a:lnTo>
                    <a:lnTo>
                      <a:pt x="48" y="723"/>
                    </a:lnTo>
                    <a:lnTo>
                      <a:pt x="48" y="721"/>
                    </a:lnTo>
                    <a:lnTo>
                      <a:pt x="44" y="717"/>
                    </a:lnTo>
                    <a:lnTo>
                      <a:pt x="44" y="710"/>
                    </a:lnTo>
                    <a:lnTo>
                      <a:pt x="46" y="706"/>
                    </a:lnTo>
                    <a:lnTo>
                      <a:pt x="46" y="702"/>
                    </a:lnTo>
                    <a:lnTo>
                      <a:pt x="45" y="699"/>
                    </a:lnTo>
                    <a:lnTo>
                      <a:pt x="45" y="697"/>
                    </a:lnTo>
                    <a:lnTo>
                      <a:pt x="46" y="697"/>
                    </a:lnTo>
                    <a:lnTo>
                      <a:pt x="45" y="694"/>
                    </a:lnTo>
                    <a:lnTo>
                      <a:pt x="41" y="689"/>
                    </a:lnTo>
                    <a:lnTo>
                      <a:pt x="39" y="684"/>
                    </a:lnTo>
                    <a:lnTo>
                      <a:pt x="36" y="682"/>
                    </a:lnTo>
                    <a:lnTo>
                      <a:pt x="35" y="678"/>
                    </a:lnTo>
                    <a:lnTo>
                      <a:pt x="32" y="674"/>
                    </a:lnTo>
                    <a:lnTo>
                      <a:pt x="32" y="670"/>
                    </a:lnTo>
                    <a:lnTo>
                      <a:pt x="27" y="670"/>
                    </a:lnTo>
                    <a:lnTo>
                      <a:pt x="24" y="673"/>
                    </a:lnTo>
                    <a:lnTo>
                      <a:pt x="20" y="673"/>
                    </a:lnTo>
                    <a:lnTo>
                      <a:pt x="19" y="672"/>
                    </a:lnTo>
                    <a:lnTo>
                      <a:pt x="17" y="666"/>
                    </a:lnTo>
                    <a:lnTo>
                      <a:pt x="9" y="654"/>
                    </a:lnTo>
                    <a:lnTo>
                      <a:pt x="9" y="652"/>
                    </a:lnTo>
                    <a:lnTo>
                      <a:pt x="14" y="646"/>
                    </a:lnTo>
                    <a:lnTo>
                      <a:pt x="13" y="641"/>
                    </a:lnTo>
                    <a:lnTo>
                      <a:pt x="11" y="635"/>
                    </a:lnTo>
                    <a:lnTo>
                      <a:pt x="11" y="629"/>
                    </a:lnTo>
                    <a:lnTo>
                      <a:pt x="9" y="621"/>
                    </a:lnTo>
                    <a:lnTo>
                      <a:pt x="6" y="618"/>
                    </a:lnTo>
                    <a:lnTo>
                      <a:pt x="5" y="618"/>
                    </a:lnTo>
                    <a:lnTo>
                      <a:pt x="3" y="614"/>
                    </a:lnTo>
                    <a:lnTo>
                      <a:pt x="1" y="614"/>
                    </a:lnTo>
                    <a:lnTo>
                      <a:pt x="1" y="608"/>
                    </a:lnTo>
                    <a:lnTo>
                      <a:pt x="3" y="600"/>
                    </a:lnTo>
                    <a:lnTo>
                      <a:pt x="2" y="597"/>
                    </a:lnTo>
                    <a:lnTo>
                      <a:pt x="0" y="594"/>
                    </a:lnTo>
                    <a:lnTo>
                      <a:pt x="23" y="572"/>
                    </a:lnTo>
                    <a:lnTo>
                      <a:pt x="30" y="554"/>
                    </a:lnTo>
                    <a:lnTo>
                      <a:pt x="34" y="543"/>
                    </a:lnTo>
                    <a:lnTo>
                      <a:pt x="39" y="532"/>
                    </a:lnTo>
                    <a:lnTo>
                      <a:pt x="41" y="530"/>
                    </a:lnTo>
                    <a:lnTo>
                      <a:pt x="45" y="532"/>
                    </a:lnTo>
                    <a:lnTo>
                      <a:pt x="45" y="533"/>
                    </a:lnTo>
                    <a:lnTo>
                      <a:pt x="51" y="534"/>
                    </a:lnTo>
                    <a:lnTo>
                      <a:pt x="55" y="537"/>
                    </a:lnTo>
                    <a:lnTo>
                      <a:pt x="60" y="550"/>
                    </a:lnTo>
                    <a:lnTo>
                      <a:pt x="70" y="568"/>
                    </a:lnTo>
                    <a:lnTo>
                      <a:pt x="84" y="572"/>
                    </a:lnTo>
                    <a:lnTo>
                      <a:pt x="87" y="572"/>
                    </a:lnTo>
                    <a:lnTo>
                      <a:pt x="113" y="550"/>
                    </a:lnTo>
                    <a:lnTo>
                      <a:pt x="200" y="553"/>
                    </a:lnTo>
                    <a:lnTo>
                      <a:pt x="271" y="554"/>
                    </a:lnTo>
                    <a:lnTo>
                      <a:pt x="344" y="555"/>
                    </a:lnTo>
                    <a:lnTo>
                      <a:pt x="362" y="555"/>
                    </a:lnTo>
                    <a:lnTo>
                      <a:pt x="374" y="508"/>
                    </a:lnTo>
                    <a:lnTo>
                      <a:pt x="352" y="501"/>
                    </a:lnTo>
                    <a:lnTo>
                      <a:pt x="346" y="444"/>
                    </a:lnTo>
                    <a:lnTo>
                      <a:pt x="341" y="389"/>
                    </a:lnTo>
                    <a:lnTo>
                      <a:pt x="335" y="335"/>
                    </a:lnTo>
                    <a:lnTo>
                      <a:pt x="329" y="281"/>
                    </a:lnTo>
                    <a:lnTo>
                      <a:pt x="324" y="226"/>
                    </a:lnTo>
                    <a:lnTo>
                      <a:pt x="318" y="169"/>
                    </a:lnTo>
                    <a:lnTo>
                      <a:pt x="313" y="114"/>
                    </a:lnTo>
                    <a:lnTo>
                      <a:pt x="307" y="58"/>
                    </a:lnTo>
                    <a:lnTo>
                      <a:pt x="301" y="0"/>
                    </a:lnTo>
                    <a:lnTo>
                      <a:pt x="398" y="0"/>
                    </a:lnTo>
                    <a:lnTo>
                      <a:pt x="462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0" name="Freeform 14">
                <a:extLst>
                  <a:ext uri="{FF2B5EF4-FFF2-40B4-BE49-F238E27FC236}">
                    <a16:creationId xmlns:a16="http://schemas.microsoft.com/office/drawing/2014/main" id="{09761DA4-D02E-9BE3-9F26-5C1EDFB3FC2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6" y="2047"/>
                <a:ext cx="44" cy="93"/>
              </a:xfrm>
              <a:custGeom>
                <a:avLst/>
                <a:gdLst/>
                <a:ahLst/>
                <a:cxnLst>
                  <a:cxn ang="0">
                    <a:pos x="123" y="461"/>
                  </a:cxn>
                  <a:cxn ang="0">
                    <a:pos x="145" y="444"/>
                  </a:cxn>
                  <a:cxn ang="0">
                    <a:pos x="151" y="424"/>
                  </a:cxn>
                  <a:cxn ang="0">
                    <a:pos x="147" y="387"/>
                  </a:cxn>
                  <a:cxn ang="0">
                    <a:pos x="164" y="373"/>
                  </a:cxn>
                  <a:cxn ang="0">
                    <a:pos x="178" y="355"/>
                  </a:cxn>
                  <a:cxn ang="0">
                    <a:pos x="213" y="331"/>
                  </a:cxn>
                  <a:cxn ang="0">
                    <a:pos x="217" y="284"/>
                  </a:cxn>
                  <a:cxn ang="0">
                    <a:pos x="212" y="277"/>
                  </a:cxn>
                  <a:cxn ang="0">
                    <a:pos x="202" y="278"/>
                  </a:cxn>
                  <a:cxn ang="0">
                    <a:pos x="198" y="269"/>
                  </a:cxn>
                  <a:cxn ang="0">
                    <a:pos x="186" y="251"/>
                  </a:cxn>
                  <a:cxn ang="0">
                    <a:pos x="172" y="252"/>
                  </a:cxn>
                  <a:cxn ang="0">
                    <a:pos x="164" y="249"/>
                  </a:cxn>
                  <a:cxn ang="0">
                    <a:pos x="153" y="246"/>
                  </a:cxn>
                  <a:cxn ang="0">
                    <a:pos x="138" y="226"/>
                  </a:cxn>
                  <a:cxn ang="0">
                    <a:pos x="150" y="219"/>
                  </a:cxn>
                  <a:cxn ang="0">
                    <a:pos x="153" y="203"/>
                  </a:cxn>
                  <a:cxn ang="0">
                    <a:pos x="166" y="195"/>
                  </a:cxn>
                  <a:cxn ang="0">
                    <a:pos x="185" y="181"/>
                  </a:cxn>
                  <a:cxn ang="0">
                    <a:pos x="198" y="163"/>
                  </a:cxn>
                  <a:cxn ang="0">
                    <a:pos x="204" y="132"/>
                  </a:cxn>
                  <a:cxn ang="0">
                    <a:pos x="194" y="111"/>
                  </a:cxn>
                  <a:cxn ang="0">
                    <a:pos x="181" y="101"/>
                  </a:cxn>
                  <a:cxn ang="0">
                    <a:pos x="172" y="79"/>
                  </a:cxn>
                  <a:cxn ang="0">
                    <a:pos x="183" y="59"/>
                  </a:cxn>
                  <a:cxn ang="0">
                    <a:pos x="207" y="31"/>
                  </a:cxn>
                  <a:cxn ang="0">
                    <a:pos x="194" y="19"/>
                  </a:cxn>
                  <a:cxn ang="0">
                    <a:pos x="182" y="32"/>
                  </a:cxn>
                  <a:cxn ang="0">
                    <a:pos x="171" y="39"/>
                  </a:cxn>
                  <a:cxn ang="0">
                    <a:pos x="161" y="24"/>
                  </a:cxn>
                  <a:cxn ang="0">
                    <a:pos x="155" y="9"/>
                  </a:cxn>
                  <a:cxn ang="0">
                    <a:pos x="138" y="0"/>
                  </a:cxn>
                  <a:cxn ang="0">
                    <a:pos x="115" y="2"/>
                  </a:cxn>
                  <a:cxn ang="0">
                    <a:pos x="91" y="13"/>
                  </a:cxn>
                  <a:cxn ang="0">
                    <a:pos x="79" y="24"/>
                  </a:cxn>
                  <a:cxn ang="0">
                    <a:pos x="73" y="31"/>
                  </a:cxn>
                  <a:cxn ang="0">
                    <a:pos x="62" y="41"/>
                  </a:cxn>
                  <a:cxn ang="0">
                    <a:pos x="51" y="55"/>
                  </a:cxn>
                  <a:cxn ang="0">
                    <a:pos x="58" y="61"/>
                  </a:cxn>
                  <a:cxn ang="0">
                    <a:pos x="52" y="101"/>
                  </a:cxn>
                  <a:cxn ang="0">
                    <a:pos x="56" y="134"/>
                  </a:cxn>
                  <a:cxn ang="0">
                    <a:pos x="59" y="147"/>
                  </a:cxn>
                  <a:cxn ang="0">
                    <a:pos x="49" y="185"/>
                  </a:cxn>
                  <a:cxn ang="0">
                    <a:pos x="27" y="208"/>
                  </a:cxn>
                  <a:cxn ang="0">
                    <a:pos x="14" y="217"/>
                  </a:cxn>
                  <a:cxn ang="0">
                    <a:pos x="3" y="226"/>
                  </a:cxn>
                  <a:cxn ang="0">
                    <a:pos x="3" y="234"/>
                  </a:cxn>
                  <a:cxn ang="0">
                    <a:pos x="14" y="272"/>
                  </a:cxn>
                  <a:cxn ang="0">
                    <a:pos x="37" y="285"/>
                  </a:cxn>
                  <a:cxn ang="0">
                    <a:pos x="46" y="323"/>
                  </a:cxn>
                  <a:cxn ang="0">
                    <a:pos x="89" y="348"/>
                  </a:cxn>
                  <a:cxn ang="0">
                    <a:pos x="91" y="349"/>
                  </a:cxn>
                  <a:cxn ang="0">
                    <a:pos x="110" y="459"/>
                  </a:cxn>
                </a:cxnLst>
                <a:rect l="0" t="0" r="r" b="b"/>
                <a:pathLst>
                  <a:path w="218" h="462">
                    <a:moveTo>
                      <a:pt x="111" y="462"/>
                    </a:moveTo>
                    <a:lnTo>
                      <a:pt x="123" y="461"/>
                    </a:lnTo>
                    <a:lnTo>
                      <a:pt x="135" y="452"/>
                    </a:lnTo>
                    <a:lnTo>
                      <a:pt x="145" y="444"/>
                    </a:lnTo>
                    <a:lnTo>
                      <a:pt x="151" y="434"/>
                    </a:lnTo>
                    <a:lnTo>
                      <a:pt x="151" y="424"/>
                    </a:lnTo>
                    <a:lnTo>
                      <a:pt x="145" y="396"/>
                    </a:lnTo>
                    <a:lnTo>
                      <a:pt x="147" y="387"/>
                    </a:lnTo>
                    <a:lnTo>
                      <a:pt x="151" y="379"/>
                    </a:lnTo>
                    <a:lnTo>
                      <a:pt x="164" y="373"/>
                    </a:lnTo>
                    <a:lnTo>
                      <a:pt x="174" y="365"/>
                    </a:lnTo>
                    <a:lnTo>
                      <a:pt x="178" y="355"/>
                    </a:lnTo>
                    <a:lnTo>
                      <a:pt x="207" y="336"/>
                    </a:lnTo>
                    <a:lnTo>
                      <a:pt x="213" y="331"/>
                    </a:lnTo>
                    <a:lnTo>
                      <a:pt x="218" y="320"/>
                    </a:lnTo>
                    <a:lnTo>
                      <a:pt x="217" y="284"/>
                    </a:lnTo>
                    <a:lnTo>
                      <a:pt x="218" y="281"/>
                    </a:lnTo>
                    <a:lnTo>
                      <a:pt x="212" y="277"/>
                    </a:lnTo>
                    <a:lnTo>
                      <a:pt x="208" y="278"/>
                    </a:lnTo>
                    <a:lnTo>
                      <a:pt x="202" y="278"/>
                    </a:lnTo>
                    <a:lnTo>
                      <a:pt x="198" y="273"/>
                    </a:lnTo>
                    <a:lnTo>
                      <a:pt x="198" y="269"/>
                    </a:lnTo>
                    <a:lnTo>
                      <a:pt x="191" y="251"/>
                    </a:lnTo>
                    <a:lnTo>
                      <a:pt x="186" y="251"/>
                    </a:lnTo>
                    <a:lnTo>
                      <a:pt x="177" y="257"/>
                    </a:lnTo>
                    <a:lnTo>
                      <a:pt x="172" y="252"/>
                    </a:lnTo>
                    <a:lnTo>
                      <a:pt x="170" y="246"/>
                    </a:lnTo>
                    <a:lnTo>
                      <a:pt x="164" y="249"/>
                    </a:lnTo>
                    <a:lnTo>
                      <a:pt x="159" y="249"/>
                    </a:lnTo>
                    <a:lnTo>
                      <a:pt x="153" y="246"/>
                    </a:lnTo>
                    <a:lnTo>
                      <a:pt x="142" y="239"/>
                    </a:lnTo>
                    <a:lnTo>
                      <a:pt x="138" y="226"/>
                    </a:lnTo>
                    <a:lnTo>
                      <a:pt x="138" y="215"/>
                    </a:lnTo>
                    <a:lnTo>
                      <a:pt x="150" y="219"/>
                    </a:lnTo>
                    <a:lnTo>
                      <a:pt x="150" y="210"/>
                    </a:lnTo>
                    <a:lnTo>
                      <a:pt x="153" y="203"/>
                    </a:lnTo>
                    <a:lnTo>
                      <a:pt x="160" y="201"/>
                    </a:lnTo>
                    <a:lnTo>
                      <a:pt x="166" y="195"/>
                    </a:lnTo>
                    <a:lnTo>
                      <a:pt x="172" y="192"/>
                    </a:lnTo>
                    <a:lnTo>
                      <a:pt x="185" y="181"/>
                    </a:lnTo>
                    <a:lnTo>
                      <a:pt x="192" y="174"/>
                    </a:lnTo>
                    <a:lnTo>
                      <a:pt x="198" y="163"/>
                    </a:lnTo>
                    <a:lnTo>
                      <a:pt x="207" y="140"/>
                    </a:lnTo>
                    <a:lnTo>
                      <a:pt x="204" y="132"/>
                    </a:lnTo>
                    <a:lnTo>
                      <a:pt x="202" y="116"/>
                    </a:lnTo>
                    <a:lnTo>
                      <a:pt x="194" y="111"/>
                    </a:lnTo>
                    <a:lnTo>
                      <a:pt x="191" y="104"/>
                    </a:lnTo>
                    <a:lnTo>
                      <a:pt x="181" y="101"/>
                    </a:lnTo>
                    <a:lnTo>
                      <a:pt x="176" y="95"/>
                    </a:lnTo>
                    <a:lnTo>
                      <a:pt x="172" y="79"/>
                    </a:lnTo>
                    <a:lnTo>
                      <a:pt x="175" y="66"/>
                    </a:lnTo>
                    <a:lnTo>
                      <a:pt x="183" y="59"/>
                    </a:lnTo>
                    <a:lnTo>
                      <a:pt x="194" y="55"/>
                    </a:lnTo>
                    <a:lnTo>
                      <a:pt x="207" y="31"/>
                    </a:lnTo>
                    <a:lnTo>
                      <a:pt x="201" y="19"/>
                    </a:lnTo>
                    <a:lnTo>
                      <a:pt x="194" y="19"/>
                    </a:lnTo>
                    <a:lnTo>
                      <a:pt x="188" y="27"/>
                    </a:lnTo>
                    <a:lnTo>
                      <a:pt x="182" y="32"/>
                    </a:lnTo>
                    <a:lnTo>
                      <a:pt x="175" y="35"/>
                    </a:lnTo>
                    <a:lnTo>
                      <a:pt x="171" y="39"/>
                    </a:lnTo>
                    <a:lnTo>
                      <a:pt x="160" y="35"/>
                    </a:lnTo>
                    <a:lnTo>
                      <a:pt x="161" y="24"/>
                    </a:lnTo>
                    <a:lnTo>
                      <a:pt x="156" y="15"/>
                    </a:lnTo>
                    <a:lnTo>
                      <a:pt x="155" y="9"/>
                    </a:lnTo>
                    <a:lnTo>
                      <a:pt x="156" y="7"/>
                    </a:lnTo>
                    <a:lnTo>
                      <a:pt x="138" y="0"/>
                    </a:lnTo>
                    <a:lnTo>
                      <a:pt x="128" y="0"/>
                    </a:lnTo>
                    <a:lnTo>
                      <a:pt x="115" y="2"/>
                    </a:lnTo>
                    <a:lnTo>
                      <a:pt x="104" y="7"/>
                    </a:lnTo>
                    <a:lnTo>
                      <a:pt x="91" y="13"/>
                    </a:lnTo>
                    <a:lnTo>
                      <a:pt x="83" y="19"/>
                    </a:lnTo>
                    <a:lnTo>
                      <a:pt x="79" y="24"/>
                    </a:lnTo>
                    <a:lnTo>
                      <a:pt x="75" y="25"/>
                    </a:lnTo>
                    <a:lnTo>
                      <a:pt x="73" y="31"/>
                    </a:lnTo>
                    <a:lnTo>
                      <a:pt x="68" y="35"/>
                    </a:lnTo>
                    <a:lnTo>
                      <a:pt x="62" y="41"/>
                    </a:lnTo>
                    <a:lnTo>
                      <a:pt x="53" y="50"/>
                    </a:lnTo>
                    <a:lnTo>
                      <a:pt x="51" y="55"/>
                    </a:lnTo>
                    <a:lnTo>
                      <a:pt x="57" y="57"/>
                    </a:lnTo>
                    <a:lnTo>
                      <a:pt x="58" y="61"/>
                    </a:lnTo>
                    <a:lnTo>
                      <a:pt x="53" y="93"/>
                    </a:lnTo>
                    <a:lnTo>
                      <a:pt x="52" y="101"/>
                    </a:lnTo>
                    <a:lnTo>
                      <a:pt x="54" y="111"/>
                    </a:lnTo>
                    <a:lnTo>
                      <a:pt x="56" y="134"/>
                    </a:lnTo>
                    <a:lnTo>
                      <a:pt x="59" y="140"/>
                    </a:lnTo>
                    <a:lnTo>
                      <a:pt x="59" y="147"/>
                    </a:lnTo>
                    <a:lnTo>
                      <a:pt x="53" y="171"/>
                    </a:lnTo>
                    <a:lnTo>
                      <a:pt x="49" y="185"/>
                    </a:lnTo>
                    <a:lnTo>
                      <a:pt x="30" y="197"/>
                    </a:lnTo>
                    <a:lnTo>
                      <a:pt x="27" y="208"/>
                    </a:lnTo>
                    <a:lnTo>
                      <a:pt x="19" y="212"/>
                    </a:lnTo>
                    <a:lnTo>
                      <a:pt x="14" y="217"/>
                    </a:lnTo>
                    <a:lnTo>
                      <a:pt x="13" y="220"/>
                    </a:lnTo>
                    <a:lnTo>
                      <a:pt x="3" y="226"/>
                    </a:lnTo>
                    <a:lnTo>
                      <a:pt x="0" y="226"/>
                    </a:lnTo>
                    <a:lnTo>
                      <a:pt x="3" y="234"/>
                    </a:lnTo>
                    <a:lnTo>
                      <a:pt x="8" y="246"/>
                    </a:lnTo>
                    <a:lnTo>
                      <a:pt x="14" y="272"/>
                    </a:lnTo>
                    <a:lnTo>
                      <a:pt x="32" y="279"/>
                    </a:lnTo>
                    <a:lnTo>
                      <a:pt x="37" y="285"/>
                    </a:lnTo>
                    <a:lnTo>
                      <a:pt x="46" y="305"/>
                    </a:lnTo>
                    <a:lnTo>
                      <a:pt x="46" y="323"/>
                    </a:lnTo>
                    <a:lnTo>
                      <a:pt x="64" y="336"/>
                    </a:lnTo>
                    <a:lnTo>
                      <a:pt x="89" y="348"/>
                    </a:lnTo>
                    <a:lnTo>
                      <a:pt x="91" y="348"/>
                    </a:lnTo>
                    <a:lnTo>
                      <a:pt x="91" y="349"/>
                    </a:lnTo>
                    <a:lnTo>
                      <a:pt x="105" y="422"/>
                    </a:lnTo>
                    <a:lnTo>
                      <a:pt x="110" y="459"/>
                    </a:lnTo>
                    <a:lnTo>
                      <a:pt x="111" y="46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1" name="Freeform 15">
                <a:extLst>
                  <a:ext uri="{FF2B5EF4-FFF2-40B4-BE49-F238E27FC236}">
                    <a16:creationId xmlns:a16="http://schemas.microsoft.com/office/drawing/2014/main" id="{522270FD-EA61-FAA3-EEF5-E9C09CA1494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85" y="2123"/>
                <a:ext cx="123" cy="121"/>
              </a:xfrm>
              <a:custGeom>
                <a:avLst/>
                <a:gdLst/>
                <a:ahLst/>
                <a:cxnLst>
                  <a:cxn ang="0">
                    <a:pos x="24" y="438"/>
                  </a:cxn>
                  <a:cxn ang="0">
                    <a:pos x="24" y="265"/>
                  </a:cxn>
                  <a:cxn ang="0">
                    <a:pos x="7" y="146"/>
                  </a:cxn>
                  <a:cxn ang="0">
                    <a:pos x="1" y="120"/>
                  </a:cxn>
                  <a:cxn ang="0">
                    <a:pos x="3" y="90"/>
                  </a:cxn>
                  <a:cxn ang="0">
                    <a:pos x="15" y="74"/>
                  </a:cxn>
                  <a:cxn ang="0">
                    <a:pos x="7" y="22"/>
                  </a:cxn>
                  <a:cxn ang="0">
                    <a:pos x="18" y="2"/>
                  </a:cxn>
                  <a:cxn ang="0">
                    <a:pos x="35" y="8"/>
                  </a:cxn>
                  <a:cxn ang="0">
                    <a:pos x="91" y="7"/>
                  </a:cxn>
                  <a:cxn ang="0">
                    <a:pos x="153" y="27"/>
                  </a:cxn>
                  <a:cxn ang="0">
                    <a:pos x="185" y="38"/>
                  </a:cxn>
                  <a:cxn ang="0">
                    <a:pos x="228" y="45"/>
                  </a:cxn>
                  <a:cxn ang="0">
                    <a:pos x="269" y="40"/>
                  </a:cxn>
                  <a:cxn ang="0">
                    <a:pos x="311" y="13"/>
                  </a:cxn>
                  <a:cxn ang="0">
                    <a:pos x="336" y="8"/>
                  </a:cxn>
                  <a:cxn ang="0">
                    <a:pos x="322" y="20"/>
                  </a:cxn>
                  <a:cxn ang="0">
                    <a:pos x="349" y="13"/>
                  </a:cxn>
                  <a:cxn ang="0">
                    <a:pos x="365" y="11"/>
                  </a:cxn>
                  <a:cxn ang="0">
                    <a:pos x="400" y="6"/>
                  </a:cxn>
                  <a:cxn ang="0">
                    <a:pos x="408" y="16"/>
                  </a:cxn>
                  <a:cxn ang="0">
                    <a:pos x="426" y="28"/>
                  </a:cxn>
                  <a:cxn ang="0">
                    <a:pos x="447" y="40"/>
                  </a:cxn>
                  <a:cxn ang="0">
                    <a:pos x="463" y="34"/>
                  </a:cxn>
                  <a:cxn ang="0">
                    <a:pos x="510" y="29"/>
                  </a:cxn>
                  <a:cxn ang="0">
                    <a:pos x="523" y="35"/>
                  </a:cxn>
                  <a:cxn ang="0">
                    <a:pos x="561" y="144"/>
                  </a:cxn>
                  <a:cxn ang="0">
                    <a:pos x="539" y="211"/>
                  </a:cxn>
                  <a:cxn ang="0">
                    <a:pos x="538" y="234"/>
                  </a:cxn>
                  <a:cxn ang="0">
                    <a:pos x="518" y="242"/>
                  </a:cxn>
                  <a:cxn ang="0">
                    <a:pos x="486" y="207"/>
                  </a:cxn>
                  <a:cxn ang="0">
                    <a:pos x="473" y="175"/>
                  </a:cxn>
                  <a:cxn ang="0">
                    <a:pos x="454" y="144"/>
                  </a:cxn>
                  <a:cxn ang="0">
                    <a:pos x="440" y="109"/>
                  </a:cxn>
                  <a:cxn ang="0">
                    <a:pos x="436" y="104"/>
                  </a:cxn>
                  <a:cxn ang="0">
                    <a:pos x="429" y="119"/>
                  </a:cxn>
                  <a:cxn ang="0">
                    <a:pos x="437" y="143"/>
                  </a:cxn>
                  <a:cxn ang="0">
                    <a:pos x="441" y="167"/>
                  </a:cxn>
                  <a:cxn ang="0">
                    <a:pos x="475" y="223"/>
                  </a:cxn>
                  <a:cxn ang="0">
                    <a:pos x="490" y="256"/>
                  </a:cxn>
                  <a:cxn ang="0">
                    <a:pos x="512" y="304"/>
                  </a:cxn>
                  <a:cxn ang="0">
                    <a:pos x="530" y="346"/>
                  </a:cxn>
                  <a:cxn ang="0">
                    <a:pos x="558" y="401"/>
                  </a:cxn>
                  <a:cxn ang="0">
                    <a:pos x="578" y="444"/>
                  </a:cxn>
                  <a:cxn ang="0">
                    <a:pos x="608" y="471"/>
                  </a:cxn>
                  <a:cxn ang="0">
                    <a:pos x="598" y="476"/>
                  </a:cxn>
                  <a:cxn ang="0">
                    <a:pos x="598" y="488"/>
                  </a:cxn>
                  <a:cxn ang="0">
                    <a:pos x="581" y="545"/>
                  </a:cxn>
                  <a:cxn ang="0">
                    <a:pos x="526" y="578"/>
                  </a:cxn>
                  <a:cxn ang="0">
                    <a:pos x="473" y="592"/>
                  </a:cxn>
                  <a:cxn ang="0">
                    <a:pos x="378" y="579"/>
                  </a:cxn>
                  <a:cxn ang="0">
                    <a:pos x="366" y="590"/>
                  </a:cxn>
                  <a:cxn ang="0">
                    <a:pos x="233" y="590"/>
                  </a:cxn>
                  <a:cxn ang="0">
                    <a:pos x="77" y="590"/>
                  </a:cxn>
                </a:cxnLst>
                <a:rect l="0" t="0" r="r" b="b"/>
                <a:pathLst>
                  <a:path w="612" h="605">
                    <a:moveTo>
                      <a:pt x="24" y="552"/>
                    </a:moveTo>
                    <a:lnTo>
                      <a:pt x="24" y="496"/>
                    </a:lnTo>
                    <a:lnTo>
                      <a:pt x="24" y="438"/>
                    </a:lnTo>
                    <a:lnTo>
                      <a:pt x="24" y="382"/>
                    </a:lnTo>
                    <a:lnTo>
                      <a:pt x="24" y="324"/>
                    </a:lnTo>
                    <a:lnTo>
                      <a:pt x="24" y="265"/>
                    </a:lnTo>
                    <a:lnTo>
                      <a:pt x="24" y="207"/>
                    </a:lnTo>
                    <a:lnTo>
                      <a:pt x="24" y="164"/>
                    </a:lnTo>
                    <a:lnTo>
                      <a:pt x="7" y="146"/>
                    </a:lnTo>
                    <a:lnTo>
                      <a:pt x="10" y="133"/>
                    </a:lnTo>
                    <a:lnTo>
                      <a:pt x="8" y="130"/>
                    </a:lnTo>
                    <a:lnTo>
                      <a:pt x="1" y="120"/>
                    </a:lnTo>
                    <a:lnTo>
                      <a:pt x="0" y="99"/>
                    </a:lnTo>
                    <a:lnTo>
                      <a:pt x="0" y="95"/>
                    </a:lnTo>
                    <a:lnTo>
                      <a:pt x="3" y="90"/>
                    </a:lnTo>
                    <a:lnTo>
                      <a:pt x="13" y="86"/>
                    </a:lnTo>
                    <a:lnTo>
                      <a:pt x="13" y="83"/>
                    </a:lnTo>
                    <a:lnTo>
                      <a:pt x="15" y="74"/>
                    </a:lnTo>
                    <a:lnTo>
                      <a:pt x="12" y="57"/>
                    </a:lnTo>
                    <a:lnTo>
                      <a:pt x="11" y="30"/>
                    </a:lnTo>
                    <a:lnTo>
                      <a:pt x="7" y="22"/>
                    </a:lnTo>
                    <a:lnTo>
                      <a:pt x="7" y="19"/>
                    </a:lnTo>
                    <a:lnTo>
                      <a:pt x="15" y="11"/>
                    </a:lnTo>
                    <a:lnTo>
                      <a:pt x="18" y="2"/>
                    </a:lnTo>
                    <a:lnTo>
                      <a:pt x="26" y="0"/>
                    </a:lnTo>
                    <a:lnTo>
                      <a:pt x="28" y="6"/>
                    </a:lnTo>
                    <a:lnTo>
                      <a:pt x="35" y="8"/>
                    </a:lnTo>
                    <a:lnTo>
                      <a:pt x="54" y="3"/>
                    </a:lnTo>
                    <a:lnTo>
                      <a:pt x="67" y="3"/>
                    </a:lnTo>
                    <a:lnTo>
                      <a:pt x="91" y="7"/>
                    </a:lnTo>
                    <a:lnTo>
                      <a:pt x="123" y="12"/>
                    </a:lnTo>
                    <a:lnTo>
                      <a:pt x="142" y="19"/>
                    </a:lnTo>
                    <a:lnTo>
                      <a:pt x="153" y="27"/>
                    </a:lnTo>
                    <a:lnTo>
                      <a:pt x="169" y="29"/>
                    </a:lnTo>
                    <a:lnTo>
                      <a:pt x="177" y="31"/>
                    </a:lnTo>
                    <a:lnTo>
                      <a:pt x="185" y="38"/>
                    </a:lnTo>
                    <a:lnTo>
                      <a:pt x="201" y="38"/>
                    </a:lnTo>
                    <a:lnTo>
                      <a:pt x="214" y="39"/>
                    </a:lnTo>
                    <a:lnTo>
                      <a:pt x="228" y="45"/>
                    </a:lnTo>
                    <a:lnTo>
                      <a:pt x="239" y="52"/>
                    </a:lnTo>
                    <a:lnTo>
                      <a:pt x="255" y="47"/>
                    </a:lnTo>
                    <a:lnTo>
                      <a:pt x="269" y="40"/>
                    </a:lnTo>
                    <a:lnTo>
                      <a:pt x="285" y="28"/>
                    </a:lnTo>
                    <a:lnTo>
                      <a:pt x="301" y="20"/>
                    </a:lnTo>
                    <a:lnTo>
                      <a:pt x="311" y="13"/>
                    </a:lnTo>
                    <a:lnTo>
                      <a:pt x="324" y="12"/>
                    </a:lnTo>
                    <a:lnTo>
                      <a:pt x="334" y="8"/>
                    </a:lnTo>
                    <a:lnTo>
                      <a:pt x="336" y="8"/>
                    </a:lnTo>
                    <a:lnTo>
                      <a:pt x="336" y="11"/>
                    </a:lnTo>
                    <a:lnTo>
                      <a:pt x="324" y="16"/>
                    </a:lnTo>
                    <a:lnTo>
                      <a:pt x="322" y="20"/>
                    </a:lnTo>
                    <a:lnTo>
                      <a:pt x="324" y="20"/>
                    </a:lnTo>
                    <a:lnTo>
                      <a:pt x="344" y="17"/>
                    </a:lnTo>
                    <a:lnTo>
                      <a:pt x="349" y="13"/>
                    </a:lnTo>
                    <a:lnTo>
                      <a:pt x="354" y="7"/>
                    </a:lnTo>
                    <a:lnTo>
                      <a:pt x="361" y="11"/>
                    </a:lnTo>
                    <a:lnTo>
                      <a:pt x="365" y="11"/>
                    </a:lnTo>
                    <a:lnTo>
                      <a:pt x="388" y="11"/>
                    </a:lnTo>
                    <a:lnTo>
                      <a:pt x="390" y="11"/>
                    </a:lnTo>
                    <a:lnTo>
                      <a:pt x="400" y="6"/>
                    </a:lnTo>
                    <a:lnTo>
                      <a:pt x="401" y="8"/>
                    </a:lnTo>
                    <a:lnTo>
                      <a:pt x="405" y="14"/>
                    </a:lnTo>
                    <a:lnTo>
                      <a:pt x="408" y="16"/>
                    </a:lnTo>
                    <a:lnTo>
                      <a:pt x="411" y="20"/>
                    </a:lnTo>
                    <a:lnTo>
                      <a:pt x="416" y="24"/>
                    </a:lnTo>
                    <a:lnTo>
                      <a:pt x="426" y="28"/>
                    </a:lnTo>
                    <a:lnTo>
                      <a:pt x="431" y="35"/>
                    </a:lnTo>
                    <a:lnTo>
                      <a:pt x="435" y="40"/>
                    </a:lnTo>
                    <a:lnTo>
                      <a:pt x="447" y="40"/>
                    </a:lnTo>
                    <a:lnTo>
                      <a:pt x="456" y="39"/>
                    </a:lnTo>
                    <a:lnTo>
                      <a:pt x="459" y="35"/>
                    </a:lnTo>
                    <a:lnTo>
                      <a:pt x="463" y="34"/>
                    </a:lnTo>
                    <a:lnTo>
                      <a:pt x="468" y="40"/>
                    </a:lnTo>
                    <a:lnTo>
                      <a:pt x="491" y="38"/>
                    </a:lnTo>
                    <a:lnTo>
                      <a:pt x="510" y="29"/>
                    </a:lnTo>
                    <a:lnTo>
                      <a:pt x="521" y="20"/>
                    </a:lnTo>
                    <a:lnTo>
                      <a:pt x="523" y="30"/>
                    </a:lnTo>
                    <a:lnTo>
                      <a:pt x="523" y="35"/>
                    </a:lnTo>
                    <a:lnTo>
                      <a:pt x="527" y="41"/>
                    </a:lnTo>
                    <a:lnTo>
                      <a:pt x="545" y="99"/>
                    </a:lnTo>
                    <a:lnTo>
                      <a:pt x="561" y="144"/>
                    </a:lnTo>
                    <a:lnTo>
                      <a:pt x="554" y="164"/>
                    </a:lnTo>
                    <a:lnTo>
                      <a:pt x="549" y="187"/>
                    </a:lnTo>
                    <a:lnTo>
                      <a:pt x="539" y="211"/>
                    </a:lnTo>
                    <a:lnTo>
                      <a:pt x="539" y="221"/>
                    </a:lnTo>
                    <a:lnTo>
                      <a:pt x="539" y="228"/>
                    </a:lnTo>
                    <a:lnTo>
                      <a:pt x="538" y="234"/>
                    </a:lnTo>
                    <a:lnTo>
                      <a:pt x="534" y="238"/>
                    </a:lnTo>
                    <a:lnTo>
                      <a:pt x="527" y="242"/>
                    </a:lnTo>
                    <a:lnTo>
                      <a:pt x="518" y="242"/>
                    </a:lnTo>
                    <a:lnTo>
                      <a:pt x="510" y="235"/>
                    </a:lnTo>
                    <a:lnTo>
                      <a:pt x="499" y="219"/>
                    </a:lnTo>
                    <a:lnTo>
                      <a:pt x="486" y="207"/>
                    </a:lnTo>
                    <a:lnTo>
                      <a:pt x="476" y="192"/>
                    </a:lnTo>
                    <a:lnTo>
                      <a:pt x="474" y="189"/>
                    </a:lnTo>
                    <a:lnTo>
                      <a:pt x="473" y="175"/>
                    </a:lnTo>
                    <a:lnTo>
                      <a:pt x="469" y="165"/>
                    </a:lnTo>
                    <a:lnTo>
                      <a:pt x="458" y="154"/>
                    </a:lnTo>
                    <a:lnTo>
                      <a:pt x="454" y="144"/>
                    </a:lnTo>
                    <a:lnTo>
                      <a:pt x="447" y="135"/>
                    </a:lnTo>
                    <a:lnTo>
                      <a:pt x="442" y="115"/>
                    </a:lnTo>
                    <a:lnTo>
                      <a:pt x="440" y="109"/>
                    </a:lnTo>
                    <a:lnTo>
                      <a:pt x="438" y="105"/>
                    </a:lnTo>
                    <a:lnTo>
                      <a:pt x="436" y="104"/>
                    </a:lnTo>
                    <a:lnTo>
                      <a:pt x="436" y="104"/>
                    </a:lnTo>
                    <a:lnTo>
                      <a:pt x="432" y="108"/>
                    </a:lnTo>
                    <a:lnTo>
                      <a:pt x="433" y="113"/>
                    </a:lnTo>
                    <a:lnTo>
                      <a:pt x="429" y="119"/>
                    </a:lnTo>
                    <a:lnTo>
                      <a:pt x="427" y="131"/>
                    </a:lnTo>
                    <a:lnTo>
                      <a:pt x="429" y="135"/>
                    </a:lnTo>
                    <a:lnTo>
                      <a:pt x="437" y="143"/>
                    </a:lnTo>
                    <a:lnTo>
                      <a:pt x="440" y="148"/>
                    </a:lnTo>
                    <a:lnTo>
                      <a:pt x="442" y="154"/>
                    </a:lnTo>
                    <a:lnTo>
                      <a:pt x="441" y="167"/>
                    </a:lnTo>
                    <a:lnTo>
                      <a:pt x="443" y="174"/>
                    </a:lnTo>
                    <a:lnTo>
                      <a:pt x="458" y="203"/>
                    </a:lnTo>
                    <a:lnTo>
                      <a:pt x="475" y="223"/>
                    </a:lnTo>
                    <a:lnTo>
                      <a:pt x="483" y="230"/>
                    </a:lnTo>
                    <a:lnTo>
                      <a:pt x="487" y="232"/>
                    </a:lnTo>
                    <a:lnTo>
                      <a:pt x="490" y="256"/>
                    </a:lnTo>
                    <a:lnTo>
                      <a:pt x="495" y="265"/>
                    </a:lnTo>
                    <a:lnTo>
                      <a:pt x="506" y="278"/>
                    </a:lnTo>
                    <a:lnTo>
                      <a:pt x="512" y="304"/>
                    </a:lnTo>
                    <a:lnTo>
                      <a:pt x="515" y="314"/>
                    </a:lnTo>
                    <a:lnTo>
                      <a:pt x="517" y="323"/>
                    </a:lnTo>
                    <a:lnTo>
                      <a:pt x="530" y="346"/>
                    </a:lnTo>
                    <a:lnTo>
                      <a:pt x="535" y="362"/>
                    </a:lnTo>
                    <a:lnTo>
                      <a:pt x="545" y="374"/>
                    </a:lnTo>
                    <a:lnTo>
                      <a:pt x="558" y="401"/>
                    </a:lnTo>
                    <a:lnTo>
                      <a:pt x="562" y="412"/>
                    </a:lnTo>
                    <a:lnTo>
                      <a:pt x="567" y="418"/>
                    </a:lnTo>
                    <a:lnTo>
                      <a:pt x="578" y="444"/>
                    </a:lnTo>
                    <a:lnTo>
                      <a:pt x="588" y="455"/>
                    </a:lnTo>
                    <a:lnTo>
                      <a:pt x="604" y="469"/>
                    </a:lnTo>
                    <a:lnTo>
                      <a:pt x="608" y="471"/>
                    </a:lnTo>
                    <a:lnTo>
                      <a:pt x="612" y="476"/>
                    </a:lnTo>
                    <a:lnTo>
                      <a:pt x="612" y="479"/>
                    </a:lnTo>
                    <a:lnTo>
                      <a:pt x="598" y="476"/>
                    </a:lnTo>
                    <a:lnTo>
                      <a:pt x="596" y="476"/>
                    </a:lnTo>
                    <a:lnTo>
                      <a:pt x="594" y="479"/>
                    </a:lnTo>
                    <a:lnTo>
                      <a:pt x="598" y="488"/>
                    </a:lnTo>
                    <a:lnTo>
                      <a:pt x="599" y="513"/>
                    </a:lnTo>
                    <a:lnTo>
                      <a:pt x="603" y="525"/>
                    </a:lnTo>
                    <a:lnTo>
                      <a:pt x="581" y="545"/>
                    </a:lnTo>
                    <a:lnTo>
                      <a:pt x="567" y="540"/>
                    </a:lnTo>
                    <a:lnTo>
                      <a:pt x="555" y="571"/>
                    </a:lnTo>
                    <a:lnTo>
                      <a:pt x="526" y="578"/>
                    </a:lnTo>
                    <a:lnTo>
                      <a:pt x="518" y="603"/>
                    </a:lnTo>
                    <a:lnTo>
                      <a:pt x="491" y="605"/>
                    </a:lnTo>
                    <a:lnTo>
                      <a:pt x="473" y="592"/>
                    </a:lnTo>
                    <a:lnTo>
                      <a:pt x="376" y="590"/>
                    </a:lnTo>
                    <a:lnTo>
                      <a:pt x="381" y="579"/>
                    </a:lnTo>
                    <a:lnTo>
                      <a:pt x="378" y="579"/>
                    </a:lnTo>
                    <a:lnTo>
                      <a:pt x="376" y="578"/>
                    </a:lnTo>
                    <a:lnTo>
                      <a:pt x="373" y="578"/>
                    </a:lnTo>
                    <a:lnTo>
                      <a:pt x="366" y="590"/>
                    </a:lnTo>
                    <a:lnTo>
                      <a:pt x="338" y="590"/>
                    </a:lnTo>
                    <a:lnTo>
                      <a:pt x="285" y="590"/>
                    </a:lnTo>
                    <a:lnTo>
                      <a:pt x="233" y="590"/>
                    </a:lnTo>
                    <a:lnTo>
                      <a:pt x="180" y="590"/>
                    </a:lnTo>
                    <a:lnTo>
                      <a:pt x="129" y="590"/>
                    </a:lnTo>
                    <a:lnTo>
                      <a:pt x="77" y="590"/>
                    </a:lnTo>
                    <a:lnTo>
                      <a:pt x="24" y="590"/>
                    </a:lnTo>
                    <a:lnTo>
                      <a:pt x="24" y="5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2" name="Freeform 16">
                <a:extLst>
                  <a:ext uri="{FF2B5EF4-FFF2-40B4-BE49-F238E27FC236}">
                    <a16:creationId xmlns:a16="http://schemas.microsoft.com/office/drawing/2014/main" id="{A112DDE3-03F9-E6AF-9944-A35C1022DAF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22" y="2050"/>
                <a:ext cx="222" cy="226"/>
              </a:xfrm>
              <a:custGeom>
                <a:avLst/>
                <a:gdLst/>
                <a:ahLst/>
                <a:cxnLst>
                  <a:cxn ang="0">
                    <a:pos x="0" y="608"/>
                  </a:cxn>
                  <a:cxn ang="0">
                    <a:pos x="66" y="499"/>
                  </a:cxn>
                  <a:cxn ang="0">
                    <a:pos x="97" y="485"/>
                  </a:cxn>
                  <a:cxn ang="0">
                    <a:pos x="114" y="474"/>
                  </a:cxn>
                  <a:cxn ang="0">
                    <a:pos x="178" y="463"/>
                  </a:cxn>
                  <a:cxn ang="0">
                    <a:pos x="196" y="437"/>
                  </a:cxn>
                  <a:cxn ang="0">
                    <a:pos x="274" y="403"/>
                  </a:cxn>
                  <a:cxn ang="0">
                    <a:pos x="267" y="390"/>
                  </a:cxn>
                  <a:cxn ang="0">
                    <a:pos x="268" y="372"/>
                  </a:cxn>
                  <a:cxn ang="0">
                    <a:pos x="268" y="355"/>
                  </a:cxn>
                  <a:cxn ang="0">
                    <a:pos x="308" y="348"/>
                  </a:cxn>
                  <a:cxn ang="0">
                    <a:pos x="316" y="328"/>
                  </a:cxn>
                  <a:cxn ang="0">
                    <a:pos x="371" y="324"/>
                  </a:cxn>
                  <a:cxn ang="0">
                    <a:pos x="409" y="327"/>
                  </a:cxn>
                  <a:cxn ang="0">
                    <a:pos x="416" y="304"/>
                  </a:cxn>
                  <a:cxn ang="0">
                    <a:pos x="393" y="268"/>
                  </a:cxn>
                  <a:cxn ang="0">
                    <a:pos x="391" y="238"/>
                  </a:cxn>
                  <a:cxn ang="0">
                    <a:pos x="387" y="204"/>
                  </a:cxn>
                  <a:cxn ang="0">
                    <a:pos x="381" y="167"/>
                  </a:cxn>
                  <a:cxn ang="0">
                    <a:pos x="373" y="155"/>
                  </a:cxn>
                  <a:cxn ang="0">
                    <a:pos x="371" y="137"/>
                  </a:cxn>
                  <a:cxn ang="0">
                    <a:pos x="438" y="91"/>
                  </a:cxn>
                  <a:cxn ang="0">
                    <a:pos x="484" y="73"/>
                  </a:cxn>
                  <a:cxn ang="0">
                    <a:pos x="543" y="41"/>
                  </a:cxn>
                  <a:cxn ang="0">
                    <a:pos x="640" y="20"/>
                  </a:cxn>
                  <a:cxn ang="0">
                    <a:pos x="689" y="14"/>
                  </a:cxn>
                  <a:cxn ang="0">
                    <a:pos x="764" y="27"/>
                  </a:cxn>
                  <a:cxn ang="0">
                    <a:pos x="819" y="0"/>
                  </a:cxn>
                  <a:cxn ang="0">
                    <a:pos x="866" y="9"/>
                  </a:cxn>
                  <a:cxn ang="0">
                    <a:pos x="921" y="10"/>
                  </a:cxn>
                  <a:cxn ang="0">
                    <a:pos x="935" y="26"/>
                  </a:cxn>
                  <a:cxn ang="0">
                    <a:pos x="926" y="78"/>
                  </a:cxn>
                  <a:cxn ang="0">
                    <a:pos x="932" y="132"/>
                  </a:cxn>
                  <a:cxn ang="0">
                    <a:pos x="892" y="197"/>
                  </a:cxn>
                  <a:cxn ang="0">
                    <a:pos x="876" y="219"/>
                  </a:cxn>
                  <a:cxn ang="0">
                    <a:pos x="919" y="290"/>
                  </a:cxn>
                  <a:cxn ang="0">
                    <a:pos x="964" y="334"/>
                  </a:cxn>
                  <a:cxn ang="0">
                    <a:pos x="973" y="457"/>
                  </a:cxn>
                  <a:cxn ang="0">
                    <a:pos x="1001" y="554"/>
                  </a:cxn>
                  <a:cxn ang="0">
                    <a:pos x="999" y="684"/>
                  </a:cxn>
                  <a:cxn ang="0">
                    <a:pos x="1001" y="737"/>
                  </a:cxn>
                  <a:cxn ang="0">
                    <a:pos x="1048" y="801"/>
                  </a:cxn>
                  <a:cxn ang="0">
                    <a:pos x="1112" y="864"/>
                  </a:cxn>
                  <a:cxn ang="0">
                    <a:pos x="911" y="1005"/>
                  </a:cxn>
                  <a:cxn ang="0">
                    <a:pos x="704" y="1115"/>
                  </a:cxn>
                  <a:cxn ang="0">
                    <a:pos x="663" y="1129"/>
                  </a:cxn>
                  <a:cxn ang="0">
                    <a:pos x="645" y="1109"/>
                  </a:cxn>
                  <a:cxn ang="0">
                    <a:pos x="646" y="1092"/>
                  </a:cxn>
                  <a:cxn ang="0">
                    <a:pos x="644" y="1076"/>
                  </a:cxn>
                  <a:cxn ang="0">
                    <a:pos x="614" y="1064"/>
                  </a:cxn>
                  <a:cxn ang="0">
                    <a:pos x="585" y="1054"/>
                  </a:cxn>
                  <a:cxn ang="0">
                    <a:pos x="560" y="1032"/>
                  </a:cxn>
                  <a:cxn ang="0">
                    <a:pos x="532" y="1016"/>
                  </a:cxn>
                  <a:cxn ang="0">
                    <a:pos x="203" y="773"/>
                  </a:cxn>
                </a:cxnLst>
                <a:rect l="0" t="0" r="r" b="b"/>
                <a:pathLst>
                  <a:path w="1112" h="1129">
                    <a:moveTo>
                      <a:pt x="203" y="773"/>
                    </a:moveTo>
                    <a:lnTo>
                      <a:pt x="126" y="722"/>
                    </a:lnTo>
                    <a:lnTo>
                      <a:pt x="67" y="684"/>
                    </a:lnTo>
                    <a:lnTo>
                      <a:pt x="0" y="640"/>
                    </a:lnTo>
                    <a:lnTo>
                      <a:pt x="0" y="608"/>
                    </a:lnTo>
                    <a:lnTo>
                      <a:pt x="0" y="539"/>
                    </a:lnTo>
                    <a:lnTo>
                      <a:pt x="26" y="519"/>
                    </a:lnTo>
                    <a:lnTo>
                      <a:pt x="47" y="505"/>
                    </a:lnTo>
                    <a:lnTo>
                      <a:pt x="59" y="505"/>
                    </a:lnTo>
                    <a:lnTo>
                      <a:pt x="66" y="499"/>
                    </a:lnTo>
                    <a:lnTo>
                      <a:pt x="72" y="495"/>
                    </a:lnTo>
                    <a:lnTo>
                      <a:pt x="79" y="489"/>
                    </a:lnTo>
                    <a:lnTo>
                      <a:pt x="83" y="485"/>
                    </a:lnTo>
                    <a:lnTo>
                      <a:pt x="90" y="487"/>
                    </a:lnTo>
                    <a:lnTo>
                      <a:pt x="97" y="485"/>
                    </a:lnTo>
                    <a:lnTo>
                      <a:pt x="102" y="488"/>
                    </a:lnTo>
                    <a:lnTo>
                      <a:pt x="110" y="488"/>
                    </a:lnTo>
                    <a:lnTo>
                      <a:pt x="113" y="487"/>
                    </a:lnTo>
                    <a:lnTo>
                      <a:pt x="113" y="478"/>
                    </a:lnTo>
                    <a:lnTo>
                      <a:pt x="114" y="474"/>
                    </a:lnTo>
                    <a:lnTo>
                      <a:pt x="131" y="476"/>
                    </a:lnTo>
                    <a:lnTo>
                      <a:pt x="136" y="473"/>
                    </a:lnTo>
                    <a:lnTo>
                      <a:pt x="145" y="473"/>
                    </a:lnTo>
                    <a:lnTo>
                      <a:pt x="161" y="471"/>
                    </a:lnTo>
                    <a:lnTo>
                      <a:pt x="178" y="463"/>
                    </a:lnTo>
                    <a:lnTo>
                      <a:pt x="184" y="458"/>
                    </a:lnTo>
                    <a:lnTo>
                      <a:pt x="190" y="453"/>
                    </a:lnTo>
                    <a:lnTo>
                      <a:pt x="193" y="447"/>
                    </a:lnTo>
                    <a:lnTo>
                      <a:pt x="193" y="445"/>
                    </a:lnTo>
                    <a:lnTo>
                      <a:pt x="196" y="437"/>
                    </a:lnTo>
                    <a:lnTo>
                      <a:pt x="206" y="430"/>
                    </a:lnTo>
                    <a:lnTo>
                      <a:pt x="221" y="424"/>
                    </a:lnTo>
                    <a:lnTo>
                      <a:pt x="227" y="424"/>
                    </a:lnTo>
                    <a:lnTo>
                      <a:pt x="253" y="407"/>
                    </a:lnTo>
                    <a:lnTo>
                      <a:pt x="274" y="403"/>
                    </a:lnTo>
                    <a:lnTo>
                      <a:pt x="276" y="399"/>
                    </a:lnTo>
                    <a:lnTo>
                      <a:pt x="275" y="396"/>
                    </a:lnTo>
                    <a:lnTo>
                      <a:pt x="270" y="392"/>
                    </a:lnTo>
                    <a:lnTo>
                      <a:pt x="269" y="390"/>
                    </a:lnTo>
                    <a:lnTo>
                      <a:pt x="267" y="390"/>
                    </a:lnTo>
                    <a:lnTo>
                      <a:pt x="264" y="391"/>
                    </a:lnTo>
                    <a:lnTo>
                      <a:pt x="263" y="391"/>
                    </a:lnTo>
                    <a:lnTo>
                      <a:pt x="264" y="380"/>
                    </a:lnTo>
                    <a:lnTo>
                      <a:pt x="269" y="375"/>
                    </a:lnTo>
                    <a:lnTo>
                      <a:pt x="268" y="372"/>
                    </a:lnTo>
                    <a:lnTo>
                      <a:pt x="263" y="372"/>
                    </a:lnTo>
                    <a:lnTo>
                      <a:pt x="262" y="370"/>
                    </a:lnTo>
                    <a:lnTo>
                      <a:pt x="262" y="364"/>
                    </a:lnTo>
                    <a:lnTo>
                      <a:pt x="263" y="359"/>
                    </a:lnTo>
                    <a:lnTo>
                      <a:pt x="268" y="355"/>
                    </a:lnTo>
                    <a:lnTo>
                      <a:pt x="273" y="355"/>
                    </a:lnTo>
                    <a:lnTo>
                      <a:pt x="280" y="356"/>
                    </a:lnTo>
                    <a:lnTo>
                      <a:pt x="287" y="355"/>
                    </a:lnTo>
                    <a:lnTo>
                      <a:pt x="295" y="354"/>
                    </a:lnTo>
                    <a:lnTo>
                      <a:pt x="308" y="348"/>
                    </a:lnTo>
                    <a:lnTo>
                      <a:pt x="311" y="345"/>
                    </a:lnTo>
                    <a:lnTo>
                      <a:pt x="312" y="339"/>
                    </a:lnTo>
                    <a:lnTo>
                      <a:pt x="311" y="334"/>
                    </a:lnTo>
                    <a:lnTo>
                      <a:pt x="313" y="329"/>
                    </a:lnTo>
                    <a:lnTo>
                      <a:pt x="316" y="328"/>
                    </a:lnTo>
                    <a:lnTo>
                      <a:pt x="323" y="331"/>
                    </a:lnTo>
                    <a:lnTo>
                      <a:pt x="327" y="329"/>
                    </a:lnTo>
                    <a:lnTo>
                      <a:pt x="330" y="327"/>
                    </a:lnTo>
                    <a:lnTo>
                      <a:pt x="340" y="324"/>
                    </a:lnTo>
                    <a:lnTo>
                      <a:pt x="371" y="324"/>
                    </a:lnTo>
                    <a:lnTo>
                      <a:pt x="376" y="323"/>
                    </a:lnTo>
                    <a:lnTo>
                      <a:pt x="387" y="324"/>
                    </a:lnTo>
                    <a:lnTo>
                      <a:pt x="399" y="324"/>
                    </a:lnTo>
                    <a:lnTo>
                      <a:pt x="407" y="328"/>
                    </a:lnTo>
                    <a:lnTo>
                      <a:pt x="409" y="327"/>
                    </a:lnTo>
                    <a:lnTo>
                      <a:pt x="409" y="324"/>
                    </a:lnTo>
                    <a:lnTo>
                      <a:pt x="407" y="320"/>
                    </a:lnTo>
                    <a:lnTo>
                      <a:pt x="408" y="313"/>
                    </a:lnTo>
                    <a:lnTo>
                      <a:pt x="411" y="306"/>
                    </a:lnTo>
                    <a:lnTo>
                      <a:pt x="416" y="304"/>
                    </a:lnTo>
                    <a:lnTo>
                      <a:pt x="416" y="302"/>
                    </a:lnTo>
                    <a:lnTo>
                      <a:pt x="409" y="297"/>
                    </a:lnTo>
                    <a:lnTo>
                      <a:pt x="400" y="289"/>
                    </a:lnTo>
                    <a:lnTo>
                      <a:pt x="393" y="274"/>
                    </a:lnTo>
                    <a:lnTo>
                      <a:pt x="393" y="268"/>
                    </a:lnTo>
                    <a:lnTo>
                      <a:pt x="391" y="261"/>
                    </a:lnTo>
                    <a:lnTo>
                      <a:pt x="388" y="253"/>
                    </a:lnTo>
                    <a:lnTo>
                      <a:pt x="389" y="248"/>
                    </a:lnTo>
                    <a:lnTo>
                      <a:pt x="391" y="242"/>
                    </a:lnTo>
                    <a:lnTo>
                      <a:pt x="391" y="238"/>
                    </a:lnTo>
                    <a:lnTo>
                      <a:pt x="391" y="234"/>
                    </a:lnTo>
                    <a:lnTo>
                      <a:pt x="383" y="226"/>
                    </a:lnTo>
                    <a:lnTo>
                      <a:pt x="386" y="223"/>
                    </a:lnTo>
                    <a:lnTo>
                      <a:pt x="386" y="213"/>
                    </a:lnTo>
                    <a:lnTo>
                      <a:pt x="387" y="204"/>
                    </a:lnTo>
                    <a:lnTo>
                      <a:pt x="384" y="193"/>
                    </a:lnTo>
                    <a:lnTo>
                      <a:pt x="382" y="186"/>
                    </a:lnTo>
                    <a:lnTo>
                      <a:pt x="386" y="178"/>
                    </a:lnTo>
                    <a:lnTo>
                      <a:pt x="380" y="170"/>
                    </a:lnTo>
                    <a:lnTo>
                      <a:pt x="381" y="167"/>
                    </a:lnTo>
                    <a:lnTo>
                      <a:pt x="382" y="167"/>
                    </a:lnTo>
                    <a:lnTo>
                      <a:pt x="383" y="165"/>
                    </a:lnTo>
                    <a:lnTo>
                      <a:pt x="381" y="161"/>
                    </a:lnTo>
                    <a:lnTo>
                      <a:pt x="377" y="160"/>
                    </a:lnTo>
                    <a:lnTo>
                      <a:pt x="373" y="155"/>
                    </a:lnTo>
                    <a:lnTo>
                      <a:pt x="372" y="153"/>
                    </a:lnTo>
                    <a:lnTo>
                      <a:pt x="366" y="148"/>
                    </a:lnTo>
                    <a:lnTo>
                      <a:pt x="364" y="143"/>
                    </a:lnTo>
                    <a:lnTo>
                      <a:pt x="364" y="138"/>
                    </a:lnTo>
                    <a:lnTo>
                      <a:pt x="371" y="137"/>
                    </a:lnTo>
                    <a:lnTo>
                      <a:pt x="384" y="132"/>
                    </a:lnTo>
                    <a:lnTo>
                      <a:pt x="399" y="123"/>
                    </a:lnTo>
                    <a:lnTo>
                      <a:pt x="418" y="100"/>
                    </a:lnTo>
                    <a:lnTo>
                      <a:pt x="429" y="92"/>
                    </a:lnTo>
                    <a:lnTo>
                      <a:pt x="438" y="91"/>
                    </a:lnTo>
                    <a:lnTo>
                      <a:pt x="445" y="92"/>
                    </a:lnTo>
                    <a:lnTo>
                      <a:pt x="456" y="82"/>
                    </a:lnTo>
                    <a:lnTo>
                      <a:pt x="467" y="87"/>
                    </a:lnTo>
                    <a:lnTo>
                      <a:pt x="478" y="82"/>
                    </a:lnTo>
                    <a:lnTo>
                      <a:pt x="484" y="73"/>
                    </a:lnTo>
                    <a:lnTo>
                      <a:pt x="491" y="65"/>
                    </a:lnTo>
                    <a:lnTo>
                      <a:pt x="497" y="62"/>
                    </a:lnTo>
                    <a:lnTo>
                      <a:pt x="505" y="59"/>
                    </a:lnTo>
                    <a:lnTo>
                      <a:pt x="516" y="51"/>
                    </a:lnTo>
                    <a:lnTo>
                      <a:pt x="543" y="41"/>
                    </a:lnTo>
                    <a:lnTo>
                      <a:pt x="555" y="37"/>
                    </a:lnTo>
                    <a:lnTo>
                      <a:pt x="608" y="33"/>
                    </a:lnTo>
                    <a:lnTo>
                      <a:pt x="620" y="33"/>
                    </a:lnTo>
                    <a:lnTo>
                      <a:pt x="630" y="28"/>
                    </a:lnTo>
                    <a:lnTo>
                      <a:pt x="640" y="20"/>
                    </a:lnTo>
                    <a:lnTo>
                      <a:pt x="646" y="22"/>
                    </a:lnTo>
                    <a:lnTo>
                      <a:pt x="658" y="21"/>
                    </a:lnTo>
                    <a:lnTo>
                      <a:pt x="663" y="24"/>
                    </a:lnTo>
                    <a:lnTo>
                      <a:pt x="673" y="21"/>
                    </a:lnTo>
                    <a:lnTo>
                      <a:pt x="689" y="14"/>
                    </a:lnTo>
                    <a:lnTo>
                      <a:pt x="705" y="14"/>
                    </a:lnTo>
                    <a:lnTo>
                      <a:pt x="720" y="12"/>
                    </a:lnTo>
                    <a:lnTo>
                      <a:pt x="744" y="15"/>
                    </a:lnTo>
                    <a:lnTo>
                      <a:pt x="753" y="24"/>
                    </a:lnTo>
                    <a:lnTo>
                      <a:pt x="764" y="27"/>
                    </a:lnTo>
                    <a:lnTo>
                      <a:pt x="775" y="25"/>
                    </a:lnTo>
                    <a:lnTo>
                      <a:pt x="784" y="20"/>
                    </a:lnTo>
                    <a:lnTo>
                      <a:pt x="801" y="16"/>
                    </a:lnTo>
                    <a:lnTo>
                      <a:pt x="812" y="12"/>
                    </a:lnTo>
                    <a:lnTo>
                      <a:pt x="819" y="0"/>
                    </a:lnTo>
                    <a:lnTo>
                      <a:pt x="832" y="4"/>
                    </a:lnTo>
                    <a:lnTo>
                      <a:pt x="840" y="10"/>
                    </a:lnTo>
                    <a:lnTo>
                      <a:pt x="846" y="10"/>
                    </a:lnTo>
                    <a:lnTo>
                      <a:pt x="855" y="14"/>
                    </a:lnTo>
                    <a:lnTo>
                      <a:pt x="866" y="9"/>
                    </a:lnTo>
                    <a:lnTo>
                      <a:pt x="872" y="1"/>
                    </a:lnTo>
                    <a:lnTo>
                      <a:pt x="892" y="9"/>
                    </a:lnTo>
                    <a:lnTo>
                      <a:pt x="900" y="15"/>
                    </a:lnTo>
                    <a:lnTo>
                      <a:pt x="913" y="14"/>
                    </a:lnTo>
                    <a:lnTo>
                      <a:pt x="921" y="10"/>
                    </a:lnTo>
                    <a:lnTo>
                      <a:pt x="935" y="12"/>
                    </a:lnTo>
                    <a:lnTo>
                      <a:pt x="948" y="10"/>
                    </a:lnTo>
                    <a:lnTo>
                      <a:pt x="946" y="16"/>
                    </a:lnTo>
                    <a:lnTo>
                      <a:pt x="941" y="20"/>
                    </a:lnTo>
                    <a:lnTo>
                      <a:pt x="935" y="26"/>
                    </a:lnTo>
                    <a:lnTo>
                      <a:pt x="926" y="35"/>
                    </a:lnTo>
                    <a:lnTo>
                      <a:pt x="924" y="40"/>
                    </a:lnTo>
                    <a:lnTo>
                      <a:pt x="930" y="42"/>
                    </a:lnTo>
                    <a:lnTo>
                      <a:pt x="931" y="46"/>
                    </a:lnTo>
                    <a:lnTo>
                      <a:pt x="926" y="78"/>
                    </a:lnTo>
                    <a:lnTo>
                      <a:pt x="925" y="86"/>
                    </a:lnTo>
                    <a:lnTo>
                      <a:pt x="927" y="96"/>
                    </a:lnTo>
                    <a:lnTo>
                      <a:pt x="929" y="119"/>
                    </a:lnTo>
                    <a:lnTo>
                      <a:pt x="932" y="125"/>
                    </a:lnTo>
                    <a:lnTo>
                      <a:pt x="932" y="132"/>
                    </a:lnTo>
                    <a:lnTo>
                      <a:pt x="926" y="156"/>
                    </a:lnTo>
                    <a:lnTo>
                      <a:pt x="922" y="170"/>
                    </a:lnTo>
                    <a:lnTo>
                      <a:pt x="903" y="182"/>
                    </a:lnTo>
                    <a:lnTo>
                      <a:pt x="900" y="193"/>
                    </a:lnTo>
                    <a:lnTo>
                      <a:pt x="892" y="197"/>
                    </a:lnTo>
                    <a:lnTo>
                      <a:pt x="887" y="202"/>
                    </a:lnTo>
                    <a:lnTo>
                      <a:pt x="886" y="205"/>
                    </a:lnTo>
                    <a:lnTo>
                      <a:pt x="876" y="211"/>
                    </a:lnTo>
                    <a:lnTo>
                      <a:pt x="873" y="211"/>
                    </a:lnTo>
                    <a:lnTo>
                      <a:pt x="876" y="219"/>
                    </a:lnTo>
                    <a:lnTo>
                      <a:pt x="881" y="231"/>
                    </a:lnTo>
                    <a:lnTo>
                      <a:pt x="887" y="257"/>
                    </a:lnTo>
                    <a:lnTo>
                      <a:pt x="905" y="264"/>
                    </a:lnTo>
                    <a:lnTo>
                      <a:pt x="910" y="270"/>
                    </a:lnTo>
                    <a:lnTo>
                      <a:pt x="919" y="290"/>
                    </a:lnTo>
                    <a:lnTo>
                      <a:pt x="919" y="308"/>
                    </a:lnTo>
                    <a:lnTo>
                      <a:pt x="937" y="321"/>
                    </a:lnTo>
                    <a:lnTo>
                      <a:pt x="962" y="333"/>
                    </a:lnTo>
                    <a:lnTo>
                      <a:pt x="964" y="333"/>
                    </a:lnTo>
                    <a:lnTo>
                      <a:pt x="964" y="334"/>
                    </a:lnTo>
                    <a:lnTo>
                      <a:pt x="978" y="407"/>
                    </a:lnTo>
                    <a:lnTo>
                      <a:pt x="983" y="444"/>
                    </a:lnTo>
                    <a:lnTo>
                      <a:pt x="984" y="447"/>
                    </a:lnTo>
                    <a:lnTo>
                      <a:pt x="983" y="450"/>
                    </a:lnTo>
                    <a:lnTo>
                      <a:pt x="973" y="457"/>
                    </a:lnTo>
                    <a:lnTo>
                      <a:pt x="972" y="473"/>
                    </a:lnTo>
                    <a:lnTo>
                      <a:pt x="983" y="487"/>
                    </a:lnTo>
                    <a:lnTo>
                      <a:pt x="995" y="509"/>
                    </a:lnTo>
                    <a:lnTo>
                      <a:pt x="1000" y="532"/>
                    </a:lnTo>
                    <a:lnTo>
                      <a:pt x="1001" y="554"/>
                    </a:lnTo>
                    <a:lnTo>
                      <a:pt x="1001" y="585"/>
                    </a:lnTo>
                    <a:lnTo>
                      <a:pt x="1004" y="593"/>
                    </a:lnTo>
                    <a:lnTo>
                      <a:pt x="1004" y="606"/>
                    </a:lnTo>
                    <a:lnTo>
                      <a:pt x="1000" y="628"/>
                    </a:lnTo>
                    <a:lnTo>
                      <a:pt x="999" y="684"/>
                    </a:lnTo>
                    <a:lnTo>
                      <a:pt x="990" y="691"/>
                    </a:lnTo>
                    <a:lnTo>
                      <a:pt x="979" y="693"/>
                    </a:lnTo>
                    <a:lnTo>
                      <a:pt x="978" y="702"/>
                    </a:lnTo>
                    <a:lnTo>
                      <a:pt x="983" y="715"/>
                    </a:lnTo>
                    <a:lnTo>
                      <a:pt x="1001" y="737"/>
                    </a:lnTo>
                    <a:lnTo>
                      <a:pt x="1011" y="753"/>
                    </a:lnTo>
                    <a:lnTo>
                      <a:pt x="1012" y="773"/>
                    </a:lnTo>
                    <a:lnTo>
                      <a:pt x="1015" y="785"/>
                    </a:lnTo>
                    <a:lnTo>
                      <a:pt x="1029" y="800"/>
                    </a:lnTo>
                    <a:lnTo>
                      <a:pt x="1048" y="801"/>
                    </a:lnTo>
                    <a:lnTo>
                      <a:pt x="1059" y="801"/>
                    </a:lnTo>
                    <a:lnTo>
                      <a:pt x="1088" y="815"/>
                    </a:lnTo>
                    <a:lnTo>
                      <a:pt x="1106" y="844"/>
                    </a:lnTo>
                    <a:lnTo>
                      <a:pt x="1110" y="858"/>
                    </a:lnTo>
                    <a:lnTo>
                      <a:pt x="1112" y="864"/>
                    </a:lnTo>
                    <a:lnTo>
                      <a:pt x="1086" y="882"/>
                    </a:lnTo>
                    <a:lnTo>
                      <a:pt x="1042" y="913"/>
                    </a:lnTo>
                    <a:lnTo>
                      <a:pt x="999" y="944"/>
                    </a:lnTo>
                    <a:lnTo>
                      <a:pt x="956" y="974"/>
                    </a:lnTo>
                    <a:lnTo>
                      <a:pt x="911" y="1005"/>
                    </a:lnTo>
                    <a:lnTo>
                      <a:pt x="867" y="1036"/>
                    </a:lnTo>
                    <a:lnTo>
                      <a:pt x="824" y="1066"/>
                    </a:lnTo>
                    <a:lnTo>
                      <a:pt x="781" y="1096"/>
                    </a:lnTo>
                    <a:lnTo>
                      <a:pt x="766" y="1101"/>
                    </a:lnTo>
                    <a:lnTo>
                      <a:pt x="704" y="1115"/>
                    </a:lnTo>
                    <a:lnTo>
                      <a:pt x="695" y="1117"/>
                    </a:lnTo>
                    <a:lnTo>
                      <a:pt x="690" y="1119"/>
                    </a:lnTo>
                    <a:lnTo>
                      <a:pt x="680" y="1124"/>
                    </a:lnTo>
                    <a:lnTo>
                      <a:pt x="672" y="1124"/>
                    </a:lnTo>
                    <a:lnTo>
                      <a:pt x="663" y="1129"/>
                    </a:lnTo>
                    <a:lnTo>
                      <a:pt x="656" y="1129"/>
                    </a:lnTo>
                    <a:lnTo>
                      <a:pt x="650" y="1128"/>
                    </a:lnTo>
                    <a:lnTo>
                      <a:pt x="642" y="1119"/>
                    </a:lnTo>
                    <a:lnTo>
                      <a:pt x="642" y="1114"/>
                    </a:lnTo>
                    <a:lnTo>
                      <a:pt x="645" y="1109"/>
                    </a:lnTo>
                    <a:lnTo>
                      <a:pt x="644" y="1103"/>
                    </a:lnTo>
                    <a:lnTo>
                      <a:pt x="645" y="1101"/>
                    </a:lnTo>
                    <a:lnTo>
                      <a:pt x="649" y="1098"/>
                    </a:lnTo>
                    <a:lnTo>
                      <a:pt x="649" y="1096"/>
                    </a:lnTo>
                    <a:lnTo>
                      <a:pt x="646" y="1092"/>
                    </a:lnTo>
                    <a:lnTo>
                      <a:pt x="646" y="1088"/>
                    </a:lnTo>
                    <a:lnTo>
                      <a:pt x="647" y="1086"/>
                    </a:lnTo>
                    <a:lnTo>
                      <a:pt x="646" y="1080"/>
                    </a:lnTo>
                    <a:lnTo>
                      <a:pt x="645" y="1080"/>
                    </a:lnTo>
                    <a:lnTo>
                      <a:pt x="644" y="1076"/>
                    </a:lnTo>
                    <a:lnTo>
                      <a:pt x="640" y="1074"/>
                    </a:lnTo>
                    <a:lnTo>
                      <a:pt x="631" y="1071"/>
                    </a:lnTo>
                    <a:lnTo>
                      <a:pt x="623" y="1066"/>
                    </a:lnTo>
                    <a:lnTo>
                      <a:pt x="618" y="1066"/>
                    </a:lnTo>
                    <a:lnTo>
                      <a:pt x="614" y="1064"/>
                    </a:lnTo>
                    <a:lnTo>
                      <a:pt x="603" y="1064"/>
                    </a:lnTo>
                    <a:lnTo>
                      <a:pt x="599" y="1061"/>
                    </a:lnTo>
                    <a:lnTo>
                      <a:pt x="596" y="1054"/>
                    </a:lnTo>
                    <a:lnTo>
                      <a:pt x="593" y="1053"/>
                    </a:lnTo>
                    <a:lnTo>
                      <a:pt x="585" y="1054"/>
                    </a:lnTo>
                    <a:lnTo>
                      <a:pt x="575" y="1052"/>
                    </a:lnTo>
                    <a:lnTo>
                      <a:pt x="570" y="1049"/>
                    </a:lnTo>
                    <a:lnTo>
                      <a:pt x="563" y="1043"/>
                    </a:lnTo>
                    <a:lnTo>
                      <a:pt x="561" y="1038"/>
                    </a:lnTo>
                    <a:lnTo>
                      <a:pt x="560" y="1032"/>
                    </a:lnTo>
                    <a:lnTo>
                      <a:pt x="558" y="1031"/>
                    </a:lnTo>
                    <a:lnTo>
                      <a:pt x="547" y="1025"/>
                    </a:lnTo>
                    <a:lnTo>
                      <a:pt x="539" y="1023"/>
                    </a:lnTo>
                    <a:lnTo>
                      <a:pt x="533" y="1020"/>
                    </a:lnTo>
                    <a:lnTo>
                      <a:pt x="532" y="1016"/>
                    </a:lnTo>
                    <a:lnTo>
                      <a:pt x="533" y="1007"/>
                    </a:lnTo>
                    <a:lnTo>
                      <a:pt x="529" y="1004"/>
                    </a:lnTo>
                    <a:lnTo>
                      <a:pt x="529" y="999"/>
                    </a:lnTo>
                    <a:lnTo>
                      <a:pt x="267" y="817"/>
                    </a:lnTo>
                    <a:lnTo>
                      <a:pt x="203" y="7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3" name="Freeform 17">
                <a:extLst>
                  <a:ext uri="{FF2B5EF4-FFF2-40B4-BE49-F238E27FC236}">
                    <a16:creationId xmlns:a16="http://schemas.microsoft.com/office/drawing/2014/main" id="{8DA93CF2-537F-CA90-B4EB-D5B56C63B75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0" y="2178"/>
                <a:ext cx="132" cy="146"/>
              </a:xfrm>
              <a:custGeom>
                <a:avLst/>
                <a:gdLst/>
                <a:ahLst/>
                <a:cxnLst>
                  <a:cxn ang="0">
                    <a:pos x="96" y="347"/>
                  </a:cxn>
                  <a:cxn ang="0">
                    <a:pos x="14" y="353"/>
                  </a:cxn>
                  <a:cxn ang="0">
                    <a:pos x="5" y="364"/>
                  </a:cxn>
                  <a:cxn ang="0">
                    <a:pos x="0" y="369"/>
                  </a:cxn>
                  <a:cxn ang="0">
                    <a:pos x="22" y="391"/>
                  </a:cxn>
                  <a:cxn ang="0">
                    <a:pos x="40" y="409"/>
                  </a:cxn>
                  <a:cxn ang="0">
                    <a:pos x="41" y="437"/>
                  </a:cxn>
                  <a:cxn ang="0">
                    <a:pos x="28" y="460"/>
                  </a:cxn>
                  <a:cxn ang="0">
                    <a:pos x="49" y="501"/>
                  </a:cxn>
                  <a:cxn ang="0">
                    <a:pos x="50" y="563"/>
                  </a:cxn>
                  <a:cxn ang="0">
                    <a:pos x="30" y="623"/>
                  </a:cxn>
                  <a:cxn ang="0">
                    <a:pos x="24" y="650"/>
                  </a:cxn>
                  <a:cxn ang="0">
                    <a:pos x="37" y="627"/>
                  </a:cxn>
                  <a:cxn ang="0">
                    <a:pos x="50" y="627"/>
                  </a:cxn>
                  <a:cxn ang="0">
                    <a:pos x="76" y="628"/>
                  </a:cxn>
                  <a:cxn ang="0">
                    <a:pos x="98" y="624"/>
                  </a:cxn>
                  <a:cxn ang="0">
                    <a:pos x="102" y="619"/>
                  </a:cxn>
                  <a:cxn ang="0">
                    <a:pos x="119" y="620"/>
                  </a:cxn>
                  <a:cxn ang="0">
                    <a:pos x="141" y="620"/>
                  </a:cxn>
                  <a:cxn ang="0">
                    <a:pos x="161" y="635"/>
                  </a:cxn>
                  <a:cxn ang="0">
                    <a:pos x="173" y="647"/>
                  </a:cxn>
                  <a:cxn ang="0">
                    <a:pos x="183" y="651"/>
                  </a:cxn>
                  <a:cxn ang="0">
                    <a:pos x="200" y="662"/>
                  </a:cxn>
                  <a:cxn ang="0">
                    <a:pos x="209" y="677"/>
                  </a:cxn>
                  <a:cxn ang="0">
                    <a:pos x="215" y="686"/>
                  </a:cxn>
                  <a:cxn ang="0">
                    <a:pos x="222" y="692"/>
                  </a:cxn>
                  <a:cxn ang="0">
                    <a:pos x="223" y="698"/>
                  </a:cxn>
                  <a:cxn ang="0">
                    <a:pos x="231" y="704"/>
                  </a:cxn>
                  <a:cxn ang="0">
                    <a:pos x="244" y="709"/>
                  </a:cxn>
                  <a:cxn ang="0">
                    <a:pos x="250" y="719"/>
                  </a:cxn>
                  <a:cxn ang="0">
                    <a:pos x="286" y="705"/>
                  </a:cxn>
                  <a:cxn ang="0">
                    <a:pos x="302" y="665"/>
                  </a:cxn>
                  <a:cxn ang="0">
                    <a:pos x="308" y="666"/>
                  </a:cxn>
                  <a:cxn ang="0">
                    <a:pos x="323" y="683"/>
                  </a:cxn>
                  <a:cxn ang="0">
                    <a:pos x="350" y="705"/>
                  </a:cxn>
                  <a:cxn ang="0">
                    <a:pos x="534" y="687"/>
                  </a:cxn>
                  <a:cxn ang="0">
                    <a:pos x="637" y="641"/>
                  </a:cxn>
                  <a:cxn ang="0">
                    <a:pos x="604" y="522"/>
                  </a:cxn>
                  <a:cxn ang="0">
                    <a:pos x="587" y="359"/>
                  </a:cxn>
                  <a:cxn ang="0">
                    <a:pos x="570" y="191"/>
                  </a:cxn>
                  <a:cxn ang="0">
                    <a:pos x="584" y="82"/>
                  </a:cxn>
                  <a:cxn ang="0">
                    <a:pos x="458" y="70"/>
                  </a:cxn>
                  <a:cxn ang="0">
                    <a:pos x="299" y="70"/>
                  </a:cxn>
                  <a:cxn ang="0">
                    <a:pos x="281" y="187"/>
                  </a:cxn>
                  <a:cxn ang="0">
                    <a:pos x="244" y="231"/>
                  </a:cxn>
                  <a:cxn ang="0">
                    <a:pos x="220" y="245"/>
                  </a:cxn>
                  <a:cxn ang="0">
                    <a:pos x="215" y="290"/>
                  </a:cxn>
                  <a:cxn ang="0">
                    <a:pos x="222" y="347"/>
                  </a:cxn>
                </a:cxnLst>
                <a:rect l="0" t="0" r="r" b="b"/>
                <a:pathLst>
                  <a:path w="661" h="727">
                    <a:moveTo>
                      <a:pt x="196" y="347"/>
                    </a:moveTo>
                    <a:lnTo>
                      <a:pt x="148" y="347"/>
                    </a:lnTo>
                    <a:lnTo>
                      <a:pt x="96" y="347"/>
                    </a:lnTo>
                    <a:lnTo>
                      <a:pt x="45" y="347"/>
                    </a:lnTo>
                    <a:lnTo>
                      <a:pt x="16" y="347"/>
                    </a:lnTo>
                    <a:lnTo>
                      <a:pt x="14" y="353"/>
                    </a:lnTo>
                    <a:lnTo>
                      <a:pt x="6" y="360"/>
                    </a:lnTo>
                    <a:lnTo>
                      <a:pt x="2" y="365"/>
                    </a:lnTo>
                    <a:lnTo>
                      <a:pt x="5" y="364"/>
                    </a:lnTo>
                    <a:lnTo>
                      <a:pt x="0" y="369"/>
                    </a:lnTo>
                    <a:lnTo>
                      <a:pt x="0" y="371"/>
                    </a:lnTo>
                    <a:lnTo>
                      <a:pt x="0" y="369"/>
                    </a:lnTo>
                    <a:lnTo>
                      <a:pt x="10" y="365"/>
                    </a:lnTo>
                    <a:lnTo>
                      <a:pt x="12" y="369"/>
                    </a:lnTo>
                    <a:lnTo>
                      <a:pt x="22" y="391"/>
                    </a:lnTo>
                    <a:lnTo>
                      <a:pt x="23" y="393"/>
                    </a:lnTo>
                    <a:lnTo>
                      <a:pt x="30" y="391"/>
                    </a:lnTo>
                    <a:lnTo>
                      <a:pt x="40" y="409"/>
                    </a:lnTo>
                    <a:lnTo>
                      <a:pt x="41" y="414"/>
                    </a:lnTo>
                    <a:lnTo>
                      <a:pt x="41" y="429"/>
                    </a:lnTo>
                    <a:lnTo>
                      <a:pt x="41" y="437"/>
                    </a:lnTo>
                    <a:lnTo>
                      <a:pt x="35" y="455"/>
                    </a:lnTo>
                    <a:lnTo>
                      <a:pt x="33" y="458"/>
                    </a:lnTo>
                    <a:lnTo>
                      <a:pt x="28" y="460"/>
                    </a:lnTo>
                    <a:lnTo>
                      <a:pt x="27" y="463"/>
                    </a:lnTo>
                    <a:lnTo>
                      <a:pt x="45" y="488"/>
                    </a:lnTo>
                    <a:lnTo>
                      <a:pt x="49" y="501"/>
                    </a:lnTo>
                    <a:lnTo>
                      <a:pt x="50" y="515"/>
                    </a:lnTo>
                    <a:lnTo>
                      <a:pt x="51" y="527"/>
                    </a:lnTo>
                    <a:lnTo>
                      <a:pt x="50" y="563"/>
                    </a:lnTo>
                    <a:lnTo>
                      <a:pt x="46" y="577"/>
                    </a:lnTo>
                    <a:lnTo>
                      <a:pt x="32" y="614"/>
                    </a:lnTo>
                    <a:lnTo>
                      <a:pt x="30" y="623"/>
                    </a:lnTo>
                    <a:lnTo>
                      <a:pt x="24" y="639"/>
                    </a:lnTo>
                    <a:lnTo>
                      <a:pt x="23" y="651"/>
                    </a:lnTo>
                    <a:lnTo>
                      <a:pt x="24" y="650"/>
                    </a:lnTo>
                    <a:lnTo>
                      <a:pt x="28" y="647"/>
                    </a:lnTo>
                    <a:lnTo>
                      <a:pt x="32" y="640"/>
                    </a:lnTo>
                    <a:lnTo>
                      <a:pt x="37" y="627"/>
                    </a:lnTo>
                    <a:lnTo>
                      <a:pt x="40" y="627"/>
                    </a:lnTo>
                    <a:lnTo>
                      <a:pt x="43" y="625"/>
                    </a:lnTo>
                    <a:lnTo>
                      <a:pt x="50" y="627"/>
                    </a:lnTo>
                    <a:lnTo>
                      <a:pt x="59" y="627"/>
                    </a:lnTo>
                    <a:lnTo>
                      <a:pt x="69" y="629"/>
                    </a:lnTo>
                    <a:lnTo>
                      <a:pt x="76" y="628"/>
                    </a:lnTo>
                    <a:lnTo>
                      <a:pt x="78" y="625"/>
                    </a:lnTo>
                    <a:lnTo>
                      <a:pt x="89" y="623"/>
                    </a:lnTo>
                    <a:lnTo>
                      <a:pt x="98" y="624"/>
                    </a:lnTo>
                    <a:lnTo>
                      <a:pt x="100" y="623"/>
                    </a:lnTo>
                    <a:lnTo>
                      <a:pt x="100" y="619"/>
                    </a:lnTo>
                    <a:lnTo>
                      <a:pt x="102" y="619"/>
                    </a:lnTo>
                    <a:lnTo>
                      <a:pt x="108" y="619"/>
                    </a:lnTo>
                    <a:lnTo>
                      <a:pt x="113" y="618"/>
                    </a:lnTo>
                    <a:lnTo>
                      <a:pt x="119" y="620"/>
                    </a:lnTo>
                    <a:lnTo>
                      <a:pt x="135" y="620"/>
                    </a:lnTo>
                    <a:lnTo>
                      <a:pt x="136" y="622"/>
                    </a:lnTo>
                    <a:lnTo>
                      <a:pt x="141" y="620"/>
                    </a:lnTo>
                    <a:lnTo>
                      <a:pt x="143" y="625"/>
                    </a:lnTo>
                    <a:lnTo>
                      <a:pt x="150" y="627"/>
                    </a:lnTo>
                    <a:lnTo>
                      <a:pt x="161" y="635"/>
                    </a:lnTo>
                    <a:lnTo>
                      <a:pt x="162" y="641"/>
                    </a:lnTo>
                    <a:lnTo>
                      <a:pt x="169" y="649"/>
                    </a:lnTo>
                    <a:lnTo>
                      <a:pt x="173" y="647"/>
                    </a:lnTo>
                    <a:lnTo>
                      <a:pt x="179" y="646"/>
                    </a:lnTo>
                    <a:lnTo>
                      <a:pt x="179" y="650"/>
                    </a:lnTo>
                    <a:lnTo>
                      <a:pt x="183" y="651"/>
                    </a:lnTo>
                    <a:lnTo>
                      <a:pt x="188" y="647"/>
                    </a:lnTo>
                    <a:lnTo>
                      <a:pt x="190" y="647"/>
                    </a:lnTo>
                    <a:lnTo>
                      <a:pt x="200" y="662"/>
                    </a:lnTo>
                    <a:lnTo>
                      <a:pt x="205" y="672"/>
                    </a:lnTo>
                    <a:lnTo>
                      <a:pt x="205" y="676"/>
                    </a:lnTo>
                    <a:lnTo>
                      <a:pt x="209" y="677"/>
                    </a:lnTo>
                    <a:lnTo>
                      <a:pt x="212" y="682"/>
                    </a:lnTo>
                    <a:lnTo>
                      <a:pt x="212" y="684"/>
                    </a:lnTo>
                    <a:lnTo>
                      <a:pt x="215" y="686"/>
                    </a:lnTo>
                    <a:lnTo>
                      <a:pt x="218" y="684"/>
                    </a:lnTo>
                    <a:lnTo>
                      <a:pt x="220" y="684"/>
                    </a:lnTo>
                    <a:lnTo>
                      <a:pt x="222" y="692"/>
                    </a:lnTo>
                    <a:lnTo>
                      <a:pt x="225" y="693"/>
                    </a:lnTo>
                    <a:lnTo>
                      <a:pt x="227" y="697"/>
                    </a:lnTo>
                    <a:lnTo>
                      <a:pt x="223" y="698"/>
                    </a:lnTo>
                    <a:lnTo>
                      <a:pt x="223" y="699"/>
                    </a:lnTo>
                    <a:lnTo>
                      <a:pt x="228" y="700"/>
                    </a:lnTo>
                    <a:lnTo>
                      <a:pt x="231" y="704"/>
                    </a:lnTo>
                    <a:lnTo>
                      <a:pt x="234" y="706"/>
                    </a:lnTo>
                    <a:lnTo>
                      <a:pt x="238" y="706"/>
                    </a:lnTo>
                    <a:lnTo>
                      <a:pt x="244" y="709"/>
                    </a:lnTo>
                    <a:lnTo>
                      <a:pt x="247" y="713"/>
                    </a:lnTo>
                    <a:lnTo>
                      <a:pt x="248" y="717"/>
                    </a:lnTo>
                    <a:lnTo>
                      <a:pt x="250" y="719"/>
                    </a:lnTo>
                    <a:lnTo>
                      <a:pt x="256" y="721"/>
                    </a:lnTo>
                    <a:lnTo>
                      <a:pt x="263" y="727"/>
                    </a:lnTo>
                    <a:lnTo>
                      <a:pt x="286" y="705"/>
                    </a:lnTo>
                    <a:lnTo>
                      <a:pt x="293" y="687"/>
                    </a:lnTo>
                    <a:lnTo>
                      <a:pt x="297" y="676"/>
                    </a:lnTo>
                    <a:lnTo>
                      <a:pt x="302" y="665"/>
                    </a:lnTo>
                    <a:lnTo>
                      <a:pt x="304" y="663"/>
                    </a:lnTo>
                    <a:lnTo>
                      <a:pt x="307" y="665"/>
                    </a:lnTo>
                    <a:lnTo>
                      <a:pt x="308" y="666"/>
                    </a:lnTo>
                    <a:lnTo>
                      <a:pt x="314" y="667"/>
                    </a:lnTo>
                    <a:lnTo>
                      <a:pt x="318" y="670"/>
                    </a:lnTo>
                    <a:lnTo>
                      <a:pt x="323" y="683"/>
                    </a:lnTo>
                    <a:lnTo>
                      <a:pt x="333" y="701"/>
                    </a:lnTo>
                    <a:lnTo>
                      <a:pt x="347" y="705"/>
                    </a:lnTo>
                    <a:lnTo>
                      <a:pt x="350" y="705"/>
                    </a:lnTo>
                    <a:lnTo>
                      <a:pt x="376" y="683"/>
                    </a:lnTo>
                    <a:lnTo>
                      <a:pt x="463" y="686"/>
                    </a:lnTo>
                    <a:lnTo>
                      <a:pt x="534" y="687"/>
                    </a:lnTo>
                    <a:lnTo>
                      <a:pt x="607" y="688"/>
                    </a:lnTo>
                    <a:lnTo>
                      <a:pt x="625" y="688"/>
                    </a:lnTo>
                    <a:lnTo>
                      <a:pt x="637" y="641"/>
                    </a:lnTo>
                    <a:lnTo>
                      <a:pt x="615" y="634"/>
                    </a:lnTo>
                    <a:lnTo>
                      <a:pt x="609" y="577"/>
                    </a:lnTo>
                    <a:lnTo>
                      <a:pt x="604" y="522"/>
                    </a:lnTo>
                    <a:lnTo>
                      <a:pt x="598" y="468"/>
                    </a:lnTo>
                    <a:lnTo>
                      <a:pt x="592" y="414"/>
                    </a:lnTo>
                    <a:lnTo>
                      <a:pt x="587" y="359"/>
                    </a:lnTo>
                    <a:lnTo>
                      <a:pt x="581" y="302"/>
                    </a:lnTo>
                    <a:lnTo>
                      <a:pt x="576" y="247"/>
                    </a:lnTo>
                    <a:lnTo>
                      <a:pt x="570" y="191"/>
                    </a:lnTo>
                    <a:lnTo>
                      <a:pt x="564" y="133"/>
                    </a:lnTo>
                    <a:lnTo>
                      <a:pt x="661" y="133"/>
                    </a:lnTo>
                    <a:lnTo>
                      <a:pt x="584" y="82"/>
                    </a:lnTo>
                    <a:lnTo>
                      <a:pt x="525" y="44"/>
                    </a:lnTo>
                    <a:lnTo>
                      <a:pt x="458" y="0"/>
                    </a:lnTo>
                    <a:lnTo>
                      <a:pt x="458" y="70"/>
                    </a:lnTo>
                    <a:lnTo>
                      <a:pt x="405" y="70"/>
                    </a:lnTo>
                    <a:lnTo>
                      <a:pt x="352" y="70"/>
                    </a:lnTo>
                    <a:lnTo>
                      <a:pt x="299" y="70"/>
                    </a:lnTo>
                    <a:lnTo>
                      <a:pt x="281" y="70"/>
                    </a:lnTo>
                    <a:lnTo>
                      <a:pt x="281" y="128"/>
                    </a:lnTo>
                    <a:lnTo>
                      <a:pt x="281" y="187"/>
                    </a:lnTo>
                    <a:lnTo>
                      <a:pt x="281" y="222"/>
                    </a:lnTo>
                    <a:lnTo>
                      <a:pt x="261" y="229"/>
                    </a:lnTo>
                    <a:lnTo>
                      <a:pt x="244" y="231"/>
                    </a:lnTo>
                    <a:lnTo>
                      <a:pt x="228" y="236"/>
                    </a:lnTo>
                    <a:lnTo>
                      <a:pt x="223" y="240"/>
                    </a:lnTo>
                    <a:lnTo>
                      <a:pt x="220" y="245"/>
                    </a:lnTo>
                    <a:lnTo>
                      <a:pt x="215" y="256"/>
                    </a:lnTo>
                    <a:lnTo>
                      <a:pt x="213" y="264"/>
                    </a:lnTo>
                    <a:lnTo>
                      <a:pt x="215" y="290"/>
                    </a:lnTo>
                    <a:lnTo>
                      <a:pt x="218" y="310"/>
                    </a:lnTo>
                    <a:lnTo>
                      <a:pt x="218" y="331"/>
                    </a:lnTo>
                    <a:lnTo>
                      <a:pt x="222" y="347"/>
                    </a:lnTo>
                    <a:lnTo>
                      <a:pt x="196" y="3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4" name="Freeform 18">
                <a:extLst>
                  <a:ext uri="{FF2B5EF4-FFF2-40B4-BE49-F238E27FC236}">
                    <a16:creationId xmlns:a16="http://schemas.microsoft.com/office/drawing/2014/main" id="{6F36DBF6-AFBF-9F8B-B167-F2BF8F79A92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74" y="2067"/>
                <a:ext cx="131" cy="105"/>
              </a:xfrm>
              <a:custGeom>
                <a:avLst/>
                <a:gdLst/>
                <a:ahLst/>
                <a:cxnLst>
                  <a:cxn ang="0">
                    <a:pos x="204" y="526"/>
                  </a:cxn>
                  <a:cxn ang="0">
                    <a:pos x="79" y="526"/>
                  </a:cxn>
                  <a:cxn ang="0">
                    <a:pos x="0" y="526"/>
                  </a:cxn>
                  <a:cxn ang="0">
                    <a:pos x="27" y="511"/>
                  </a:cxn>
                  <a:cxn ang="0">
                    <a:pos x="86" y="487"/>
                  </a:cxn>
                  <a:cxn ang="0">
                    <a:pos x="112" y="464"/>
                  </a:cxn>
                  <a:cxn ang="0">
                    <a:pos x="144" y="439"/>
                  </a:cxn>
                  <a:cxn ang="0">
                    <a:pos x="166" y="411"/>
                  </a:cxn>
                  <a:cxn ang="0">
                    <a:pos x="182" y="362"/>
                  </a:cxn>
                  <a:cxn ang="0">
                    <a:pos x="175" y="305"/>
                  </a:cxn>
                  <a:cxn ang="0">
                    <a:pos x="194" y="263"/>
                  </a:cxn>
                  <a:cxn ang="0">
                    <a:pos x="214" y="235"/>
                  </a:cxn>
                  <a:cxn ang="0">
                    <a:pos x="244" y="184"/>
                  </a:cxn>
                  <a:cxn ang="0">
                    <a:pos x="299" y="155"/>
                  </a:cxn>
                  <a:cxn ang="0">
                    <a:pos x="348" y="120"/>
                  </a:cxn>
                  <a:cxn ang="0">
                    <a:pos x="376" y="56"/>
                  </a:cxn>
                  <a:cxn ang="0">
                    <a:pos x="419" y="0"/>
                  </a:cxn>
                  <a:cxn ang="0">
                    <a:pos x="465" y="48"/>
                  </a:cxn>
                  <a:cxn ang="0">
                    <a:pos x="507" y="45"/>
                  </a:cxn>
                  <a:cxn ang="0">
                    <a:pos x="548" y="40"/>
                  </a:cxn>
                  <a:cxn ang="0">
                    <a:pos x="574" y="53"/>
                  </a:cxn>
                  <a:cxn ang="0">
                    <a:pos x="604" y="56"/>
                  </a:cxn>
                  <a:cxn ang="0">
                    <a:pos x="612" y="71"/>
                  </a:cxn>
                  <a:cxn ang="0">
                    <a:pos x="621" y="79"/>
                  </a:cxn>
                  <a:cxn ang="0">
                    <a:pos x="621" y="85"/>
                  </a:cxn>
                  <a:cxn ang="0">
                    <a:pos x="622" y="104"/>
                  </a:cxn>
                  <a:cxn ang="0">
                    <a:pos x="626" y="131"/>
                  </a:cxn>
                  <a:cxn ang="0">
                    <a:pos x="631" y="152"/>
                  </a:cxn>
                  <a:cxn ang="0">
                    <a:pos x="629" y="166"/>
                  </a:cxn>
                  <a:cxn ang="0">
                    <a:pos x="633" y="186"/>
                  </a:cxn>
                  <a:cxn ang="0">
                    <a:pos x="649" y="215"/>
                  </a:cxn>
                  <a:cxn ang="0">
                    <a:pos x="651" y="224"/>
                  </a:cxn>
                  <a:cxn ang="0">
                    <a:pos x="649" y="242"/>
                  </a:cxn>
                  <a:cxn ang="0">
                    <a:pos x="639" y="242"/>
                  </a:cxn>
                  <a:cxn ang="0">
                    <a:pos x="611" y="242"/>
                  </a:cxn>
                  <a:cxn ang="0">
                    <a:pos x="567" y="247"/>
                  </a:cxn>
                  <a:cxn ang="0">
                    <a:pos x="553" y="247"/>
                  </a:cxn>
                  <a:cxn ang="0">
                    <a:pos x="551" y="263"/>
                  </a:cxn>
                  <a:cxn ang="0">
                    <a:pos x="527" y="273"/>
                  </a:cxn>
                  <a:cxn ang="0">
                    <a:pos x="508" y="273"/>
                  </a:cxn>
                  <a:cxn ang="0">
                    <a:pos x="502" y="288"/>
                  </a:cxn>
                  <a:cxn ang="0">
                    <a:pos x="509" y="293"/>
                  </a:cxn>
                  <a:cxn ang="0">
                    <a:pos x="504" y="309"/>
                  </a:cxn>
                  <a:cxn ang="0">
                    <a:pos x="510" y="310"/>
                  </a:cxn>
                  <a:cxn ang="0">
                    <a:pos x="514" y="321"/>
                  </a:cxn>
                  <a:cxn ang="0">
                    <a:pos x="461" y="342"/>
                  </a:cxn>
                  <a:cxn ang="0">
                    <a:pos x="433" y="363"/>
                  </a:cxn>
                  <a:cxn ang="0">
                    <a:pos x="424" y="376"/>
                  </a:cxn>
                  <a:cxn ang="0">
                    <a:pos x="385" y="391"/>
                  </a:cxn>
                  <a:cxn ang="0">
                    <a:pos x="354" y="392"/>
                  </a:cxn>
                  <a:cxn ang="0">
                    <a:pos x="350" y="406"/>
                  </a:cxn>
                  <a:cxn ang="0">
                    <a:pos x="330" y="405"/>
                  </a:cxn>
                  <a:cxn ang="0">
                    <a:pos x="312" y="413"/>
                  </a:cxn>
                  <a:cxn ang="0">
                    <a:pos x="287" y="423"/>
                  </a:cxn>
                </a:cxnLst>
                <a:rect l="0" t="0" r="r" b="b"/>
                <a:pathLst>
                  <a:path w="656" h="526">
                    <a:moveTo>
                      <a:pt x="240" y="457"/>
                    </a:moveTo>
                    <a:lnTo>
                      <a:pt x="240" y="526"/>
                    </a:lnTo>
                    <a:lnTo>
                      <a:pt x="204" y="526"/>
                    </a:lnTo>
                    <a:lnTo>
                      <a:pt x="161" y="526"/>
                    </a:lnTo>
                    <a:lnTo>
                      <a:pt x="120" y="526"/>
                    </a:lnTo>
                    <a:lnTo>
                      <a:pt x="79" y="526"/>
                    </a:lnTo>
                    <a:lnTo>
                      <a:pt x="43" y="526"/>
                    </a:lnTo>
                    <a:lnTo>
                      <a:pt x="9" y="526"/>
                    </a:lnTo>
                    <a:lnTo>
                      <a:pt x="0" y="526"/>
                    </a:lnTo>
                    <a:lnTo>
                      <a:pt x="5" y="515"/>
                    </a:lnTo>
                    <a:lnTo>
                      <a:pt x="14" y="511"/>
                    </a:lnTo>
                    <a:lnTo>
                      <a:pt x="27" y="511"/>
                    </a:lnTo>
                    <a:lnTo>
                      <a:pt x="46" y="507"/>
                    </a:lnTo>
                    <a:lnTo>
                      <a:pt x="77" y="495"/>
                    </a:lnTo>
                    <a:lnTo>
                      <a:pt x="86" y="487"/>
                    </a:lnTo>
                    <a:lnTo>
                      <a:pt x="97" y="475"/>
                    </a:lnTo>
                    <a:lnTo>
                      <a:pt x="101" y="472"/>
                    </a:lnTo>
                    <a:lnTo>
                      <a:pt x="112" y="464"/>
                    </a:lnTo>
                    <a:lnTo>
                      <a:pt x="129" y="456"/>
                    </a:lnTo>
                    <a:lnTo>
                      <a:pt x="140" y="445"/>
                    </a:lnTo>
                    <a:lnTo>
                      <a:pt x="144" y="439"/>
                    </a:lnTo>
                    <a:lnTo>
                      <a:pt x="149" y="437"/>
                    </a:lnTo>
                    <a:lnTo>
                      <a:pt x="154" y="433"/>
                    </a:lnTo>
                    <a:lnTo>
                      <a:pt x="166" y="411"/>
                    </a:lnTo>
                    <a:lnTo>
                      <a:pt x="182" y="384"/>
                    </a:lnTo>
                    <a:lnTo>
                      <a:pt x="183" y="379"/>
                    </a:lnTo>
                    <a:lnTo>
                      <a:pt x="182" y="362"/>
                    </a:lnTo>
                    <a:lnTo>
                      <a:pt x="172" y="343"/>
                    </a:lnTo>
                    <a:lnTo>
                      <a:pt x="175" y="332"/>
                    </a:lnTo>
                    <a:lnTo>
                      <a:pt x="175" y="305"/>
                    </a:lnTo>
                    <a:lnTo>
                      <a:pt x="177" y="297"/>
                    </a:lnTo>
                    <a:lnTo>
                      <a:pt x="194" y="267"/>
                    </a:lnTo>
                    <a:lnTo>
                      <a:pt x="194" y="263"/>
                    </a:lnTo>
                    <a:lnTo>
                      <a:pt x="207" y="256"/>
                    </a:lnTo>
                    <a:lnTo>
                      <a:pt x="204" y="258"/>
                    </a:lnTo>
                    <a:lnTo>
                      <a:pt x="214" y="235"/>
                    </a:lnTo>
                    <a:lnTo>
                      <a:pt x="213" y="224"/>
                    </a:lnTo>
                    <a:lnTo>
                      <a:pt x="235" y="198"/>
                    </a:lnTo>
                    <a:lnTo>
                      <a:pt x="244" y="184"/>
                    </a:lnTo>
                    <a:lnTo>
                      <a:pt x="253" y="175"/>
                    </a:lnTo>
                    <a:lnTo>
                      <a:pt x="271" y="166"/>
                    </a:lnTo>
                    <a:lnTo>
                      <a:pt x="299" y="155"/>
                    </a:lnTo>
                    <a:lnTo>
                      <a:pt x="314" y="148"/>
                    </a:lnTo>
                    <a:lnTo>
                      <a:pt x="337" y="132"/>
                    </a:lnTo>
                    <a:lnTo>
                      <a:pt x="348" y="120"/>
                    </a:lnTo>
                    <a:lnTo>
                      <a:pt x="354" y="102"/>
                    </a:lnTo>
                    <a:lnTo>
                      <a:pt x="365" y="89"/>
                    </a:lnTo>
                    <a:lnTo>
                      <a:pt x="376" y="56"/>
                    </a:lnTo>
                    <a:lnTo>
                      <a:pt x="392" y="12"/>
                    </a:lnTo>
                    <a:lnTo>
                      <a:pt x="398" y="7"/>
                    </a:lnTo>
                    <a:lnTo>
                      <a:pt x="419" y="0"/>
                    </a:lnTo>
                    <a:lnTo>
                      <a:pt x="429" y="18"/>
                    </a:lnTo>
                    <a:lnTo>
                      <a:pt x="443" y="32"/>
                    </a:lnTo>
                    <a:lnTo>
                      <a:pt x="465" y="48"/>
                    </a:lnTo>
                    <a:lnTo>
                      <a:pt x="475" y="51"/>
                    </a:lnTo>
                    <a:lnTo>
                      <a:pt x="499" y="42"/>
                    </a:lnTo>
                    <a:lnTo>
                      <a:pt x="507" y="45"/>
                    </a:lnTo>
                    <a:lnTo>
                      <a:pt x="525" y="45"/>
                    </a:lnTo>
                    <a:lnTo>
                      <a:pt x="541" y="43"/>
                    </a:lnTo>
                    <a:lnTo>
                      <a:pt x="548" y="40"/>
                    </a:lnTo>
                    <a:lnTo>
                      <a:pt x="557" y="45"/>
                    </a:lnTo>
                    <a:lnTo>
                      <a:pt x="564" y="51"/>
                    </a:lnTo>
                    <a:lnTo>
                      <a:pt x="574" y="53"/>
                    </a:lnTo>
                    <a:lnTo>
                      <a:pt x="580" y="53"/>
                    </a:lnTo>
                    <a:lnTo>
                      <a:pt x="585" y="52"/>
                    </a:lnTo>
                    <a:lnTo>
                      <a:pt x="604" y="56"/>
                    </a:lnTo>
                    <a:lnTo>
                      <a:pt x="604" y="61"/>
                    </a:lnTo>
                    <a:lnTo>
                      <a:pt x="606" y="66"/>
                    </a:lnTo>
                    <a:lnTo>
                      <a:pt x="612" y="71"/>
                    </a:lnTo>
                    <a:lnTo>
                      <a:pt x="613" y="73"/>
                    </a:lnTo>
                    <a:lnTo>
                      <a:pt x="617" y="78"/>
                    </a:lnTo>
                    <a:lnTo>
                      <a:pt x="621" y="79"/>
                    </a:lnTo>
                    <a:lnTo>
                      <a:pt x="623" y="83"/>
                    </a:lnTo>
                    <a:lnTo>
                      <a:pt x="622" y="85"/>
                    </a:lnTo>
                    <a:lnTo>
                      <a:pt x="621" y="85"/>
                    </a:lnTo>
                    <a:lnTo>
                      <a:pt x="620" y="88"/>
                    </a:lnTo>
                    <a:lnTo>
                      <a:pt x="626" y="96"/>
                    </a:lnTo>
                    <a:lnTo>
                      <a:pt x="622" y="104"/>
                    </a:lnTo>
                    <a:lnTo>
                      <a:pt x="624" y="111"/>
                    </a:lnTo>
                    <a:lnTo>
                      <a:pt x="627" y="122"/>
                    </a:lnTo>
                    <a:lnTo>
                      <a:pt x="626" y="131"/>
                    </a:lnTo>
                    <a:lnTo>
                      <a:pt x="626" y="141"/>
                    </a:lnTo>
                    <a:lnTo>
                      <a:pt x="623" y="144"/>
                    </a:lnTo>
                    <a:lnTo>
                      <a:pt x="631" y="152"/>
                    </a:lnTo>
                    <a:lnTo>
                      <a:pt x="631" y="156"/>
                    </a:lnTo>
                    <a:lnTo>
                      <a:pt x="631" y="160"/>
                    </a:lnTo>
                    <a:lnTo>
                      <a:pt x="629" y="166"/>
                    </a:lnTo>
                    <a:lnTo>
                      <a:pt x="628" y="171"/>
                    </a:lnTo>
                    <a:lnTo>
                      <a:pt x="631" y="179"/>
                    </a:lnTo>
                    <a:lnTo>
                      <a:pt x="633" y="186"/>
                    </a:lnTo>
                    <a:lnTo>
                      <a:pt x="633" y="192"/>
                    </a:lnTo>
                    <a:lnTo>
                      <a:pt x="640" y="207"/>
                    </a:lnTo>
                    <a:lnTo>
                      <a:pt x="649" y="215"/>
                    </a:lnTo>
                    <a:lnTo>
                      <a:pt x="656" y="220"/>
                    </a:lnTo>
                    <a:lnTo>
                      <a:pt x="656" y="222"/>
                    </a:lnTo>
                    <a:lnTo>
                      <a:pt x="651" y="224"/>
                    </a:lnTo>
                    <a:lnTo>
                      <a:pt x="648" y="231"/>
                    </a:lnTo>
                    <a:lnTo>
                      <a:pt x="647" y="238"/>
                    </a:lnTo>
                    <a:lnTo>
                      <a:pt x="649" y="242"/>
                    </a:lnTo>
                    <a:lnTo>
                      <a:pt x="649" y="245"/>
                    </a:lnTo>
                    <a:lnTo>
                      <a:pt x="647" y="246"/>
                    </a:lnTo>
                    <a:lnTo>
                      <a:pt x="639" y="242"/>
                    </a:lnTo>
                    <a:lnTo>
                      <a:pt x="627" y="242"/>
                    </a:lnTo>
                    <a:lnTo>
                      <a:pt x="616" y="241"/>
                    </a:lnTo>
                    <a:lnTo>
                      <a:pt x="611" y="242"/>
                    </a:lnTo>
                    <a:lnTo>
                      <a:pt x="580" y="242"/>
                    </a:lnTo>
                    <a:lnTo>
                      <a:pt x="570" y="245"/>
                    </a:lnTo>
                    <a:lnTo>
                      <a:pt x="567" y="247"/>
                    </a:lnTo>
                    <a:lnTo>
                      <a:pt x="563" y="249"/>
                    </a:lnTo>
                    <a:lnTo>
                      <a:pt x="556" y="246"/>
                    </a:lnTo>
                    <a:lnTo>
                      <a:pt x="553" y="247"/>
                    </a:lnTo>
                    <a:lnTo>
                      <a:pt x="551" y="252"/>
                    </a:lnTo>
                    <a:lnTo>
                      <a:pt x="552" y="257"/>
                    </a:lnTo>
                    <a:lnTo>
                      <a:pt x="551" y="263"/>
                    </a:lnTo>
                    <a:lnTo>
                      <a:pt x="548" y="266"/>
                    </a:lnTo>
                    <a:lnTo>
                      <a:pt x="535" y="272"/>
                    </a:lnTo>
                    <a:lnTo>
                      <a:pt x="527" y="273"/>
                    </a:lnTo>
                    <a:lnTo>
                      <a:pt x="520" y="274"/>
                    </a:lnTo>
                    <a:lnTo>
                      <a:pt x="513" y="273"/>
                    </a:lnTo>
                    <a:lnTo>
                      <a:pt x="508" y="273"/>
                    </a:lnTo>
                    <a:lnTo>
                      <a:pt x="503" y="277"/>
                    </a:lnTo>
                    <a:lnTo>
                      <a:pt x="502" y="282"/>
                    </a:lnTo>
                    <a:lnTo>
                      <a:pt x="502" y="288"/>
                    </a:lnTo>
                    <a:lnTo>
                      <a:pt x="503" y="290"/>
                    </a:lnTo>
                    <a:lnTo>
                      <a:pt x="508" y="290"/>
                    </a:lnTo>
                    <a:lnTo>
                      <a:pt x="509" y="293"/>
                    </a:lnTo>
                    <a:lnTo>
                      <a:pt x="504" y="298"/>
                    </a:lnTo>
                    <a:lnTo>
                      <a:pt x="503" y="309"/>
                    </a:lnTo>
                    <a:lnTo>
                      <a:pt x="504" y="309"/>
                    </a:lnTo>
                    <a:lnTo>
                      <a:pt x="507" y="308"/>
                    </a:lnTo>
                    <a:lnTo>
                      <a:pt x="509" y="308"/>
                    </a:lnTo>
                    <a:lnTo>
                      <a:pt x="510" y="310"/>
                    </a:lnTo>
                    <a:lnTo>
                      <a:pt x="515" y="314"/>
                    </a:lnTo>
                    <a:lnTo>
                      <a:pt x="516" y="317"/>
                    </a:lnTo>
                    <a:lnTo>
                      <a:pt x="514" y="321"/>
                    </a:lnTo>
                    <a:lnTo>
                      <a:pt x="493" y="325"/>
                    </a:lnTo>
                    <a:lnTo>
                      <a:pt x="467" y="342"/>
                    </a:lnTo>
                    <a:lnTo>
                      <a:pt x="461" y="342"/>
                    </a:lnTo>
                    <a:lnTo>
                      <a:pt x="446" y="348"/>
                    </a:lnTo>
                    <a:lnTo>
                      <a:pt x="436" y="355"/>
                    </a:lnTo>
                    <a:lnTo>
                      <a:pt x="433" y="363"/>
                    </a:lnTo>
                    <a:lnTo>
                      <a:pt x="433" y="365"/>
                    </a:lnTo>
                    <a:lnTo>
                      <a:pt x="430" y="371"/>
                    </a:lnTo>
                    <a:lnTo>
                      <a:pt x="424" y="376"/>
                    </a:lnTo>
                    <a:lnTo>
                      <a:pt x="418" y="381"/>
                    </a:lnTo>
                    <a:lnTo>
                      <a:pt x="401" y="389"/>
                    </a:lnTo>
                    <a:lnTo>
                      <a:pt x="385" y="391"/>
                    </a:lnTo>
                    <a:lnTo>
                      <a:pt x="376" y="391"/>
                    </a:lnTo>
                    <a:lnTo>
                      <a:pt x="371" y="394"/>
                    </a:lnTo>
                    <a:lnTo>
                      <a:pt x="354" y="392"/>
                    </a:lnTo>
                    <a:lnTo>
                      <a:pt x="353" y="396"/>
                    </a:lnTo>
                    <a:lnTo>
                      <a:pt x="353" y="405"/>
                    </a:lnTo>
                    <a:lnTo>
                      <a:pt x="350" y="406"/>
                    </a:lnTo>
                    <a:lnTo>
                      <a:pt x="342" y="406"/>
                    </a:lnTo>
                    <a:lnTo>
                      <a:pt x="337" y="403"/>
                    </a:lnTo>
                    <a:lnTo>
                      <a:pt x="330" y="405"/>
                    </a:lnTo>
                    <a:lnTo>
                      <a:pt x="323" y="403"/>
                    </a:lnTo>
                    <a:lnTo>
                      <a:pt x="319" y="407"/>
                    </a:lnTo>
                    <a:lnTo>
                      <a:pt x="312" y="413"/>
                    </a:lnTo>
                    <a:lnTo>
                      <a:pt x="306" y="417"/>
                    </a:lnTo>
                    <a:lnTo>
                      <a:pt x="299" y="423"/>
                    </a:lnTo>
                    <a:lnTo>
                      <a:pt x="287" y="423"/>
                    </a:lnTo>
                    <a:lnTo>
                      <a:pt x="266" y="437"/>
                    </a:lnTo>
                    <a:lnTo>
                      <a:pt x="240" y="4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5" name="Freeform 19">
                <a:extLst>
                  <a:ext uri="{FF2B5EF4-FFF2-40B4-BE49-F238E27FC236}">
                    <a16:creationId xmlns:a16="http://schemas.microsoft.com/office/drawing/2014/main" id="{840132D7-505F-E341-83C6-6C6583DA038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66" y="2356"/>
                <a:ext cx="112" cy="148"/>
              </a:xfrm>
              <a:custGeom>
                <a:avLst/>
                <a:gdLst/>
                <a:ahLst/>
                <a:cxnLst>
                  <a:cxn ang="0">
                    <a:pos x="6" y="708"/>
                  </a:cxn>
                  <a:cxn ang="0">
                    <a:pos x="0" y="604"/>
                  </a:cxn>
                  <a:cxn ang="0">
                    <a:pos x="3" y="496"/>
                  </a:cxn>
                  <a:cxn ang="0">
                    <a:pos x="48" y="437"/>
                  </a:cxn>
                  <a:cxn ang="0">
                    <a:pos x="102" y="414"/>
                  </a:cxn>
                  <a:cxn ang="0">
                    <a:pos x="148" y="384"/>
                  </a:cxn>
                  <a:cxn ang="0">
                    <a:pos x="302" y="297"/>
                  </a:cxn>
                  <a:cxn ang="0">
                    <a:pos x="384" y="212"/>
                  </a:cxn>
                  <a:cxn ang="0">
                    <a:pos x="166" y="154"/>
                  </a:cxn>
                  <a:cxn ang="0">
                    <a:pos x="132" y="122"/>
                  </a:cxn>
                  <a:cxn ang="0">
                    <a:pos x="119" y="107"/>
                  </a:cxn>
                  <a:cxn ang="0">
                    <a:pos x="103" y="88"/>
                  </a:cxn>
                  <a:cxn ang="0">
                    <a:pos x="103" y="55"/>
                  </a:cxn>
                  <a:cxn ang="0">
                    <a:pos x="120" y="25"/>
                  </a:cxn>
                  <a:cxn ang="0">
                    <a:pos x="130" y="29"/>
                  </a:cxn>
                  <a:cxn ang="0">
                    <a:pos x="151" y="57"/>
                  </a:cxn>
                  <a:cxn ang="0">
                    <a:pos x="186" y="84"/>
                  </a:cxn>
                  <a:cxn ang="0">
                    <a:pos x="222" y="77"/>
                  </a:cxn>
                  <a:cxn ang="0">
                    <a:pos x="248" y="64"/>
                  </a:cxn>
                  <a:cxn ang="0">
                    <a:pos x="258" y="57"/>
                  </a:cxn>
                  <a:cxn ang="0">
                    <a:pos x="269" y="61"/>
                  </a:cxn>
                  <a:cxn ang="0">
                    <a:pos x="291" y="67"/>
                  </a:cxn>
                  <a:cxn ang="0">
                    <a:pos x="317" y="61"/>
                  </a:cxn>
                  <a:cxn ang="0">
                    <a:pos x="336" y="48"/>
                  </a:cxn>
                  <a:cxn ang="0">
                    <a:pos x="365" y="46"/>
                  </a:cxn>
                  <a:cxn ang="0">
                    <a:pos x="393" y="43"/>
                  </a:cxn>
                  <a:cxn ang="0">
                    <a:pos x="417" y="33"/>
                  </a:cxn>
                  <a:cxn ang="0">
                    <a:pos x="451" y="28"/>
                  </a:cxn>
                  <a:cxn ang="0">
                    <a:pos x="473" y="25"/>
                  </a:cxn>
                  <a:cxn ang="0">
                    <a:pos x="501" y="17"/>
                  </a:cxn>
                  <a:cxn ang="0">
                    <a:pos x="527" y="0"/>
                  </a:cxn>
                  <a:cxn ang="0">
                    <a:pos x="555" y="7"/>
                  </a:cxn>
                  <a:cxn ang="0">
                    <a:pos x="555" y="19"/>
                  </a:cxn>
                  <a:cxn ang="0">
                    <a:pos x="548" y="41"/>
                  </a:cxn>
                  <a:cxn ang="0">
                    <a:pos x="552" y="59"/>
                  </a:cxn>
                  <a:cxn ang="0">
                    <a:pos x="551" y="78"/>
                  </a:cxn>
                  <a:cxn ang="0">
                    <a:pos x="551" y="84"/>
                  </a:cxn>
                  <a:cxn ang="0">
                    <a:pos x="556" y="84"/>
                  </a:cxn>
                  <a:cxn ang="0">
                    <a:pos x="560" y="91"/>
                  </a:cxn>
                  <a:cxn ang="0">
                    <a:pos x="545" y="88"/>
                  </a:cxn>
                  <a:cxn ang="0">
                    <a:pos x="539" y="99"/>
                  </a:cxn>
                  <a:cxn ang="0">
                    <a:pos x="530" y="145"/>
                  </a:cxn>
                  <a:cxn ang="0">
                    <a:pos x="518" y="164"/>
                  </a:cxn>
                  <a:cxn ang="0">
                    <a:pos x="497" y="202"/>
                  </a:cxn>
                  <a:cxn ang="0">
                    <a:pos x="485" y="215"/>
                  </a:cxn>
                  <a:cxn ang="0">
                    <a:pos x="479" y="237"/>
                  </a:cxn>
                  <a:cxn ang="0">
                    <a:pos x="444" y="303"/>
                  </a:cxn>
                  <a:cxn ang="0">
                    <a:pos x="422" y="351"/>
                  </a:cxn>
                  <a:cxn ang="0">
                    <a:pos x="414" y="358"/>
                  </a:cxn>
                  <a:cxn ang="0">
                    <a:pos x="389" y="389"/>
                  </a:cxn>
                  <a:cxn ang="0">
                    <a:pos x="382" y="405"/>
                  </a:cxn>
                  <a:cxn ang="0">
                    <a:pos x="363" y="432"/>
                  </a:cxn>
                  <a:cxn ang="0">
                    <a:pos x="334" y="461"/>
                  </a:cxn>
                  <a:cxn ang="0">
                    <a:pos x="297" y="492"/>
                  </a:cxn>
                  <a:cxn ang="0">
                    <a:pos x="277" y="520"/>
                  </a:cxn>
                  <a:cxn ang="0">
                    <a:pos x="243" y="545"/>
                  </a:cxn>
                  <a:cxn ang="0">
                    <a:pos x="216" y="554"/>
                  </a:cxn>
                  <a:cxn ang="0">
                    <a:pos x="120" y="640"/>
                  </a:cxn>
                  <a:cxn ang="0">
                    <a:pos x="91" y="663"/>
                  </a:cxn>
                  <a:cxn ang="0">
                    <a:pos x="87" y="665"/>
                  </a:cxn>
                  <a:cxn ang="0">
                    <a:pos x="83" y="674"/>
                  </a:cxn>
                  <a:cxn ang="0">
                    <a:pos x="61" y="705"/>
                  </a:cxn>
                  <a:cxn ang="0">
                    <a:pos x="32" y="739"/>
                  </a:cxn>
                </a:cxnLst>
                <a:rect l="0" t="0" r="r" b="b"/>
                <a:pathLst>
                  <a:path w="561" h="740">
                    <a:moveTo>
                      <a:pt x="30" y="740"/>
                    </a:moveTo>
                    <a:lnTo>
                      <a:pt x="29" y="737"/>
                    </a:lnTo>
                    <a:lnTo>
                      <a:pt x="6" y="708"/>
                    </a:lnTo>
                    <a:lnTo>
                      <a:pt x="0" y="700"/>
                    </a:lnTo>
                    <a:lnTo>
                      <a:pt x="0" y="657"/>
                    </a:lnTo>
                    <a:lnTo>
                      <a:pt x="0" y="604"/>
                    </a:lnTo>
                    <a:lnTo>
                      <a:pt x="0" y="551"/>
                    </a:lnTo>
                    <a:lnTo>
                      <a:pt x="0" y="498"/>
                    </a:lnTo>
                    <a:lnTo>
                      <a:pt x="3" y="496"/>
                    </a:lnTo>
                    <a:lnTo>
                      <a:pt x="25" y="474"/>
                    </a:lnTo>
                    <a:lnTo>
                      <a:pt x="46" y="442"/>
                    </a:lnTo>
                    <a:lnTo>
                      <a:pt x="48" y="437"/>
                    </a:lnTo>
                    <a:lnTo>
                      <a:pt x="51" y="433"/>
                    </a:lnTo>
                    <a:lnTo>
                      <a:pt x="66" y="426"/>
                    </a:lnTo>
                    <a:lnTo>
                      <a:pt x="102" y="414"/>
                    </a:lnTo>
                    <a:lnTo>
                      <a:pt x="114" y="401"/>
                    </a:lnTo>
                    <a:lnTo>
                      <a:pt x="127" y="393"/>
                    </a:lnTo>
                    <a:lnTo>
                      <a:pt x="148" y="384"/>
                    </a:lnTo>
                    <a:lnTo>
                      <a:pt x="157" y="379"/>
                    </a:lnTo>
                    <a:lnTo>
                      <a:pt x="221" y="379"/>
                    </a:lnTo>
                    <a:lnTo>
                      <a:pt x="302" y="297"/>
                    </a:lnTo>
                    <a:lnTo>
                      <a:pt x="373" y="227"/>
                    </a:lnTo>
                    <a:lnTo>
                      <a:pt x="383" y="215"/>
                    </a:lnTo>
                    <a:lnTo>
                      <a:pt x="384" y="212"/>
                    </a:lnTo>
                    <a:lnTo>
                      <a:pt x="331" y="213"/>
                    </a:lnTo>
                    <a:lnTo>
                      <a:pt x="244" y="181"/>
                    </a:lnTo>
                    <a:lnTo>
                      <a:pt x="166" y="154"/>
                    </a:lnTo>
                    <a:lnTo>
                      <a:pt x="159" y="147"/>
                    </a:lnTo>
                    <a:lnTo>
                      <a:pt x="140" y="132"/>
                    </a:lnTo>
                    <a:lnTo>
                      <a:pt x="132" y="122"/>
                    </a:lnTo>
                    <a:lnTo>
                      <a:pt x="126" y="116"/>
                    </a:lnTo>
                    <a:lnTo>
                      <a:pt x="124" y="110"/>
                    </a:lnTo>
                    <a:lnTo>
                      <a:pt x="119" y="107"/>
                    </a:lnTo>
                    <a:lnTo>
                      <a:pt x="113" y="100"/>
                    </a:lnTo>
                    <a:lnTo>
                      <a:pt x="110" y="95"/>
                    </a:lnTo>
                    <a:lnTo>
                      <a:pt x="103" y="88"/>
                    </a:lnTo>
                    <a:lnTo>
                      <a:pt x="98" y="65"/>
                    </a:lnTo>
                    <a:lnTo>
                      <a:pt x="99" y="60"/>
                    </a:lnTo>
                    <a:lnTo>
                      <a:pt x="103" y="55"/>
                    </a:lnTo>
                    <a:lnTo>
                      <a:pt x="105" y="49"/>
                    </a:lnTo>
                    <a:lnTo>
                      <a:pt x="115" y="37"/>
                    </a:lnTo>
                    <a:lnTo>
                      <a:pt x="120" y="25"/>
                    </a:lnTo>
                    <a:lnTo>
                      <a:pt x="123" y="23"/>
                    </a:lnTo>
                    <a:lnTo>
                      <a:pt x="125" y="27"/>
                    </a:lnTo>
                    <a:lnTo>
                      <a:pt x="130" y="29"/>
                    </a:lnTo>
                    <a:lnTo>
                      <a:pt x="135" y="38"/>
                    </a:lnTo>
                    <a:lnTo>
                      <a:pt x="140" y="41"/>
                    </a:lnTo>
                    <a:lnTo>
                      <a:pt x="151" y="57"/>
                    </a:lnTo>
                    <a:lnTo>
                      <a:pt x="167" y="73"/>
                    </a:lnTo>
                    <a:lnTo>
                      <a:pt x="179" y="82"/>
                    </a:lnTo>
                    <a:lnTo>
                      <a:pt x="186" y="84"/>
                    </a:lnTo>
                    <a:lnTo>
                      <a:pt x="193" y="82"/>
                    </a:lnTo>
                    <a:lnTo>
                      <a:pt x="215" y="83"/>
                    </a:lnTo>
                    <a:lnTo>
                      <a:pt x="222" y="77"/>
                    </a:lnTo>
                    <a:lnTo>
                      <a:pt x="231" y="72"/>
                    </a:lnTo>
                    <a:lnTo>
                      <a:pt x="238" y="70"/>
                    </a:lnTo>
                    <a:lnTo>
                      <a:pt x="248" y="64"/>
                    </a:lnTo>
                    <a:lnTo>
                      <a:pt x="253" y="62"/>
                    </a:lnTo>
                    <a:lnTo>
                      <a:pt x="255" y="60"/>
                    </a:lnTo>
                    <a:lnTo>
                      <a:pt x="258" y="57"/>
                    </a:lnTo>
                    <a:lnTo>
                      <a:pt x="260" y="57"/>
                    </a:lnTo>
                    <a:lnTo>
                      <a:pt x="265" y="61"/>
                    </a:lnTo>
                    <a:lnTo>
                      <a:pt x="269" y="61"/>
                    </a:lnTo>
                    <a:lnTo>
                      <a:pt x="271" y="62"/>
                    </a:lnTo>
                    <a:lnTo>
                      <a:pt x="283" y="61"/>
                    </a:lnTo>
                    <a:lnTo>
                      <a:pt x="291" y="67"/>
                    </a:lnTo>
                    <a:lnTo>
                      <a:pt x="302" y="67"/>
                    </a:lnTo>
                    <a:lnTo>
                      <a:pt x="312" y="65"/>
                    </a:lnTo>
                    <a:lnTo>
                      <a:pt x="317" y="61"/>
                    </a:lnTo>
                    <a:lnTo>
                      <a:pt x="322" y="56"/>
                    </a:lnTo>
                    <a:lnTo>
                      <a:pt x="331" y="54"/>
                    </a:lnTo>
                    <a:lnTo>
                      <a:pt x="336" y="48"/>
                    </a:lnTo>
                    <a:lnTo>
                      <a:pt x="342" y="44"/>
                    </a:lnTo>
                    <a:lnTo>
                      <a:pt x="353" y="41"/>
                    </a:lnTo>
                    <a:lnTo>
                      <a:pt x="365" y="46"/>
                    </a:lnTo>
                    <a:lnTo>
                      <a:pt x="372" y="45"/>
                    </a:lnTo>
                    <a:lnTo>
                      <a:pt x="382" y="44"/>
                    </a:lnTo>
                    <a:lnTo>
                      <a:pt x="393" y="43"/>
                    </a:lnTo>
                    <a:lnTo>
                      <a:pt x="398" y="41"/>
                    </a:lnTo>
                    <a:lnTo>
                      <a:pt x="411" y="33"/>
                    </a:lnTo>
                    <a:lnTo>
                      <a:pt x="417" y="33"/>
                    </a:lnTo>
                    <a:lnTo>
                      <a:pt x="430" y="37"/>
                    </a:lnTo>
                    <a:lnTo>
                      <a:pt x="447" y="29"/>
                    </a:lnTo>
                    <a:lnTo>
                      <a:pt x="451" y="28"/>
                    </a:lnTo>
                    <a:lnTo>
                      <a:pt x="458" y="29"/>
                    </a:lnTo>
                    <a:lnTo>
                      <a:pt x="462" y="24"/>
                    </a:lnTo>
                    <a:lnTo>
                      <a:pt x="473" y="25"/>
                    </a:lnTo>
                    <a:lnTo>
                      <a:pt x="481" y="24"/>
                    </a:lnTo>
                    <a:lnTo>
                      <a:pt x="496" y="21"/>
                    </a:lnTo>
                    <a:lnTo>
                      <a:pt x="501" y="17"/>
                    </a:lnTo>
                    <a:lnTo>
                      <a:pt x="514" y="12"/>
                    </a:lnTo>
                    <a:lnTo>
                      <a:pt x="518" y="2"/>
                    </a:lnTo>
                    <a:lnTo>
                      <a:pt x="527" y="0"/>
                    </a:lnTo>
                    <a:lnTo>
                      <a:pt x="535" y="0"/>
                    </a:lnTo>
                    <a:lnTo>
                      <a:pt x="546" y="7"/>
                    </a:lnTo>
                    <a:lnTo>
                      <a:pt x="555" y="7"/>
                    </a:lnTo>
                    <a:lnTo>
                      <a:pt x="556" y="8"/>
                    </a:lnTo>
                    <a:lnTo>
                      <a:pt x="555" y="14"/>
                    </a:lnTo>
                    <a:lnTo>
                      <a:pt x="555" y="19"/>
                    </a:lnTo>
                    <a:lnTo>
                      <a:pt x="549" y="27"/>
                    </a:lnTo>
                    <a:lnTo>
                      <a:pt x="548" y="33"/>
                    </a:lnTo>
                    <a:lnTo>
                      <a:pt x="548" y="41"/>
                    </a:lnTo>
                    <a:lnTo>
                      <a:pt x="554" y="46"/>
                    </a:lnTo>
                    <a:lnTo>
                      <a:pt x="551" y="52"/>
                    </a:lnTo>
                    <a:lnTo>
                      <a:pt x="552" y="59"/>
                    </a:lnTo>
                    <a:lnTo>
                      <a:pt x="551" y="66"/>
                    </a:lnTo>
                    <a:lnTo>
                      <a:pt x="552" y="75"/>
                    </a:lnTo>
                    <a:lnTo>
                      <a:pt x="551" y="78"/>
                    </a:lnTo>
                    <a:lnTo>
                      <a:pt x="544" y="83"/>
                    </a:lnTo>
                    <a:lnTo>
                      <a:pt x="545" y="86"/>
                    </a:lnTo>
                    <a:lnTo>
                      <a:pt x="551" y="84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6" y="84"/>
                    </a:lnTo>
                    <a:lnTo>
                      <a:pt x="561" y="86"/>
                    </a:lnTo>
                    <a:lnTo>
                      <a:pt x="561" y="89"/>
                    </a:lnTo>
                    <a:lnTo>
                      <a:pt x="560" y="91"/>
                    </a:lnTo>
                    <a:lnTo>
                      <a:pt x="559" y="91"/>
                    </a:lnTo>
                    <a:lnTo>
                      <a:pt x="552" y="88"/>
                    </a:lnTo>
                    <a:lnTo>
                      <a:pt x="545" y="88"/>
                    </a:lnTo>
                    <a:lnTo>
                      <a:pt x="540" y="91"/>
                    </a:lnTo>
                    <a:lnTo>
                      <a:pt x="539" y="92"/>
                    </a:lnTo>
                    <a:lnTo>
                      <a:pt x="539" y="99"/>
                    </a:lnTo>
                    <a:lnTo>
                      <a:pt x="533" y="125"/>
                    </a:lnTo>
                    <a:lnTo>
                      <a:pt x="533" y="141"/>
                    </a:lnTo>
                    <a:lnTo>
                      <a:pt x="530" y="145"/>
                    </a:lnTo>
                    <a:lnTo>
                      <a:pt x="528" y="156"/>
                    </a:lnTo>
                    <a:lnTo>
                      <a:pt x="524" y="159"/>
                    </a:lnTo>
                    <a:lnTo>
                      <a:pt x="518" y="164"/>
                    </a:lnTo>
                    <a:lnTo>
                      <a:pt x="511" y="181"/>
                    </a:lnTo>
                    <a:lnTo>
                      <a:pt x="502" y="190"/>
                    </a:lnTo>
                    <a:lnTo>
                      <a:pt x="497" y="202"/>
                    </a:lnTo>
                    <a:lnTo>
                      <a:pt x="497" y="204"/>
                    </a:lnTo>
                    <a:lnTo>
                      <a:pt x="492" y="207"/>
                    </a:lnTo>
                    <a:lnTo>
                      <a:pt x="485" y="215"/>
                    </a:lnTo>
                    <a:lnTo>
                      <a:pt x="482" y="220"/>
                    </a:lnTo>
                    <a:lnTo>
                      <a:pt x="480" y="226"/>
                    </a:lnTo>
                    <a:lnTo>
                      <a:pt x="479" y="237"/>
                    </a:lnTo>
                    <a:lnTo>
                      <a:pt x="462" y="271"/>
                    </a:lnTo>
                    <a:lnTo>
                      <a:pt x="447" y="296"/>
                    </a:lnTo>
                    <a:lnTo>
                      <a:pt x="444" y="303"/>
                    </a:lnTo>
                    <a:lnTo>
                      <a:pt x="438" y="325"/>
                    </a:lnTo>
                    <a:lnTo>
                      <a:pt x="431" y="344"/>
                    </a:lnTo>
                    <a:lnTo>
                      <a:pt x="422" y="351"/>
                    </a:lnTo>
                    <a:lnTo>
                      <a:pt x="419" y="353"/>
                    </a:lnTo>
                    <a:lnTo>
                      <a:pt x="416" y="357"/>
                    </a:lnTo>
                    <a:lnTo>
                      <a:pt x="414" y="358"/>
                    </a:lnTo>
                    <a:lnTo>
                      <a:pt x="409" y="363"/>
                    </a:lnTo>
                    <a:lnTo>
                      <a:pt x="394" y="378"/>
                    </a:lnTo>
                    <a:lnTo>
                      <a:pt x="389" y="389"/>
                    </a:lnTo>
                    <a:lnTo>
                      <a:pt x="389" y="390"/>
                    </a:lnTo>
                    <a:lnTo>
                      <a:pt x="388" y="395"/>
                    </a:lnTo>
                    <a:lnTo>
                      <a:pt x="382" y="405"/>
                    </a:lnTo>
                    <a:lnTo>
                      <a:pt x="373" y="420"/>
                    </a:lnTo>
                    <a:lnTo>
                      <a:pt x="362" y="432"/>
                    </a:lnTo>
                    <a:lnTo>
                      <a:pt x="363" y="432"/>
                    </a:lnTo>
                    <a:lnTo>
                      <a:pt x="352" y="442"/>
                    </a:lnTo>
                    <a:lnTo>
                      <a:pt x="340" y="453"/>
                    </a:lnTo>
                    <a:lnTo>
                      <a:pt x="334" y="461"/>
                    </a:lnTo>
                    <a:lnTo>
                      <a:pt x="323" y="474"/>
                    </a:lnTo>
                    <a:lnTo>
                      <a:pt x="306" y="486"/>
                    </a:lnTo>
                    <a:lnTo>
                      <a:pt x="297" y="492"/>
                    </a:lnTo>
                    <a:lnTo>
                      <a:pt x="297" y="495"/>
                    </a:lnTo>
                    <a:lnTo>
                      <a:pt x="290" y="506"/>
                    </a:lnTo>
                    <a:lnTo>
                      <a:pt x="277" y="520"/>
                    </a:lnTo>
                    <a:lnTo>
                      <a:pt x="264" y="532"/>
                    </a:lnTo>
                    <a:lnTo>
                      <a:pt x="249" y="541"/>
                    </a:lnTo>
                    <a:lnTo>
                      <a:pt x="243" y="545"/>
                    </a:lnTo>
                    <a:lnTo>
                      <a:pt x="231" y="549"/>
                    </a:lnTo>
                    <a:lnTo>
                      <a:pt x="223" y="550"/>
                    </a:lnTo>
                    <a:lnTo>
                      <a:pt x="216" y="554"/>
                    </a:lnTo>
                    <a:lnTo>
                      <a:pt x="193" y="572"/>
                    </a:lnTo>
                    <a:lnTo>
                      <a:pt x="139" y="620"/>
                    </a:lnTo>
                    <a:lnTo>
                      <a:pt x="120" y="640"/>
                    </a:lnTo>
                    <a:lnTo>
                      <a:pt x="113" y="648"/>
                    </a:lnTo>
                    <a:lnTo>
                      <a:pt x="103" y="659"/>
                    </a:lnTo>
                    <a:lnTo>
                      <a:pt x="91" y="663"/>
                    </a:lnTo>
                    <a:lnTo>
                      <a:pt x="87" y="660"/>
                    </a:lnTo>
                    <a:lnTo>
                      <a:pt x="84" y="665"/>
                    </a:lnTo>
                    <a:lnTo>
                      <a:pt x="87" y="665"/>
                    </a:lnTo>
                    <a:lnTo>
                      <a:pt x="88" y="669"/>
                    </a:lnTo>
                    <a:lnTo>
                      <a:pt x="87" y="672"/>
                    </a:lnTo>
                    <a:lnTo>
                      <a:pt x="83" y="674"/>
                    </a:lnTo>
                    <a:lnTo>
                      <a:pt x="81" y="681"/>
                    </a:lnTo>
                    <a:lnTo>
                      <a:pt x="75" y="691"/>
                    </a:lnTo>
                    <a:lnTo>
                      <a:pt x="61" y="705"/>
                    </a:lnTo>
                    <a:lnTo>
                      <a:pt x="50" y="718"/>
                    </a:lnTo>
                    <a:lnTo>
                      <a:pt x="37" y="730"/>
                    </a:lnTo>
                    <a:lnTo>
                      <a:pt x="32" y="739"/>
                    </a:lnTo>
                    <a:lnTo>
                      <a:pt x="30" y="7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6" name="Freeform 20">
                <a:extLst>
                  <a:ext uri="{FF2B5EF4-FFF2-40B4-BE49-F238E27FC236}">
                    <a16:creationId xmlns:a16="http://schemas.microsoft.com/office/drawing/2014/main" id="{02412D53-18D0-0365-5599-A88AB0CE477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6" y="2228"/>
                <a:ext cx="181" cy="219"/>
              </a:xfrm>
              <a:custGeom>
                <a:avLst/>
                <a:gdLst/>
                <a:ahLst/>
                <a:cxnLst>
                  <a:cxn ang="0">
                    <a:pos x="118" y="375"/>
                  </a:cxn>
                  <a:cxn ang="0">
                    <a:pos x="72" y="426"/>
                  </a:cxn>
                  <a:cxn ang="0">
                    <a:pos x="55" y="449"/>
                  </a:cxn>
                  <a:cxn ang="0">
                    <a:pos x="23" y="508"/>
                  </a:cxn>
                  <a:cxn ang="0">
                    <a:pos x="14" y="527"/>
                  </a:cxn>
                  <a:cxn ang="0">
                    <a:pos x="7" y="564"/>
                  </a:cxn>
                  <a:cxn ang="0">
                    <a:pos x="3" y="596"/>
                  </a:cxn>
                  <a:cxn ang="0">
                    <a:pos x="28" y="623"/>
                  </a:cxn>
                  <a:cxn ang="0">
                    <a:pos x="51" y="667"/>
                  </a:cxn>
                  <a:cxn ang="0">
                    <a:pos x="55" y="703"/>
                  </a:cxn>
                  <a:cxn ang="0">
                    <a:pos x="88" y="777"/>
                  </a:cxn>
                  <a:cxn ang="0">
                    <a:pos x="109" y="817"/>
                  </a:cxn>
                  <a:cxn ang="0">
                    <a:pos x="161" y="840"/>
                  </a:cxn>
                  <a:cxn ang="0">
                    <a:pos x="179" y="869"/>
                  </a:cxn>
                  <a:cxn ang="0">
                    <a:pos x="229" y="914"/>
                  </a:cxn>
                  <a:cxn ang="0">
                    <a:pos x="256" y="950"/>
                  </a:cxn>
                  <a:cxn ang="0">
                    <a:pos x="303" y="993"/>
                  </a:cxn>
                  <a:cxn ang="0">
                    <a:pos x="329" y="1031"/>
                  </a:cxn>
                  <a:cxn ang="0">
                    <a:pos x="369" y="1055"/>
                  </a:cxn>
                  <a:cxn ang="0">
                    <a:pos x="426" y="1042"/>
                  </a:cxn>
                  <a:cxn ang="0">
                    <a:pos x="484" y="1091"/>
                  </a:cxn>
                  <a:cxn ang="0">
                    <a:pos x="517" y="1090"/>
                  </a:cxn>
                  <a:cxn ang="0">
                    <a:pos x="556" y="1097"/>
                  </a:cxn>
                  <a:cxn ang="0">
                    <a:pos x="616" y="1089"/>
                  </a:cxn>
                  <a:cxn ang="0">
                    <a:pos x="662" y="1071"/>
                  </a:cxn>
                  <a:cxn ang="0">
                    <a:pos x="731" y="1046"/>
                  </a:cxn>
                  <a:cxn ang="0">
                    <a:pos x="767" y="1011"/>
                  </a:cxn>
                  <a:cxn ang="0">
                    <a:pos x="727" y="988"/>
                  </a:cxn>
                  <a:cxn ang="0">
                    <a:pos x="702" y="930"/>
                  </a:cxn>
                  <a:cxn ang="0">
                    <a:pos x="665" y="891"/>
                  </a:cxn>
                  <a:cxn ang="0">
                    <a:pos x="629" y="874"/>
                  </a:cxn>
                  <a:cxn ang="0">
                    <a:pos x="614" y="855"/>
                  </a:cxn>
                  <a:cxn ang="0">
                    <a:pos x="652" y="834"/>
                  </a:cxn>
                  <a:cxn ang="0">
                    <a:pos x="672" y="763"/>
                  </a:cxn>
                  <a:cxn ang="0">
                    <a:pos x="676" y="719"/>
                  </a:cxn>
                  <a:cxn ang="0">
                    <a:pos x="697" y="697"/>
                  </a:cxn>
                  <a:cxn ang="0">
                    <a:pos x="723" y="651"/>
                  </a:cxn>
                  <a:cxn ang="0">
                    <a:pos x="783" y="582"/>
                  </a:cxn>
                  <a:cxn ang="0">
                    <a:pos x="798" y="473"/>
                  </a:cxn>
                  <a:cxn ang="0">
                    <a:pos x="821" y="387"/>
                  </a:cxn>
                  <a:cxn ang="0">
                    <a:pos x="842" y="348"/>
                  </a:cxn>
                  <a:cxn ang="0">
                    <a:pos x="885" y="323"/>
                  </a:cxn>
                  <a:cxn ang="0">
                    <a:pos x="904" y="284"/>
                  </a:cxn>
                  <a:cxn ang="0">
                    <a:pos x="887" y="270"/>
                  </a:cxn>
                  <a:cxn ang="0">
                    <a:pos x="852" y="252"/>
                  </a:cxn>
                  <a:cxn ang="0">
                    <a:pos x="837" y="157"/>
                  </a:cxn>
                  <a:cxn ang="0">
                    <a:pos x="821" y="94"/>
                  </a:cxn>
                  <a:cxn ang="0">
                    <a:pos x="798" y="44"/>
                  </a:cxn>
                  <a:cxn ang="0">
                    <a:pos x="749" y="0"/>
                  </a:cxn>
                  <a:cxn ang="0">
                    <a:pos x="672" y="53"/>
                  </a:cxn>
                  <a:cxn ang="0">
                    <a:pos x="522" y="65"/>
                  </a:cxn>
                  <a:cxn ang="0">
                    <a:pos x="519" y="53"/>
                  </a:cxn>
                  <a:cxn ang="0">
                    <a:pos x="379" y="65"/>
                  </a:cxn>
                  <a:cxn ang="0">
                    <a:pos x="170" y="65"/>
                  </a:cxn>
                  <a:cxn ang="0">
                    <a:pos x="118" y="210"/>
                  </a:cxn>
                </a:cxnLst>
                <a:rect l="0" t="0" r="r" b="b"/>
                <a:pathLst>
                  <a:path w="907" h="1097">
                    <a:moveTo>
                      <a:pt x="118" y="210"/>
                    </a:moveTo>
                    <a:lnTo>
                      <a:pt x="118" y="266"/>
                    </a:lnTo>
                    <a:lnTo>
                      <a:pt x="118" y="320"/>
                    </a:lnTo>
                    <a:lnTo>
                      <a:pt x="118" y="375"/>
                    </a:lnTo>
                    <a:lnTo>
                      <a:pt x="116" y="424"/>
                    </a:lnTo>
                    <a:lnTo>
                      <a:pt x="110" y="425"/>
                    </a:lnTo>
                    <a:lnTo>
                      <a:pt x="81" y="425"/>
                    </a:lnTo>
                    <a:lnTo>
                      <a:pt x="72" y="426"/>
                    </a:lnTo>
                    <a:lnTo>
                      <a:pt x="60" y="428"/>
                    </a:lnTo>
                    <a:lnTo>
                      <a:pt x="59" y="429"/>
                    </a:lnTo>
                    <a:lnTo>
                      <a:pt x="56" y="438"/>
                    </a:lnTo>
                    <a:lnTo>
                      <a:pt x="55" y="449"/>
                    </a:lnTo>
                    <a:lnTo>
                      <a:pt x="51" y="460"/>
                    </a:lnTo>
                    <a:lnTo>
                      <a:pt x="39" y="477"/>
                    </a:lnTo>
                    <a:lnTo>
                      <a:pt x="23" y="495"/>
                    </a:lnTo>
                    <a:lnTo>
                      <a:pt x="23" y="508"/>
                    </a:lnTo>
                    <a:lnTo>
                      <a:pt x="24" y="516"/>
                    </a:lnTo>
                    <a:lnTo>
                      <a:pt x="23" y="521"/>
                    </a:lnTo>
                    <a:lnTo>
                      <a:pt x="22" y="522"/>
                    </a:lnTo>
                    <a:lnTo>
                      <a:pt x="14" y="527"/>
                    </a:lnTo>
                    <a:lnTo>
                      <a:pt x="11" y="531"/>
                    </a:lnTo>
                    <a:lnTo>
                      <a:pt x="9" y="541"/>
                    </a:lnTo>
                    <a:lnTo>
                      <a:pt x="9" y="555"/>
                    </a:lnTo>
                    <a:lnTo>
                      <a:pt x="7" y="564"/>
                    </a:lnTo>
                    <a:lnTo>
                      <a:pt x="1" y="575"/>
                    </a:lnTo>
                    <a:lnTo>
                      <a:pt x="0" y="580"/>
                    </a:lnTo>
                    <a:lnTo>
                      <a:pt x="0" y="596"/>
                    </a:lnTo>
                    <a:lnTo>
                      <a:pt x="3" y="596"/>
                    </a:lnTo>
                    <a:lnTo>
                      <a:pt x="8" y="595"/>
                    </a:lnTo>
                    <a:lnTo>
                      <a:pt x="24" y="591"/>
                    </a:lnTo>
                    <a:lnTo>
                      <a:pt x="23" y="607"/>
                    </a:lnTo>
                    <a:lnTo>
                      <a:pt x="28" y="623"/>
                    </a:lnTo>
                    <a:lnTo>
                      <a:pt x="40" y="657"/>
                    </a:lnTo>
                    <a:lnTo>
                      <a:pt x="41" y="659"/>
                    </a:lnTo>
                    <a:lnTo>
                      <a:pt x="48" y="662"/>
                    </a:lnTo>
                    <a:lnTo>
                      <a:pt x="51" y="667"/>
                    </a:lnTo>
                    <a:lnTo>
                      <a:pt x="54" y="676"/>
                    </a:lnTo>
                    <a:lnTo>
                      <a:pt x="54" y="684"/>
                    </a:lnTo>
                    <a:lnTo>
                      <a:pt x="45" y="688"/>
                    </a:lnTo>
                    <a:lnTo>
                      <a:pt x="55" y="703"/>
                    </a:lnTo>
                    <a:lnTo>
                      <a:pt x="72" y="722"/>
                    </a:lnTo>
                    <a:lnTo>
                      <a:pt x="88" y="743"/>
                    </a:lnTo>
                    <a:lnTo>
                      <a:pt x="93" y="759"/>
                    </a:lnTo>
                    <a:lnTo>
                      <a:pt x="88" y="777"/>
                    </a:lnTo>
                    <a:lnTo>
                      <a:pt x="86" y="793"/>
                    </a:lnTo>
                    <a:lnTo>
                      <a:pt x="88" y="806"/>
                    </a:lnTo>
                    <a:lnTo>
                      <a:pt x="98" y="816"/>
                    </a:lnTo>
                    <a:lnTo>
                      <a:pt x="109" y="817"/>
                    </a:lnTo>
                    <a:lnTo>
                      <a:pt x="122" y="821"/>
                    </a:lnTo>
                    <a:lnTo>
                      <a:pt x="127" y="836"/>
                    </a:lnTo>
                    <a:lnTo>
                      <a:pt x="138" y="840"/>
                    </a:lnTo>
                    <a:lnTo>
                      <a:pt x="161" y="840"/>
                    </a:lnTo>
                    <a:lnTo>
                      <a:pt x="169" y="847"/>
                    </a:lnTo>
                    <a:lnTo>
                      <a:pt x="179" y="854"/>
                    </a:lnTo>
                    <a:lnTo>
                      <a:pt x="180" y="859"/>
                    </a:lnTo>
                    <a:lnTo>
                      <a:pt x="179" y="869"/>
                    </a:lnTo>
                    <a:lnTo>
                      <a:pt x="185" y="880"/>
                    </a:lnTo>
                    <a:lnTo>
                      <a:pt x="204" y="892"/>
                    </a:lnTo>
                    <a:lnTo>
                      <a:pt x="222" y="904"/>
                    </a:lnTo>
                    <a:lnTo>
                      <a:pt x="229" y="914"/>
                    </a:lnTo>
                    <a:lnTo>
                      <a:pt x="240" y="920"/>
                    </a:lnTo>
                    <a:lnTo>
                      <a:pt x="245" y="930"/>
                    </a:lnTo>
                    <a:lnTo>
                      <a:pt x="249" y="941"/>
                    </a:lnTo>
                    <a:lnTo>
                      <a:pt x="256" y="950"/>
                    </a:lnTo>
                    <a:lnTo>
                      <a:pt x="258" y="961"/>
                    </a:lnTo>
                    <a:lnTo>
                      <a:pt x="267" y="964"/>
                    </a:lnTo>
                    <a:lnTo>
                      <a:pt x="297" y="984"/>
                    </a:lnTo>
                    <a:lnTo>
                      <a:pt x="303" y="993"/>
                    </a:lnTo>
                    <a:lnTo>
                      <a:pt x="304" y="1004"/>
                    </a:lnTo>
                    <a:lnTo>
                      <a:pt x="310" y="1011"/>
                    </a:lnTo>
                    <a:lnTo>
                      <a:pt x="317" y="1022"/>
                    </a:lnTo>
                    <a:lnTo>
                      <a:pt x="329" y="1031"/>
                    </a:lnTo>
                    <a:lnTo>
                      <a:pt x="335" y="1039"/>
                    </a:lnTo>
                    <a:lnTo>
                      <a:pt x="340" y="1049"/>
                    </a:lnTo>
                    <a:lnTo>
                      <a:pt x="363" y="1058"/>
                    </a:lnTo>
                    <a:lnTo>
                      <a:pt x="369" y="1055"/>
                    </a:lnTo>
                    <a:lnTo>
                      <a:pt x="376" y="1047"/>
                    </a:lnTo>
                    <a:lnTo>
                      <a:pt x="403" y="1053"/>
                    </a:lnTo>
                    <a:lnTo>
                      <a:pt x="414" y="1052"/>
                    </a:lnTo>
                    <a:lnTo>
                      <a:pt x="426" y="1042"/>
                    </a:lnTo>
                    <a:lnTo>
                      <a:pt x="437" y="1048"/>
                    </a:lnTo>
                    <a:lnTo>
                      <a:pt x="461" y="1074"/>
                    </a:lnTo>
                    <a:lnTo>
                      <a:pt x="475" y="1082"/>
                    </a:lnTo>
                    <a:lnTo>
                      <a:pt x="484" y="1091"/>
                    </a:lnTo>
                    <a:lnTo>
                      <a:pt x="490" y="1096"/>
                    </a:lnTo>
                    <a:lnTo>
                      <a:pt x="496" y="1096"/>
                    </a:lnTo>
                    <a:lnTo>
                      <a:pt x="503" y="1091"/>
                    </a:lnTo>
                    <a:lnTo>
                      <a:pt x="517" y="1090"/>
                    </a:lnTo>
                    <a:lnTo>
                      <a:pt x="528" y="1093"/>
                    </a:lnTo>
                    <a:lnTo>
                      <a:pt x="538" y="1091"/>
                    </a:lnTo>
                    <a:lnTo>
                      <a:pt x="550" y="1090"/>
                    </a:lnTo>
                    <a:lnTo>
                      <a:pt x="556" y="1097"/>
                    </a:lnTo>
                    <a:lnTo>
                      <a:pt x="573" y="1093"/>
                    </a:lnTo>
                    <a:lnTo>
                      <a:pt x="587" y="1092"/>
                    </a:lnTo>
                    <a:lnTo>
                      <a:pt x="600" y="1087"/>
                    </a:lnTo>
                    <a:lnTo>
                      <a:pt x="616" y="1089"/>
                    </a:lnTo>
                    <a:lnTo>
                      <a:pt x="635" y="1089"/>
                    </a:lnTo>
                    <a:lnTo>
                      <a:pt x="662" y="1071"/>
                    </a:lnTo>
                    <a:lnTo>
                      <a:pt x="662" y="1068"/>
                    </a:lnTo>
                    <a:lnTo>
                      <a:pt x="662" y="1071"/>
                    </a:lnTo>
                    <a:lnTo>
                      <a:pt x="678" y="1052"/>
                    </a:lnTo>
                    <a:lnTo>
                      <a:pt x="690" y="1044"/>
                    </a:lnTo>
                    <a:lnTo>
                      <a:pt x="701" y="1043"/>
                    </a:lnTo>
                    <a:lnTo>
                      <a:pt x="731" y="1046"/>
                    </a:lnTo>
                    <a:lnTo>
                      <a:pt x="744" y="1046"/>
                    </a:lnTo>
                    <a:lnTo>
                      <a:pt x="765" y="1043"/>
                    </a:lnTo>
                    <a:lnTo>
                      <a:pt x="766" y="1021"/>
                    </a:lnTo>
                    <a:lnTo>
                      <a:pt x="767" y="1011"/>
                    </a:lnTo>
                    <a:lnTo>
                      <a:pt x="766" y="1004"/>
                    </a:lnTo>
                    <a:lnTo>
                      <a:pt x="759" y="999"/>
                    </a:lnTo>
                    <a:lnTo>
                      <a:pt x="735" y="994"/>
                    </a:lnTo>
                    <a:lnTo>
                      <a:pt x="727" y="988"/>
                    </a:lnTo>
                    <a:lnTo>
                      <a:pt x="722" y="979"/>
                    </a:lnTo>
                    <a:lnTo>
                      <a:pt x="712" y="952"/>
                    </a:lnTo>
                    <a:lnTo>
                      <a:pt x="707" y="940"/>
                    </a:lnTo>
                    <a:lnTo>
                      <a:pt x="702" y="930"/>
                    </a:lnTo>
                    <a:lnTo>
                      <a:pt x="680" y="917"/>
                    </a:lnTo>
                    <a:lnTo>
                      <a:pt x="673" y="909"/>
                    </a:lnTo>
                    <a:lnTo>
                      <a:pt x="667" y="901"/>
                    </a:lnTo>
                    <a:lnTo>
                      <a:pt x="665" y="891"/>
                    </a:lnTo>
                    <a:lnTo>
                      <a:pt x="657" y="881"/>
                    </a:lnTo>
                    <a:lnTo>
                      <a:pt x="648" y="876"/>
                    </a:lnTo>
                    <a:lnTo>
                      <a:pt x="637" y="872"/>
                    </a:lnTo>
                    <a:lnTo>
                      <a:pt x="629" y="874"/>
                    </a:lnTo>
                    <a:lnTo>
                      <a:pt x="621" y="867"/>
                    </a:lnTo>
                    <a:lnTo>
                      <a:pt x="615" y="867"/>
                    </a:lnTo>
                    <a:lnTo>
                      <a:pt x="609" y="863"/>
                    </a:lnTo>
                    <a:lnTo>
                      <a:pt x="614" y="855"/>
                    </a:lnTo>
                    <a:lnTo>
                      <a:pt x="620" y="850"/>
                    </a:lnTo>
                    <a:lnTo>
                      <a:pt x="620" y="836"/>
                    </a:lnTo>
                    <a:lnTo>
                      <a:pt x="630" y="832"/>
                    </a:lnTo>
                    <a:lnTo>
                      <a:pt x="652" y="834"/>
                    </a:lnTo>
                    <a:lnTo>
                      <a:pt x="663" y="829"/>
                    </a:lnTo>
                    <a:lnTo>
                      <a:pt x="670" y="823"/>
                    </a:lnTo>
                    <a:lnTo>
                      <a:pt x="672" y="808"/>
                    </a:lnTo>
                    <a:lnTo>
                      <a:pt x="672" y="763"/>
                    </a:lnTo>
                    <a:lnTo>
                      <a:pt x="676" y="747"/>
                    </a:lnTo>
                    <a:lnTo>
                      <a:pt x="678" y="736"/>
                    </a:lnTo>
                    <a:lnTo>
                      <a:pt x="676" y="730"/>
                    </a:lnTo>
                    <a:lnTo>
                      <a:pt x="676" y="719"/>
                    </a:lnTo>
                    <a:lnTo>
                      <a:pt x="680" y="721"/>
                    </a:lnTo>
                    <a:lnTo>
                      <a:pt x="683" y="714"/>
                    </a:lnTo>
                    <a:lnTo>
                      <a:pt x="690" y="702"/>
                    </a:lnTo>
                    <a:lnTo>
                      <a:pt x="697" y="697"/>
                    </a:lnTo>
                    <a:lnTo>
                      <a:pt x="708" y="697"/>
                    </a:lnTo>
                    <a:lnTo>
                      <a:pt x="713" y="692"/>
                    </a:lnTo>
                    <a:lnTo>
                      <a:pt x="718" y="665"/>
                    </a:lnTo>
                    <a:lnTo>
                      <a:pt x="723" y="651"/>
                    </a:lnTo>
                    <a:lnTo>
                      <a:pt x="758" y="602"/>
                    </a:lnTo>
                    <a:lnTo>
                      <a:pt x="767" y="592"/>
                    </a:lnTo>
                    <a:lnTo>
                      <a:pt x="776" y="590"/>
                    </a:lnTo>
                    <a:lnTo>
                      <a:pt x="783" y="582"/>
                    </a:lnTo>
                    <a:lnTo>
                      <a:pt x="801" y="525"/>
                    </a:lnTo>
                    <a:lnTo>
                      <a:pt x="801" y="509"/>
                    </a:lnTo>
                    <a:lnTo>
                      <a:pt x="798" y="493"/>
                    </a:lnTo>
                    <a:lnTo>
                      <a:pt x="798" y="473"/>
                    </a:lnTo>
                    <a:lnTo>
                      <a:pt x="802" y="456"/>
                    </a:lnTo>
                    <a:lnTo>
                      <a:pt x="809" y="442"/>
                    </a:lnTo>
                    <a:lnTo>
                      <a:pt x="818" y="408"/>
                    </a:lnTo>
                    <a:lnTo>
                      <a:pt x="821" y="387"/>
                    </a:lnTo>
                    <a:lnTo>
                      <a:pt x="821" y="379"/>
                    </a:lnTo>
                    <a:lnTo>
                      <a:pt x="825" y="358"/>
                    </a:lnTo>
                    <a:lnTo>
                      <a:pt x="829" y="349"/>
                    </a:lnTo>
                    <a:lnTo>
                      <a:pt x="842" y="348"/>
                    </a:lnTo>
                    <a:lnTo>
                      <a:pt x="851" y="343"/>
                    </a:lnTo>
                    <a:lnTo>
                      <a:pt x="856" y="336"/>
                    </a:lnTo>
                    <a:lnTo>
                      <a:pt x="877" y="326"/>
                    </a:lnTo>
                    <a:lnTo>
                      <a:pt x="885" y="323"/>
                    </a:lnTo>
                    <a:lnTo>
                      <a:pt x="898" y="317"/>
                    </a:lnTo>
                    <a:lnTo>
                      <a:pt x="905" y="302"/>
                    </a:lnTo>
                    <a:lnTo>
                      <a:pt x="907" y="293"/>
                    </a:lnTo>
                    <a:lnTo>
                      <a:pt x="904" y="284"/>
                    </a:lnTo>
                    <a:lnTo>
                      <a:pt x="899" y="284"/>
                    </a:lnTo>
                    <a:lnTo>
                      <a:pt x="896" y="280"/>
                    </a:lnTo>
                    <a:lnTo>
                      <a:pt x="891" y="282"/>
                    </a:lnTo>
                    <a:lnTo>
                      <a:pt x="887" y="270"/>
                    </a:lnTo>
                    <a:lnTo>
                      <a:pt x="880" y="264"/>
                    </a:lnTo>
                    <a:lnTo>
                      <a:pt x="873" y="263"/>
                    </a:lnTo>
                    <a:lnTo>
                      <a:pt x="858" y="257"/>
                    </a:lnTo>
                    <a:lnTo>
                      <a:pt x="852" y="252"/>
                    </a:lnTo>
                    <a:lnTo>
                      <a:pt x="847" y="245"/>
                    </a:lnTo>
                    <a:lnTo>
                      <a:pt x="840" y="214"/>
                    </a:lnTo>
                    <a:lnTo>
                      <a:pt x="837" y="191"/>
                    </a:lnTo>
                    <a:lnTo>
                      <a:pt x="837" y="157"/>
                    </a:lnTo>
                    <a:lnTo>
                      <a:pt x="836" y="117"/>
                    </a:lnTo>
                    <a:lnTo>
                      <a:pt x="839" y="118"/>
                    </a:lnTo>
                    <a:lnTo>
                      <a:pt x="836" y="111"/>
                    </a:lnTo>
                    <a:lnTo>
                      <a:pt x="821" y="94"/>
                    </a:lnTo>
                    <a:lnTo>
                      <a:pt x="820" y="81"/>
                    </a:lnTo>
                    <a:lnTo>
                      <a:pt x="819" y="65"/>
                    </a:lnTo>
                    <a:lnTo>
                      <a:pt x="808" y="49"/>
                    </a:lnTo>
                    <a:lnTo>
                      <a:pt x="798" y="44"/>
                    </a:lnTo>
                    <a:lnTo>
                      <a:pt x="787" y="31"/>
                    </a:lnTo>
                    <a:lnTo>
                      <a:pt x="776" y="25"/>
                    </a:lnTo>
                    <a:lnTo>
                      <a:pt x="761" y="19"/>
                    </a:lnTo>
                    <a:lnTo>
                      <a:pt x="749" y="0"/>
                    </a:lnTo>
                    <a:lnTo>
                      <a:pt x="727" y="20"/>
                    </a:lnTo>
                    <a:lnTo>
                      <a:pt x="713" y="15"/>
                    </a:lnTo>
                    <a:lnTo>
                      <a:pt x="701" y="46"/>
                    </a:lnTo>
                    <a:lnTo>
                      <a:pt x="672" y="53"/>
                    </a:lnTo>
                    <a:lnTo>
                      <a:pt x="664" y="78"/>
                    </a:lnTo>
                    <a:lnTo>
                      <a:pt x="637" y="80"/>
                    </a:lnTo>
                    <a:lnTo>
                      <a:pt x="619" y="67"/>
                    </a:lnTo>
                    <a:lnTo>
                      <a:pt x="522" y="65"/>
                    </a:lnTo>
                    <a:lnTo>
                      <a:pt x="527" y="54"/>
                    </a:lnTo>
                    <a:lnTo>
                      <a:pt x="524" y="54"/>
                    </a:lnTo>
                    <a:lnTo>
                      <a:pt x="522" y="53"/>
                    </a:lnTo>
                    <a:lnTo>
                      <a:pt x="519" y="53"/>
                    </a:lnTo>
                    <a:lnTo>
                      <a:pt x="512" y="65"/>
                    </a:lnTo>
                    <a:lnTo>
                      <a:pt x="484" y="65"/>
                    </a:lnTo>
                    <a:lnTo>
                      <a:pt x="431" y="65"/>
                    </a:lnTo>
                    <a:lnTo>
                      <a:pt x="379" y="65"/>
                    </a:lnTo>
                    <a:lnTo>
                      <a:pt x="326" y="65"/>
                    </a:lnTo>
                    <a:lnTo>
                      <a:pt x="275" y="65"/>
                    </a:lnTo>
                    <a:lnTo>
                      <a:pt x="223" y="65"/>
                    </a:lnTo>
                    <a:lnTo>
                      <a:pt x="170" y="65"/>
                    </a:lnTo>
                    <a:lnTo>
                      <a:pt x="170" y="118"/>
                    </a:lnTo>
                    <a:lnTo>
                      <a:pt x="170" y="177"/>
                    </a:lnTo>
                    <a:lnTo>
                      <a:pt x="118" y="177"/>
                    </a:lnTo>
                    <a:lnTo>
                      <a:pt x="118" y="2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7" name="Freeform 21">
                <a:extLst>
                  <a:ext uri="{FF2B5EF4-FFF2-40B4-BE49-F238E27FC236}">
                    <a16:creationId xmlns:a16="http://schemas.microsoft.com/office/drawing/2014/main" id="{AF362711-88B6-FBBD-BF0E-0C3A151D276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7" y="2222"/>
                <a:ext cx="174" cy="136"/>
              </a:xfrm>
              <a:custGeom>
                <a:avLst/>
                <a:gdLst/>
                <a:ahLst/>
                <a:cxnLst>
                  <a:cxn ang="0">
                    <a:pos x="222" y="381"/>
                  </a:cxn>
                  <a:cxn ang="0">
                    <a:pos x="209" y="442"/>
                  </a:cxn>
                  <a:cxn ang="0">
                    <a:pos x="192" y="463"/>
                  </a:cxn>
                  <a:cxn ang="0">
                    <a:pos x="186" y="474"/>
                  </a:cxn>
                  <a:cxn ang="0">
                    <a:pos x="160" y="475"/>
                  </a:cxn>
                  <a:cxn ang="0">
                    <a:pos x="42" y="495"/>
                  </a:cxn>
                  <a:cxn ang="0">
                    <a:pos x="3" y="511"/>
                  </a:cxn>
                  <a:cxn ang="0">
                    <a:pos x="11" y="532"/>
                  </a:cxn>
                  <a:cxn ang="0">
                    <a:pos x="15" y="550"/>
                  </a:cxn>
                  <a:cxn ang="0">
                    <a:pos x="49" y="588"/>
                  </a:cxn>
                  <a:cxn ang="0">
                    <a:pos x="70" y="622"/>
                  </a:cxn>
                  <a:cxn ang="0">
                    <a:pos x="92" y="629"/>
                  </a:cxn>
                  <a:cxn ang="0">
                    <a:pos x="106" y="622"/>
                  </a:cxn>
                  <a:cxn ang="0">
                    <a:pos x="119" y="637"/>
                  </a:cxn>
                  <a:cxn ang="0">
                    <a:pos x="109" y="641"/>
                  </a:cxn>
                  <a:cxn ang="0">
                    <a:pos x="116" y="656"/>
                  </a:cxn>
                  <a:cxn ang="0">
                    <a:pos x="127" y="653"/>
                  </a:cxn>
                  <a:cxn ang="0">
                    <a:pos x="143" y="645"/>
                  </a:cxn>
                  <a:cxn ang="0">
                    <a:pos x="165" y="653"/>
                  </a:cxn>
                  <a:cxn ang="0">
                    <a:pos x="193" y="678"/>
                  </a:cxn>
                  <a:cxn ang="0">
                    <a:pos x="193" y="637"/>
                  </a:cxn>
                  <a:cxn ang="0">
                    <a:pos x="206" y="624"/>
                  </a:cxn>
                  <a:cxn ang="0">
                    <a:pos x="221" y="586"/>
                  </a:cxn>
                  <a:cxn ang="0">
                    <a:pos x="259" y="565"/>
                  </a:cxn>
                  <a:cxn ang="0">
                    <a:pos x="291" y="561"/>
                  </a:cxn>
                  <a:cxn ang="0">
                    <a:pos x="365" y="602"/>
                  </a:cxn>
                  <a:cxn ang="0">
                    <a:pos x="386" y="609"/>
                  </a:cxn>
                  <a:cxn ang="0">
                    <a:pos x="418" y="588"/>
                  </a:cxn>
                  <a:cxn ang="0">
                    <a:pos x="471" y="613"/>
                  </a:cxn>
                  <a:cxn ang="0">
                    <a:pos x="519" y="618"/>
                  </a:cxn>
                  <a:cxn ang="0">
                    <a:pos x="559" y="588"/>
                  </a:cxn>
                  <a:cxn ang="0">
                    <a:pos x="613" y="587"/>
                  </a:cxn>
                  <a:cxn ang="0">
                    <a:pos x="647" y="591"/>
                  </a:cxn>
                  <a:cxn ang="0">
                    <a:pos x="672" y="597"/>
                  </a:cxn>
                  <a:cxn ang="0">
                    <a:pos x="688" y="582"/>
                  </a:cxn>
                  <a:cxn ang="0">
                    <a:pos x="708" y="576"/>
                  </a:cxn>
                  <a:cxn ang="0">
                    <a:pos x="718" y="561"/>
                  </a:cxn>
                  <a:cxn ang="0">
                    <a:pos x="709" y="545"/>
                  </a:cxn>
                  <a:cxn ang="0">
                    <a:pos x="725" y="533"/>
                  </a:cxn>
                  <a:cxn ang="0">
                    <a:pos x="732" y="515"/>
                  </a:cxn>
                  <a:cxn ang="0">
                    <a:pos x="746" y="501"/>
                  </a:cxn>
                  <a:cxn ang="0">
                    <a:pos x="838" y="386"/>
                  </a:cxn>
                  <a:cxn ang="0">
                    <a:pos x="872" y="184"/>
                  </a:cxn>
                  <a:cxn ang="0">
                    <a:pos x="837" y="160"/>
                  </a:cxn>
                  <a:cxn ang="0">
                    <a:pos x="826" y="135"/>
                  </a:cxn>
                  <a:cxn ang="0">
                    <a:pos x="818" y="117"/>
                  </a:cxn>
                  <a:cxn ang="0">
                    <a:pos x="795" y="26"/>
                  </a:cxn>
                  <a:cxn ang="0">
                    <a:pos x="773" y="11"/>
                  </a:cxn>
                  <a:cxn ang="0">
                    <a:pos x="720" y="1"/>
                  </a:cxn>
                  <a:cxn ang="0">
                    <a:pos x="643" y="1"/>
                  </a:cxn>
                  <a:cxn ang="0">
                    <a:pos x="568" y="53"/>
                  </a:cxn>
                  <a:cxn ang="0">
                    <a:pos x="437" y="145"/>
                  </a:cxn>
                  <a:cxn ang="0">
                    <a:pos x="307" y="236"/>
                  </a:cxn>
                  <a:cxn ang="0">
                    <a:pos x="221" y="257"/>
                  </a:cxn>
                  <a:cxn ang="0">
                    <a:pos x="222" y="271"/>
                  </a:cxn>
                </a:cxnLst>
                <a:rect l="0" t="0" r="r" b="b"/>
                <a:pathLst>
                  <a:path w="872" h="678">
                    <a:moveTo>
                      <a:pt x="222" y="271"/>
                    </a:moveTo>
                    <a:lnTo>
                      <a:pt x="222" y="327"/>
                    </a:lnTo>
                    <a:lnTo>
                      <a:pt x="222" y="381"/>
                    </a:lnTo>
                    <a:lnTo>
                      <a:pt x="222" y="435"/>
                    </a:lnTo>
                    <a:lnTo>
                      <a:pt x="219" y="436"/>
                    </a:lnTo>
                    <a:lnTo>
                      <a:pt x="209" y="442"/>
                    </a:lnTo>
                    <a:lnTo>
                      <a:pt x="205" y="448"/>
                    </a:lnTo>
                    <a:lnTo>
                      <a:pt x="204" y="456"/>
                    </a:lnTo>
                    <a:lnTo>
                      <a:pt x="192" y="463"/>
                    </a:lnTo>
                    <a:lnTo>
                      <a:pt x="188" y="466"/>
                    </a:lnTo>
                    <a:lnTo>
                      <a:pt x="186" y="469"/>
                    </a:lnTo>
                    <a:lnTo>
                      <a:pt x="186" y="474"/>
                    </a:lnTo>
                    <a:lnTo>
                      <a:pt x="173" y="473"/>
                    </a:lnTo>
                    <a:lnTo>
                      <a:pt x="160" y="472"/>
                    </a:lnTo>
                    <a:lnTo>
                      <a:pt x="160" y="475"/>
                    </a:lnTo>
                    <a:lnTo>
                      <a:pt x="155" y="474"/>
                    </a:lnTo>
                    <a:lnTo>
                      <a:pt x="66" y="475"/>
                    </a:lnTo>
                    <a:lnTo>
                      <a:pt x="42" y="495"/>
                    </a:lnTo>
                    <a:lnTo>
                      <a:pt x="5" y="495"/>
                    </a:lnTo>
                    <a:lnTo>
                      <a:pt x="4" y="499"/>
                    </a:lnTo>
                    <a:lnTo>
                      <a:pt x="3" y="511"/>
                    </a:lnTo>
                    <a:lnTo>
                      <a:pt x="0" y="521"/>
                    </a:lnTo>
                    <a:lnTo>
                      <a:pt x="1" y="523"/>
                    </a:lnTo>
                    <a:lnTo>
                      <a:pt x="11" y="532"/>
                    </a:lnTo>
                    <a:lnTo>
                      <a:pt x="12" y="534"/>
                    </a:lnTo>
                    <a:lnTo>
                      <a:pt x="11" y="543"/>
                    </a:lnTo>
                    <a:lnTo>
                      <a:pt x="15" y="550"/>
                    </a:lnTo>
                    <a:lnTo>
                      <a:pt x="27" y="565"/>
                    </a:lnTo>
                    <a:lnTo>
                      <a:pt x="44" y="579"/>
                    </a:lnTo>
                    <a:lnTo>
                      <a:pt x="49" y="588"/>
                    </a:lnTo>
                    <a:lnTo>
                      <a:pt x="55" y="603"/>
                    </a:lnTo>
                    <a:lnTo>
                      <a:pt x="59" y="609"/>
                    </a:lnTo>
                    <a:lnTo>
                      <a:pt x="70" y="622"/>
                    </a:lnTo>
                    <a:lnTo>
                      <a:pt x="78" y="626"/>
                    </a:lnTo>
                    <a:lnTo>
                      <a:pt x="89" y="629"/>
                    </a:lnTo>
                    <a:lnTo>
                      <a:pt x="92" y="629"/>
                    </a:lnTo>
                    <a:lnTo>
                      <a:pt x="97" y="628"/>
                    </a:lnTo>
                    <a:lnTo>
                      <a:pt x="102" y="623"/>
                    </a:lnTo>
                    <a:lnTo>
                      <a:pt x="106" y="622"/>
                    </a:lnTo>
                    <a:lnTo>
                      <a:pt x="112" y="625"/>
                    </a:lnTo>
                    <a:lnTo>
                      <a:pt x="118" y="635"/>
                    </a:lnTo>
                    <a:lnTo>
                      <a:pt x="119" y="637"/>
                    </a:lnTo>
                    <a:lnTo>
                      <a:pt x="118" y="640"/>
                    </a:lnTo>
                    <a:lnTo>
                      <a:pt x="113" y="640"/>
                    </a:lnTo>
                    <a:lnTo>
                      <a:pt x="109" y="641"/>
                    </a:lnTo>
                    <a:lnTo>
                      <a:pt x="108" y="645"/>
                    </a:lnTo>
                    <a:lnTo>
                      <a:pt x="109" y="649"/>
                    </a:lnTo>
                    <a:lnTo>
                      <a:pt x="116" y="656"/>
                    </a:lnTo>
                    <a:lnTo>
                      <a:pt x="127" y="666"/>
                    </a:lnTo>
                    <a:lnTo>
                      <a:pt x="134" y="662"/>
                    </a:lnTo>
                    <a:lnTo>
                      <a:pt x="127" y="653"/>
                    </a:lnTo>
                    <a:lnTo>
                      <a:pt x="127" y="649"/>
                    </a:lnTo>
                    <a:lnTo>
                      <a:pt x="138" y="646"/>
                    </a:lnTo>
                    <a:lnTo>
                      <a:pt x="143" y="645"/>
                    </a:lnTo>
                    <a:lnTo>
                      <a:pt x="151" y="641"/>
                    </a:lnTo>
                    <a:lnTo>
                      <a:pt x="154" y="642"/>
                    </a:lnTo>
                    <a:lnTo>
                      <a:pt x="165" y="653"/>
                    </a:lnTo>
                    <a:lnTo>
                      <a:pt x="177" y="666"/>
                    </a:lnTo>
                    <a:lnTo>
                      <a:pt x="184" y="671"/>
                    </a:lnTo>
                    <a:lnTo>
                      <a:pt x="193" y="678"/>
                    </a:lnTo>
                    <a:lnTo>
                      <a:pt x="194" y="671"/>
                    </a:lnTo>
                    <a:lnTo>
                      <a:pt x="192" y="646"/>
                    </a:lnTo>
                    <a:lnTo>
                      <a:pt x="193" y="637"/>
                    </a:lnTo>
                    <a:lnTo>
                      <a:pt x="195" y="633"/>
                    </a:lnTo>
                    <a:lnTo>
                      <a:pt x="199" y="628"/>
                    </a:lnTo>
                    <a:lnTo>
                      <a:pt x="206" y="624"/>
                    </a:lnTo>
                    <a:lnTo>
                      <a:pt x="211" y="618"/>
                    </a:lnTo>
                    <a:lnTo>
                      <a:pt x="219" y="604"/>
                    </a:lnTo>
                    <a:lnTo>
                      <a:pt x="221" y="586"/>
                    </a:lnTo>
                    <a:lnTo>
                      <a:pt x="222" y="582"/>
                    </a:lnTo>
                    <a:lnTo>
                      <a:pt x="240" y="570"/>
                    </a:lnTo>
                    <a:lnTo>
                      <a:pt x="259" y="565"/>
                    </a:lnTo>
                    <a:lnTo>
                      <a:pt x="277" y="565"/>
                    </a:lnTo>
                    <a:lnTo>
                      <a:pt x="283" y="564"/>
                    </a:lnTo>
                    <a:lnTo>
                      <a:pt x="291" y="561"/>
                    </a:lnTo>
                    <a:lnTo>
                      <a:pt x="306" y="563"/>
                    </a:lnTo>
                    <a:lnTo>
                      <a:pt x="343" y="581"/>
                    </a:lnTo>
                    <a:lnTo>
                      <a:pt x="365" y="602"/>
                    </a:lnTo>
                    <a:lnTo>
                      <a:pt x="372" y="607"/>
                    </a:lnTo>
                    <a:lnTo>
                      <a:pt x="377" y="609"/>
                    </a:lnTo>
                    <a:lnTo>
                      <a:pt x="386" y="609"/>
                    </a:lnTo>
                    <a:lnTo>
                      <a:pt x="392" y="599"/>
                    </a:lnTo>
                    <a:lnTo>
                      <a:pt x="408" y="591"/>
                    </a:lnTo>
                    <a:lnTo>
                      <a:pt x="418" y="588"/>
                    </a:lnTo>
                    <a:lnTo>
                      <a:pt x="430" y="588"/>
                    </a:lnTo>
                    <a:lnTo>
                      <a:pt x="447" y="598"/>
                    </a:lnTo>
                    <a:lnTo>
                      <a:pt x="471" y="613"/>
                    </a:lnTo>
                    <a:lnTo>
                      <a:pt x="483" y="617"/>
                    </a:lnTo>
                    <a:lnTo>
                      <a:pt x="506" y="619"/>
                    </a:lnTo>
                    <a:lnTo>
                      <a:pt x="519" y="618"/>
                    </a:lnTo>
                    <a:lnTo>
                      <a:pt x="533" y="608"/>
                    </a:lnTo>
                    <a:lnTo>
                      <a:pt x="550" y="593"/>
                    </a:lnTo>
                    <a:lnTo>
                      <a:pt x="559" y="588"/>
                    </a:lnTo>
                    <a:lnTo>
                      <a:pt x="585" y="588"/>
                    </a:lnTo>
                    <a:lnTo>
                      <a:pt x="603" y="591"/>
                    </a:lnTo>
                    <a:lnTo>
                      <a:pt x="613" y="587"/>
                    </a:lnTo>
                    <a:lnTo>
                      <a:pt x="633" y="585"/>
                    </a:lnTo>
                    <a:lnTo>
                      <a:pt x="640" y="587"/>
                    </a:lnTo>
                    <a:lnTo>
                      <a:pt x="647" y="591"/>
                    </a:lnTo>
                    <a:lnTo>
                      <a:pt x="655" y="593"/>
                    </a:lnTo>
                    <a:lnTo>
                      <a:pt x="661" y="597"/>
                    </a:lnTo>
                    <a:lnTo>
                      <a:pt x="672" y="597"/>
                    </a:lnTo>
                    <a:lnTo>
                      <a:pt x="678" y="593"/>
                    </a:lnTo>
                    <a:lnTo>
                      <a:pt x="688" y="583"/>
                    </a:lnTo>
                    <a:lnTo>
                      <a:pt x="688" y="582"/>
                    </a:lnTo>
                    <a:lnTo>
                      <a:pt x="694" y="577"/>
                    </a:lnTo>
                    <a:lnTo>
                      <a:pt x="702" y="576"/>
                    </a:lnTo>
                    <a:lnTo>
                      <a:pt x="708" y="576"/>
                    </a:lnTo>
                    <a:lnTo>
                      <a:pt x="714" y="564"/>
                    </a:lnTo>
                    <a:lnTo>
                      <a:pt x="715" y="564"/>
                    </a:lnTo>
                    <a:lnTo>
                      <a:pt x="718" y="561"/>
                    </a:lnTo>
                    <a:lnTo>
                      <a:pt x="713" y="556"/>
                    </a:lnTo>
                    <a:lnTo>
                      <a:pt x="709" y="550"/>
                    </a:lnTo>
                    <a:lnTo>
                      <a:pt x="709" y="545"/>
                    </a:lnTo>
                    <a:lnTo>
                      <a:pt x="714" y="538"/>
                    </a:lnTo>
                    <a:lnTo>
                      <a:pt x="720" y="534"/>
                    </a:lnTo>
                    <a:lnTo>
                      <a:pt x="725" y="533"/>
                    </a:lnTo>
                    <a:lnTo>
                      <a:pt x="730" y="531"/>
                    </a:lnTo>
                    <a:lnTo>
                      <a:pt x="727" y="520"/>
                    </a:lnTo>
                    <a:lnTo>
                      <a:pt x="732" y="515"/>
                    </a:lnTo>
                    <a:lnTo>
                      <a:pt x="740" y="513"/>
                    </a:lnTo>
                    <a:lnTo>
                      <a:pt x="740" y="504"/>
                    </a:lnTo>
                    <a:lnTo>
                      <a:pt x="746" y="501"/>
                    </a:lnTo>
                    <a:lnTo>
                      <a:pt x="746" y="490"/>
                    </a:lnTo>
                    <a:lnTo>
                      <a:pt x="834" y="391"/>
                    </a:lnTo>
                    <a:lnTo>
                      <a:pt x="838" y="386"/>
                    </a:lnTo>
                    <a:lnTo>
                      <a:pt x="844" y="287"/>
                    </a:lnTo>
                    <a:lnTo>
                      <a:pt x="859" y="208"/>
                    </a:lnTo>
                    <a:lnTo>
                      <a:pt x="872" y="184"/>
                    </a:lnTo>
                    <a:lnTo>
                      <a:pt x="849" y="171"/>
                    </a:lnTo>
                    <a:lnTo>
                      <a:pt x="843" y="166"/>
                    </a:lnTo>
                    <a:lnTo>
                      <a:pt x="837" y="160"/>
                    </a:lnTo>
                    <a:lnTo>
                      <a:pt x="833" y="154"/>
                    </a:lnTo>
                    <a:lnTo>
                      <a:pt x="829" y="142"/>
                    </a:lnTo>
                    <a:lnTo>
                      <a:pt x="826" y="135"/>
                    </a:lnTo>
                    <a:lnTo>
                      <a:pt x="826" y="133"/>
                    </a:lnTo>
                    <a:lnTo>
                      <a:pt x="821" y="123"/>
                    </a:lnTo>
                    <a:lnTo>
                      <a:pt x="818" y="117"/>
                    </a:lnTo>
                    <a:lnTo>
                      <a:pt x="818" y="31"/>
                    </a:lnTo>
                    <a:lnTo>
                      <a:pt x="801" y="36"/>
                    </a:lnTo>
                    <a:lnTo>
                      <a:pt x="795" y="26"/>
                    </a:lnTo>
                    <a:lnTo>
                      <a:pt x="791" y="22"/>
                    </a:lnTo>
                    <a:lnTo>
                      <a:pt x="776" y="15"/>
                    </a:lnTo>
                    <a:lnTo>
                      <a:pt x="773" y="11"/>
                    </a:lnTo>
                    <a:lnTo>
                      <a:pt x="768" y="7"/>
                    </a:lnTo>
                    <a:lnTo>
                      <a:pt x="759" y="5"/>
                    </a:lnTo>
                    <a:lnTo>
                      <a:pt x="720" y="1"/>
                    </a:lnTo>
                    <a:lnTo>
                      <a:pt x="677" y="2"/>
                    </a:lnTo>
                    <a:lnTo>
                      <a:pt x="646" y="0"/>
                    </a:lnTo>
                    <a:lnTo>
                      <a:pt x="643" y="1"/>
                    </a:lnTo>
                    <a:lnTo>
                      <a:pt x="638" y="4"/>
                    </a:lnTo>
                    <a:lnTo>
                      <a:pt x="612" y="22"/>
                    </a:lnTo>
                    <a:lnTo>
                      <a:pt x="568" y="53"/>
                    </a:lnTo>
                    <a:lnTo>
                      <a:pt x="525" y="84"/>
                    </a:lnTo>
                    <a:lnTo>
                      <a:pt x="482" y="114"/>
                    </a:lnTo>
                    <a:lnTo>
                      <a:pt x="437" y="145"/>
                    </a:lnTo>
                    <a:lnTo>
                      <a:pt x="393" y="176"/>
                    </a:lnTo>
                    <a:lnTo>
                      <a:pt x="350" y="206"/>
                    </a:lnTo>
                    <a:lnTo>
                      <a:pt x="307" y="236"/>
                    </a:lnTo>
                    <a:lnTo>
                      <a:pt x="292" y="241"/>
                    </a:lnTo>
                    <a:lnTo>
                      <a:pt x="230" y="255"/>
                    </a:lnTo>
                    <a:lnTo>
                      <a:pt x="221" y="257"/>
                    </a:lnTo>
                    <a:lnTo>
                      <a:pt x="221" y="259"/>
                    </a:lnTo>
                    <a:lnTo>
                      <a:pt x="222" y="260"/>
                    </a:lnTo>
                    <a:lnTo>
                      <a:pt x="222" y="27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8" name="Freeform 22">
                <a:extLst>
                  <a:ext uri="{FF2B5EF4-FFF2-40B4-BE49-F238E27FC236}">
                    <a16:creationId xmlns:a16="http://schemas.microsoft.com/office/drawing/2014/main" id="{09C3BB35-3B2F-ADEC-04BB-F84E02352B0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8" y="2323"/>
                <a:ext cx="165" cy="125"/>
              </a:xfrm>
              <a:custGeom>
                <a:avLst/>
                <a:gdLst/>
                <a:ahLst/>
                <a:cxnLst>
                  <a:cxn ang="0">
                    <a:pos x="174" y="105"/>
                  </a:cxn>
                  <a:cxn ang="0">
                    <a:pos x="149" y="125"/>
                  </a:cxn>
                  <a:cxn ang="0">
                    <a:pos x="104" y="215"/>
                  </a:cxn>
                  <a:cxn ang="0">
                    <a:pos x="81" y="225"/>
                  </a:cxn>
                  <a:cxn ang="0">
                    <a:pos x="67" y="242"/>
                  </a:cxn>
                  <a:cxn ang="0">
                    <a:pos x="67" y="270"/>
                  </a:cxn>
                  <a:cxn ang="0">
                    <a:pos x="61" y="346"/>
                  </a:cxn>
                  <a:cxn ang="0">
                    <a:pos x="21" y="355"/>
                  </a:cxn>
                  <a:cxn ang="0">
                    <a:pos x="5" y="378"/>
                  </a:cxn>
                  <a:cxn ang="0">
                    <a:pos x="12" y="390"/>
                  </a:cxn>
                  <a:cxn ang="0">
                    <a:pos x="39" y="399"/>
                  </a:cxn>
                  <a:cxn ang="0">
                    <a:pos x="58" y="424"/>
                  </a:cxn>
                  <a:cxn ang="0">
                    <a:pos x="93" y="453"/>
                  </a:cxn>
                  <a:cxn ang="0">
                    <a:pos x="113" y="502"/>
                  </a:cxn>
                  <a:cxn ang="0">
                    <a:pos x="150" y="522"/>
                  </a:cxn>
                  <a:cxn ang="0">
                    <a:pos x="157" y="544"/>
                  </a:cxn>
                  <a:cxn ang="0">
                    <a:pos x="185" y="569"/>
                  </a:cxn>
                  <a:cxn ang="0">
                    <a:pos x="255" y="600"/>
                  </a:cxn>
                  <a:cxn ang="0">
                    <a:pos x="303" y="619"/>
                  </a:cxn>
                  <a:cxn ang="0">
                    <a:pos x="373" y="614"/>
                  </a:cxn>
                  <a:cxn ang="0">
                    <a:pos x="427" y="588"/>
                  </a:cxn>
                  <a:cxn ang="0">
                    <a:pos x="483" y="604"/>
                  </a:cxn>
                  <a:cxn ang="0">
                    <a:pos x="506" y="592"/>
                  </a:cxn>
                  <a:cxn ang="0">
                    <a:pos x="567" y="559"/>
                  </a:cxn>
                  <a:cxn ang="0">
                    <a:pos x="661" y="545"/>
                  </a:cxn>
                  <a:cxn ang="0">
                    <a:pos x="823" y="381"/>
                  </a:cxn>
                  <a:cxn ang="0">
                    <a:pos x="684" y="347"/>
                  </a:cxn>
                  <a:cxn ang="0">
                    <a:pos x="579" y="298"/>
                  </a:cxn>
                  <a:cxn ang="0">
                    <a:pos x="564" y="276"/>
                  </a:cxn>
                  <a:cxn ang="0">
                    <a:pos x="550" y="261"/>
                  </a:cxn>
                  <a:cxn ang="0">
                    <a:pos x="539" y="226"/>
                  </a:cxn>
                  <a:cxn ang="0">
                    <a:pos x="534" y="212"/>
                  </a:cxn>
                  <a:cxn ang="0">
                    <a:pos x="516" y="218"/>
                  </a:cxn>
                  <a:cxn ang="0">
                    <a:pos x="504" y="220"/>
                  </a:cxn>
                  <a:cxn ang="0">
                    <a:pos x="484" y="203"/>
                  </a:cxn>
                  <a:cxn ang="0">
                    <a:pos x="499" y="177"/>
                  </a:cxn>
                  <a:cxn ang="0">
                    <a:pos x="512" y="140"/>
                  </a:cxn>
                  <a:cxn ang="0">
                    <a:pos x="495" y="119"/>
                  </a:cxn>
                  <a:cxn ang="0">
                    <a:pos x="480" y="99"/>
                  </a:cxn>
                  <a:cxn ang="0">
                    <a:pos x="445" y="71"/>
                  </a:cxn>
                  <a:cxn ang="0">
                    <a:pos x="420" y="40"/>
                  </a:cxn>
                  <a:cxn ang="0">
                    <a:pos x="389" y="23"/>
                  </a:cxn>
                  <a:cxn ang="0">
                    <a:pos x="372" y="26"/>
                  </a:cxn>
                  <a:cxn ang="0">
                    <a:pos x="356" y="18"/>
                  </a:cxn>
                  <a:cxn ang="0">
                    <a:pos x="340" y="23"/>
                  </a:cxn>
                  <a:cxn ang="0">
                    <a:pos x="334" y="18"/>
                  </a:cxn>
                  <a:cxn ang="0">
                    <a:pos x="324" y="17"/>
                  </a:cxn>
                  <a:cxn ang="0">
                    <a:pos x="301" y="26"/>
                  </a:cxn>
                  <a:cxn ang="0">
                    <a:pos x="284" y="12"/>
                  </a:cxn>
                  <a:cxn ang="0">
                    <a:pos x="268" y="5"/>
                  </a:cxn>
                  <a:cxn ang="0">
                    <a:pos x="236" y="34"/>
                  </a:cxn>
                  <a:cxn ang="0">
                    <a:pos x="223" y="26"/>
                  </a:cxn>
                  <a:cxn ang="0">
                    <a:pos x="216" y="35"/>
                  </a:cxn>
                  <a:cxn ang="0">
                    <a:pos x="194" y="33"/>
                  </a:cxn>
                </a:cxnLst>
                <a:rect l="0" t="0" r="r" b="b"/>
                <a:pathLst>
                  <a:path w="824" h="626">
                    <a:moveTo>
                      <a:pt x="192" y="32"/>
                    </a:moveTo>
                    <a:lnTo>
                      <a:pt x="192" y="48"/>
                    </a:lnTo>
                    <a:lnTo>
                      <a:pt x="174" y="105"/>
                    </a:lnTo>
                    <a:lnTo>
                      <a:pt x="167" y="113"/>
                    </a:lnTo>
                    <a:lnTo>
                      <a:pt x="158" y="115"/>
                    </a:lnTo>
                    <a:lnTo>
                      <a:pt x="149" y="125"/>
                    </a:lnTo>
                    <a:lnTo>
                      <a:pt x="114" y="174"/>
                    </a:lnTo>
                    <a:lnTo>
                      <a:pt x="109" y="188"/>
                    </a:lnTo>
                    <a:lnTo>
                      <a:pt x="104" y="215"/>
                    </a:lnTo>
                    <a:lnTo>
                      <a:pt x="99" y="220"/>
                    </a:lnTo>
                    <a:lnTo>
                      <a:pt x="88" y="220"/>
                    </a:lnTo>
                    <a:lnTo>
                      <a:pt x="81" y="225"/>
                    </a:lnTo>
                    <a:lnTo>
                      <a:pt x="74" y="237"/>
                    </a:lnTo>
                    <a:lnTo>
                      <a:pt x="71" y="244"/>
                    </a:lnTo>
                    <a:lnTo>
                      <a:pt x="67" y="242"/>
                    </a:lnTo>
                    <a:lnTo>
                      <a:pt x="67" y="253"/>
                    </a:lnTo>
                    <a:lnTo>
                      <a:pt x="69" y="259"/>
                    </a:lnTo>
                    <a:lnTo>
                      <a:pt x="67" y="270"/>
                    </a:lnTo>
                    <a:lnTo>
                      <a:pt x="63" y="286"/>
                    </a:lnTo>
                    <a:lnTo>
                      <a:pt x="63" y="331"/>
                    </a:lnTo>
                    <a:lnTo>
                      <a:pt x="61" y="346"/>
                    </a:lnTo>
                    <a:lnTo>
                      <a:pt x="54" y="352"/>
                    </a:lnTo>
                    <a:lnTo>
                      <a:pt x="43" y="357"/>
                    </a:lnTo>
                    <a:lnTo>
                      <a:pt x="21" y="355"/>
                    </a:lnTo>
                    <a:lnTo>
                      <a:pt x="11" y="359"/>
                    </a:lnTo>
                    <a:lnTo>
                      <a:pt x="11" y="373"/>
                    </a:lnTo>
                    <a:lnTo>
                      <a:pt x="5" y="378"/>
                    </a:lnTo>
                    <a:lnTo>
                      <a:pt x="0" y="386"/>
                    </a:lnTo>
                    <a:lnTo>
                      <a:pt x="6" y="390"/>
                    </a:lnTo>
                    <a:lnTo>
                      <a:pt x="12" y="390"/>
                    </a:lnTo>
                    <a:lnTo>
                      <a:pt x="20" y="397"/>
                    </a:lnTo>
                    <a:lnTo>
                      <a:pt x="28" y="395"/>
                    </a:lnTo>
                    <a:lnTo>
                      <a:pt x="39" y="399"/>
                    </a:lnTo>
                    <a:lnTo>
                      <a:pt x="48" y="404"/>
                    </a:lnTo>
                    <a:lnTo>
                      <a:pt x="56" y="414"/>
                    </a:lnTo>
                    <a:lnTo>
                      <a:pt x="58" y="424"/>
                    </a:lnTo>
                    <a:lnTo>
                      <a:pt x="64" y="432"/>
                    </a:lnTo>
                    <a:lnTo>
                      <a:pt x="71" y="440"/>
                    </a:lnTo>
                    <a:lnTo>
                      <a:pt x="93" y="453"/>
                    </a:lnTo>
                    <a:lnTo>
                      <a:pt x="98" y="463"/>
                    </a:lnTo>
                    <a:lnTo>
                      <a:pt x="103" y="475"/>
                    </a:lnTo>
                    <a:lnTo>
                      <a:pt x="113" y="502"/>
                    </a:lnTo>
                    <a:lnTo>
                      <a:pt x="118" y="511"/>
                    </a:lnTo>
                    <a:lnTo>
                      <a:pt x="126" y="517"/>
                    </a:lnTo>
                    <a:lnTo>
                      <a:pt x="150" y="522"/>
                    </a:lnTo>
                    <a:lnTo>
                      <a:pt x="157" y="527"/>
                    </a:lnTo>
                    <a:lnTo>
                      <a:pt x="158" y="534"/>
                    </a:lnTo>
                    <a:lnTo>
                      <a:pt x="157" y="544"/>
                    </a:lnTo>
                    <a:lnTo>
                      <a:pt x="156" y="566"/>
                    </a:lnTo>
                    <a:lnTo>
                      <a:pt x="169" y="571"/>
                    </a:lnTo>
                    <a:lnTo>
                      <a:pt x="185" y="569"/>
                    </a:lnTo>
                    <a:lnTo>
                      <a:pt x="200" y="570"/>
                    </a:lnTo>
                    <a:lnTo>
                      <a:pt x="217" y="578"/>
                    </a:lnTo>
                    <a:lnTo>
                      <a:pt x="255" y="600"/>
                    </a:lnTo>
                    <a:lnTo>
                      <a:pt x="266" y="613"/>
                    </a:lnTo>
                    <a:lnTo>
                      <a:pt x="286" y="619"/>
                    </a:lnTo>
                    <a:lnTo>
                      <a:pt x="303" y="619"/>
                    </a:lnTo>
                    <a:lnTo>
                      <a:pt x="325" y="625"/>
                    </a:lnTo>
                    <a:lnTo>
                      <a:pt x="350" y="626"/>
                    </a:lnTo>
                    <a:lnTo>
                      <a:pt x="373" y="614"/>
                    </a:lnTo>
                    <a:lnTo>
                      <a:pt x="389" y="598"/>
                    </a:lnTo>
                    <a:lnTo>
                      <a:pt x="408" y="592"/>
                    </a:lnTo>
                    <a:lnTo>
                      <a:pt x="427" y="588"/>
                    </a:lnTo>
                    <a:lnTo>
                      <a:pt x="461" y="604"/>
                    </a:lnTo>
                    <a:lnTo>
                      <a:pt x="474" y="603"/>
                    </a:lnTo>
                    <a:lnTo>
                      <a:pt x="483" y="604"/>
                    </a:lnTo>
                    <a:lnTo>
                      <a:pt x="488" y="603"/>
                    </a:lnTo>
                    <a:lnTo>
                      <a:pt x="491" y="599"/>
                    </a:lnTo>
                    <a:lnTo>
                      <a:pt x="506" y="592"/>
                    </a:lnTo>
                    <a:lnTo>
                      <a:pt x="542" y="580"/>
                    </a:lnTo>
                    <a:lnTo>
                      <a:pt x="554" y="567"/>
                    </a:lnTo>
                    <a:lnTo>
                      <a:pt x="567" y="559"/>
                    </a:lnTo>
                    <a:lnTo>
                      <a:pt x="588" y="550"/>
                    </a:lnTo>
                    <a:lnTo>
                      <a:pt x="596" y="545"/>
                    </a:lnTo>
                    <a:lnTo>
                      <a:pt x="661" y="545"/>
                    </a:lnTo>
                    <a:lnTo>
                      <a:pt x="742" y="463"/>
                    </a:lnTo>
                    <a:lnTo>
                      <a:pt x="813" y="393"/>
                    </a:lnTo>
                    <a:lnTo>
                      <a:pt x="823" y="381"/>
                    </a:lnTo>
                    <a:lnTo>
                      <a:pt x="824" y="378"/>
                    </a:lnTo>
                    <a:lnTo>
                      <a:pt x="771" y="379"/>
                    </a:lnTo>
                    <a:lnTo>
                      <a:pt x="684" y="347"/>
                    </a:lnTo>
                    <a:lnTo>
                      <a:pt x="606" y="320"/>
                    </a:lnTo>
                    <a:lnTo>
                      <a:pt x="599" y="313"/>
                    </a:lnTo>
                    <a:lnTo>
                      <a:pt x="579" y="298"/>
                    </a:lnTo>
                    <a:lnTo>
                      <a:pt x="572" y="288"/>
                    </a:lnTo>
                    <a:lnTo>
                      <a:pt x="566" y="282"/>
                    </a:lnTo>
                    <a:lnTo>
                      <a:pt x="564" y="276"/>
                    </a:lnTo>
                    <a:lnTo>
                      <a:pt x="559" y="273"/>
                    </a:lnTo>
                    <a:lnTo>
                      <a:pt x="553" y="266"/>
                    </a:lnTo>
                    <a:lnTo>
                      <a:pt x="550" y="261"/>
                    </a:lnTo>
                    <a:lnTo>
                      <a:pt x="543" y="254"/>
                    </a:lnTo>
                    <a:lnTo>
                      <a:pt x="538" y="231"/>
                    </a:lnTo>
                    <a:lnTo>
                      <a:pt x="539" y="226"/>
                    </a:lnTo>
                    <a:lnTo>
                      <a:pt x="543" y="221"/>
                    </a:lnTo>
                    <a:lnTo>
                      <a:pt x="543" y="220"/>
                    </a:lnTo>
                    <a:lnTo>
                      <a:pt x="534" y="212"/>
                    </a:lnTo>
                    <a:lnTo>
                      <a:pt x="529" y="211"/>
                    </a:lnTo>
                    <a:lnTo>
                      <a:pt x="517" y="216"/>
                    </a:lnTo>
                    <a:lnTo>
                      <a:pt x="516" y="218"/>
                    </a:lnTo>
                    <a:lnTo>
                      <a:pt x="515" y="220"/>
                    </a:lnTo>
                    <a:lnTo>
                      <a:pt x="508" y="217"/>
                    </a:lnTo>
                    <a:lnTo>
                      <a:pt x="504" y="220"/>
                    </a:lnTo>
                    <a:lnTo>
                      <a:pt x="491" y="218"/>
                    </a:lnTo>
                    <a:lnTo>
                      <a:pt x="485" y="212"/>
                    </a:lnTo>
                    <a:lnTo>
                      <a:pt x="484" y="203"/>
                    </a:lnTo>
                    <a:lnTo>
                      <a:pt x="484" y="200"/>
                    </a:lnTo>
                    <a:lnTo>
                      <a:pt x="493" y="190"/>
                    </a:lnTo>
                    <a:lnTo>
                      <a:pt x="499" y="177"/>
                    </a:lnTo>
                    <a:lnTo>
                      <a:pt x="501" y="166"/>
                    </a:lnTo>
                    <a:lnTo>
                      <a:pt x="506" y="144"/>
                    </a:lnTo>
                    <a:lnTo>
                      <a:pt x="512" y="140"/>
                    </a:lnTo>
                    <a:lnTo>
                      <a:pt x="506" y="132"/>
                    </a:lnTo>
                    <a:lnTo>
                      <a:pt x="502" y="125"/>
                    </a:lnTo>
                    <a:lnTo>
                      <a:pt x="495" y="119"/>
                    </a:lnTo>
                    <a:lnTo>
                      <a:pt x="486" y="115"/>
                    </a:lnTo>
                    <a:lnTo>
                      <a:pt x="483" y="109"/>
                    </a:lnTo>
                    <a:lnTo>
                      <a:pt x="480" y="99"/>
                    </a:lnTo>
                    <a:lnTo>
                      <a:pt x="474" y="93"/>
                    </a:lnTo>
                    <a:lnTo>
                      <a:pt x="462" y="83"/>
                    </a:lnTo>
                    <a:lnTo>
                      <a:pt x="445" y="71"/>
                    </a:lnTo>
                    <a:lnTo>
                      <a:pt x="440" y="62"/>
                    </a:lnTo>
                    <a:lnTo>
                      <a:pt x="432" y="51"/>
                    </a:lnTo>
                    <a:lnTo>
                      <a:pt x="420" y="40"/>
                    </a:lnTo>
                    <a:lnTo>
                      <a:pt x="413" y="39"/>
                    </a:lnTo>
                    <a:lnTo>
                      <a:pt x="403" y="34"/>
                    </a:lnTo>
                    <a:lnTo>
                      <a:pt x="389" y="23"/>
                    </a:lnTo>
                    <a:lnTo>
                      <a:pt x="378" y="24"/>
                    </a:lnTo>
                    <a:lnTo>
                      <a:pt x="376" y="26"/>
                    </a:lnTo>
                    <a:lnTo>
                      <a:pt x="372" y="26"/>
                    </a:lnTo>
                    <a:lnTo>
                      <a:pt x="371" y="22"/>
                    </a:lnTo>
                    <a:lnTo>
                      <a:pt x="361" y="22"/>
                    </a:lnTo>
                    <a:lnTo>
                      <a:pt x="356" y="18"/>
                    </a:lnTo>
                    <a:lnTo>
                      <a:pt x="352" y="18"/>
                    </a:lnTo>
                    <a:lnTo>
                      <a:pt x="348" y="22"/>
                    </a:lnTo>
                    <a:lnTo>
                      <a:pt x="340" y="23"/>
                    </a:lnTo>
                    <a:lnTo>
                      <a:pt x="339" y="24"/>
                    </a:lnTo>
                    <a:lnTo>
                      <a:pt x="337" y="24"/>
                    </a:lnTo>
                    <a:lnTo>
                      <a:pt x="334" y="18"/>
                    </a:lnTo>
                    <a:lnTo>
                      <a:pt x="329" y="13"/>
                    </a:lnTo>
                    <a:lnTo>
                      <a:pt x="324" y="13"/>
                    </a:lnTo>
                    <a:lnTo>
                      <a:pt x="324" y="17"/>
                    </a:lnTo>
                    <a:lnTo>
                      <a:pt x="318" y="22"/>
                    </a:lnTo>
                    <a:lnTo>
                      <a:pt x="305" y="24"/>
                    </a:lnTo>
                    <a:lnTo>
                      <a:pt x="301" y="26"/>
                    </a:lnTo>
                    <a:lnTo>
                      <a:pt x="292" y="26"/>
                    </a:lnTo>
                    <a:lnTo>
                      <a:pt x="284" y="15"/>
                    </a:lnTo>
                    <a:lnTo>
                      <a:pt x="284" y="12"/>
                    </a:lnTo>
                    <a:lnTo>
                      <a:pt x="281" y="11"/>
                    </a:lnTo>
                    <a:lnTo>
                      <a:pt x="274" y="11"/>
                    </a:lnTo>
                    <a:lnTo>
                      <a:pt x="268" y="5"/>
                    </a:lnTo>
                    <a:lnTo>
                      <a:pt x="264" y="0"/>
                    </a:lnTo>
                    <a:lnTo>
                      <a:pt x="244" y="44"/>
                    </a:lnTo>
                    <a:lnTo>
                      <a:pt x="236" y="34"/>
                    </a:lnTo>
                    <a:lnTo>
                      <a:pt x="236" y="31"/>
                    </a:lnTo>
                    <a:lnTo>
                      <a:pt x="231" y="26"/>
                    </a:lnTo>
                    <a:lnTo>
                      <a:pt x="223" y="26"/>
                    </a:lnTo>
                    <a:lnTo>
                      <a:pt x="220" y="29"/>
                    </a:lnTo>
                    <a:lnTo>
                      <a:pt x="219" y="33"/>
                    </a:lnTo>
                    <a:lnTo>
                      <a:pt x="216" y="35"/>
                    </a:lnTo>
                    <a:lnTo>
                      <a:pt x="212" y="35"/>
                    </a:lnTo>
                    <a:lnTo>
                      <a:pt x="208" y="33"/>
                    </a:lnTo>
                    <a:lnTo>
                      <a:pt x="194" y="33"/>
                    </a:lnTo>
                    <a:lnTo>
                      <a:pt x="192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79" name="Freeform 23">
                <a:extLst>
                  <a:ext uri="{FF2B5EF4-FFF2-40B4-BE49-F238E27FC236}">
                    <a16:creationId xmlns:a16="http://schemas.microsoft.com/office/drawing/2014/main" id="{7A23E32F-BF35-3842-8E9F-A35D38F1B43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6" y="2103"/>
                <a:ext cx="174" cy="167"/>
              </a:xfrm>
              <a:custGeom>
                <a:avLst/>
                <a:gdLst/>
                <a:ahLst/>
                <a:cxnLst>
                  <a:cxn ang="0">
                    <a:pos x="134" y="578"/>
                  </a:cxn>
                  <a:cxn ang="0">
                    <a:pos x="76" y="535"/>
                  </a:cxn>
                  <a:cxn ang="0">
                    <a:pos x="40" y="507"/>
                  </a:cxn>
                  <a:cxn ang="0">
                    <a:pos x="11" y="449"/>
                  </a:cxn>
                  <a:cxn ang="0">
                    <a:pos x="18" y="425"/>
                  </a:cxn>
                  <a:cxn ang="0">
                    <a:pos x="32" y="340"/>
                  </a:cxn>
                  <a:cxn ang="0">
                    <a:pos x="29" y="288"/>
                  </a:cxn>
                  <a:cxn ang="0">
                    <a:pos x="11" y="222"/>
                  </a:cxn>
                  <a:cxn ang="0">
                    <a:pos x="11" y="184"/>
                  </a:cxn>
                  <a:cxn ang="0">
                    <a:pos x="36" y="171"/>
                  </a:cxn>
                  <a:cxn ang="0">
                    <a:pos x="52" y="143"/>
                  </a:cxn>
                  <a:cxn ang="0">
                    <a:pos x="52" y="98"/>
                  </a:cxn>
                  <a:cxn ang="0">
                    <a:pos x="79" y="74"/>
                  </a:cxn>
                  <a:cxn ang="0">
                    <a:pos x="119" y="39"/>
                  </a:cxn>
                  <a:cxn ang="0">
                    <a:pos x="130" y="2"/>
                  </a:cxn>
                  <a:cxn ang="0">
                    <a:pos x="190" y="22"/>
                  </a:cxn>
                  <a:cxn ang="0">
                    <a:pos x="237" y="23"/>
                  </a:cxn>
                  <a:cxn ang="0">
                    <a:pos x="276" y="35"/>
                  </a:cxn>
                  <a:cxn ang="0">
                    <a:pos x="323" y="52"/>
                  </a:cxn>
                  <a:cxn ang="0">
                    <a:pos x="333" y="84"/>
                  </a:cxn>
                  <a:cxn ang="0">
                    <a:pos x="371" y="121"/>
                  </a:cxn>
                  <a:cxn ang="0">
                    <a:pos x="431" y="130"/>
                  </a:cxn>
                  <a:cxn ang="0">
                    <a:pos x="482" y="151"/>
                  </a:cxn>
                  <a:cxn ang="0">
                    <a:pos x="514" y="178"/>
                  </a:cxn>
                  <a:cxn ang="0">
                    <a:pos x="561" y="176"/>
                  </a:cxn>
                  <a:cxn ang="0">
                    <a:pos x="587" y="148"/>
                  </a:cxn>
                  <a:cxn ang="0">
                    <a:pos x="589" y="117"/>
                  </a:cxn>
                  <a:cxn ang="0">
                    <a:pos x="582" y="83"/>
                  </a:cxn>
                  <a:cxn ang="0">
                    <a:pos x="606" y="47"/>
                  </a:cxn>
                  <a:cxn ang="0">
                    <a:pos x="658" y="22"/>
                  </a:cxn>
                  <a:cxn ang="0">
                    <a:pos x="729" y="25"/>
                  </a:cxn>
                  <a:cxn ang="0">
                    <a:pos x="754" y="35"/>
                  </a:cxn>
                  <a:cxn ang="0">
                    <a:pos x="751" y="46"/>
                  </a:cxn>
                  <a:cxn ang="0">
                    <a:pos x="767" y="63"/>
                  </a:cxn>
                  <a:cxn ang="0">
                    <a:pos x="797" y="67"/>
                  </a:cxn>
                  <a:cxn ang="0">
                    <a:pos x="831" y="77"/>
                  </a:cxn>
                  <a:cxn ang="0">
                    <a:pos x="868" y="95"/>
                  </a:cxn>
                  <a:cxn ang="0">
                    <a:pos x="860" y="108"/>
                  </a:cxn>
                  <a:cxn ang="0">
                    <a:pos x="856" y="127"/>
                  </a:cxn>
                  <a:cxn ang="0">
                    <a:pos x="858" y="180"/>
                  </a:cxn>
                  <a:cxn ang="0">
                    <a:pos x="845" y="192"/>
                  </a:cxn>
                  <a:cxn ang="0">
                    <a:pos x="853" y="227"/>
                  </a:cxn>
                  <a:cxn ang="0">
                    <a:pos x="869" y="261"/>
                  </a:cxn>
                  <a:cxn ang="0">
                    <a:pos x="869" y="421"/>
                  </a:cxn>
                  <a:cxn ang="0">
                    <a:pos x="869" y="593"/>
                  </a:cxn>
                  <a:cxn ang="0">
                    <a:pos x="869" y="740"/>
                  </a:cxn>
                  <a:cxn ang="0">
                    <a:pos x="817" y="832"/>
                  </a:cxn>
                  <a:cxn ang="0">
                    <a:pos x="715" y="783"/>
                  </a:cxn>
                  <a:cxn ang="0">
                    <a:pos x="573" y="709"/>
                  </a:cxn>
                  <a:cxn ang="0">
                    <a:pos x="433" y="635"/>
                  </a:cxn>
                  <a:cxn ang="0">
                    <a:pos x="326" y="622"/>
                  </a:cxn>
                  <a:cxn ang="0">
                    <a:pos x="297" y="620"/>
                  </a:cxn>
                  <a:cxn ang="0">
                    <a:pos x="275" y="605"/>
                  </a:cxn>
                  <a:cxn ang="0">
                    <a:pos x="222" y="595"/>
                  </a:cxn>
                  <a:cxn ang="0">
                    <a:pos x="145" y="595"/>
                  </a:cxn>
                </a:cxnLst>
                <a:rect l="0" t="0" r="r" b="b"/>
                <a:pathLst>
                  <a:path w="871" h="832">
                    <a:moveTo>
                      <a:pt x="140" y="598"/>
                    </a:moveTo>
                    <a:lnTo>
                      <a:pt x="138" y="592"/>
                    </a:lnTo>
                    <a:lnTo>
                      <a:pt x="134" y="578"/>
                    </a:lnTo>
                    <a:lnTo>
                      <a:pt x="116" y="549"/>
                    </a:lnTo>
                    <a:lnTo>
                      <a:pt x="87" y="535"/>
                    </a:lnTo>
                    <a:lnTo>
                      <a:pt x="76" y="535"/>
                    </a:lnTo>
                    <a:lnTo>
                      <a:pt x="57" y="534"/>
                    </a:lnTo>
                    <a:lnTo>
                      <a:pt x="43" y="519"/>
                    </a:lnTo>
                    <a:lnTo>
                      <a:pt x="40" y="507"/>
                    </a:lnTo>
                    <a:lnTo>
                      <a:pt x="39" y="487"/>
                    </a:lnTo>
                    <a:lnTo>
                      <a:pt x="29" y="471"/>
                    </a:lnTo>
                    <a:lnTo>
                      <a:pt x="11" y="449"/>
                    </a:lnTo>
                    <a:lnTo>
                      <a:pt x="6" y="436"/>
                    </a:lnTo>
                    <a:lnTo>
                      <a:pt x="7" y="428"/>
                    </a:lnTo>
                    <a:lnTo>
                      <a:pt x="18" y="425"/>
                    </a:lnTo>
                    <a:lnTo>
                      <a:pt x="27" y="418"/>
                    </a:lnTo>
                    <a:lnTo>
                      <a:pt x="28" y="362"/>
                    </a:lnTo>
                    <a:lnTo>
                      <a:pt x="32" y="340"/>
                    </a:lnTo>
                    <a:lnTo>
                      <a:pt x="32" y="327"/>
                    </a:lnTo>
                    <a:lnTo>
                      <a:pt x="29" y="319"/>
                    </a:lnTo>
                    <a:lnTo>
                      <a:pt x="29" y="288"/>
                    </a:lnTo>
                    <a:lnTo>
                      <a:pt x="28" y="266"/>
                    </a:lnTo>
                    <a:lnTo>
                      <a:pt x="23" y="243"/>
                    </a:lnTo>
                    <a:lnTo>
                      <a:pt x="11" y="222"/>
                    </a:lnTo>
                    <a:lnTo>
                      <a:pt x="0" y="207"/>
                    </a:lnTo>
                    <a:lnTo>
                      <a:pt x="1" y="191"/>
                    </a:lnTo>
                    <a:lnTo>
                      <a:pt x="11" y="184"/>
                    </a:lnTo>
                    <a:lnTo>
                      <a:pt x="12" y="181"/>
                    </a:lnTo>
                    <a:lnTo>
                      <a:pt x="24" y="180"/>
                    </a:lnTo>
                    <a:lnTo>
                      <a:pt x="36" y="171"/>
                    </a:lnTo>
                    <a:lnTo>
                      <a:pt x="46" y="163"/>
                    </a:lnTo>
                    <a:lnTo>
                      <a:pt x="52" y="153"/>
                    </a:lnTo>
                    <a:lnTo>
                      <a:pt x="52" y="143"/>
                    </a:lnTo>
                    <a:lnTo>
                      <a:pt x="46" y="115"/>
                    </a:lnTo>
                    <a:lnTo>
                      <a:pt x="48" y="106"/>
                    </a:lnTo>
                    <a:lnTo>
                      <a:pt x="52" y="98"/>
                    </a:lnTo>
                    <a:lnTo>
                      <a:pt x="65" y="92"/>
                    </a:lnTo>
                    <a:lnTo>
                      <a:pt x="75" y="85"/>
                    </a:lnTo>
                    <a:lnTo>
                      <a:pt x="79" y="74"/>
                    </a:lnTo>
                    <a:lnTo>
                      <a:pt x="108" y="55"/>
                    </a:lnTo>
                    <a:lnTo>
                      <a:pt x="114" y="50"/>
                    </a:lnTo>
                    <a:lnTo>
                      <a:pt x="119" y="39"/>
                    </a:lnTo>
                    <a:lnTo>
                      <a:pt x="118" y="3"/>
                    </a:lnTo>
                    <a:lnTo>
                      <a:pt x="119" y="0"/>
                    </a:lnTo>
                    <a:lnTo>
                      <a:pt x="130" y="2"/>
                    </a:lnTo>
                    <a:lnTo>
                      <a:pt x="142" y="9"/>
                    </a:lnTo>
                    <a:lnTo>
                      <a:pt x="169" y="20"/>
                    </a:lnTo>
                    <a:lnTo>
                      <a:pt x="190" y="22"/>
                    </a:lnTo>
                    <a:lnTo>
                      <a:pt x="211" y="17"/>
                    </a:lnTo>
                    <a:lnTo>
                      <a:pt x="226" y="18"/>
                    </a:lnTo>
                    <a:lnTo>
                      <a:pt x="237" y="23"/>
                    </a:lnTo>
                    <a:lnTo>
                      <a:pt x="250" y="24"/>
                    </a:lnTo>
                    <a:lnTo>
                      <a:pt x="267" y="29"/>
                    </a:lnTo>
                    <a:lnTo>
                      <a:pt x="276" y="35"/>
                    </a:lnTo>
                    <a:lnTo>
                      <a:pt x="297" y="45"/>
                    </a:lnTo>
                    <a:lnTo>
                      <a:pt x="309" y="47"/>
                    </a:lnTo>
                    <a:lnTo>
                      <a:pt x="323" y="52"/>
                    </a:lnTo>
                    <a:lnTo>
                      <a:pt x="329" y="58"/>
                    </a:lnTo>
                    <a:lnTo>
                      <a:pt x="333" y="71"/>
                    </a:lnTo>
                    <a:lnTo>
                      <a:pt x="333" y="84"/>
                    </a:lnTo>
                    <a:lnTo>
                      <a:pt x="342" y="99"/>
                    </a:lnTo>
                    <a:lnTo>
                      <a:pt x="358" y="115"/>
                    </a:lnTo>
                    <a:lnTo>
                      <a:pt x="371" y="121"/>
                    </a:lnTo>
                    <a:lnTo>
                      <a:pt x="379" y="124"/>
                    </a:lnTo>
                    <a:lnTo>
                      <a:pt x="415" y="125"/>
                    </a:lnTo>
                    <a:lnTo>
                      <a:pt x="431" y="130"/>
                    </a:lnTo>
                    <a:lnTo>
                      <a:pt x="459" y="140"/>
                    </a:lnTo>
                    <a:lnTo>
                      <a:pt x="474" y="149"/>
                    </a:lnTo>
                    <a:lnTo>
                      <a:pt x="482" y="151"/>
                    </a:lnTo>
                    <a:lnTo>
                      <a:pt x="490" y="154"/>
                    </a:lnTo>
                    <a:lnTo>
                      <a:pt x="496" y="162"/>
                    </a:lnTo>
                    <a:lnTo>
                      <a:pt x="514" y="178"/>
                    </a:lnTo>
                    <a:lnTo>
                      <a:pt x="529" y="184"/>
                    </a:lnTo>
                    <a:lnTo>
                      <a:pt x="543" y="184"/>
                    </a:lnTo>
                    <a:lnTo>
                      <a:pt x="561" y="176"/>
                    </a:lnTo>
                    <a:lnTo>
                      <a:pt x="571" y="170"/>
                    </a:lnTo>
                    <a:lnTo>
                      <a:pt x="581" y="159"/>
                    </a:lnTo>
                    <a:lnTo>
                      <a:pt x="587" y="148"/>
                    </a:lnTo>
                    <a:lnTo>
                      <a:pt x="593" y="138"/>
                    </a:lnTo>
                    <a:lnTo>
                      <a:pt x="594" y="130"/>
                    </a:lnTo>
                    <a:lnTo>
                      <a:pt x="589" y="117"/>
                    </a:lnTo>
                    <a:lnTo>
                      <a:pt x="588" y="108"/>
                    </a:lnTo>
                    <a:lnTo>
                      <a:pt x="582" y="98"/>
                    </a:lnTo>
                    <a:lnTo>
                      <a:pt x="582" y="83"/>
                    </a:lnTo>
                    <a:lnTo>
                      <a:pt x="586" y="70"/>
                    </a:lnTo>
                    <a:lnTo>
                      <a:pt x="598" y="55"/>
                    </a:lnTo>
                    <a:lnTo>
                      <a:pt x="606" y="47"/>
                    </a:lnTo>
                    <a:lnTo>
                      <a:pt x="625" y="33"/>
                    </a:lnTo>
                    <a:lnTo>
                      <a:pt x="641" y="24"/>
                    </a:lnTo>
                    <a:lnTo>
                      <a:pt x="658" y="22"/>
                    </a:lnTo>
                    <a:lnTo>
                      <a:pt x="670" y="17"/>
                    </a:lnTo>
                    <a:lnTo>
                      <a:pt x="701" y="15"/>
                    </a:lnTo>
                    <a:lnTo>
                      <a:pt x="729" y="25"/>
                    </a:lnTo>
                    <a:lnTo>
                      <a:pt x="737" y="29"/>
                    </a:lnTo>
                    <a:lnTo>
                      <a:pt x="745" y="30"/>
                    </a:lnTo>
                    <a:lnTo>
                      <a:pt x="754" y="35"/>
                    </a:lnTo>
                    <a:lnTo>
                      <a:pt x="755" y="45"/>
                    </a:lnTo>
                    <a:lnTo>
                      <a:pt x="754" y="47"/>
                    </a:lnTo>
                    <a:lnTo>
                      <a:pt x="751" y="46"/>
                    </a:lnTo>
                    <a:lnTo>
                      <a:pt x="753" y="54"/>
                    </a:lnTo>
                    <a:lnTo>
                      <a:pt x="762" y="61"/>
                    </a:lnTo>
                    <a:lnTo>
                      <a:pt x="767" y="63"/>
                    </a:lnTo>
                    <a:lnTo>
                      <a:pt x="772" y="62"/>
                    </a:lnTo>
                    <a:lnTo>
                      <a:pt x="787" y="65"/>
                    </a:lnTo>
                    <a:lnTo>
                      <a:pt x="797" y="67"/>
                    </a:lnTo>
                    <a:lnTo>
                      <a:pt x="801" y="68"/>
                    </a:lnTo>
                    <a:lnTo>
                      <a:pt x="815" y="74"/>
                    </a:lnTo>
                    <a:lnTo>
                      <a:pt x="831" y="77"/>
                    </a:lnTo>
                    <a:lnTo>
                      <a:pt x="856" y="78"/>
                    </a:lnTo>
                    <a:lnTo>
                      <a:pt x="864" y="83"/>
                    </a:lnTo>
                    <a:lnTo>
                      <a:pt x="868" y="95"/>
                    </a:lnTo>
                    <a:lnTo>
                      <a:pt x="871" y="97"/>
                    </a:lnTo>
                    <a:lnTo>
                      <a:pt x="863" y="99"/>
                    </a:lnTo>
                    <a:lnTo>
                      <a:pt x="860" y="108"/>
                    </a:lnTo>
                    <a:lnTo>
                      <a:pt x="852" y="116"/>
                    </a:lnTo>
                    <a:lnTo>
                      <a:pt x="852" y="119"/>
                    </a:lnTo>
                    <a:lnTo>
                      <a:pt x="856" y="127"/>
                    </a:lnTo>
                    <a:lnTo>
                      <a:pt x="857" y="154"/>
                    </a:lnTo>
                    <a:lnTo>
                      <a:pt x="860" y="171"/>
                    </a:lnTo>
                    <a:lnTo>
                      <a:pt x="858" y="180"/>
                    </a:lnTo>
                    <a:lnTo>
                      <a:pt x="858" y="183"/>
                    </a:lnTo>
                    <a:lnTo>
                      <a:pt x="848" y="187"/>
                    </a:lnTo>
                    <a:lnTo>
                      <a:pt x="845" y="192"/>
                    </a:lnTo>
                    <a:lnTo>
                      <a:pt x="845" y="196"/>
                    </a:lnTo>
                    <a:lnTo>
                      <a:pt x="846" y="217"/>
                    </a:lnTo>
                    <a:lnTo>
                      <a:pt x="853" y="227"/>
                    </a:lnTo>
                    <a:lnTo>
                      <a:pt x="855" y="230"/>
                    </a:lnTo>
                    <a:lnTo>
                      <a:pt x="852" y="243"/>
                    </a:lnTo>
                    <a:lnTo>
                      <a:pt x="869" y="261"/>
                    </a:lnTo>
                    <a:lnTo>
                      <a:pt x="869" y="304"/>
                    </a:lnTo>
                    <a:lnTo>
                      <a:pt x="869" y="362"/>
                    </a:lnTo>
                    <a:lnTo>
                      <a:pt x="869" y="421"/>
                    </a:lnTo>
                    <a:lnTo>
                      <a:pt x="869" y="479"/>
                    </a:lnTo>
                    <a:lnTo>
                      <a:pt x="869" y="535"/>
                    </a:lnTo>
                    <a:lnTo>
                      <a:pt x="869" y="593"/>
                    </a:lnTo>
                    <a:lnTo>
                      <a:pt x="869" y="649"/>
                    </a:lnTo>
                    <a:lnTo>
                      <a:pt x="869" y="687"/>
                    </a:lnTo>
                    <a:lnTo>
                      <a:pt x="869" y="740"/>
                    </a:lnTo>
                    <a:lnTo>
                      <a:pt x="869" y="799"/>
                    </a:lnTo>
                    <a:lnTo>
                      <a:pt x="817" y="799"/>
                    </a:lnTo>
                    <a:lnTo>
                      <a:pt x="817" y="832"/>
                    </a:lnTo>
                    <a:lnTo>
                      <a:pt x="808" y="831"/>
                    </a:lnTo>
                    <a:lnTo>
                      <a:pt x="761" y="807"/>
                    </a:lnTo>
                    <a:lnTo>
                      <a:pt x="715" y="783"/>
                    </a:lnTo>
                    <a:lnTo>
                      <a:pt x="667" y="759"/>
                    </a:lnTo>
                    <a:lnTo>
                      <a:pt x="620" y="734"/>
                    </a:lnTo>
                    <a:lnTo>
                      <a:pt x="573" y="709"/>
                    </a:lnTo>
                    <a:lnTo>
                      <a:pt x="527" y="685"/>
                    </a:lnTo>
                    <a:lnTo>
                      <a:pt x="480" y="659"/>
                    </a:lnTo>
                    <a:lnTo>
                      <a:pt x="433" y="635"/>
                    </a:lnTo>
                    <a:lnTo>
                      <a:pt x="387" y="610"/>
                    </a:lnTo>
                    <a:lnTo>
                      <a:pt x="376" y="605"/>
                    </a:lnTo>
                    <a:lnTo>
                      <a:pt x="326" y="622"/>
                    </a:lnTo>
                    <a:lnTo>
                      <a:pt x="320" y="625"/>
                    </a:lnTo>
                    <a:lnTo>
                      <a:pt x="303" y="630"/>
                    </a:lnTo>
                    <a:lnTo>
                      <a:pt x="297" y="620"/>
                    </a:lnTo>
                    <a:lnTo>
                      <a:pt x="293" y="616"/>
                    </a:lnTo>
                    <a:lnTo>
                      <a:pt x="278" y="609"/>
                    </a:lnTo>
                    <a:lnTo>
                      <a:pt x="275" y="605"/>
                    </a:lnTo>
                    <a:lnTo>
                      <a:pt x="270" y="601"/>
                    </a:lnTo>
                    <a:lnTo>
                      <a:pt x="261" y="599"/>
                    </a:lnTo>
                    <a:lnTo>
                      <a:pt x="222" y="595"/>
                    </a:lnTo>
                    <a:lnTo>
                      <a:pt x="179" y="596"/>
                    </a:lnTo>
                    <a:lnTo>
                      <a:pt x="148" y="594"/>
                    </a:lnTo>
                    <a:lnTo>
                      <a:pt x="145" y="595"/>
                    </a:lnTo>
                    <a:lnTo>
                      <a:pt x="140" y="5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0" name="Freeform 24">
                <a:extLst>
                  <a:ext uri="{FF2B5EF4-FFF2-40B4-BE49-F238E27FC236}">
                    <a16:creationId xmlns:a16="http://schemas.microsoft.com/office/drawing/2014/main" id="{EB0446AC-1BE3-F0E5-A45A-A931BE05E6E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0" y="2172"/>
                <a:ext cx="92" cy="80"/>
              </a:xfrm>
              <a:custGeom>
                <a:avLst/>
                <a:gdLst/>
                <a:ahLst/>
                <a:cxnLst>
                  <a:cxn ang="0">
                    <a:pos x="196" y="379"/>
                  </a:cxn>
                  <a:cxn ang="0">
                    <a:pos x="148" y="379"/>
                  </a:cxn>
                  <a:cxn ang="0">
                    <a:pos x="96" y="379"/>
                  </a:cxn>
                  <a:cxn ang="0">
                    <a:pos x="45" y="379"/>
                  </a:cxn>
                  <a:cxn ang="0">
                    <a:pos x="16" y="379"/>
                  </a:cxn>
                  <a:cxn ang="0">
                    <a:pos x="14" y="385"/>
                  </a:cxn>
                  <a:cxn ang="0">
                    <a:pos x="6" y="392"/>
                  </a:cxn>
                  <a:cxn ang="0">
                    <a:pos x="2" y="397"/>
                  </a:cxn>
                  <a:cxn ang="0">
                    <a:pos x="5" y="396"/>
                  </a:cxn>
                  <a:cxn ang="0">
                    <a:pos x="0" y="401"/>
                  </a:cxn>
                  <a:cxn ang="0">
                    <a:pos x="0" y="392"/>
                  </a:cxn>
                  <a:cxn ang="0">
                    <a:pos x="5" y="355"/>
                  </a:cxn>
                  <a:cxn ang="0">
                    <a:pos x="16" y="329"/>
                  </a:cxn>
                  <a:cxn ang="0">
                    <a:pos x="28" y="323"/>
                  </a:cxn>
                  <a:cxn ang="0">
                    <a:pos x="40" y="296"/>
                  </a:cxn>
                  <a:cxn ang="0">
                    <a:pos x="48" y="284"/>
                  </a:cxn>
                  <a:cxn ang="0">
                    <a:pos x="45" y="275"/>
                  </a:cxn>
                  <a:cxn ang="0">
                    <a:pos x="65" y="246"/>
                  </a:cxn>
                  <a:cxn ang="0">
                    <a:pos x="69" y="240"/>
                  </a:cxn>
                  <a:cxn ang="0">
                    <a:pos x="71" y="229"/>
                  </a:cxn>
                  <a:cxn ang="0">
                    <a:pos x="76" y="221"/>
                  </a:cxn>
                  <a:cxn ang="0">
                    <a:pos x="105" y="188"/>
                  </a:cxn>
                  <a:cxn ang="0">
                    <a:pos x="120" y="164"/>
                  </a:cxn>
                  <a:cxn ang="0">
                    <a:pos x="123" y="145"/>
                  </a:cxn>
                  <a:cxn ang="0">
                    <a:pos x="132" y="122"/>
                  </a:cxn>
                  <a:cxn ang="0">
                    <a:pos x="139" y="100"/>
                  </a:cxn>
                  <a:cxn ang="0">
                    <a:pos x="155" y="80"/>
                  </a:cxn>
                  <a:cxn ang="0">
                    <a:pos x="174" y="70"/>
                  </a:cxn>
                  <a:cxn ang="0">
                    <a:pos x="190" y="57"/>
                  </a:cxn>
                  <a:cxn ang="0">
                    <a:pos x="196" y="38"/>
                  </a:cxn>
                  <a:cxn ang="0">
                    <a:pos x="199" y="33"/>
                  </a:cxn>
                  <a:cxn ang="0">
                    <a:pos x="204" y="22"/>
                  </a:cxn>
                  <a:cxn ang="0">
                    <a:pos x="213" y="6"/>
                  </a:cxn>
                  <a:cxn ang="0">
                    <a:pos x="218" y="0"/>
                  </a:cxn>
                  <a:cxn ang="0">
                    <a:pos x="227" y="0"/>
                  </a:cxn>
                  <a:cxn ang="0">
                    <a:pos x="261" y="0"/>
                  </a:cxn>
                  <a:cxn ang="0">
                    <a:pos x="297" y="0"/>
                  </a:cxn>
                  <a:cxn ang="0">
                    <a:pos x="338" y="0"/>
                  </a:cxn>
                  <a:cxn ang="0">
                    <a:pos x="379" y="0"/>
                  </a:cxn>
                  <a:cxn ang="0">
                    <a:pos x="422" y="0"/>
                  </a:cxn>
                  <a:cxn ang="0">
                    <a:pos x="459" y="0"/>
                  </a:cxn>
                  <a:cxn ang="0">
                    <a:pos x="459" y="32"/>
                  </a:cxn>
                  <a:cxn ang="0">
                    <a:pos x="459" y="102"/>
                  </a:cxn>
                  <a:cxn ang="0">
                    <a:pos x="405" y="102"/>
                  </a:cxn>
                  <a:cxn ang="0">
                    <a:pos x="352" y="102"/>
                  </a:cxn>
                  <a:cxn ang="0">
                    <a:pos x="299" y="102"/>
                  </a:cxn>
                  <a:cxn ang="0">
                    <a:pos x="281" y="102"/>
                  </a:cxn>
                  <a:cxn ang="0">
                    <a:pos x="281" y="160"/>
                  </a:cxn>
                  <a:cxn ang="0">
                    <a:pos x="281" y="219"/>
                  </a:cxn>
                  <a:cxn ang="0">
                    <a:pos x="281" y="254"/>
                  </a:cxn>
                  <a:cxn ang="0">
                    <a:pos x="261" y="261"/>
                  </a:cxn>
                  <a:cxn ang="0">
                    <a:pos x="244" y="263"/>
                  </a:cxn>
                  <a:cxn ang="0">
                    <a:pos x="228" y="268"/>
                  </a:cxn>
                  <a:cxn ang="0">
                    <a:pos x="223" y="272"/>
                  </a:cxn>
                  <a:cxn ang="0">
                    <a:pos x="220" y="277"/>
                  </a:cxn>
                  <a:cxn ang="0">
                    <a:pos x="215" y="288"/>
                  </a:cxn>
                  <a:cxn ang="0">
                    <a:pos x="213" y="296"/>
                  </a:cxn>
                  <a:cxn ang="0">
                    <a:pos x="215" y="322"/>
                  </a:cxn>
                  <a:cxn ang="0">
                    <a:pos x="218" y="342"/>
                  </a:cxn>
                  <a:cxn ang="0">
                    <a:pos x="218" y="363"/>
                  </a:cxn>
                  <a:cxn ang="0">
                    <a:pos x="222" y="379"/>
                  </a:cxn>
                  <a:cxn ang="0">
                    <a:pos x="196" y="379"/>
                  </a:cxn>
                </a:cxnLst>
                <a:rect l="0" t="0" r="r" b="b"/>
                <a:pathLst>
                  <a:path w="459" h="401">
                    <a:moveTo>
                      <a:pt x="196" y="379"/>
                    </a:moveTo>
                    <a:lnTo>
                      <a:pt x="148" y="379"/>
                    </a:lnTo>
                    <a:lnTo>
                      <a:pt x="96" y="379"/>
                    </a:lnTo>
                    <a:lnTo>
                      <a:pt x="45" y="379"/>
                    </a:lnTo>
                    <a:lnTo>
                      <a:pt x="16" y="379"/>
                    </a:lnTo>
                    <a:lnTo>
                      <a:pt x="14" y="385"/>
                    </a:lnTo>
                    <a:lnTo>
                      <a:pt x="6" y="392"/>
                    </a:lnTo>
                    <a:lnTo>
                      <a:pt x="2" y="397"/>
                    </a:lnTo>
                    <a:lnTo>
                      <a:pt x="5" y="396"/>
                    </a:lnTo>
                    <a:lnTo>
                      <a:pt x="0" y="401"/>
                    </a:lnTo>
                    <a:lnTo>
                      <a:pt x="0" y="392"/>
                    </a:lnTo>
                    <a:lnTo>
                      <a:pt x="5" y="355"/>
                    </a:lnTo>
                    <a:lnTo>
                      <a:pt x="16" y="329"/>
                    </a:lnTo>
                    <a:lnTo>
                      <a:pt x="28" y="323"/>
                    </a:lnTo>
                    <a:lnTo>
                      <a:pt x="40" y="296"/>
                    </a:lnTo>
                    <a:lnTo>
                      <a:pt x="48" y="284"/>
                    </a:lnTo>
                    <a:lnTo>
                      <a:pt x="45" y="275"/>
                    </a:lnTo>
                    <a:lnTo>
                      <a:pt x="65" y="246"/>
                    </a:lnTo>
                    <a:lnTo>
                      <a:pt x="69" y="240"/>
                    </a:lnTo>
                    <a:lnTo>
                      <a:pt x="71" y="229"/>
                    </a:lnTo>
                    <a:lnTo>
                      <a:pt x="76" y="221"/>
                    </a:lnTo>
                    <a:lnTo>
                      <a:pt x="105" y="188"/>
                    </a:lnTo>
                    <a:lnTo>
                      <a:pt x="120" y="164"/>
                    </a:lnTo>
                    <a:lnTo>
                      <a:pt x="123" y="145"/>
                    </a:lnTo>
                    <a:lnTo>
                      <a:pt x="132" y="122"/>
                    </a:lnTo>
                    <a:lnTo>
                      <a:pt x="139" y="100"/>
                    </a:lnTo>
                    <a:lnTo>
                      <a:pt x="155" y="80"/>
                    </a:lnTo>
                    <a:lnTo>
                      <a:pt x="174" y="70"/>
                    </a:lnTo>
                    <a:lnTo>
                      <a:pt x="190" y="57"/>
                    </a:lnTo>
                    <a:lnTo>
                      <a:pt x="196" y="38"/>
                    </a:lnTo>
                    <a:lnTo>
                      <a:pt x="199" y="33"/>
                    </a:lnTo>
                    <a:lnTo>
                      <a:pt x="204" y="22"/>
                    </a:lnTo>
                    <a:lnTo>
                      <a:pt x="213" y="6"/>
                    </a:lnTo>
                    <a:lnTo>
                      <a:pt x="218" y="0"/>
                    </a:lnTo>
                    <a:lnTo>
                      <a:pt x="227" y="0"/>
                    </a:lnTo>
                    <a:lnTo>
                      <a:pt x="261" y="0"/>
                    </a:lnTo>
                    <a:lnTo>
                      <a:pt x="297" y="0"/>
                    </a:lnTo>
                    <a:lnTo>
                      <a:pt x="338" y="0"/>
                    </a:lnTo>
                    <a:lnTo>
                      <a:pt x="379" y="0"/>
                    </a:lnTo>
                    <a:lnTo>
                      <a:pt x="422" y="0"/>
                    </a:lnTo>
                    <a:lnTo>
                      <a:pt x="459" y="0"/>
                    </a:lnTo>
                    <a:lnTo>
                      <a:pt x="459" y="32"/>
                    </a:lnTo>
                    <a:lnTo>
                      <a:pt x="459" y="102"/>
                    </a:lnTo>
                    <a:lnTo>
                      <a:pt x="405" y="102"/>
                    </a:lnTo>
                    <a:lnTo>
                      <a:pt x="352" y="102"/>
                    </a:lnTo>
                    <a:lnTo>
                      <a:pt x="299" y="102"/>
                    </a:lnTo>
                    <a:lnTo>
                      <a:pt x="281" y="102"/>
                    </a:lnTo>
                    <a:lnTo>
                      <a:pt x="281" y="160"/>
                    </a:lnTo>
                    <a:lnTo>
                      <a:pt x="281" y="219"/>
                    </a:lnTo>
                    <a:lnTo>
                      <a:pt x="281" y="254"/>
                    </a:lnTo>
                    <a:lnTo>
                      <a:pt x="261" y="261"/>
                    </a:lnTo>
                    <a:lnTo>
                      <a:pt x="244" y="263"/>
                    </a:lnTo>
                    <a:lnTo>
                      <a:pt x="228" y="268"/>
                    </a:lnTo>
                    <a:lnTo>
                      <a:pt x="223" y="272"/>
                    </a:lnTo>
                    <a:lnTo>
                      <a:pt x="220" y="277"/>
                    </a:lnTo>
                    <a:lnTo>
                      <a:pt x="215" y="288"/>
                    </a:lnTo>
                    <a:lnTo>
                      <a:pt x="213" y="296"/>
                    </a:lnTo>
                    <a:lnTo>
                      <a:pt x="215" y="322"/>
                    </a:lnTo>
                    <a:lnTo>
                      <a:pt x="218" y="342"/>
                    </a:lnTo>
                    <a:lnTo>
                      <a:pt x="218" y="363"/>
                    </a:lnTo>
                    <a:lnTo>
                      <a:pt x="222" y="379"/>
                    </a:lnTo>
                    <a:lnTo>
                      <a:pt x="196" y="3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1" name="Freeform 25">
                <a:extLst>
                  <a:ext uri="{FF2B5EF4-FFF2-40B4-BE49-F238E27FC236}">
                    <a16:creationId xmlns:a16="http://schemas.microsoft.com/office/drawing/2014/main" id="{4DC887CD-C09A-6330-34D1-B734C5C1BE6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54" y="2777"/>
                <a:ext cx="13" cy="18"/>
              </a:xfrm>
              <a:custGeom>
                <a:avLst/>
                <a:gdLst/>
                <a:ahLst/>
                <a:cxnLst>
                  <a:cxn ang="0">
                    <a:pos x="67" y="63"/>
                  </a:cxn>
                  <a:cxn ang="0">
                    <a:pos x="65" y="35"/>
                  </a:cxn>
                  <a:cxn ang="0">
                    <a:pos x="65" y="14"/>
                  </a:cxn>
                  <a:cxn ang="0">
                    <a:pos x="63" y="6"/>
                  </a:cxn>
                  <a:cxn ang="0">
                    <a:pos x="56" y="15"/>
                  </a:cxn>
                  <a:cxn ang="0">
                    <a:pos x="33" y="0"/>
                  </a:cxn>
                  <a:cxn ang="0">
                    <a:pos x="19" y="9"/>
                  </a:cxn>
                  <a:cxn ang="0">
                    <a:pos x="12" y="21"/>
                  </a:cxn>
                  <a:cxn ang="0">
                    <a:pos x="4" y="38"/>
                  </a:cxn>
                  <a:cxn ang="0">
                    <a:pos x="0" y="54"/>
                  </a:cxn>
                  <a:cxn ang="0">
                    <a:pos x="2" y="67"/>
                  </a:cxn>
                  <a:cxn ang="0">
                    <a:pos x="12" y="86"/>
                  </a:cxn>
                  <a:cxn ang="0">
                    <a:pos x="35" y="89"/>
                  </a:cxn>
                  <a:cxn ang="0">
                    <a:pos x="47" y="90"/>
                  </a:cxn>
                  <a:cxn ang="0">
                    <a:pos x="55" y="81"/>
                  </a:cxn>
                  <a:cxn ang="0">
                    <a:pos x="61" y="67"/>
                  </a:cxn>
                  <a:cxn ang="0">
                    <a:pos x="67" y="63"/>
                  </a:cxn>
                </a:cxnLst>
                <a:rect l="0" t="0" r="r" b="b"/>
                <a:pathLst>
                  <a:path w="67" h="90">
                    <a:moveTo>
                      <a:pt x="67" y="63"/>
                    </a:moveTo>
                    <a:lnTo>
                      <a:pt x="65" y="35"/>
                    </a:lnTo>
                    <a:lnTo>
                      <a:pt x="65" y="14"/>
                    </a:lnTo>
                    <a:lnTo>
                      <a:pt x="63" y="6"/>
                    </a:lnTo>
                    <a:lnTo>
                      <a:pt x="56" y="15"/>
                    </a:lnTo>
                    <a:lnTo>
                      <a:pt x="33" y="0"/>
                    </a:lnTo>
                    <a:lnTo>
                      <a:pt x="19" y="9"/>
                    </a:lnTo>
                    <a:lnTo>
                      <a:pt x="12" y="21"/>
                    </a:lnTo>
                    <a:lnTo>
                      <a:pt x="4" y="38"/>
                    </a:lnTo>
                    <a:lnTo>
                      <a:pt x="0" y="54"/>
                    </a:lnTo>
                    <a:lnTo>
                      <a:pt x="2" y="67"/>
                    </a:lnTo>
                    <a:lnTo>
                      <a:pt x="12" y="86"/>
                    </a:lnTo>
                    <a:lnTo>
                      <a:pt x="35" y="89"/>
                    </a:lnTo>
                    <a:lnTo>
                      <a:pt x="47" y="90"/>
                    </a:lnTo>
                    <a:lnTo>
                      <a:pt x="55" y="81"/>
                    </a:lnTo>
                    <a:lnTo>
                      <a:pt x="61" y="67"/>
                    </a:lnTo>
                    <a:lnTo>
                      <a:pt x="67" y="6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2" name="Freeform 26">
                <a:extLst>
                  <a:ext uri="{FF2B5EF4-FFF2-40B4-BE49-F238E27FC236}">
                    <a16:creationId xmlns:a16="http://schemas.microsoft.com/office/drawing/2014/main" id="{1AA0B88F-89C3-565E-58FC-3AB423B506E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6" y="2733"/>
                <a:ext cx="180" cy="158"/>
              </a:xfrm>
              <a:custGeom>
                <a:avLst/>
                <a:gdLst/>
                <a:ahLst/>
                <a:cxnLst>
                  <a:cxn ang="0">
                    <a:pos x="188" y="334"/>
                  </a:cxn>
                  <a:cxn ang="0">
                    <a:pos x="157" y="406"/>
                  </a:cxn>
                  <a:cxn ang="0">
                    <a:pos x="101" y="418"/>
                  </a:cxn>
                  <a:cxn ang="0">
                    <a:pos x="59" y="396"/>
                  </a:cxn>
                  <a:cxn ang="0">
                    <a:pos x="8" y="398"/>
                  </a:cxn>
                  <a:cxn ang="0">
                    <a:pos x="1" y="411"/>
                  </a:cxn>
                  <a:cxn ang="0">
                    <a:pos x="37" y="491"/>
                  </a:cxn>
                  <a:cxn ang="0">
                    <a:pos x="70" y="562"/>
                  </a:cxn>
                  <a:cxn ang="0">
                    <a:pos x="90" y="665"/>
                  </a:cxn>
                  <a:cxn ang="0">
                    <a:pos x="77" y="678"/>
                  </a:cxn>
                  <a:cxn ang="0">
                    <a:pos x="88" y="701"/>
                  </a:cxn>
                  <a:cxn ang="0">
                    <a:pos x="108" y="734"/>
                  </a:cxn>
                  <a:cxn ang="0">
                    <a:pos x="109" y="770"/>
                  </a:cxn>
                  <a:cxn ang="0">
                    <a:pos x="112" y="750"/>
                  </a:cxn>
                  <a:cxn ang="0">
                    <a:pos x="128" y="769"/>
                  </a:cxn>
                  <a:cxn ang="0">
                    <a:pos x="155" y="782"/>
                  </a:cxn>
                  <a:cxn ang="0">
                    <a:pos x="195" y="791"/>
                  </a:cxn>
                  <a:cxn ang="0">
                    <a:pos x="236" y="771"/>
                  </a:cxn>
                  <a:cxn ang="0">
                    <a:pos x="287" y="771"/>
                  </a:cxn>
                  <a:cxn ang="0">
                    <a:pos x="311" y="753"/>
                  </a:cxn>
                  <a:cxn ang="0">
                    <a:pos x="365" y="753"/>
                  </a:cxn>
                  <a:cxn ang="0">
                    <a:pos x="408" y="746"/>
                  </a:cxn>
                  <a:cxn ang="0">
                    <a:pos x="479" y="743"/>
                  </a:cxn>
                  <a:cxn ang="0">
                    <a:pos x="505" y="733"/>
                  </a:cxn>
                  <a:cxn ang="0">
                    <a:pos x="553" y="727"/>
                  </a:cxn>
                  <a:cxn ang="0">
                    <a:pos x="633" y="679"/>
                  </a:cxn>
                  <a:cxn ang="0">
                    <a:pos x="705" y="600"/>
                  </a:cxn>
                  <a:cxn ang="0">
                    <a:pos x="765" y="533"/>
                  </a:cxn>
                  <a:cxn ang="0">
                    <a:pos x="804" y="465"/>
                  </a:cxn>
                  <a:cxn ang="0">
                    <a:pos x="836" y="420"/>
                  </a:cxn>
                  <a:cxn ang="0">
                    <a:pos x="881" y="357"/>
                  </a:cxn>
                  <a:cxn ang="0">
                    <a:pos x="894" y="305"/>
                  </a:cxn>
                  <a:cxn ang="0">
                    <a:pos x="856" y="281"/>
                  </a:cxn>
                  <a:cxn ang="0">
                    <a:pos x="824" y="307"/>
                  </a:cxn>
                  <a:cxn ang="0">
                    <a:pos x="793" y="256"/>
                  </a:cxn>
                  <a:cxn ang="0">
                    <a:pos x="845" y="233"/>
                  </a:cxn>
                  <a:cxn ang="0">
                    <a:pos x="830" y="55"/>
                  </a:cxn>
                  <a:cxn ang="0">
                    <a:pos x="807" y="17"/>
                  </a:cxn>
                  <a:cxn ang="0">
                    <a:pos x="749" y="9"/>
                  </a:cxn>
                  <a:cxn ang="0">
                    <a:pos x="704" y="8"/>
                  </a:cxn>
                  <a:cxn ang="0">
                    <a:pos x="625" y="57"/>
                  </a:cxn>
                  <a:cxn ang="0">
                    <a:pos x="558" y="129"/>
                  </a:cxn>
                  <a:cxn ang="0">
                    <a:pos x="496" y="207"/>
                  </a:cxn>
                  <a:cxn ang="0">
                    <a:pos x="437" y="217"/>
                  </a:cxn>
                  <a:cxn ang="0">
                    <a:pos x="376" y="201"/>
                  </a:cxn>
                  <a:cxn ang="0">
                    <a:pos x="339" y="248"/>
                  </a:cxn>
                  <a:cxn ang="0">
                    <a:pos x="277" y="286"/>
                  </a:cxn>
                  <a:cxn ang="0">
                    <a:pos x="230" y="271"/>
                  </a:cxn>
                  <a:cxn ang="0">
                    <a:pos x="238" y="213"/>
                  </a:cxn>
                  <a:cxn ang="0">
                    <a:pos x="200" y="170"/>
                  </a:cxn>
                </a:cxnLst>
                <a:rect l="0" t="0" r="r" b="b"/>
                <a:pathLst>
                  <a:path w="898" h="791">
                    <a:moveTo>
                      <a:pt x="188" y="161"/>
                    </a:moveTo>
                    <a:lnTo>
                      <a:pt x="188" y="216"/>
                    </a:lnTo>
                    <a:lnTo>
                      <a:pt x="188" y="275"/>
                    </a:lnTo>
                    <a:lnTo>
                      <a:pt x="188" y="334"/>
                    </a:lnTo>
                    <a:lnTo>
                      <a:pt x="188" y="390"/>
                    </a:lnTo>
                    <a:lnTo>
                      <a:pt x="182" y="394"/>
                    </a:lnTo>
                    <a:lnTo>
                      <a:pt x="171" y="396"/>
                    </a:lnTo>
                    <a:lnTo>
                      <a:pt x="157" y="406"/>
                    </a:lnTo>
                    <a:lnTo>
                      <a:pt x="141" y="421"/>
                    </a:lnTo>
                    <a:lnTo>
                      <a:pt x="129" y="421"/>
                    </a:lnTo>
                    <a:lnTo>
                      <a:pt x="120" y="418"/>
                    </a:lnTo>
                    <a:lnTo>
                      <a:pt x="101" y="418"/>
                    </a:lnTo>
                    <a:lnTo>
                      <a:pt x="86" y="423"/>
                    </a:lnTo>
                    <a:lnTo>
                      <a:pt x="70" y="421"/>
                    </a:lnTo>
                    <a:lnTo>
                      <a:pt x="59" y="409"/>
                    </a:lnTo>
                    <a:lnTo>
                      <a:pt x="59" y="396"/>
                    </a:lnTo>
                    <a:lnTo>
                      <a:pt x="33" y="378"/>
                    </a:lnTo>
                    <a:lnTo>
                      <a:pt x="21" y="379"/>
                    </a:lnTo>
                    <a:lnTo>
                      <a:pt x="15" y="390"/>
                    </a:lnTo>
                    <a:lnTo>
                      <a:pt x="8" y="398"/>
                    </a:lnTo>
                    <a:lnTo>
                      <a:pt x="5" y="400"/>
                    </a:lnTo>
                    <a:lnTo>
                      <a:pt x="0" y="401"/>
                    </a:lnTo>
                    <a:lnTo>
                      <a:pt x="2" y="405"/>
                    </a:lnTo>
                    <a:lnTo>
                      <a:pt x="1" y="411"/>
                    </a:lnTo>
                    <a:lnTo>
                      <a:pt x="5" y="416"/>
                    </a:lnTo>
                    <a:lnTo>
                      <a:pt x="13" y="426"/>
                    </a:lnTo>
                    <a:lnTo>
                      <a:pt x="28" y="464"/>
                    </a:lnTo>
                    <a:lnTo>
                      <a:pt x="37" y="491"/>
                    </a:lnTo>
                    <a:lnTo>
                      <a:pt x="51" y="528"/>
                    </a:lnTo>
                    <a:lnTo>
                      <a:pt x="59" y="536"/>
                    </a:lnTo>
                    <a:lnTo>
                      <a:pt x="64" y="552"/>
                    </a:lnTo>
                    <a:lnTo>
                      <a:pt x="70" y="562"/>
                    </a:lnTo>
                    <a:lnTo>
                      <a:pt x="91" y="595"/>
                    </a:lnTo>
                    <a:lnTo>
                      <a:pt x="97" y="608"/>
                    </a:lnTo>
                    <a:lnTo>
                      <a:pt x="99" y="648"/>
                    </a:lnTo>
                    <a:lnTo>
                      <a:pt x="90" y="665"/>
                    </a:lnTo>
                    <a:lnTo>
                      <a:pt x="78" y="660"/>
                    </a:lnTo>
                    <a:lnTo>
                      <a:pt x="76" y="667"/>
                    </a:lnTo>
                    <a:lnTo>
                      <a:pt x="75" y="678"/>
                    </a:lnTo>
                    <a:lnTo>
                      <a:pt x="77" y="678"/>
                    </a:lnTo>
                    <a:lnTo>
                      <a:pt x="85" y="683"/>
                    </a:lnTo>
                    <a:lnTo>
                      <a:pt x="87" y="690"/>
                    </a:lnTo>
                    <a:lnTo>
                      <a:pt x="83" y="691"/>
                    </a:lnTo>
                    <a:lnTo>
                      <a:pt x="88" y="701"/>
                    </a:lnTo>
                    <a:lnTo>
                      <a:pt x="93" y="705"/>
                    </a:lnTo>
                    <a:lnTo>
                      <a:pt x="99" y="716"/>
                    </a:lnTo>
                    <a:lnTo>
                      <a:pt x="107" y="726"/>
                    </a:lnTo>
                    <a:lnTo>
                      <a:pt x="108" y="734"/>
                    </a:lnTo>
                    <a:lnTo>
                      <a:pt x="103" y="742"/>
                    </a:lnTo>
                    <a:lnTo>
                      <a:pt x="103" y="749"/>
                    </a:lnTo>
                    <a:lnTo>
                      <a:pt x="103" y="760"/>
                    </a:lnTo>
                    <a:lnTo>
                      <a:pt x="109" y="770"/>
                    </a:lnTo>
                    <a:lnTo>
                      <a:pt x="110" y="769"/>
                    </a:lnTo>
                    <a:lnTo>
                      <a:pt x="109" y="761"/>
                    </a:lnTo>
                    <a:lnTo>
                      <a:pt x="109" y="754"/>
                    </a:lnTo>
                    <a:lnTo>
                      <a:pt x="112" y="750"/>
                    </a:lnTo>
                    <a:lnTo>
                      <a:pt x="119" y="749"/>
                    </a:lnTo>
                    <a:lnTo>
                      <a:pt x="128" y="750"/>
                    </a:lnTo>
                    <a:lnTo>
                      <a:pt x="129" y="762"/>
                    </a:lnTo>
                    <a:lnTo>
                      <a:pt x="128" y="769"/>
                    </a:lnTo>
                    <a:lnTo>
                      <a:pt x="133" y="771"/>
                    </a:lnTo>
                    <a:lnTo>
                      <a:pt x="151" y="770"/>
                    </a:lnTo>
                    <a:lnTo>
                      <a:pt x="156" y="775"/>
                    </a:lnTo>
                    <a:lnTo>
                      <a:pt x="155" y="782"/>
                    </a:lnTo>
                    <a:lnTo>
                      <a:pt x="166" y="788"/>
                    </a:lnTo>
                    <a:lnTo>
                      <a:pt x="174" y="788"/>
                    </a:lnTo>
                    <a:lnTo>
                      <a:pt x="183" y="791"/>
                    </a:lnTo>
                    <a:lnTo>
                      <a:pt x="195" y="791"/>
                    </a:lnTo>
                    <a:lnTo>
                      <a:pt x="204" y="788"/>
                    </a:lnTo>
                    <a:lnTo>
                      <a:pt x="214" y="776"/>
                    </a:lnTo>
                    <a:lnTo>
                      <a:pt x="232" y="775"/>
                    </a:lnTo>
                    <a:lnTo>
                      <a:pt x="236" y="771"/>
                    </a:lnTo>
                    <a:lnTo>
                      <a:pt x="244" y="770"/>
                    </a:lnTo>
                    <a:lnTo>
                      <a:pt x="264" y="772"/>
                    </a:lnTo>
                    <a:lnTo>
                      <a:pt x="266" y="769"/>
                    </a:lnTo>
                    <a:lnTo>
                      <a:pt x="287" y="771"/>
                    </a:lnTo>
                    <a:lnTo>
                      <a:pt x="293" y="769"/>
                    </a:lnTo>
                    <a:lnTo>
                      <a:pt x="296" y="761"/>
                    </a:lnTo>
                    <a:lnTo>
                      <a:pt x="305" y="758"/>
                    </a:lnTo>
                    <a:lnTo>
                      <a:pt x="311" y="753"/>
                    </a:lnTo>
                    <a:lnTo>
                      <a:pt x="316" y="748"/>
                    </a:lnTo>
                    <a:lnTo>
                      <a:pt x="333" y="745"/>
                    </a:lnTo>
                    <a:lnTo>
                      <a:pt x="341" y="746"/>
                    </a:lnTo>
                    <a:lnTo>
                      <a:pt x="365" y="753"/>
                    </a:lnTo>
                    <a:lnTo>
                      <a:pt x="372" y="753"/>
                    </a:lnTo>
                    <a:lnTo>
                      <a:pt x="381" y="745"/>
                    </a:lnTo>
                    <a:lnTo>
                      <a:pt x="394" y="744"/>
                    </a:lnTo>
                    <a:lnTo>
                      <a:pt x="408" y="746"/>
                    </a:lnTo>
                    <a:lnTo>
                      <a:pt x="446" y="758"/>
                    </a:lnTo>
                    <a:lnTo>
                      <a:pt x="459" y="758"/>
                    </a:lnTo>
                    <a:lnTo>
                      <a:pt x="467" y="744"/>
                    </a:lnTo>
                    <a:lnTo>
                      <a:pt x="479" y="743"/>
                    </a:lnTo>
                    <a:lnTo>
                      <a:pt x="491" y="748"/>
                    </a:lnTo>
                    <a:lnTo>
                      <a:pt x="507" y="749"/>
                    </a:lnTo>
                    <a:lnTo>
                      <a:pt x="508" y="743"/>
                    </a:lnTo>
                    <a:lnTo>
                      <a:pt x="505" y="733"/>
                    </a:lnTo>
                    <a:lnTo>
                      <a:pt x="512" y="728"/>
                    </a:lnTo>
                    <a:lnTo>
                      <a:pt x="519" y="727"/>
                    </a:lnTo>
                    <a:lnTo>
                      <a:pt x="532" y="726"/>
                    </a:lnTo>
                    <a:lnTo>
                      <a:pt x="553" y="727"/>
                    </a:lnTo>
                    <a:lnTo>
                      <a:pt x="564" y="726"/>
                    </a:lnTo>
                    <a:lnTo>
                      <a:pt x="586" y="715"/>
                    </a:lnTo>
                    <a:lnTo>
                      <a:pt x="623" y="689"/>
                    </a:lnTo>
                    <a:lnTo>
                      <a:pt x="633" y="679"/>
                    </a:lnTo>
                    <a:lnTo>
                      <a:pt x="642" y="668"/>
                    </a:lnTo>
                    <a:lnTo>
                      <a:pt x="663" y="652"/>
                    </a:lnTo>
                    <a:lnTo>
                      <a:pt x="689" y="624"/>
                    </a:lnTo>
                    <a:lnTo>
                      <a:pt x="705" y="600"/>
                    </a:lnTo>
                    <a:lnTo>
                      <a:pt x="714" y="589"/>
                    </a:lnTo>
                    <a:lnTo>
                      <a:pt x="723" y="582"/>
                    </a:lnTo>
                    <a:lnTo>
                      <a:pt x="747" y="561"/>
                    </a:lnTo>
                    <a:lnTo>
                      <a:pt x="765" y="533"/>
                    </a:lnTo>
                    <a:lnTo>
                      <a:pt x="774" y="520"/>
                    </a:lnTo>
                    <a:lnTo>
                      <a:pt x="796" y="480"/>
                    </a:lnTo>
                    <a:lnTo>
                      <a:pt x="800" y="473"/>
                    </a:lnTo>
                    <a:lnTo>
                      <a:pt x="804" y="465"/>
                    </a:lnTo>
                    <a:lnTo>
                      <a:pt x="808" y="454"/>
                    </a:lnTo>
                    <a:lnTo>
                      <a:pt x="819" y="437"/>
                    </a:lnTo>
                    <a:lnTo>
                      <a:pt x="828" y="426"/>
                    </a:lnTo>
                    <a:lnTo>
                      <a:pt x="836" y="420"/>
                    </a:lnTo>
                    <a:lnTo>
                      <a:pt x="846" y="417"/>
                    </a:lnTo>
                    <a:lnTo>
                      <a:pt x="866" y="401"/>
                    </a:lnTo>
                    <a:lnTo>
                      <a:pt x="875" y="388"/>
                    </a:lnTo>
                    <a:lnTo>
                      <a:pt x="881" y="357"/>
                    </a:lnTo>
                    <a:lnTo>
                      <a:pt x="886" y="345"/>
                    </a:lnTo>
                    <a:lnTo>
                      <a:pt x="888" y="331"/>
                    </a:lnTo>
                    <a:lnTo>
                      <a:pt x="888" y="318"/>
                    </a:lnTo>
                    <a:lnTo>
                      <a:pt x="894" y="305"/>
                    </a:lnTo>
                    <a:lnTo>
                      <a:pt x="897" y="294"/>
                    </a:lnTo>
                    <a:lnTo>
                      <a:pt x="898" y="282"/>
                    </a:lnTo>
                    <a:lnTo>
                      <a:pt x="892" y="281"/>
                    </a:lnTo>
                    <a:lnTo>
                      <a:pt x="856" y="281"/>
                    </a:lnTo>
                    <a:lnTo>
                      <a:pt x="850" y="285"/>
                    </a:lnTo>
                    <a:lnTo>
                      <a:pt x="844" y="299"/>
                    </a:lnTo>
                    <a:lnTo>
                      <a:pt x="836" y="308"/>
                    </a:lnTo>
                    <a:lnTo>
                      <a:pt x="824" y="307"/>
                    </a:lnTo>
                    <a:lnTo>
                      <a:pt x="801" y="304"/>
                    </a:lnTo>
                    <a:lnTo>
                      <a:pt x="791" y="285"/>
                    </a:lnTo>
                    <a:lnTo>
                      <a:pt x="789" y="272"/>
                    </a:lnTo>
                    <a:lnTo>
                      <a:pt x="793" y="256"/>
                    </a:lnTo>
                    <a:lnTo>
                      <a:pt x="801" y="239"/>
                    </a:lnTo>
                    <a:lnTo>
                      <a:pt x="808" y="227"/>
                    </a:lnTo>
                    <a:lnTo>
                      <a:pt x="822" y="218"/>
                    </a:lnTo>
                    <a:lnTo>
                      <a:pt x="845" y="233"/>
                    </a:lnTo>
                    <a:lnTo>
                      <a:pt x="852" y="224"/>
                    </a:lnTo>
                    <a:lnTo>
                      <a:pt x="849" y="131"/>
                    </a:lnTo>
                    <a:lnTo>
                      <a:pt x="836" y="87"/>
                    </a:lnTo>
                    <a:lnTo>
                      <a:pt x="830" y="55"/>
                    </a:lnTo>
                    <a:lnTo>
                      <a:pt x="828" y="34"/>
                    </a:lnTo>
                    <a:lnTo>
                      <a:pt x="827" y="33"/>
                    </a:lnTo>
                    <a:lnTo>
                      <a:pt x="822" y="32"/>
                    </a:lnTo>
                    <a:lnTo>
                      <a:pt x="807" y="17"/>
                    </a:lnTo>
                    <a:lnTo>
                      <a:pt x="786" y="11"/>
                    </a:lnTo>
                    <a:lnTo>
                      <a:pt x="774" y="9"/>
                    </a:lnTo>
                    <a:lnTo>
                      <a:pt x="761" y="12"/>
                    </a:lnTo>
                    <a:lnTo>
                      <a:pt x="749" y="9"/>
                    </a:lnTo>
                    <a:lnTo>
                      <a:pt x="726" y="2"/>
                    </a:lnTo>
                    <a:lnTo>
                      <a:pt x="717" y="0"/>
                    </a:lnTo>
                    <a:lnTo>
                      <a:pt x="705" y="5"/>
                    </a:lnTo>
                    <a:lnTo>
                      <a:pt x="704" y="8"/>
                    </a:lnTo>
                    <a:lnTo>
                      <a:pt x="693" y="13"/>
                    </a:lnTo>
                    <a:lnTo>
                      <a:pt x="679" y="22"/>
                    </a:lnTo>
                    <a:lnTo>
                      <a:pt x="641" y="40"/>
                    </a:lnTo>
                    <a:lnTo>
                      <a:pt x="625" y="57"/>
                    </a:lnTo>
                    <a:lnTo>
                      <a:pt x="605" y="70"/>
                    </a:lnTo>
                    <a:lnTo>
                      <a:pt x="586" y="88"/>
                    </a:lnTo>
                    <a:lnTo>
                      <a:pt x="575" y="104"/>
                    </a:lnTo>
                    <a:lnTo>
                      <a:pt x="558" y="129"/>
                    </a:lnTo>
                    <a:lnTo>
                      <a:pt x="531" y="148"/>
                    </a:lnTo>
                    <a:lnTo>
                      <a:pt x="516" y="167"/>
                    </a:lnTo>
                    <a:lnTo>
                      <a:pt x="501" y="201"/>
                    </a:lnTo>
                    <a:lnTo>
                      <a:pt x="496" y="207"/>
                    </a:lnTo>
                    <a:lnTo>
                      <a:pt x="488" y="211"/>
                    </a:lnTo>
                    <a:lnTo>
                      <a:pt x="477" y="212"/>
                    </a:lnTo>
                    <a:lnTo>
                      <a:pt x="452" y="218"/>
                    </a:lnTo>
                    <a:lnTo>
                      <a:pt x="437" y="217"/>
                    </a:lnTo>
                    <a:lnTo>
                      <a:pt x="414" y="204"/>
                    </a:lnTo>
                    <a:lnTo>
                      <a:pt x="402" y="199"/>
                    </a:lnTo>
                    <a:lnTo>
                      <a:pt x="388" y="197"/>
                    </a:lnTo>
                    <a:lnTo>
                      <a:pt x="376" y="201"/>
                    </a:lnTo>
                    <a:lnTo>
                      <a:pt x="357" y="221"/>
                    </a:lnTo>
                    <a:lnTo>
                      <a:pt x="351" y="229"/>
                    </a:lnTo>
                    <a:lnTo>
                      <a:pt x="348" y="237"/>
                    </a:lnTo>
                    <a:lnTo>
                      <a:pt x="339" y="248"/>
                    </a:lnTo>
                    <a:lnTo>
                      <a:pt x="327" y="255"/>
                    </a:lnTo>
                    <a:lnTo>
                      <a:pt x="322" y="260"/>
                    </a:lnTo>
                    <a:lnTo>
                      <a:pt x="312" y="277"/>
                    </a:lnTo>
                    <a:lnTo>
                      <a:pt x="277" y="286"/>
                    </a:lnTo>
                    <a:lnTo>
                      <a:pt x="259" y="285"/>
                    </a:lnTo>
                    <a:lnTo>
                      <a:pt x="243" y="282"/>
                    </a:lnTo>
                    <a:lnTo>
                      <a:pt x="233" y="280"/>
                    </a:lnTo>
                    <a:lnTo>
                      <a:pt x="230" y="271"/>
                    </a:lnTo>
                    <a:lnTo>
                      <a:pt x="237" y="250"/>
                    </a:lnTo>
                    <a:lnTo>
                      <a:pt x="239" y="237"/>
                    </a:lnTo>
                    <a:lnTo>
                      <a:pt x="239" y="231"/>
                    </a:lnTo>
                    <a:lnTo>
                      <a:pt x="238" y="213"/>
                    </a:lnTo>
                    <a:lnTo>
                      <a:pt x="231" y="201"/>
                    </a:lnTo>
                    <a:lnTo>
                      <a:pt x="217" y="190"/>
                    </a:lnTo>
                    <a:lnTo>
                      <a:pt x="212" y="181"/>
                    </a:lnTo>
                    <a:lnTo>
                      <a:pt x="200" y="170"/>
                    </a:lnTo>
                    <a:lnTo>
                      <a:pt x="198" y="167"/>
                    </a:lnTo>
                    <a:lnTo>
                      <a:pt x="192" y="161"/>
                    </a:lnTo>
                    <a:lnTo>
                      <a:pt x="188" y="16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3" name="Freeform 27">
                <a:extLst>
                  <a:ext uri="{FF2B5EF4-FFF2-40B4-BE49-F238E27FC236}">
                    <a16:creationId xmlns:a16="http://schemas.microsoft.com/office/drawing/2014/main" id="{E71A0525-9DA4-9290-7686-F5B5F394F22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5" y="2589"/>
                <a:ext cx="35" cy="87"/>
              </a:xfrm>
              <a:custGeom>
                <a:avLst/>
                <a:gdLst/>
                <a:ahLst/>
                <a:cxnLst>
                  <a:cxn ang="0">
                    <a:pos x="61" y="11"/>
                  </a:cxn>
                  <a:cxn ang="0">
                    <a:pos x="42" y="14"/>
                  </a:cxn>
                  <a:cxn ang="0">
                    <a:pos x="25" y="8"/>
                  </a:cxn>
                  <a:cxn ang="0">
                    <a:pos x="13" y="8"/>
                  </a:cxn>
                  <a:cxn ang="0">
                    <a:pos x="25" y="15"/>
                  </a:cxn>
                  <a:cxn ang="0">
                    <a:pos x="37" y="40"/>
                  </a:cxn>
                  <a:cxn ang="0">
                    <a:pos x="50" y="65"/>
                  </a:cxn>
                  <a:cxn ang="0">
                    <a:pos x="42" y="80"/>
                  </a:cxn>
                  <a:cxn ang="0">
                    <a:pos x="35" y="94"/>
                  </a:cxn>
                  <a:cxn ang="0">
                    <a:pos x="31" y="127"/>
                  </a:cxn>
                  <a:cxn ang="0">
                    <a:pos x="31" y="159"/>
                  </a:cxn>
                  <a:cxn ang="0">
                    <a:pos x="41" y="172"/>
                  </a:cxn>
                  <a:cxn ang="0">
                    <a:pos x="24" y="181"/>
                  </a:cxn>
                  <a:cxn ang="0">
                    <a:pos x="14" y="198"/>
                  </a:cxn>
                  <a:cxn ang="0">
                    <a:pos x="2" y="235"/>
                  </a:cxn>
                  <a:cxn ang="0">
                    <a:pos x="8" y="248"/>
                  </a:cxn>
                  <a:cxn ang="0">
                    <a:pos x="23" y="257"/>
                  </a:cxn>
                  <a:cxn ang="0">
                    <a:pos x="30" y="263"/>
                  </a:cxn>
                  <a:cxn ang="0">
                    <a:pos x="51" y="289"/>
                  </a:cxn>
                  <a:cxn ang="0">
                    <a:pos x="93" y="284"/>
                  </a:cxn>
                  <a:cxn ang="0">
                    <a:pos x="101" y="310"/>
                  </a:cxn>
                  <a:cxn ang="0">
                    <a:pos x="94" y="343"/>
                  </a:cxn>
                  <a:cxn ang="0">
                    <a:pos x="86" y="365"/>
                  </a:cxn>
                  <a:cxn ang="0">
                    <a:pos x="97" y="388"/>
                  </a:cxn>
                  <a:cxn ang="0">
                    <a:pos x="112" y="404"/>
                  </a:cxn>
                  <a:cxn ang="0">
                    <a:pos x="128" y="414"/>
                  </a:cxn>
                  <a:cxn ang="0">
                    <a:pos x="127" y="429"/>
                  </a:cxn>
                  <a:cxn ang="0">
                    <a:pos x="142" y="430"/>
                  </a:cxn>
                  <a:cxn ang="0">
                    <a:pos x="139" y="409"/>
                  </a:cxn>
                  <a:cxn ang="0">
                    <a:pos x="139" y="392"/>
                  </a:cxn>
                  <a:cxn ang="0">
                    <a:pos x="153" y="377"/>
                  </a:cxn>
                  <a:cxn ang="0">
                    <a:pos x="169" y="368"/>
                  </a:cxn>
                  <a:cxn ang="0">
                    <a:pos x="169" y="325"/>
                  </a:cxn>
                  <a:cxn ang="0">
                    <a:pos x="172" y="295"/>
                  </a:cxn>
                  <a:cxn ang="0">
                    <a:pos x="148" y="266"/>
                  </a:cxn>
                  <a:cxn ang="0">
                    <a:pos x="116" y="230"/>
                  </a:cxn>
                  <a:cxn ang="0">
                    <a:pos x="116" y="242"/>
                  </a:cxn>
                  <a:cxn ang="0">
                    <a:pos x="126" y="250"/>
                  </a:cxn>
                  <a:cxn ang="0">
                    <a:pos x="134" y="282"/>
                  </a:cxn>
                  <a:cxn ang="0">
                    <a:pos x="121" y="269"/>
                  </a:cxn>
                  <a:cxn ang="0">
                    <a:pos x="115" y="262"/>
                  </a:cxn>
                  <a:cxn ang="0">
                    <a:pos x="102" y="272"/>
                  </a:cxn>
                  <a:cxn ang="0">
                    <a:pos x="97" y="261"/>
                  </a:cxn>
                  <a:cxn ang="0">
                    <a:pos x="100" y="245"/>
                  </a:cxn>
                  <a:cxn ang="0">
                    <a:pos x="89" y="231"/>
                  </a:cxn>
                  <a:cxn ang="0">
                    <a:pos x="85" y="208"/>
                  </a:cxn>
                  <a:cxn ang="0">
                    <a:pos x="68" y="159"/>
                  </a:cxn>
                  <a:cxn ang="0">
                    <a:pos x="79" y="140"/>
                  </a:cxn>
                  <a:cxn ang="0">
                    <a:pos x="79" y="70"/>
                  </a:cxn>
                  <a:cxn ang="0">
                    <a:pos x="78" y="51"/>
                  </a:cxn>
                  <a:cxn ang="0">
                    <a:pos x="63" y="32"/>
                  </a:cxn>
                  <a:cxn ang="0">
                    <a:pos x="69" y="10"/>
                  </a:cxn>
                </a:cxnLst>
                <a:rect l="0" t="0" r="r" b="b"/>
                <a:pathLst>
                  <a:path w="175" h="431">
                    <a:moveTo>
                      <a:pt x="64" y="18"/>
                    </a:moveTo>
                    <a:lnTo>
                      <a:pt x="62" y="14"/>
                    </a:lnTo>
                    <a:lnTo>
                      <a:pt x="61" y="11"/>
                    </a:lnTo>
                    <a:lnTo>
                      <a:pt x="58" y="10"/>
                    </a:lnTo>
                    <a:lnTo>
                      <a:pt x="53" y="10"/>
                    </a:lnTo>
                    <a:lnTo>
                      <a:pt x="42" y="14"/>
                    </a:lnTo>
                    <a:lnTo>
                      <a:pt x="40" y="13"/>
                    </a:lnTo>
                    <a:lnTo>
                      <a:pt x="35" y="6"/>
                    </a:lnTo>
                    <a:lnTo>
                      <a:pt x="25" y="8"/>
                    </a:lnTo>
                    <a:lnTo>
                      <a:pt x="14" y="0"/>
                    </a:lnTo>
                    <a:lnTo>
                      <a:pt x="13" y="3"/>
                    </a:lnTo>
                    <a:lnTo>
                      <a:pt x="13" y="8"/>
                    </a:lnTo>
                    <a:lnTo>
                      <a:pt x="14" y="9"/>
                    </a:lnTo>
                    <a:lnTo>
                      <a:pt x="16" y="15"/>
                    </a:lnTo>
                    <a:lnTo>
                      <a:pt x="25" y="15"/>
                    </a:lnTo>
                    <a:lnTo>
                      <a:pt x="32" y="24"/>
                    </a:lnTo>
                    <a:lnTo>
                      <a:pt x="34" y="29"/>
                    </a:lnTo>
                    <a:lnTo>
                      <a:pt x="37" y="40"/>
                    </a:lnTo>
                    <a:lnTo>
                      <a:pt x="43" y="45"/>
                    </a:lnTo>
                    <a:lnTo>
                      <a:pt x="46" y="63"/>
                    </a:lnTo>
                    <a:lnTo>
                      <a:pt x="50" y="65"/>
                    </a:lnTo>
                    <a:lnTo>
                      <a:pt x="51" y="72"/>
                    </a:lnTo>
                    <a:lnTo>
                      <a:pt x="51" y="75"/>
                    </a:lnTo>
                    <a:lnTo>
                      <a:pt x="42" y="80"/>
                    </a:lnTo>
                    <a:lnTo>
                      <a:pt x="40" y="81"/>
                    </a:lnTo>
                    <a:lnTo>
                      <a:pt x="36" y="84"/>
                    </a:lnTo>
                    <a:lnTo>
                      <a:pt x="35" y="94"/>
                    </a:lnTo>
                    <a:lnTo>
                      <a:pt x="36" y="102"/>
                    </a:lnTo>
                    <a:lnTo>
                      <a:pt x="30" y="119"/>
                    </a:lnTo>
                    <a:lnTo>
                      <a:pt x="31" y="127"/>
                    </a:lnTo>
                    <a:lnTo>
                      <a:pt x="32" y="142"/>
                    </a:lnTo>
                    <a:lnTo>
                      <a:pt x="30" y="156"/>
                    </a:lnTo>
                    <a:lnTo>
                      <a:pt x="31" y="159"/>
                    </a:lnTo>
                    <a:lnTo>
                      <a:pt x="35" y="164"/>
                    </a:lnTo>
                    <a:lnTo>
                      <a:pt x="40" y="166"/>
                    </a:lnTo>
                    <a:lnTo>
                      <a:pt x="41" y="172"/>
                    </a:lnTo>
                    <a:lnTo>
                      <a:pt x="38" y="175"/>
                    </a:lnTo>
                    <a:lnTo>
                      <a:pt x="30" y="176"/>
                    </a:lnTo>
                    <a:lnTo>
                      <a:pt x="24" y="181"/>
                    </a:lnTo>
                    <a:lnTo>
                      <a:pt x="19" y="182"/>
                    </a:lnTo>
                    <a:lnTo>
                      <a:pt x="18" y="183"/>
                    </a:lnTo>
                    <a:lnTo>
                      <a:pt x="14" y="198"/>
                    </a:lnTo>
                    <a:lnTo>
                      <a:pt x="14" y="213"/>
                    </a:lnTo>
                    <a:lnTo>
                      <a:pt x="9" y="228"/>
                    </a:lnTo>
                    <a:lnTo>
                      <a:pt x="2" y="235"/>
                    </a:lnTo>
                    <a:lnTo>
                      <a:pt x="0" y="239"/>
                    </a:lnTo>
                    <a:lnTo>
                      <a:pt x="3" y="247"/>
                    </a:lnTo>
                    <a:lnTo>
                      <a:pt x="8" y="248"/>
                    </a:lnTo>
                    <a:lnTo>
                      <a:pt x="11" y="256"/>
                    </a:lnTo>
                    <a:lnTo>
                      <a:pt x="19" y="255"/>
                    </a:lnTo>
                    <a:lnTo>
                      <a:pt x="23" y="257"/>
                    </a:lnTo>
                    <a:lnTo>
                      <a:pt x="23" y="258"/>
                    </a:lnTo>
                    <a:lnTo>
                      <a:pt x="24" y="261"/>
                    </a:lnTo>
                    <a:lnTo>
                      <a:pt x="30" y="263"/>
                    </a:lnTo>
                    <a:lnTo>
                      <a:pt x="37" y="279"/>
                    </a:lnTo>
                    <a:lnTo>
                      <a:pt x="47" y="289"/>
                    </a:lnTo>
                    <a:lnTo>
                      <a:pt x="51" y="289"/>
                    </a:lnTo>
                    <a:lnTo>
                      <a:pt x="59" y="287"/>
                    </a:lnTo>
                    <a:lnTo>
                      <a:pt x="89" y="283"/>
                    </a:lnTo>
                    <a:lnTo>
                      <a:pt x="93" y="284"/>
                    </a:lnTo>
                    <a:lnTo>
                      <a:pt x="96" y="289"/>
                    </a:lnTo>
                    <a:lnTo>
                      <a:pt x="100" y="302"/>
                    </a:lnTo>
                    <a:lnTo>
                      <a:pt x="101" y="310"/>
                    </a:lnTo>
                    <a:lnTo>
                      <a:pt x="102" y="328"/>
                    </a:lnTo>
                    <a:lnTo>
                      <a:pt x="100" y="336"/>
                    </a:lnTo>
                    <a:lnTo>
                      <a:pt x="94" y="343"/>
                    </a:lnTo>
                    <a:lnTo>
                      <a:pt x="95" y="349"/>
                    </a:lnTo>
                    <a:lnTo>
                      <a:pt x="89" y="354"/>
                    </a:lnTo>
                    <a:lnTo>
                      <a:pt x="86" y="365"/>
                    </a:lnTo>
                    <a:lnTo>
                      <a:pt x="89" y="369"/>
                    </a:lnTo>
                    <a:lnTo>
                      <a:pt x="94" y="385"/>
                    </a:lnTo>
                    <a:lnTo>
                      <a:pt x="97" y="388"/>
                    </a:lnTo>
                    <a:lnTo>
                      <a:pt x="101" y="390"/>
                    </a:lnTo>
                    <a:lnTo>
                      <a:pt x="104" y="395"/>
                    </a:lnTo>
                    <a:lnTo>
                      <a:pt x="112" y="404"/>
                    </a:lnTo>
                    <a:lnTo>
                      <a:pt x="117" y="411"/>
                    </a:lnTo>
                    <a:lnTo>
                      <a:pt x="121" y="413"/>
                    </a:lnTo>
                    <a:lnTo>
                      <a:pt x="128" y="414"/>
                    </a:lnTo>
                    <a:lnTo>
                      <a:pt x="132" y="419"/>
                    </a:lnTo>
                    <a:lnTo>
                      <a:pt x="132" y="423"/>
                    </a:lnTo>
                    <a:lnTo>
                      <a:pt x="127" y="429"/>
                    </a:lnTo>
                    <a:lnTo>
                      <a:pt x="128" y="431"/>
                    </a:lnTo>
                    <a:lnTo>
                      <a:pt x="140" y="431"/>
                    </a:lnTo>
                    <a:lnTo>
                      <a:pt x="142" y="430"/>
                    </a:lnTo>
                    <a:lnTo>
                      <a:pt x="140" y="420"/>
                    </a:lnTo>
                    <a:lnTo>
                      <a:pt x="142" y="414"/>
                    </a:lnTo>
                    <a:lnTo>
                      <a:pt x="139" y="409"/>
                    </a:lnTo>
                    <a:lnTo>
                      <a:pt x="136" y="406"/>
                    </a:lnTo>
                    <a:lnTo>
                      <a:pt x="136" y="400"/>
                    </a:lnTo>
                    <a:lnTo>
                      <a:pt x="139" y="392"/>
                    </a:lnTo>
                    <a:lnTo>
                      <a:pt x="139" y="388"/>
                    </a:lnTo>
                    <a:lnTo>
                      <a:pt x="140" y="385"/>
                    </a:lnTo>
                    <a:lnTo>
                      <a:pt x="153" y="377"/>
                    </a:lnTo>
                    <a:lnTo>
                      <a:pt x="159" y="376"/>
                    </a:lnTo>
                    <a:lnTo>
                      <a:pt x="165" y="374"/>
                    </a:lnTo>
                    <a:lnTo>
                      <a:pt x="169" y="368"/>
                    </a:lnTo>
                    <a:lnTo>
                      <a:pt x="170" y="347"/>
                    </a:lnTo>
                    <a:lnTo>
                      <a:pt x="172" y="339"/>
                    </a:lnTo>
                    <a:lnTo>
                      <a:pt x="169" y="325"/>
                    </a:lnTo>
                    <a:lnTo>
                      <a:pt x="172" y="315"/>
                    </a:lnTo>
                    <a:lnTo>
                      <a:pt x="175" y="307"/>
                    </a:lnTo>
                    <a:lnTo>
                      <a:pt x="172" y="295"/>
                    </a:lnTo>
                    <a:lnTo>
                      <a:pt x="167" y="288"/>
                    </a:lnTo>
                    <a:lnTo>
                      <a:pt x="154" y="275"/>
                    </a:lnTo>
                    <a:lnTo>
                      <a:pt x="148" y="266"/>
                    </a:lnTo>
                    <a:lnTo>
                      <a:pt x="133" y="247"/>
                    </a:lnTo>
                    <a:lnTo>
                      <a:pt x="123" y="240"/>
                    </a:lnTo>
                    <a:lnTo>
                      <a:pt x="116" y="230"/>
                    </a:lnTo>
                    <a:lnTo>
                      <a:pt x="115" y="231"/>
                    </a:lnTo>
                    <a:lnTo>
                      <a:pt x="115" y="239"/>
                    </a:lnTo>
                    <a:lnTo>
                      <a:pt x="116" y="242"/>
                    </a:lnTo>
                    <a:lnTo>
                      <a:pt x="117" y="245"/>
                    </a:lnTo>
                    <a:lnTo>
                      <a:pt x="122" y="246"/>
                    </a:lnTo>
                    <a:lnTo>
                      <a:pt x="126" y="250"/>
                    </a:lnTo>
                    <a:lnTo>
                      <a:pt x="136" y="274"/>
                    </a:lnTo>
                    <a:lnTo>
                      <a:pt x="136" y="280"/>
                    </a:lnTo>
                    <a:lnTo>
                      <a:pt x="134" y="282"/>
                    </a:lnTo>
                    <a:lnTo>
                      <a:pt x="132" y="280"/>
                    </a:lnTo>
                    <a:lnTo>
                      <a:pt x="126" y="272"/>
                    </a:lnTo>
                    <a:lnTo>
                      <a:pt x="121" y="269"/>
                    </a:lnTo>
                    <a:lnTo>
                      <a:pt x="117" y="262"/>
                    </a:lnTo>
                    <a:lnTo>
                      <a:pt x="116" y="262"/>
                    </a:lnTo>
                    <a:lnTo>
                      <a:pt x="115" y="262"/>
                    </a:lnTo>
                    <a:lnTo>
                      <a:pt x="111" y="271"/>
                    </a:lnTo>
                    <a:lnTo>
                      <a:pt x="109" y="272"/>
                    </a:lnTo>
                    <a:lnTo>
                      <a:pt x="102" y="272"/>
                    </a:lnTo>
                    <a:lnTo>
                      <a:pt x="101" y="269"/>
                    </a:lnTo>
                    <a:lnTo>
                      <a:pt x="99" y="266"/>
                    </a:lnTo>
                    <a:lnTo>
                      <a:pt x="97" y="261"/>
                    </a:lnTo>
                    <a:lnTo>
                      <a:pt x="97" y="256"/>
                    </a:lnTo>
                    <a:lnTo>
                      <a:pt x="100" y="247"/>
                    </a:lnTo>
                    <a:lnTo>
                      <a:pt x="100" y="245"/>
                    </a:lnTo>
                    <a:lnTo>
                      <a:pt x="97" y="241"/>
                    </a:lnTo>
                    <a:lnTo>
                      <a:pt x="91" y="235"/>
                    </a:lnTo>
                    <a:lnTo>
                      <a:pt x="89" y="231"/>
                    </a:lnTo>
                    <a:lnTo>
                      <a:pt x="86" y="223"/>
                    </a:lnTo>
                    <a:lnTo>
                      <a:pt x="86" y="209"/>
                    </a:lnTo>
                    <a:lnTo>
                      <a:pt x="85" y="208"/>
                    </a:lnTo>
                    <a:lnTo>
                      <a:pt x="80" y="187"/>
                    </a:lnTo>
                    <a:lnTo>
                      <a:pt x="68" y="164"/>
                    </a:lnTo>
                    <a:lnTo>
                      <a:pt x="68" y="159"/>
                    </a:lnTo>
                    <a:lnTo>
                      <a:pt x="68" y="154"/>
                    </a:lnTo>
                    <a:lnTo>
                      <a:pt x="73" y="145"/>
                    </a:lnTo>
                    <a:lnTo>
                      <a:pt x="79" y="140"/>
                    </a:lnTo>
                    <a:lnTo>
                      <a:pt x="83" y="128"/>
                    </a:lnTo>
                    <a:lnTo>
                      <a:pt x="81" y="94"/>
                    </a:lnTo>
                    <a:lnTo>
                      <a:pt x="79" y="70"/>
                    </a:lnTo>
                    <a:lnTo>
                      <a:pt x="81" y="63"/>
                    </a:lnTo>
                    <a:lnTo>
                      <a:pt x="81" y="57"/>
                    </a:lnTo>
                    <a:lnTo>
                      <a:pt x="78" y="51"/>
                    </a:lnTo>
                    <a:lnTo>
                      <a:pt x="72" y="48"/>
                    </a:lnTo>
                    <a:lnTo>
                      <a:pt x="69" y="46"/>
                    </a:lnTo>
                    <a:lnTo>
                      <a:pt x="63" y="32"/>
                    </a:lnTo>
                    <a:lnTo>
                      <a:pt x="62" y="26"/>
                    </a:lnTo>
                    <a:lnTo>
                      <a:pt x="64" y="18"/>
                    </a:lnTo>
                    <a:lnTo>
                      <a:pt x="69" y="10"/>
                    </a:lnTo>
                    <a:lnTo>
                      <a:pt x="64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4" name="Freeform 28">
                <a:extLst>
                  <a:ext uri="{FF2B5EF4-FFF2-40B4-BE49-F238E27FC236}">
                    <a16:creationId xmlns:a16="http://schemas.microsoft.com/office/drawing/2014/main" id="{96A1036A-9ED0-F454-6A46-34E50234901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89" y="2620"/>
                <a:ext cx="78" cy="156"/>
              </a:xfrm>
              <a:custGeom>
                <a:avLst/>
                <a:gdLst/>
                <a:ahLst/>
                <a:cxnLst>
                  <a:cxn ang="0">
                    <a:pos x="76" y="226"/>
                  </a:cxn>
                  <a:cxn ang="0">
                    <a:pos x="107" y="215"/>
                  </a:cxn>
                  <a:cxn ang="0">
                    <a:pos x="118" y="215"/>
                  </a:cxn>
                  <a:cxn ang="0">
                    <a:pos x="130" y="204"/>
                  </a:cxn>
                  <a:cxn ang="0">
                    <a:pos x="152" y="199"/>
                  </a:cxn>
                  <a:cxn ang="0">
                    <a:pos x="170" y="219"/>
                  </a:cxn>
                  <a:cxn ang="0">
                    <a:pos x="182" y="210"/>
                  </a:cxn>
                  <a:cxn ang="0">
                    <a:pos x="183" y="181"/>
                  </a:cxn>
                  <a:cxn ang="0">
                    <a:pos x="204" y="189"/>
                  </a:cxn>
                  <a:cxn ang="0">
                    <a:pos x="208" y="167"/>
                  </a:cxn>
                  <a:cxn ang="0">
                    <a:pos x="221" y="149"/>
                  </a:cxn>
                  <a:cxn ang="0">
                    <a:pos x="229" y="160"/>
                  </a:cxn>
                  <a:cxn ang="0">
                    <a:pos x="258" y="140"/>
                  </a:cxn>
                  <a:cxn ang="0">
                    <a:pos x="242" y="125"/>
                  </a:cxn>
                  <a:cxn ang="0">
                    <a:pos x="258" y="113"/>
                  </a:cxn>
                  <a:cxn ang="0">
                    <a:pos x="253" y="81"/>
                  </a:cxn>
                  <a:cxn ang="0">
                    <a:pos x="270" y="92"/>
                  </a:cxn>
                  <a:cxn ang="0">
                    <a:pos x="293" y="68"/>
                  </a:cxn>
                  <a:cxn ang="0">
                    <a:pos x="307" y="25"/>
                  </a:cxn>
                  <a:cxn ang="0">
                    <a:pos x="316" y="5"/>
                  </a:cxn>
                  <a:cxn ang="0">
                    <a:pos x="344" y="23"/>
                  </a:cxn>
                  <a:cxn ang="0">
                    <a:pos x="365" y="60"/>
                  </a:cxn>
                  <a:cxn ang="0">
                    <a:pos x="374" y="106"/>
                  </a:cxn>
                  <a:cxn ang="0">
                    <a:pos x="382" y="151"/>
                  </a:cxn>
                  <a:cxn ang="0">
                    <a:pos x="388" y="198"/>
                  </a:cxn>
                  <a:cxn ang="0">
                    <a:pos x="370" y="198"/>
                  </a:cxn>
                  <a:cxn ang="0">
                    <a:pos x="353" y="206"/>
                  </a:cxn>
                  <a:cxn ang="0">
                    <a:pos x="360" y="251"/>
                  </a:cxn>
                  <a:cxn ang="0">
                    <a:pos x="342" y="283"/>
                  </a:cxn>
                  <a:cxn ang="0">
                    <a:pos x="329" y="366"/>
                  </a:cxn>
                  <a:cxn ang="0">
                    <a:pos x="316" y="405"/>
                  </a:cxn>
                  <a:cxn ang="0">
                    <a:pos x="283" y="511"/>
                  </a:cxn>
                  <a:cxn ang="0">
                    <a:pos x="254" y="606"/>
                  </a:cxn>
                  <a:cxn ang="0">
                    <a:pos x="236" y="684"/>
                  </a:cxn>
                  <a:cxn ang="0">
                    <a:pos x="210" y="736"/>
                  </a:cxn>
                  <a:cxn ang="0">
                    <a:pos x="183" y="748"/>
                  </a:cxn>
                  <a:cxn ang="0">
                    <a:pos x="106" y="776"/>
                  </a:cxn>
                  <a:cxn ang="0">
                    <a:pos x="59" y="746"/>
                  </a:cxn>
                  <a:cxn ang="0">
                    <a:pos x="27" y="697"/>
                  </a:cxn>
                  <a:cxn ang="0">
                    <a:pos x="28" y="654"/>
                  </a:cxn>
                  <a:cxn ang="0">
                    <a:pos x="9" y="615"/>
                  </a:cxn>
                  <a:cxn ang="0">
                    <a:pos x="0" y="574"/>
                  </a:cxn>
                  <a:cxn ang="0">
                    <a:pos x="15" y="527"/>
                  </a:cxn>
                  <a:cxn ang="0">
                    <a:pos x="38" y="489"/>
                  </a:cxn>
                  <a:cxn ang="0">
                    <a:pos x="69" y="435"/>
                  </a:cxn>
                  <a:cxn ang="0">
                    <a:pos x="69" y="409"/>
                  </a:cxn>
                  <a:cxn ang="0">
                    <a:pos x="48" y="348"/>
                  </a:cxn>
                  <a:cxn ang="0">
                    <a:pos x="51" y="280"/>
                  </a:cxn>
                </a:cxnLst>
                <a:rect l="0" t="0" r="r" b="b"/>
                <a:pathLst>
                  <a:path w="391" h="776">
                    <a:moveTo>
                      <a:pt x="64" y="230"/>
                    </a:moveTo>
                    <a:lnTo>
                      <a:pt x="69" y="224"/>
                    </a:lnTo>
                    <a:lnTo>
                      <a:pt x="76" y="226"/>
                    </a:lnTo>
                    <a:lnTo>
                      <a:pt x="92" y="225"/>
                    </a:lnTo>
                    <a:lnTo>
                      <a:pt x="96" y="221"/>
                    </a:lnTo>
                    <a:lnTo>
                      <a:pt x="107" y="215"/>
                    </a:lnTo>
                    <a:lnTo>
                      <a:pt x="109" y="220"/>
                    </a:lnTo>
                    <a:lnTo>
                      <a:pt x="113" y="221"/>
                    </a:lnTo>
                    <a:lnTo>
                      <a:pt x="118" y="215"/>
                    </a:lnTo>
                    <a:lnTo>
                      <a:pt x="124" y="217"/>
                    </a:lnTo>
                    <a:lnTo>
                      <a:pt x="129" y="211"/>
                    </a:lnTo>
                    <a:lnTo>
                      <a:pt x="130" y="204"/>
                    </a:lnTo>
                    <a:lnTo>
                      <a:pt x="140" y="202"/>
                    </a:lnTo>
                    <a:lnTo>
                      <a:pt x="146" y="205"/>
                    </a:lnTo>
                    <a:lnTo>
                      <a:pt x="152" y="199"/>
                    </a:lnTo>
                    <a:lnTo>
                      <a:pt x="159" y="202"/>
                    </a:lnTo>
                    <a:lnTo>
                      <a:pt x="164" y="211"/>
                    </a:lnTo>
                    <a:lnTo>
                      <a:pt x="170" y="219"/>
                    </a:lnTo>
                    <a:lnTo>
                      <a:pt x="178" y="221"/>
                    </a:lnTo>
                    <a:lnTo>
                      <a:pt x="184" y="220"/>
                    </a:lnTo>
                    <a:lnTo>
                      <a:pt x="182" y="210"/>
                    </a:lnTo>
                    <a:lnTo>
                      <a:pt x="172" y="202"/>
                    </a:lnTo>
                    <a:lnTo>
                      <a:pt x="173" y="192"/>
                    </a:lnTo>
                    <a:lnTo>
                      <a:pt x="183" y="181"/>
                    </a:lnTo>
                    <a:lnTo>
                      <a:pt x="195" y="173"/>
                    </a:lnTo>
                    <a:lnTo>
                      <a:pt x="202" y="176"/>
                    </a:lnTo>
                    <a:lnTo>
                      <a:pt x="204" y="189"/>
                    </a:lnTo>
                    <a:lnTo>
                      <a:pt x="211" y="189"/>
                    </a:lnTo>
                    <a:lnTo>
                      <a:pt x="218" y="186"/>
                    </a:lnTo>
                    <a:lnTo>
                      <a:pt x="208" y="167"/>
                    </a:lnTo>
                    <a:lnTo>
                      <a:pt x="215" y="161"/>
                    </a:lnTo>
                    <a:lnTo>
                      <a:pt x="224" y="150"/>
                    </a:lnTo>
                    <a:lnTo>
                      <a:pt x="221" y="149"/>
                    </a:lnTo>
                    <a:lnTo>
                      <a:pt x="227" y="141"/>
                    </a:lnTo>
                    <a:lnTo>
                      <a:pt x="231" y="149"/>
                    </a:lnTo>
                    <a:lnTo>
                      <a:pt x="229" y="160"/>
                    </a:lnTo>
                    <a:lnTo>
                      <a:pt x="245" y="140"/>
                    </a:lnTo>
                    <a:lnTo>
                      <a:pt x="253" y="141"/>
                    </a:lnTo>
                    <a:lnTo>
                      <a:pt x="258" y="140"/>
                    </a:lnTo>
                    <a:lnTo>
                      <a:pt x="256" y="135"/>
                    </a:lnTo>
                    <a:lnTo>
                      <a:pt x="247" y="133"/>
                    </a:lnTo>
                    <a:lnTo>
                      <a:pt x="242" y="125"/>
                    </a:lnTo>
                    <a:lnTo>
                      <a:pt x="245" y="119"/>
                    </a:lnTo>
                    <a:lnTo>
                      <a:pt x="253" y="108"/>
                    </a:lnTo>
                    <a:lnTo>
                      <a:pt x="258" y="113"/>
                    </a:lnTo>
                    <a:lnTo>
                      <a:pt x="259" y="101"/>
                    </a:lnTo>
                    <a:lnTo>
                      <a:pt x="256" y="93"/>
                    </a:lnTo>
                    <a:lnTo>
                      <a:pt x="253" y="81"/>
                    </a:lnTo>
                    <a:lnTo>
                      <a:pt x="256" y="77"/>
                    </a:lnTo>
                    <a:lnTo>
                      <a:pt x="267" y="81"/>
                    </a:lnTo>
                    <a:lnTo>
                      <a:pt x="270" y="92"/>
                    </a:lnTo>
                    <a:lnTo>
                      <a:pt x="283" y="74"/>
                    </a:lnTo>
                    <a:lnTo>
                      <a:pt x="285" y="63"/>
                    </a:lnTo>
                    <a:lnTo>
                      <a:pt x="293" y="68"/>
                    </a:lnTo>
                    <a:lnTo>
                      <a:pt x="301" y="61"/>
                    </a:lnTo>
                    <a:lnTo>
                      <a:pt x="306" y="47"/>
                    </a:lnTo>
                    <a:lnTo>
                      <a:pt x="307" y="25"/>
                    </a:lnTo>
                    <a:lnTo>
                      <a:pt x="301" y="15"/>
                    </a:lnTo>
                    <a:lnTo>
                      <a:pt x="306" y="17"/>
                    </a:lnTo>
                    <a:lnTo>
                      <a:pt x="316" y="5"/>
                    </a:lnTo>
                    <a:lnTo>
                      <a:pt x="323" y="0"/>
                    </a:lnTo>
                    <a:lnTo>
                      <a:pt x="334" y="10"/>
                    </a:lnTo>
                    <a:lnTo>
                      <a:pt x="344" y="23"/>
                    </a:lnTo>
                    <a:lnTo>
                      <a:pt x="354" y="33"/>
                    </a:lnTo>
                    <a:lnTo>
                      <a:pt x="361" y="47"/>
                    </a:lnTo>
                    <a:lnTo>
                      <a:pt x="365" y="60"/>
                    </a:lnTo>
                    <a:lnTo>
                      <a:pt x="366" y="73"/>
                    </a:lnTo>
                    <a:lnTo>
                      <a:pt x="371" y="89"/>
                    </a:lnTo>
                    <a:lnTo>
                      <a:pt x="374" y="106"/>
                    </a:lnTo>
                    <a:lnTo>
                      <a:pt x="377" y="120"/>
                    </a:lnTo>
                    <a:lnTo>
                      <a:pt x="379" y="135"/>
                    </a:lnTo>
                    <a:lnTo>
                      <a:pt x="382" y="151"/>
                    </a:lnTo>
                    <a:lnTo>
                      <a:pt x="388" y="167"/>
                    </a:lnTo>
                    <a:lnTo>
                      <a:pt x="391" y="183"/>
                    </a:lnTo>
                    <a:lnTo>
                      <a:pt x="388" y="198"/>
                    </a:lnTo>
                    <a:lnTo>
                      <a:pt x="383" y="210"/>
                    </a:lnTo>
                    <a:lnTo>
                      <a:pt x="376" y="211"/>
                    </a:lnTo>
                    <a:lnTo>
                      <a:pt x="370" y="198"/>
                    </a:lnTo>
                    <a:lnTo>
                      <a:pt x="366" y="183"/>
                    </a:lnTo>
                    <a:lnTo>
                      <a:pt x="356" y="184"/>
                    </a:lnTo>
                    <a:lnTo>
                      <a:pt x="353" y="206"/>
                    </a:lnTo>
                    <a:lnTo>
                      <a:pt x="353" y="222"/>
                    </a:lnTo>
                    <a:lnTo>
                      <a:pt x="360" y="235"/>
                    </a:lnTo>
                    <a:lnTo>
                      <a:pt x="360" y="251"/>
                    </a:lnTo>
                    <a:lnTo>
                      <a:pt x="355" y="262"/>
                    </a:lnTo>
                    <a:lnTo>
                      <a:pt x="349" y="268"/>
                    </a:lnTo>
                    <a:lnTo>
                      <a:pt x="342" y="283"/>
                    </a:lnTo>
                    <a:lnTo>
                      <a:pt x="339" y="300"/>
                    </a:lnTo>
                    <a:lnTo>
                      <a:pt x="339" y="315"/>
                    </a:lnTo>
                    <a:lnTo>
                      <a:pt x="329" y="366"/>
                    </a:lnTo>
                    <a:lnTo>
                      <a:pt x="318" y="397"/>
                    </a:lnTo>
                    <a:lnTo>
                      <a:pt x="317" y="397"/>
                    </a:lnTo>
                    <a:lnTo>
                      <a:pt x="316" y="405"/>
                    </a:lnTo>
                    <a:lnTo>
                      <a:pt x="300" y="459"/>
                    </a:lnTo>
                    <a:lnTo>
                      <a:pt x="288" y="488"/>
                    </a:lnTo>
                    <a:lnTo>
                      <a:pt x="283" y="511"/>
                    </a:lnTo>
                    <a:lnTo>
                      <a:pt x="273" y="549"/>
                    </a:lnTo>
                    <a:lnTo>
                      <a:pt x="266" y="566"/>
                    </a:lnTo>
                    <a:lnTo>
                      <a:pt x="254" y="606"/>
                    </a:lnTo>
                    <a:lnTo>
                      <a:pt x="248" y="635"/>
                    </a:lnTo>
                    <a:lnTo>
                      <a:pt x="243" y="651"/>
                    </a:lnTo>
                    <a:lnTo>
                      <a:pt x="236" y="684"/>
                    </a:lnTo>
                    <a:lnTo>
                      <a:pt x="227" y="700"/>
                    </a:lnTo>
                    <a:lnTo>
                      <a:pt x="223" y="715"/>
                    </a:lnTo>
                    <a:lnTo>
                      <a:pt x="210" y="736"/>
                    </a:lnTo>
                    <a:lnTo>
                      <a:pt x="200" y="744"/>
                    </a:lnTo>
                    <a:lnTo>
                      <a:pt x="192" y="749"/>
                    </a:lnTo>
                    <a:lnTo>
                      <a:pt x="183" y="748"/>
                    </a:lnTo>
                    <a:lnTo>
                      <a:pt x="151" y="755"/>
                    </a:lnTo>
                    <a:lnTo>
                      <a:pt x="119" y="774"/>
                    </a:lnTo>
                    <a:lnTo>
                      <a:pt x="106" y="776"/>
                    </a:lnTo>
                    <a:lnTo>
                      <a:pt x="86" y="762"/>
                    </a:lnTo>
                    <a:lnTo>
                      <a:pt x="71" y="753"/>
                    </a:lnTo>
                    <a:lnTo>
                      <a:pt x="59" y="746"/>
                    </a:lnTo>
                    <a:lnTo>
                      <a:pt x="47" y="736"/>
                    </a:lnTo>
                    <a:lnTo>
                      <a:pt x="32" y="714"/>
                    </a:lnTo>
                    <a:lnTo>
                      <a:pt x="27" y="697"/>
                    </a:lnTo>
                    <a:lnTo>
                      <a:pt x="24" y="678"/>
                    </a:lnTo>
                    <a:lnTo>
                      <a:pt x="24" y="663"/>
                    </a:lnTo>
                    <a:lnTo>
                      <a:pt x="28" y="654"/>
                    </a:lnTo>
                    <a:lnTo>
                      <a:pt x="24" y="638"/>
                    </a:lnTo>
                    <a:lnTo>
                      <a:pt x="17" y="624"/>
                    </a:lnTo>
                    <a:lnTo>
                      <a:pt x="9" y="615"/>
                    </a:lnTo>
                    <a:lnTo>
                      <a:pt x="1" y="601"/>
                    </a:lnTo>
                    <a:lnTo>
                      <a:pt x="1" y="586"/>
                    </a:lnTo>
                    <a:lnTo>
                      <a:pt x="0" y="574"/>
                    </a:lnTo>
                    <a:lnTo>
                      <a:pt x="0" y="555"/>
                    </a:lnTo>
                    <a:lnTo>
                      <a:pt x="8" y="543"/>
                    </a:lnTo>
                    <a:lnTo>
                      <a:pt x="15" y="527"/>
                    </a:lnTo>
                    <a:lnTo>
                      <a:pt x="21" y="518"/>
                    </a:lnTo>
                    <a:lnTo>
                      <a:pt x="30" y="516"/>
                    </a:lnTo>
                    <a:lnTo>
                      <a:pt x="38" y="489"/>
                    </a:lnTo>
                    <a:lnTo>
                      <a:pt x="55" y="457"/>
                    </a:lnTo>
                    <a:lnTo>
                      <a:pt x="65" y="446"/>
                    </a:lnTo>
                    <a:lnTo>
                      <a:pt x="69" y="435"/>
                    </a:lnTo>
                    <a:lnTo>
                      <a:pt x="68" y="425"/>
                    </a:lnTo>
                    <a:lnTo>
                      <a:pt x="71" y="419"/>
                    </a:lnTo>
                    <a:lnTo>
                      <a:pt x="69" y="409"/>
                    </a:lnTo>
                    <a:lnTo>
                      <a:pt x="60" y="396"/>
                    </a:lnTo>
                    <a:lnTo>
                      <a:pt x="54" y="376"/>
                    </a:lnTo>
                    <a:lnTo>
                      <a:pt x="48" y="348"/>
                    </a:lnTo>
                    <a:lnTo>
                      <a:pt x="47" y="318"/>
                    </a:lnTo>
                    <a:lnTo>
                      <a:pt x="37" y="302"/>
                    </a:lnTo>
                    <a:lnTo>
                      <a:pt x="51" y="280"/>
                    </a:lnTo>
                    <a:lnTo>
                      <a:pt x="65" y="247"/>
                    </a:lnTo>
                    <a:lnTo>
                      <a:pt x="64" y="2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85" name="Group 29">
                <a:extLst>
                  <a:ext uri="{FF2B5EF4-FFF2-40B4-BE49-F238E27FC236}">
                    <a16:creationId xmlns:a16="http://schemas.microsoft.com/office/drawing/2014/main" id="{B72F6FC2-24A4-67C8-8563-95824BA8B5F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43" y="2535"/>
                <a:ext cx="138" cy="151"/>
                <a:chOff x="2643" y="2535"/>
                <a:chExt cx="138" cy="151"/>
              </a:xfrm>
              <a:grpFill/>
            </p:grpSpPr>
            <p:sp>
              <p:nvSpPr>
                <p:cNvPr id="311" name="Freeform 30">
                  <a:extLst>
                    <a:ext uri="{FF2B5EF4-FFF2-40B4-BE49-F238E27FC236}">
                      <a16:creationId xmlns:a16="http://schemas.microsoft.com/office/drawing/2014/main" id="{E8533066-D0DA-8554-358B-D072B2832B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43" y="2550"/>
                  <a:ext cx="138" cy="136"/>
                </a:xfrm>
                <a:custGeom>
                  <a:avLst/>
                  <a:gdLst/>
                  <a:ahLst/>
                  <a:cxnLst>
                    <a:cxn ang="0">
                      <a:pos x="14" y="557"/>
                    </a:cxn>
                    <a:cxn ang="0">
                      <a:pos x="30" y="499"/>
                    </a:cxn>
                    <a:cxn ang="0">
                      <a:pos x="43" y="451"/>
                    </a:cxn>
                    <a:cxn ang="0">
                      <a:pos x="53" y="418"/>
                    </a:cxn>
                    <a:cxn ang="0">
                      <a:pos x="90" y="381"/>
                    </a:cxn>
                    <a:cxn ang="0">
                      <a:pos x="116" y="331"/>
                    </a:cxn>
                    <a:cxn ang="0">
                      <a:pos x="122" y="283"/>
                    </a:cxn>
                    <a:cxn ang="0">
                      <a:pos x="95" y="235"/>
                    </a:cxn>
                    <a:cxn ang="0">
                      <a:pos x="86" y="175"/>
                    </a:cxn>
                    <a:cxn ang="0">
                      <a:pos x="84" y="128"/>
                    </a:cxn>
                    <a:cxn ang="0">
                      <a:pos x="53" y="53"/>
                    </a:cxn>
                    <a:cxn ang="0">
                      <a:pos x="40" y="26"/>
                    </a:cxn>
                    <a:cxn ang="0">
                      <a:pos x="79" y="9"/>
                    </a:cxn>
                    <a:cxn ang="0">
                      <a:pos x="132" y="4"/>
                    </a:cxn>
                    <a:cxn ang="0">
                      <a:pos x="193" y="3"/>
                    </a:cxn>
                    <a:cxn ang="0">
                      <a:pos x="258" y="3"/>
                    </a:cxn>
                    <a:cxn ang="0">
                      <a:pos x="275" y="19"/>
                    </a:cxn>
                    <a:cxn ang="0">
                      <a:pos x="290" y="68"/>
                    </a:cxn>
                    <a:cxn ang="0">
                      <a:pos x="339" y="129"/>
                    </a:cxn>
                    <a:cxn ang="0">
                      <a:pos x="404" y="122"/>
                    </a:cxn>
                    <a:cxn ang="0">
                      <a:pos x="430" y="95"/>
                    </a:cxn>
                    <a:cxn ang="0">
                      <a:pos x="436" y="67"/>
                    </a:cxn>
                    <a:cxn ang="0">
                      <a:pos x="504" y="83"/>
                    </a:cxn>
                    <a:cxn ang="0">
                      <a:pos x="560" y="128"/>
                    </a:cxn>
                    <a:cxn ang="0">
                      <a:pos x="565" y="178"/>
                    </a:cxn>
                    <a:cxn ang="0">
                      <a:pos x="573" y="226"/>
                    </a:cxn>
                    <a:cxn ang="0">
                      <a:pos x="580" y="278"/>
                    </a:cxn>
                    <a:cxn ang="0">
                      <a:pos x="572" y="295"/>
                    </a:cxn>
                    <a:cxn ang="0">
                      <a:pos x="590" y="304"/>
                    </a:cxn>
                    <a:cxn ang="0">
                      <a:pos x="651" y="288"/>
                    </a:cxn>
                    <a:cxn ang="0">
                      <a:pos x="682" y="279"/>
                    </a:cxn>
                    <a:cxn ang="0">
                      <a:pos x="686" y="288"/>
                    </a:cxn>
                    <a:cxn ang="0">
                      <a:pos x="683" y="311"/>
                    </a:cxn>
                    <a:cxn ang="0">
                      <a:pos x="681" y="364"/>
                    </a:cxn>
                    <a:cxn ang="0">
                      <a:pos x="683" y="396"/>
                    </a:cxn>
                    <a:cxn ang="0">
                      <a:pos x="573" y="452"/>
                    </a:cxn>
                    <a:cxn ang="0">
                      <a:pos x="573" y="601"/>
                    </a:cxn>
                    <a:cxn ang="0">
                      <a:pos x="603" y="630"/>
                    </a:cxn>
                    <a:cxn ang="0">
                      <a:pos x="630" y="654"/>
                    </a:cxn>
                    <a:cxn ang="0">
                      <a:pos x="549" y="683"/>
                    </a:cxn>
                    <a:cxn ang="0">
                      <a:pos x="513" y="677"/>
                    </a:cxn>
                    <a:cxn ang="0">
                      <a:pos x="417" y="671"/>
                    </a:cxn>
                    <a:cxn ang="0">
                      <a:pos x="369" y="644"/>
                    </a:cxn>
                    <a:cxn ang="0">
                      <a:pos x="201" y="644"/>
                    </a:cxn>
                    <a:cxn ang="0">
                      <a:pos x="112" y="633"/>
                    </a:cxn>
                    <a:cxn ang="0">
                      <a:pos x="62" y="618"/>
                    </a:cxn>
                    <a:cxn ang="0">
                      <a:pos x="26" y="629"/>
                    </a:cxn>
                    <a:cxn ang="0">
                      <a:pos x="0" y="617"/>
                    </a:cxn>
                  </a:cxnLst>
                  <a:rect l="0" t="0" r="r" b="b"/>
                  <a:pathLst>
                    <a:path w="692" h="684">
                      <a:moveTo>
                        <a:pt x="5" y="597"/>
                      </a:moveTo>
                      <a:lnTo>
                        <a:pt x="5" y="576"/>
                      </a:lnTo>
                      <a:lnTo>
                        <a:pt x="6" y="565"/>
                      </a:lnTo>
                      <a:lnTo>
                        <a:pt x="14" y="557"/>
                      </a:lnTo>
                      <a:lnTo>
                        <a:pt x="21" y="532"/>
                      </a:lnTo>
                      <a:lnTo>
                        <a:pt x="25" y="522"/>
                      </a:lnTo>
                      <a:lnTo>
                        <a:pt x="26" y="508"/>
                      </a:lnTo>
                      <a:lnTo>
                        <a:pt x="30" y="499"/>
                      </a:lnTo>
                      <a:lnTo>
                        <a:pt x="31" y="487"/>
                      </a:lnTo>
                      <a:lnTo>
                        <a:pt x="33" y="481"/>
                      </a:lnTo>
                      <a:lnTo>
                        <a:pt x="36" y="470"/>
                      </a:lnTo>
                      <a:lnTo>
                        <a:pt x="43" y="451"/>
                      </a:lnTo>
                      <a:lnTo>
                        <a:pt x="43" y="444"/>
                      </a:lnTo>
                      <a:lnTo>
                        <a:pt x="47" y="439"/>
                      </a:lnTo>
                      <a:lnTo>
                        <a:pt x="47" y="433"/>
                      </a:lnTo>
                      <a:lnTo>
                        <a:pt x="53" y="418"/>
                      </a:lnTo>
                      <a:lnTo>
                        <a:pt x="63" y="411"/>
                      </a:lnTo>
                      <a:lnTo>
                        <a:pt x="69" y="403"/>
                      </a:lnTo>
                      <a:lnTo>
                        <a:pt x="70" y="391"/>
                      </a:lnTo>
                      <a:lnTo>
                        <a:pt x="90" y="381"/>
                      </a:lnTo>
                      <a:lnTo>
                        <a:pt x="103" y="366"/>
                      </a:lnTo>
                      <a:lnTo>
                        <a:pt x="108" y="358"/>
                      </a:lnTo>
                      <a:lnTo>
                        <a:pt x="113" y="347"/>
                      </a:lnTo>
                      <a:lnTo>
                        <a:pt x="116" y="331"/>
                      </a:lnTo>
                      <a:lnTo>
                        <a:pt x="116" y="315"/>
                      </a:lnTo>
                      <a:lnTo>
                        <a:pt x="118" y="306"/>
                      </a:lnTo>
                      <a:lnTo>
                        <a:pt x="117" y="290"/>
                      </a:lnTo>
                      <a:lnTo>
                        <a:pt x="122" y="283"/>
                      </a:lnTo>
                      <a:lnTo>
                        <a:pt x="117" y="264"/>
                      </a:lnTo>
                      <a:lnTo>
                        <a:pt x="105" y="253"/>
                      </a:lnTo>
                      <a:lnTo>
                        <a:pt x="100" y="242"/>
                      </a:lnTo>
                      <a:lnTo>
                        <a:pt x="95" y="235"/>
                      </a:lnTo>
                      <a:lnTo>
                        <a:pt x="89" y="219"/>
                      </a:lnTo>
                      <a:lnTo>
                        <a:pt x="81" y="188"/>
                      </a:lnTo>
                      <a:lnTo>
                        <a:pt x="81" y="182"/>
                      </a:lnTo>
                      <a:lnTo>
                        <a:pt x="86" y="175"/>
                      </a:lnTo>
                      <a:lnTo>
                        <a:pt x="94" y="169"/>
                      </a:lnTo>
                      <a:lnTo>
                        <a:pt x="94" y="151"/>
                      </a:lnTo>
                      <a:lnTo>
                        <a:pt x="90" y="137"/>
                      </a:lnTo>
                      <a:lnTo>
                        <a:pt x="84" y="128"/>
                      </a:lnTo>
                      <a:lnTo>
                        <a:pt x="73" y="91"/>
                      </a:lnTo>
                      <a:lnTo>
                        <a:pt x="70" y="79"/>
                      </a:lnTo>
                      <a:lnTo>
                        <a:pt x="67" y="70"/>
                      </a:lnTo>
                      <a:lnTo>
                        <a:pt x="53" y="53"/>
                      </a:lnTo>
                      <a:lnTo>
                        <a:pt x="48" y="45"/>
                      </a:lnTo>
                      <a:lnTo>
                        <a:pt x="43" y="36"/>
                      </a:lnTo>
                      <a:lnTo>
                        <a:pt x="40" y="30"/>
                      </a:lnTo>
                      <a:lnTo>
                        <a:pt x="40" y="26"/>
                      </a:lnTo>
                      <a:lnTo>
                        <a:pt x="41" y="24"/>
                      </a:lnTo>
                      <a:lnTo>
                        <a:pt x="47" y="21"/>
                      </a:lnTo>
                      <a:lnTo>
                        <a:pt x="65" y="16"/>
                      </a:lnTo>
                      <a:lnTo>
                        <a:pt x="79" y="9"/>
                      </a:lnTo>
                      <a:lnTo>
                        <a:pt x="92" y="4"/>
                      </a:lnTo>
                      <a:lnTo>
                        <a:pt x="101" y="4"/>
                      </a:lnTo>
                      <a:lnTo>
                        <a:pt x="108" y="3"/>
                      </a:lnTo>
                      <a:lnTo>
                        <a:pt x="132" y="4"/>
                      </a:lnTo>
                      <a:lnTo>
                        <a:pt x="154" y="2"/>
                      </a:lnTo>
                      <a:lnTo>
                        <a:pt x="161" y="4"/>
                      </a:lnTo>
                      <a:lnTo>
                        <a:pt x="180" y="5"/>
                      </a:lnTo>
                      <a:lnTo>
                        <a:pt x="193" y="3"/>
                      </a:lnTo>
                      <a:lnTo>
                        <a:pt x="207" y="3"/>
                      </a:lnTo>
                      <a:lnTo>
                        <a:pt x="240" y="0"/>
                      </a:lnTo>
                      <a:lnTo>
                        <a:pt x="256" y="2"/>
                      </a:lnTo>
                      <a:lnTo>
                        <a:pt x="258" y="3"/>
                      </a:lnTo>
                      <a:lnTo>
                        <a:pt x="263" y="10"/>
                      </a:lnTo>
                      <a:lnTo>
                        <a:pt x="267" y="11"/>
                      </a:lnTo>
                      <a:lnTo>
                        <a:pt x="271" y="10"/>
                      </a:lnTo>
                      <a:lnTo>
                        <a:pt x="275" y="19"/>
                      </a:lnTo>
                      <a:lnTo>
                        <a:pt x="280" y="37"/>
                      </a:lnTo>
                      <a:lnTo>
                        <a:pt x="282" y="51"/>
                      </a:lnTo>
                      <a:lnTo>
                        <a:pt x="283" y="56"/>
                      </a:lnTo>
                      <a:lnTo>
                        <a:pt x="290" y="68"/>
                      </a:lnTo>
                      <a:lnTo>
                        <a:pt x="294" y="84"/>
                      </a:lnTo>
                      <a:lnTo>
                        <a:pt x="306" y="97"/>
                      </a:lnTo>
                      <a:lnTo>
                        <a:pt x="327" y="124"/>
                      </a:lnTo>
                      <a:lnTo>
                        <a:pt x="339" y="129"/>
                      </a:lnTo>
                      <a:lnTo>
                        <a:pt x="353" y="129"/>
                      </a:lnTo>
                      <a:lnTo>
                        <a:pt x="374" y="122"/>
                      </a:lnTo>
                      <a:lnTo>
                        <a:pt x="387" y="119"/>
                      </a:lnTo>
                      <a:lnTo>
                        <a:pt x="404" y="122"/>
                      </a:lnTo>
                      <a:lnTo>
                        <a:pt x="424" y="122"/>
                      </a:lnTo>
                      <a:lnTo>
                        <a:pt x="427" y="107"/>
                      </a:lnTo>
                      <a:lnTo>
                        <a:pt x="428" y="100"/>
                      </a:lnTo>
                      <a:lnTo>
                        <a:pt x="430" y="95"/>
                      </a:lnTo>
                      <a:lnTo>
                        <a:pt x="431" y="91"/>
                      </a:lnTo>
                      <a:lnTo>
                        <a:pt x="433" y="86"/>
                      </a:lnTo>
                      <a:lnTo>
                        <a:pt x="434" y="75"/>
                      </a:lnTo>
                      <a:lnTo>
                        <a:pt x="436" y="67"/>
                      </a:lnTo>
                      <a:lnTo>
                        <a:pt x="479" y="67"/>
                      </a:lnTo>
                      <a:lnTo>
                        <a:pt x="482" y="61"/>
                      </a:lnTo>
                      <a:lnTo>
                        <a:pt x="505" y="61"/>
                      </a:lnTo>
                      <a:lnTo>
                        <a:pt x="504" y="83"/>
                      </a:lnTo>
                      <a:lnTo>
                        <a:pt x="552" y="84"/>
                      </a:lnTo>
                      <a:lnTo>
                        <a:pt x="556" y="88"/>
                      </a:lnTo>
                      <a:lnTo>
                        <a:pt x="558" y="96"/>
                      </a:lnTo>
                      <a:lnTo>
                        <a:pt x="560" y="128"/>
                      </a:lnTo>
                      <a:lnTo>
                        <a:pt x="563" y="140"/>
                      </a:lnTo>
                      <a:lnTo>
                        <a:pt x="563" y="156"/>
                      </a:lnTo>
                      <a:lnTo>
                        <a:pt x="565" y="172"/>
                      </a:lnTo>
                      <a:lnTo>
                        <a:pt x="565" y="178"/>
                      </a:lnTo>
                      <a:lnTo>
                        <a:pt x="562" y="189"/>
                      </a:lnTo>
                      <a:lnTo>
                        <a:pt x="562" y="203"/>
                      </a:lnTo>
                      <a:lnTo>
                        <a:pt x="564" y="212"/>
                      </a:lnTo>
                      <a:lnTo>
                        <a:pt x="573" y="226"/>
                      </a:lnTo>
                      <a:lnTo>
                        <a:pt x="579" y="247"/>
                      </a:lnTo>
                      <a:lnTo>
                        <a:pt x="585" y="263"/>
                      </a:lnTo>
                      <a:lnTo>
                        <a:pt x="585" y="271"/>
                      </a:lnTo>
                      <a:lnTo>
                        <a:pt x="580" y="278"/>
                      </a:lnTo>
                      <a:lnTo>
                        <a:pt x="569" y="289"/>
                      </a:lnTo>
                      <a:lnTo>
                        <a:pt x="569" y="291"/>
                      </a:lnTo>
                      <a:lnTo>
                        <a:pt x="570" y="294"/>
                      </a:lnTo>
                      <a:lnTo>
                        <a:pt x="572" y="295"/>
                      </a:lnTo>
                      <a:lnTo>
                        <a:pt x="575" y="296"/>
                      </a:lnTo>
                      <a:lnTo>
                        <a:pt x="581" y="304"/>
                      </a:lnTo>
                      <a:lnTo>
                        <a:pt x="587" y="305"/>
                      </a:lnTo>
                      <a:lnTo>
                        <a:pt x="590" y="304"/>
                      </a:lnTo>
                      <a:lnTo>
                        <a:pt x="592" y="298"/>
                      </a:lnTo>
                      <a:lnTo>
                        <a:pt x="595" y="290"/>
                      </a:lnTo>
                      <a:lnTo>
                        <a:pt x="600" y="288"/>
                      </a:lnTo>
                      <a:lnTo>
                        <a:pt x="651" y="288"/>
                      </a:lnTo>
                      <a:lnTo>
                        <a:pt x="661" y="284"/>
                      </a:lnTo>
                      <a:lnTo>
                        <a:pt x="670" y="287"/>
                      </a:lnTo>
                      <a:lnTo>
                        <a:pt x="672" y="287"/>
                      </a:lnTo>
                      <a:lnTo>
                        <a:pt x="682" y="279"/>
                      </a:lnTo>
                      <a:lnTo>
                        <a:pt x="683" y="279"/>
                      </a:lnTo>
                      <a:lnTo>
                        <a:pt x="687" y="283"/>
                      </a:lnTo>
                      <a:lnTo>
                        <a:pt x="687" y="287"/>
                      </a:lnTo>
                      <a:lnTo>
                        <a:pt x="686" y="288"/>
                      </a:lnTo>
                      <a:lnTo>
                        <a:pt x="685" y="290"/>
                      </a:lnTo>
                      <a:lnTo>
                        <a:pt x="686" y="300"/>
                      </a:lnTo>
                      <a:lnTo>
                        <a:pt x="686" y="305"/>
                      </a:lnTo>
                      <a:lnTo>
                        <a:pt x="683" y="311"/>
                      </a:lnTo>
                      <a:lnTo>
                        <a:pt x="683" y="323"/>
                      </a:lnTo>
                      <a:lnTo>
                        <a:pt x="681" y="336"/>
                      </a:lnTo>
                      <a:lnTo>
                        <a:pt x="682" y="350"/>
                      </a:lnTo>
                      <a:lnTo>
                        <a:pt x="681" y="364"/>
                      </a:lnTo>
                      <a:lnTo>
                        <a:pt x="678" y="373"/>
                      </a:lnTo>
                      <a:lnTo>
                        <a:pt x="678" y="388"/>
                      </a:lnTo>
                      <a:lnTo>
                        <a:pt x="680" y="392"/>
                      </a:lnTo>
                      <a:lnTo>
                        <a:pt x="683" y="396"/>
                      </a:lnTo>
                      <a:lnTo>
                        <a:pt x="692" y="398"/>
                      </a:lnTo>
                      <a:lnTo>
                        <a:pt x="633" y="398"/>
                      </a:lnTo>
                      <a:lnTo>
                        <a:pt x="573" y="398"/>
                      </a:lnTo>
                      <a:lnTo>
                        <a:pt x="573" y="452"/>
                      </a:lnTo>
                      <a:lnTo>
                        <a:pt x="573" y="508"/>
                      </a:lnTo>
                      <a:lnTo>
                        <a:pt x="573" y="562"/>
                      </a:lnTo>
                      <a:lnTo>
                        <a:pt x="573" y="600"/>
                      </a:lnTo>
                      <a:lnTo>
                        <a:pt x="573" y="601"/>
                      </a:lnTo>
                      <a:lnTo>
                        <a:pt x="580" y="607"/>
                      </a:lnTo>
                      <a:lnTo>
                        <a:pt x="584" y="614"/>
                      </a:lnTo>
                      <a:lnTo>
                        <a:pt x="597" y="623"/>
                      </a:lnTo>
                      <a:lnTo>
                        <a:pt x="603" y="630"/>
                      </a:lnTo>
                      <a:lnTo>
                        <a:pt x="613" y="639"/>
                      </a:lnTo>
                      <a:lnTo>
                        <a:pt x="617" y="644"/>
                      </a:lnTo>
                      <a:lnTo>
                        <a:pt x="626" y="648"/>
                      </a:lnTo>
                      <a:lnTo>
                        <a:pt x="630" y="654"/>
                      </a:lnTo>
                      <a:lnTo>
                        <a:pt x="638" y="659"/>
                      </a:lnTo>
                      <a:lnTo>
                        <a:pt x="635" y="661"/>
                      </a:lnTo>
                      <a:lnTo>
                        <a:pt x="624" y="664"/>
                      </a:lnTo>
                      <a:lnTo>
                        <a:pt x="549" y="683"/>
                      </a:lnTo>
                      <a:lnTo>
                        <a:pt x="541" y="684"/>
                      </a:lnTo>
                      <a:lnTo>
                        <a:pt x="537" y="682"/>
                      </a:lnTo>
                      <a:lnTo>
                        <a:pt x="525" y="681"/>
                      </a:lnTo>
                      <a:lnTo>
                        <a:pt x="513" y="677"/>
                      </a:lnTo>
                      <a:lnTo>
                        <a:pt x="497" y="676"/>
                      </a:lnTo>
                      <a:lnTo>
                        <a:pt x="463" y="669"/>
                      </a:lnTo>
                      <a:lnTo>
                        <a:pt x="436" y="669"/>
                      </a:lnTo>
                      <a:lnTo>
                        <a:pt x="417" y="671"/>
                      </a:lnTo>
                      <a:lnTo>
                        <a:pt x="408" y="671"/>
                      </a:lnTo>
                      <a:lnTo>
                        <a:pt x="391" y="665"/>
                      </a:lnTo>
                      <a:lnTo>
                        <a:pt x="385" y="655"/>
                      </a:lnTo>
                      <a:lnTo>
                        <a:pt x="369" y="644"/>
                      </a:lnTo>
                      <a:lnTo>
                        <a:pt x="349" y="644"/>
                      </a:lnTo>
                      <a:lnTo>
                        <a:pt x="302" y="644"/>
                      </a:lnTo>
                      <a:lnTo>
                        <a:pt x="255" y="644"/>
                      </a:lnTo>
                      <a:lnTo>
                        <a:pt x="201" y="644"/>
                      </a:lnTo>
                      <a:lnTo>
                        <a:pt x="151" y="644"/>
                      </a:lnTo>
                      <a:lnTo>
                        <a:pt x="133" y="644"/>
                      </a:lnTo>
                      <a:lnTo>
                        <a:pt x="126" y="646"/>
                      </a:lnTo>
                      <a:lnTo>
                        <a:pt x="112" y="633"/>
                      </a:lnTo>
                      <a:lnTo>
                        <a:pt x="99" y="628"/>
                      </a:lnTo>
                      <a:lnTo>
                        <a:pt x="94" y="619"/>
                      </a:lnTo>
                      <a:lnTo>
                        <a:pt x="84" y="618"/>
                      </a:lnTo>
                      <a:lnTo>
                        <a:pt x="62" y="618"/>
                      </a:lnTo>
                      <a:lnTo>
                        <a:pt x="52" y="622"/>
                      </a:lnTo>
                      <a:lnTo>
                        <a:pt x="42" y="632"/>
                      </a:lnTo>
                      <a:lnTo>
                        <a:pt x="36" y="635"/>
                      </a:lnTo>
                      <a:lnTo>
                        <a:pt x="26" y="629"/>
                      </a:lnTo>
                      <a:lnTo>
                        <a:pt x="15" y="638"/>
                      </a:lnTo>
                      <a:lnTo>
                        <a:pt x="4" y="644"/>
                      </a:lnTo>
                      <a:lnTo>
                        <a:pt x="4" y="638"/>
                      </a:lnTo>
                      <a:lnTo>
                        <a:pt x="0" y="617"/>
                      </a:lnTo>
                      <a:lnTo>
                        <a:pt x="0" y="606"/>
                      </a:lnTo>
                      <a:lnTo>
                        <a:pt x="5" y="608"/>
                      </a:lnTo>
                      <a:lnTo>
                        <a:pt x="5" y="5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12" name="Freeform 31">
                  <a:extLst>
                    <a:ext uri="{FF2B5EF4-FFF2-40B4-BE49-F238E27FC236}">
                      <a16:creationId xmlns:a16="http://schemas.microsoft.com/office/drawing/2014/main" id="{50DCA340-9F1E-C949-E2EC-E807C1E3B1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47" y="2535"/>
                  <a:ext cx="11" cy="16"/>
                </a:xfrm>
                <a:custGeom>
                  <a:avLst/>
                  <a:gdLst/>
                  <a:ahLst/>
                  <a:cxnLst>
                    <a:cxn ang="0">
                      <a:pos x="56" y="14"/>
                    </a:cxn>
                    <a:cxn ang="0">
                      <a:pos x="51" y="3"/>
                    </a:cxn>
                    <a:cxn ang="0">
                      <a:pos x="41" y="0"/>
                    </a:cxn>
                    <a:cxn ang="0">
                      <a:pos x="31" y="5"/>
                    </a:cxn>
                    <a:cxn ang="0">
                      <a:pos x="24" y="19"/>
                    </a:cxn>
                    <a:cxn ang="0">
                      <a:pos x="14" y="25"/>
                    </a:cxn>
                    <a:cxn ang="0">
                      <a:pos x="0" y="35"/>
                    </a:cxn>
                    <a:cxn ang="0">
                      <a:pos x="5" y="40"/>
                    </a:cxn>
                    <a:cxn ang="0">
                      <a:pos x="8" y="55"/>
                    </a:cxn>
                    <a:cxn ang="0">
                      <a:pos x="8" y="64"/>
                    </a:cxn>
                    <a:cxn ang="0">
                      <a:pos x="9" y="71"/>
                    </a:cxn>
                    <a:cxn ang="0">
                      <a:pos x="18" y="78"/>
                    </a:cxn>
                    <a:cxn ang="0">
                      <a:pos x="26" y="73"/>
                    </a:cxn>
                    <a:cxn ang="0">
                      <a:pos x="27" y="61"/>
                    </a:cxn>
                    <a:cxn ang="0">
                      <a:pos x="30" y="46"/>
                    </a:cxn>
                    <a:cxn ang="0">
                      <a:pos x="34" y="30"/>
                    </a:cxn>
                    <a:cxn ang="0">
                      <a:pos x="43" y="22"/>
                    </a:cxn>
                    <a:cxn ang="0">
                      <a:pos x="52" y="16"/>
                    </a:cxn>
                    <a:cxn ang="0">
                      <a:pos x="56" y="14"/>
                    </a:cxn>
                  </a:cxnLst>
                  <a:rect l="0" t="0" r="r" b="b"/>
                  <a:pathLst>
                    <a:path w="56" h="78">
                      <a:moveTo>
                        <a:pt x="56" y="14"/>
                      </a:moveTo>
                      <a:lnTo>
                        <a:pt x="51" y="3"/>
                      </a:lnTo>
                      <a:lnTo>
                        <a:pt x="41" y="0"/>
                      </a:lnTo>
                      <a:lnTo>
                        <a:pt x="31" y="5"/>
                      </a:lnTo>
                      <a:lnTo>
                        <a:pt x="24" y="19"/>
                      </a:lnTo>
                      <a:lnTo>
                        <a:pt x="14" y="25"/>
                      </a:lnTo>
                      <a:lnTo>
                        <a:pt x="0" y="35"/>
                      </a:lnTo>
                      <a:lnTo>
                        <a:pt x="5" y="40"/>
                      </a:lnTo>
                      <a:lnTo>
                        <a:pt x="8" y="55"/>
                      </a:lnTo>
                      <a:lnTo>
                        <a:pt x="8" y="64"/>
                      </a:lnTo>
                      <a:lnTo>
                        <a:pt x="9" y="71"/>
                      </a:lnTo>
                      <a:lnTo>
                        <a:pt x="18" y="78"/>
                      </a:lnTo>
                      <a:lnTo>
                        <a:pt x="26" y="73"/>
                      </a:lnTo>
                      <a:lnTo>
                        <a:pt x="27" y="61"/>
                      </a:lnTo>
                      <a:lnTo>
                        <a:pt x="30" y="46"/>
                      </a:lnTo>
                      <a:lnTo>
                        <a:pt x="34" y="30"/>
                      </a:lnTo>
                      <a:lnTo>
                        <a:pt x="43" y="22"/>
                      </a:lnTo>
                      <a:lnTo>
                        <a:pt x="52" y="16"/>
                      </a:lnTo>
                      <a:lnTo>
                        <a:pt x="56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86" name="Freeform 32">
                <a:extLst>
                  <a:ext uri="{FF2B5EF4-FFF2-40B4-BE49-F238E27FC236}">
                    <a16:creationId xmlns:a16="http://schemas.microsoft.com/office/drawing/2014/main" id="{D16E0F0E-0F22-676C-0933-72CC2A41F9B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13" y="2811"/>
                <a:ext cx="25" cy="26"/>
              </a:xfrm>
              <a:custGeom>
                <a:avLst/>
                <a:gdLst/>
                <a:ahLst/>
                <a:cxnLst>
                  <a:cxn ang="0">
                    <a:pos x="125" y="52"/>
                  </a:cxn>
                  <a:cxn ang="0">
                    <a:pos x="127" y="49"/>
                  </a:cxn>
                  <a:cxn ang="0">
                    <a:pos x="126" y="58"/>
                  </a:cxn>
                  <a:cxn ang="0">
                    <a:pos x="103" y="98"/>
                  </a:cxn>
                  <a:cxn ang="0">
                    <a:pos x="73" y="109"/>
                  </a:cxn>
                  <a:cxn ang="0">
                    <a:pos x="63" y="125"/>
                  </a:cxn>
                  <a:cxn ang="0">
                    <a:pos x="55" y="129"/>
                  </a:cxn>
                  <a:cxn ang="0">
                    <a:pos x="43" y="131"/>
                  </a:cxn>
                  <a:cxn ang="0">
                    <a:pos x="23" y="113"/>
                  </a:cxn>
                  <a:cxn ang="0">
                    <a:pos x="11" y="100"/>
                  </a:cxn>
                  <a:cxn ang="0">
                    <a:pos x="5" y="88"/>
                  </a:cxn>
                  <a:cxn ang="0">
                    <a:pos x="0" y="74"/>
                  </a:cxn>
                  <a:cxn ang="0">
                    <a:pos x="2" y="61"/>
                  </a:cxn>
                  <a:cxn ang="0">
                    <a:pos x="28" y="27"/>
                  </a:cxn>
                  <a:cxn ang="0">
                    <a:pos x="40" y="16"/>
                  </a:cxn>
                  <a:cxn ang="0">
                    <a:pos x="68" y="1"/>
                  </a:cxn>
                  <a:cxn ang="0">
                    <a:pos x="83" y="0"/>
                  </a:cxn>
                  <a:cxn ang="0">
                    <a:pos x="95" y="6"/>
                  </a:cxn>
                  <a:cxn ang="0">
                    <a:pos x="105" y="18"/>
                  </a:cxn>
                  <a:cxn ang="0">
                    <a:pos x="113" y="29"/>
                  </a:cxn>
                  <a:cxn ang="0">
                    <a:pos x="121" y="42"/>
                  </a:cxn>
                  <a:cxn ang="0">
                    <a:pos x="125" y="52"/>
                  </a:cxn>
                </a:cxnLst>
                <a:rect l="0" t="0" r="r" b="b"/>
                <a:pathLst>
                  <a:path w="127" h="131">
                    <a:moveTo>
                      <a:pt x="125" y="52"/>
                    </a:moveTo>
                    <a:lnTo>
                      <a:pt x="127" y="49"/>
                    </a:lnTo>
                    <a:lnTo>
                      <a:pt x="126" y="58"/>
                    </a:lnTo>
                    <a:lnTo>
                      <a:pt x="103" y="98"/>
                    </a:lnTo>
                    <a:lnTo>
                      <a:pt x="73" y="109"/>
                    </a:lnTo>
                    <a:lnTo>
                      <a:pt x="63" y="125"/>
                    </a:lnTo>
                    <a:lnTo>
                      <a:pt x="55" y="129"/>
                    </a:lnTo>
                    <a:lnTo>
                      <a:pt x="43" y="131"/>
                    </a:lnTo>
                    <a:lnTo>
                      <a:pt x="23" y="113"/>
                    </a:lnTo>
                    <a:lnTo>
                      <a:pt x="11" y="100"/>
                    </a:lnTo>
                    <a:lnTo>
                      <a:pt x="5" y="88"/>
                    </a:lnTo>
                    <a:lnTo>
                      <a:pt x="0" y="74"/>
                    </a:lnTo>
                    <a:lnTo>
                      <a:pt x="2" y="61"/>
                    </a:lnTo>
                    <a:lnTo>
                      <a:pt x="28" y="27"/>
                    </a:lnTo>
                    <a:lnTo>
                      <a:pt x="40" y="16"/>
                    </a:lnTo>
                    <a:lnTo>
                      <a:pt x="68" y="1"/>
                    </a:lnTo>
                    <a:lnTo>
                      <a:pt x="83" y="0"/>
                    </a:lnTo>
                    <a:lnTo>
                      <a:pt x="95" y="6"/>
                    </a:lnTo>
                    <a:lnTo>
                      <a:pt x="105" y="18"/>
                    </a:lnTo>
                    <a:lnTo>
                      <a:pt x="113" y="29"/>
                    </a:lnTo>
                    <a:lnTo>
                      <a:pt x="121" y="42"/>
                    </a:lnTo>
                    <a:lnTo>
                      <a:pt x="125" y="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7" name="Freeform 33">
                <a:extLst>
                  <a:ext uri="{FF2B5EF4-FFF2-40B4-BE49-F238E27FC236}">
                    <a16:creationId xmlns:a16="http://schemas.microsoft.com/office/drawing/2014/main" id="{0AEF36B8-BDCE-E5D9-F183-0A5F5F856AB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7" y="2576"/>
                <a:ext cx="128" cy="110"/>
              </a:xfrm>
              <a:custGeom>
                <a:avLst/>
                <a:gdLst/>
                <a:ahLst/>
                <a:cxnLst>
                  <a:cxn ang="0">
                    <a:pos x="0" y="320"/>
                  </a:cxn>
                  <a:cxn ang="0">
                    <a:pos x="110" y="264"/>
                  </a:cxn>
                  <a:cxn ang="0">
                    <a:pos x="108" y="232"/>
                  </a:cxn>
                  <a:cxn ang="0">
                    <a:pos x="110" y="179"/>
                  </a:cxn>
                  <a:cxn ang="0">
                    <a:pos x="113" y="156"/>
                  </a:cxn>
                  <a:cxn ang="0">
                    <a:pos x="120" y="145"/>
                  </a:cxn>
                  <a:cxn ang="0">
                    <a:pos x="132" y="168"/>
                  </a:cxn>
                  <a:cxn ang="0">
                    <a:pos x="156" y="166"/>
                  </a:cxn>
                  <a:cxn ang="0">
                    <a:pos x="183" y="178"/>
                  </a:cxn>
                  <a:cxn ang="0">
                    <a:pos x="231" y="205"/>
                  </a:cxn>
                  <a:cxn ang="0">
                    <a:pos x="274" y="196"/>
                  </a:cxn>
                  <a:cxn ang="0">
                    <a:pos x="323" y="226"/>
                  </a:cxn>
                  <a:cxn ang="0">
                    <a:pos x="350" y="252"/>
                  </a:cxn>
                  <a:cxn ang="0">
                    <a:pos x="397" y="277"/>
                  </a:cxn>
                  <a:cxn ang="0">
                    <a:pos x="411" y="275"/>
                  </a:cxn>
                  <a:cxn ang="0">
                    <a:pos x="426" y="281"/>
                  </a:cxn>
                  <a:cxn ang="0">
                    <a:pos x="421" y="223"/>
                  </a:cxn>
                  <a:cxn ang="0">
                    <a:pos x="383" y="225"/>
                  </a:cxn>
                  <a:cxn ang="0">
                    <a:pos x="358" y="199"/>
                  </a:cxn>
                  <a:cxn ang="0">
                    <a:pos x="377" y="131"/>
                  </a:cxn>
                  <a:cxn ang="0">
                    <a:pos x="370" y="66"/>
                  </a:cxn>
                  <a:cxn ang="0">
                    <a:pos x="379" y="37"/>
                  </a:cxn>
                  <a:cxn ang="0">
                    <a:pos x="397" y="17"/>
                  </a:cxn>
                  <a:cxn ang="0">
                    <a:pos x="470" y="13"/>
                  </a:cxn>
                  <a:cxn ang="0">
                    <a:pos x="494" y="33"/>
                  </a:cxn>
                  <a:cxn ang="0">
                    <a:pos x="526" y="32"/>
                  </a:cxn>
                  <a:cxn ang="0">
                    <a:pos x="575" y="57"/>
                  </a:cxn>
                  <a:cxn ang="0">
                    <a:pos x="603" y="67"/>
                  </a:cxn>
                  <a:cxn ang="0">
                    <a:pos x="605" y="82"/>
                  </a:cxn>
                  <a:cxn ang="0">
                    <a:pos x="626" y="107"/>
                  </a:cxn>
                  <a:cxn ang="0">
                    <a:pos x="640" y="139"/>
                  </a:cxn>
                  <a:cxn ang="0">
                    <a:pos x="625" y="151"/>
                  </a:cxn>
                  <a:cxn ang="0">
                    <a:pos x="620" y="194"/>
                  </a:cxn>
                  <a:cxn ang="0">
                    <a:pos x="624" y="231"/>
                  </a:cxn>
                  <a:cxn ang="0">
                    <a:pos x="619" y="243"/>
                  </a:cxn>
                  <a:cxn ang="0">
                    <a:pos x="603" y="265"/>
                  </a:cxn>
                  <a:cxn ang="0">
                    <a:pos x="589" y="306"/>
                  </a:cxn>
                  <a:cxn ang="0">
                    <a:pos x="608" y="322"/>
                  </a:cxn>
                  <a:cxn ang="0">
                    <a:pos x="438" y="383"/>
                  </a:cxn>
                  <a:cxn ang="0">
                    <a:pos x="452" y="416"/>
                  </a:cxn>
                  <a:cxn ang="0">
                    <a:pos x="424" y="414"/>
                  </a:cxn>
                  <a:cxn ang="0">
                    <a:pos x="385" y="425"/>
                  </a:cxn>
                  <a:cxn ang="0">
                    <a:pos x="365" y="442"/>
                  </a:cxn>
                  <a:cxn ang="0">
                    <a:pos x="363" y="464"/>
                  </a:cxn>
                  <a:cxn ang="0">
                    <a:pos x="336" y="469"/>
                  </a:cxn>
                  <a:cxn ang="0">
                    <a:pos x="315" y="481"/>
                  </a:cxn>
                  <a:cxn ang="0">
                    <a:pos x="303" y="491"/>
                  </a:cxn>
                  <a:cxn ang="0">
                    <a:pos x="285" y="524"/>
                  </a:cxn>
                  <a:cxn ang="0">
                    <a:pos x="264" y="549"/>
                  </a:cxn>
                  <a:cxn ang="0">
                    <a:pos x="245" y="546"/>
                  </a:cxn>
                  <a:cxn ang="0">
                    <a:pos x="211" y="546"/>
                  </a:cxn>
                  <a:cxn ang="0">
                    <a:pos x="172" y="539"/>
                  </a:cxn>
                  <a:cxn ang="0">
                    <a:pos x="139" y="518"/>
                  </a:cxn>
                  <a:cxn ang="0">
                    <a:pos x="65" y="527"/>
                  </a:cxn>
                  <a:cxn ang="0">
                    <a:pos x="40" y="507"/>
                  </a:cxn>
                  <a:cxn ang="0">
                    <a:pos x="7" y="475"/>
                  </a:cxn>
                </a:cxnLst>
                <a:rect l="0" t="0" r="r" b="b"/>
                <a:pathLst>
                  <a:path w="640" h="552">
                    <a:moveTo>
                      <a:pt x="0" y="468"/>
                    </a:moveTo>
                    <a:lnTo>
                      <a:pt x="0" y="430"/>
                    </a:lnTo>
                    <a:lnTo>
                      <a:pt x="0" y="376"/>
                    </a:lnTo>
                    <a:lnTo>
                      <a:pt x="0" y="320"/>
                    </a:lnTo>
                    <a:lnTo>
                      <a:pt x="0" y="266"/>
                    </a:lnTo>
                    <a:lnTo>
                      <a:pt x="60" y="266"/>
                    </a:lnTo>
                    <a:lnTo>
                      <a:pt x="119" y="266"/>
                    </a:lnTo>
                    <a:lnTo>
                      <a:pt x="110" y="264"/>
                    </a:lnTo>
                    <a:lnTo>
                      <a:pt x="107" y="260"/>
                    </a:lnTo>
                    <a:lnTo>
                      <a:pt x="105" y="256"/>
                    </a:lnTo>
                    <a:lnTo>
                      <a:pt x="105" y="241"/>
                    </a:lnTo>
                    <a:lnTo>
                      <a:pt x="108" y="232"/>
                    </a:lnTo>
                    <a:lnTo>
                      <a:pt x="109" y="218"/>
                    </a:lnTo>
                    <a:lnTo>
                      <a:pt x="108" y="204"/>
                    </a:lnTo>
                    <a:lnTo>
                      <a:pt x="110" y="191"/>
                    </a:lnTo>
                    <a:lnTo>
                      <a:pt x="110" y="179"/>
                    </a:lnTo>
                    <a:lnTo>
                      <a:pt x="113" y="173"/>
                    </a:lnTo>
                    <a:lnTo>
                      <a:pt x="113" y="168"/>
                    </a:lnTo>
                    <a:lnTo>
                      <a:pt x="112" y="158"/>
                    </a:lnTo>
                    <a:lnTo>
                      <a:pt x="113" y="156"/>
                    </a:lnTo>
                    <a:lnTo>
                      <a:pt x="114" y="155"/>
                    </a:lnTo>
                    <a:lnTo>
                      <a:pt x="114" y="151"/>
                    </a:lnTo>
                    <a:lnTo>
                      <a:pt x="110" y="147"/>
                    </a:lnTo>
                    <a:lnTo>
                      <a:pt x="120" y="145"/>
                    </a:lnTo>
                    <a:lnTo>
                      <a:pt x="124" y="145"/>
                    </a:lnTo>
                    <a:lnTo>
                      <a:pt x="126" y="146"/>
                    </a:lnTo>
                    <a:lnTo>
                      <a:pt x="132" y="156"/>
                    </a:lnTo>
                    <a:lnTo>
                      <a:pt x="132" y="168"/>
                    </a:lnTo>
                    <a:lnTo>
                      <a:pt x="134" y="173"/>
                    </a:lnTo>
                    <a:lnTo>
                      <a:pt x="137" y="173"/>
                    </a:lnTo>
                    <a:lnTo>
                      <a:pt x="151" y="167"/>
                    </a:lnTo>
                    <a:lnTo>
                      <a:pt x="156" y="166"/>
                    </a:lnTo>
                    <a:lnTo>
                      <a:pt x="162" y="166"/>
                    </a:lnTo>
                    <a:lnTo>
                      <a:pt x="173" y="161"/>
                    </a:lnTo>
                    <a:lnTo>
                      <a:pt x="179" y="169"/>
                    </a:lnTo>
                    <a:lnTo>
                      <a:pt x="183" y="178"/>
                    </a:lnTo>
                    <a:lnTo>
                      <a:pt x="188" y="184"/>
                    </a:lnTo>
                    <a:lnTo>
                      <a:pt x="201" y="190"/>
                    </a:lnTo>
                    <a:lnTo>
                      <a:pt x="213" y="198"/>
                    </a:lnTo>
                    <a:lnTo>
                      <a:pt x="231" y="205"/>
                    </a:lnTo>
                    <a:lnTo>
                      <a:pt x="243" y="206"/>
                    </a:lnTo>
                    <a:lnTo>
                      <a:pt x="252" y="204"/>
                    </a:lnTo>
                    <a:lnTo>
                      <a:pt x="264" y="199"/>
                    </a:lnTo>
                    <a:lnTo>
                      <a:pt x="274" y="196"/>
                    </a:lnTo>
                    <a:lnTo>
                      <a:pt x="279" y="198"/>
                    </a:lnTo>
                    <a:lnTo>
                      <a:pt x="298" y="216"/>
                    </a:lnTo>
                    <a:lnTo>
                      <a:pt x="312" y="222"/>
                    </a:lnTo>
                    <a:lnTo>
                      <a:pt x="323" y="226"/>
                    </a:lnTo>
                    <a:lnTo>
                      <a:pt x="334" y="227"/>
                    </a:lnTo>
                    <a:lnTo>
                      <a:pt x="341" y="233"/>
                    </a:lnTo>
                    <a:lnTo>
                      <a:pt x="346" y="245"/>
                    </a:lnTo>
                    <a:lnTo>
                      <a:pt x="350" y="252"/>
                    </a:lnTo>
                    <a:lnTo>
                      <a:pt x="363" y="264"/>
                    </a:lnTo>
                    <a:lnTo>
                      <a:pt x="377" y="272"/>
                    </a:lnTo>
                    <a:lnTo>
                      <a:pt x="387" y="276"/>
                    </a:lnTo>
                    <a:lnTo>
                      <a:pt x="397" y="277"/>
                    </a:lnTo>
                    <a:lnTo>
                      <a:pt x="400" y="277"/>
                    </a:lnTo>
                    <a:lnTo>
                      <a:pt x="406" y="275"/>
                    </a:lnTo>
                    <a:lnTo>
                      <a:pt x="410" y="274"/>
                    </a:lnTo>
                    <a:lnTo>
                      <a:pt x="411" y="275"/>
                    </a:lnTo>
                    <a:lnTo>
                      <a:pt x="416" y="282"/>
                    </a:lnTo>
                    <a:lnTo>
                      <a:pt x="420" y="283"/>
                    </a:lnTo>
                    <a:lnTo>
                      <a:pt x="424" y="283"/>
                    </a:lnTo>
                    <a:lnTo>
                      <a:pt x="426" y="281"/>
                    </a:lnTo>
                    <a:lnTo>
                      <a:pt x="426" y="274"/>
                    </a:lnTo>
                    <a:lnTo>
                      <a:pt x="425" y="266"/>
                    </a:lnTo>
                    <a:lnTo>
                      <a:pt x="424" y="231"/>
                    </a:lnTo>
                    <a:lnTo>
                      <a:pt x="421" y="223"/>
                    </a:lnTo>
                    <a:lnTo>
                      <a:pt x="415" y="222"/>
                    </a:lnTo>
                    <a:lnTo>
                      <a:pt x="406" y="227"/>
                    </a:lnTo>
                    <a:lnTo>
                      <a:pt x="395" y="225"/>
                    </a:lnTo>
                    <a:lnTo>
                      <a:pt x="383" y="225"/>
                    </a:lnTo>
                    <a:lnTo>
                      <a:pt x="376" y="220"/>
                    </a:lnTo>
                    <a:lnTo>
                      <a:pt x="366" y="207"/>
                    </a:lnTo>
                    <a:lnTo>
                      <a:pt x="360" y="201"/>
                    </a:lnTo>
                    <a:lnTo>
                      <a:pt x="358" y="199"/>
                    </a:lnTo>
                    <a:lnTo>
                      <a:pt x="357" y="189"/>
                    </a:lnTo>
                    <a:lnTo>
                      <a:pt x="360" y="182"/>
                    </a:lnTo>
                    <a:lnTo>
                      <a:pt x="362" y="170"/>
                    </a:lnTo>
                    <a:lnTo>
                      <a:pt x="377" y="131"/>
                    </a:lnTo>
                    <a:lnTo>
                      <a:pt x="378" y="124"/>
                    </a:lnTo>
                    <a:lnTo>
                      <a:pt x="379" y="99"/>
                    </a:lnTo>
                    <a:lnTo>
                      <a:pt x="377" y="85"/>
                    </a:lnTo>
                    <a:lnTo>
                      <a:pt x="370" y="66"/>
                    </a:lnTo>
                    <a:lnTo>
                      <a:pt x="370" y="56"/>
                    </a:lnTo>
                    <a:lnTo>
                      <a:pt x="372" y="53"/>
                    </a:lnTo>
                    <a:lnTo>
                      <a:pt x="374" y="44"/>
                    </a:lnTo>
                    <a:lnTo>
                      <a:pt x="379" y="37"/>
                    </a:lnTo>
                    <a:lnTo>
                      <a:pt x="387" y="23"/>
                    </a:lnTo>
                    <a:lnTo>
                      <a:pt x="389" y="21"/>
                    </a:lnTo>
                    <a:lnTo>
                      <a:pt x="394" y="17"/>
                    </a:lnTo>
                    <a:lnTo>
                      <a:pt x="397" y="17"/>
                    </a:lnTo>
                    <a:lnTo>
                      <a:pt x="406" y="13"/>
                    </a:lnTo>
                    <a:lnTo>
                      <a:pt x="468" y="0"/>
                    </a:lnTo>
                    <a:lnTo>
                      <a:pt x="471" y="6"/>
                    </a:lnTo>
                    <a:lnTo>
                      <a:pt x="470" y="13"/>
                    </a:lnTo>
                    <a:lnTo>
                      <a:pt x="471" y="22"/>
                    </a:lnTo>
                    <a:lnTo>
                      <a:pt x="475" y="23"/>
                    </a:lnTo>
                    <a:lnTo>
                      <a:pt x="483" y="24"/>
                    </a:lnTo>
                    <a:lnTo>
                      <a:pt x="494" y="33"/>
                    </a:lnTo>
                    <a:lnTo>
                      <a:pt x="502" y="22"/>
                    </a:lnTo>
                    <a:lnTo>
                      <a:pt x="508" y="21"/>
                    </a:lnTo>
                    <a:lnTo>
                      <a:pt x="516" y="23"/>
                    </a:lnTo>
                    <a:lnTo>
                      <a:pt x="526" y="32"/>
                    </a:lnTo>
                    <a:lnTo>
                      <a:pt x="530" y="39"/>
                    </a:lnTo>
                    <a:lnTo>
                      <a:pt x="538" y="43"/>
                    </a:lnTo>
                    <a:lnTo>
                      <a:pt x="546" y="45"/>
                    </a:lnTo>
                    <a:lnTo>
                      <a:pt x="575" y="57"/>
                    </a:lnTo>
                    <a:lnTo>
                      <a:pt x="586" y="61"/>
                    </a:lnTo>
                    <a:lnTo>
                      <a:pt x="597" y="61"/>
                    </a:lnTo>
                    <a:lnTo>
                      <a:pt x="599" y="64"/>
                    </a:lnTo>
                    <a:lnTo>
                      <a:pt x="603" y="67"/>
                    </a:lnTo>
                    <a:lnTo>
                      <a:pt x="602" y="70"/>
                    </a:lnTo>
                    <a:lnTo>
                      <a:pt x="602" y="75"/>
                    </a:lnTo>
                    <a:lnTo>
                      <a:pt x="603" y="76"/>
                    </a:lnTo>
                    <a:lnTo>
                      <a:pt x="605" y="82"/>
                    </a:lnTo>
                    <a:lnTo>
                      <a:pt x="614" y="82"/>
                    </a:lnTo>
                    <a:lnTo>
                      <a:pt x="621" y="91"/>
                    </a:lnTo>
                    <a:lnTo>
                      <a:pt x="623" y="96"/>
                    </a:lnTo>
                    <a:lnTo>
                      <a:pt x="626" y="107"/>
                    </a:lnTo>
                    <a:lnTo>
                      <a:pt x="632" y="112"/>
                    </a:lnTo>
                    <a:lnTo>
                      <a:pt x="635" y="130"/>
                    </a:lnTo>
                    <a:lnTo>
                      <a:pt x="639" y="132"/>
                    </a:lnTo>
                    <a:lnTo>
                      <a:pt x="640" y="139"/>
                    </a:lnTo>
                    <a:lnTo>
                      <a:pt x="640" y="142"/>
                    </a:lnTo>
                    <a:lnTo>
                      <a:pt x="631" y="147"/>
                    </a:lnTo>
                    <a:lnTo>
                      <a:pt x="629" y="148"/>
                    </a:lnTo>
                    <a:lnTo>
                      <a:pt x="625" y="151"/>
                    </a:lnTo>
                    <a:lnTo>
                      <a:pt x="624" y="161"/>
                    </a:lnTo>
                    <a:lnTo>
                      <a:pt x="625" y="169"/>
                    </a:lnTo>
                    <a:lnTo>
                      <a:pt x="619" y="186"/>
                    </a:lnTo>
                    <a:lnTo>
                      <a:pt x="620" y="194"/>
                    </a:lnTo>
                    <a:lnTo>
                      <a:pt x="621" y="209"/>
                    </a:lnTo>
                    <a:lnTo>
                      <a:pt x="619" y="223"/>
                    </a:lnTo>
                    <a:lnTo>
                      <a:pt x="620" y="226"/>
                    </a:lnTo>
                    <a:lnTo>
                      <a:pt x="624" y="231"/>
                    </a:lnTo>
                    <a:lnTo>
                      <a:pt x="629" y="233"/>
                    </a:lnTo>
                    <a:lnTo>
                      <a:pt x="630" y="239"/>
                    </a:lnTo>
                    <a:lnTo>
                      <a:pt x="627" y="242"/>
                    </a:lnTo>
                    <a:lnTo>
                      <a:pt x="619" y="243"/>
                    </a:lnTo>
                    <a:lnTo>
                      <a:pt x="613" y="248"/>
                    </a:lnTo>
                    <a:lnTo>
                      <a:pt x="608" y="249"/>
                    </a:lnTo>
                    <a:lnTo>
                      <a:pt x="607" y="250"/>
                    </a:lnTo>
                    <a:lnTo>
                      <a:pt x="603" y="265"/>
                    </a:lnTo>
                    <a:lnTo>
                      <a:pt x="603" y="280"/>
                    </a:lnTo>
                    <a:lnTo>
                      <a:pt x="598" y="295"/>
                    </a:lnTo>
                    <a:lnTo>
                      <a:pt x="591" y="302"/>
                    </a:lnTo>
                    <a:lnTo>
                      <a:pt x="589" y="306"/>
                    </a:lnTo>
                    <a:lnTo>
                      <a:pt x="592" y="314"/>
                    </a:lnTo>
                    <a:lnTo>
                      <a:pt x="597" y="315"/>
                    </a:lnTo>
                    <a:lnTo>
                      <a:pt x="600" y="323"/>
                    </a:lnTo>
                    <a:lnTo>
                      <a:pt x="608" y="322"/>
                    </a:lnTo>
                    <a:lnTo>
                      <a:pt x="612" y="324"/>
                    </a:lnTo>
                    <a:lnTo>
                      <a:pt x="612" y="325"/>
                    </a:lnTo>
                    <a:lnTo>
                      <a:pt x="603" y="326"/>
                    </a:lnTo>
                    <a:lnTo>
                      <a:pt x="438" y="383"/>
                    </a:lnTo>
                    <a:lnTo>
                      <a:pt x="446" y="399"/>
                    </a:lnTo>
                    <a:lnTo>
                      <a:pt x="448" y="411"/>
                    </a:lnTo>
                    <a:lnTo>
                      <a:pt x="453" y="414"/>
                    </a:lnTo>
                    <a:lnTo>
                      <a:pt x="452" y="416"/>
                    </a:lnTo>
                    <a:lnTo>
                      <a:pt x="444" y="415"/>
                    </a:lnTo>
                    <a:lnTo>
                      <a:pt x="436" y="417"/>
                    </a:lnTo>
                    <a:lnTo>
                      <a:pt x="430" y="416"/>
                    </a:lnTo>
                    <a:lnTo>
                      <a:pt x="424" y="414"/>
                    </a:lnTo>
                    <a:lnTo>
                      <a:pt x="420" y="414"/>
                    </a:lnTo>
                    <a:lnTo>
                      <a:pt x="408" y="420"/>
                    </a:lnTo>
                    <a:lnTo>
                      <a:pt x="392" y="421"/>
                    </a:lnTo>
                    <a:lnTo>
                      <a:pt x="385" y="425"/>
                    </a:lnTo>
                    <a:lnTo>
                      <a:pt x="378" y="432"/>
                    </a:lnTo>
                    <a:lnTo>
                      <a:pt x="372" y="432"/>
                    </a:lnTo>
                    <a:lnTo>
                      <a:pt x="366" y="435"/>
                    </a:lnTo>
                    <a:lnTo>
                      <a:pt x="365" y="442"/>
                    </a:lnTo>
                    <a:lnTo>
                      <a:pt x="365" y="451"/>
                    </a:lnTo>
                    <a:lnTo>
                      <a:pt x="366" y="455"/>
                    </a:lnTo>
                    <a:lnTo>
                      <a:pt x="365" y="459"/>
                    </a:lnTo>
                    <a:lnTo>
                      <a:pt x="363" y="464"/>
                    </a:lnTo>
                    <a:lnTo>
                      <a:pt x="362" y="468"/>
                    </a:lnTo>
                    <a:lnTo>
                      <a:pt x="354" y="468"/>
                    </a:lnTo>
                    <a:lnTo>
                      <a:pt x="342" y="467"/>
                    </a:lnTo>
                    <a:lnTo>
                      <a:pt x="336" y="469"/>
                    </a:lnTo>
                    <a:lnTo>
                      <a:pt x="334" y="473"/>
                    </a:lnTo>
                    <a:lnTo>
                      <a:pt x="331" y="473"/>
                    </a:lnTo>
                    <a:lnTo>
                      <a:pt x="324" y="482"/>
                    </a:lnTo>
                    <a:lnTo>
                      <a:pt x="315" y="481"/>
                    </a:lnTo>
                    <a:lnTo>
                      <a:pt x="312" y="482"/>
                    </a:lnTo>
                    <a:lnTo>
                      <a:pt x="309" y="485"/>
                    </a:lnTo>
                    <a:lnTo>
                      <a:pt x="307" y="490"/>
                    </a:lnTo>
                    <a:lnTo>
                      <a:pt x="303" y="491"/>
                    </a:lnTo>
                    <a:lnTo>
                      <a:pt x="297" y="503"/>
                    </a:lnTo>
                    <a:lnTo>
                      <a:pt x="287" y="513"/>
                    </a:lnTo>
                    <a:lnTo>
                      <a:pt x="285" y="518"/>
                    </a:lnTo>
                    <a:lnTo>
                      <a:pt x="285" y="524"/>
                    </a:lnTo>
                    <a:lnTo>
                      <a:pt x="280" y="529"/>
                    </a:lnTo>
                    <a:lnTo>
                      <a:pt x="276" y="532"/>
                    </a:lnTo>
                    <a:lnTo>
                      <a:pt x="270" y="541"/>
                    </a:lnTo>
                    <a:lnTo>
                      <a:pt x="264" y="549"/>
                    </a:lnTo>
                    <a:lnTo>
                      <a:pt x="259" y="549"/>
                    </a:lnTo>
                    <a:lnTo>
                      <a:pt x="252" y="552"/>
                    </a:lnTo>
                    <a:lnTo>
                      <a:pt x="247" y="551"/>
                    </a:lnTo>
                    <a:lnTo>
                      <a:pt x="245" y="546"/>
                    </a:lnTo>
                    <a:lnTo>
                      <a:pt x="241" y="544"/>
                    </a:lnTo>
                    <a:lnTo>
                      <a:pt x="233" y="545"/>
                    </a:lnTo>
                    <a:lnTo>
                      <a:pt x="228" y="544"/>
                    </a:lnTo>
                    <a:lnTo>
                      <a:pt x="211" y="546"/>
                    </a:lnTo>
                    <a:lnTo>
                      <a:pt x="198" y="541"/>
                    </a:lnTo>
                    <a:lnTo>
                      <a:pt x="179" y="543"/>
                    </a:lnTo>
                    <a:lnTo>
                      <a:pt x="174" y="543"/>
                    </a:lnTo>
                    <a:lnTo>
                      <a:pt x="172" y="539"/>
                    </a:lnTo>
                    <a:lnTo>
                      <a:pt x="164" y="537"/>
                    </a:lnTo>
                    <a:lnTo>
                      <a:pt x="157" y="524"/>
                    </a:lnTo>
                    <a:lnTo>
                      <a:pt x="153" y="521"/>
                    </a:lnTo>
                    <a:lnTo>
                      <a:pt x="139" y="518"/>
                    </a:lnTo>
                    <a:lnTo>
                      <a:pt x="118" y="518"/>
                    </a:lnTo>
                    <a:lnTo>
                      <a:pt x="115" y="514"/>
                    </a:lnTo>
                    <a:lnTo>
                      <a:pt x="72" y="525"/>
                    </a:lnTo>
                    <a:lnTo>
                      <a:pt x="65" y="527"/>
                    </a:lnTo>
                    <a:lnTo>
                      <a:pt x="57" y="522"/>
                    </a:lnTo>
                    <a:lnTo>
                      <a:pt x="53" y="516"/>
                    </a:lnTo>
                    <a:lnTo>
                      <a:pt x="44" y="512"/>
                    </a:lnTo>
                    <a:lnTo>
                      <a:pt x="40" y="507"/>
                    </a:lnTo>
                    <a:lnTo>
                      <a:pt x="30" y="498"/>
                    </a:lnTo>
                    <a:lnTo>
                      <a:pt x="24" y="491"/>
                    </a:lnTo>
                    <a:lnTo>
                      <a:pt x="11" y="482"/>
                    </a:lnTo>
                    <a:lnTo>
                      <a:pt x="7" y="475"/>
                    </a:lnTo>
                    <a:lnTo>
                      <a:pt x="0" y="469"/>
                    </a:lnTo>
                    <a:lnTo>
                      <a:pt x="0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8" name="Freeform 34">
                <a:extLst>
                  <a:ext uri="{FF2B5EF4-FFF2-40B4-BE49-F238E27FC236}">
                    <a16:creationId xmlns:a16="http://schemas.microsoft.com/office/drawing/2014/main" id="{B443FA26-19E4-2747-9C22-AB7675A6AC8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92" y="2659"/>
                <a:ext cx="85" cy="81"/>
              </a:xfrm>
              <a:custGeom>
                <a:avLst/>
                <a:gdLst/>
                <a:ahLst/>
                <a:cxnLst>
                  <a:cxn ang="0">
                    <a:pos x="202" y="60"/>
                  </a:cxn>
                  <a:cxn ang="0">
                    <a:pos x="198" y="66"/>
                  </a:cxn>
                  <a:cxn ang="0">
                    <a:pos x="193" y="70"/>
                  </a:cxn>
                  <a:cxn ang="0">
                    <a:pos x="179" y="66"/>
                  </a:cxn>
                  <a:cxn ang="0">
                    <a:pos x="175" y="71"/>
                  </a:cxn>
                  <a:cxn ang="0">
                    <a:pos x="169" y="70"/>
                  </a:cxn>
                  <a:cxn ang="0">
                    <a:pos x="164" y="72"/>
                  </a:cxn>
                  <a:cxn ang="0">
                    <a:pos x="156" y="78"/>
                  </a:cxn>
                  <a:cxn ang="0">
                    <a:pos x="156" y="83"/>
                  </a:cxn>
                  <a:cxn ang="0">
                    <a:pos x="153" y="86"/>
                  </a:cxn>
                  <a:cxn ang="0">
                    <a:pos x="143" y="87"/>
                  </a:cxn>
                  <a:cxn ang="0">
                    <a:pos x="140" y="93"/>
                  </a:cxn>
                  <a:cxn ang="0">
                    <a:pos x="130" y="100"/>
                  </a:cxn>
                  <a:cxn ang="0">
                    <a:pos x="121" y="110"/>
                  </a:cxn>
                  <a:cxn ang="0">
                    <a:pos x="115" y="115"/>
                  </a:cxn>
                  <a:cxn ang="0">
                    <a:pos x="103" y="129"/>
                  </a:cxn>
                  <a:cxn ang="0">
                    <a:pos x="92" y="135"/>
                  </a:cxn>
                  <a:cxn ang="0">
                    <a:pos x="80" y="138"/>
                  </a:cxn>
                  <a:cxn ang="0">
                    <a:pos x="73" y="132"/>
                  </a:cxn>
                  <a:cxn ang="0">
                    <a:pos x="61" y="131"/>
                  </a:cxn>
                  <a:cxn ang="0">
                    <a:pos x="39" y="132"/>
                  </a:cxn>
                  <a:cxn ang="0">
                    <a:pos x="7" y="129"/>
                  </a:cxn>
                  <a:cxn ang="0">
                    <a:pos x="0" y="125"/>
                  </a:cxn>
                  <a:cxn ang="0">
                    <a:pos x="3" y="140"/>
                  </a:cxn>
                  <a:cxn ang="0">
                    <a:pos x="27" y="172"/>
                  </a:cxn>
                  <a:cxn ang="0">
                    <a:pos x="35" y="197"/>
                  </a:cxn>
                  <a:cxn ang="0">
                    <a:pos x="77" y="247"/>
                  </a:cxn>
                  <a:cxn ang="0">
                    <a:pos x="107" y="260"/>
                  </a:cxn>
                  <a:cxn ang="0">
                    <a:pos x="129" y="279"/>
                  </a:cxn>
                  <a:cxn ang="0">
                    <a:pos x="140" y="308"/>
                  </a:cxn>
                  <a:cxn ang="0">
                    <a:pos x="150" y="341"/>
                  </a:cxn>
                  <a:cxn ang="0">
                    <a:pos x="167" y="355"/>
                  </a:cxn>
                  <a:cxn ang="0">
                    <a:pos x="193" y="357"/>
                  </a:cxn>
                  <a:cxn ang="0">
                    <a:pos x="216" y="367"/>
                  </a:cxn>
                  <a:cxn ang="0">
                    <a:pos x="239" y="371"/>
                  </a:cxn>
                  <a:cxn ang="0">
                    <a:pos x="271" y="380"/>
                  </a:cxn>
                  <a:cxn ang="0">
                    <a:pos x="296" y="380"/>
                  </a:cxn>
                  <a:cxn ang="0">
                    <a:pos x="329" y="388"/>
                  </a:cxn>
                  <a:cxn ang="0">
                    <a:pos x="349" y="404"/>
                  </a:cxn>
                  <a:cxn ang="0">
                    <a:pos x="351" y="404"/>
                  </a:cxn>
                  <a:cxn ang="0">
                    <a:pos x="355" y="377"/>
                  </a:cxn>
                  <a:cxn ang="0">
                    <a:pos x="372" y="360"/>
                  </a:cxn>
                  <a:cxn ang="0">
                    <a:pos x="398" y="318"/>
                  </a:cxn>
                  <a:cxn ang="0">
                    <a:pos x="422" y="251"/>
                  </a:cxn>
                  <a:cxn ang="0">
                    <a:pos x="414" y="211"/>
                  </a:cxn>
                  <a:cxn ang="0">
                    <a:pos x="422" y="175"/>
                  </a:cxn>
                  <a:cxn ang="0">
                    <a:pos x="428" y="151"/>
                  </a:cxn>
                  <a:cxn ang="0">
                    <a:pos x="428" y="105"/>
                  </a:cxn>
                  <a:cxn ang="0">
                    <a:pos x="420" y="73"/>
                  </a:cxn>
                  <a:cxn ang="0">
                    <a:pos x="410" y="50"/>
                  </a:cxn>
                  <a:cxn ang="0">
                    <a:pos x="351" y="27"/>
                  </a:cxn>
                  <a:cxn ang="0">
                    <a:pos x="322" y="19"/>
                  </a:cxn>
                  <a:cxn ang="0">
                    <a:pos x="281" y="19"/>
                  </a:cxn>
                  <a:cxn ang="0">
                    <a:pos x="280" y="2"/>
                  </a:cxn>
                  <a:cxn ang="0">
                    <a:pos x="264" y="3"/>
                  </a:cxn>
                  <a:cxn ang="0">
                    <a:pos x="252" y="0"/>
                  </a:cxn>
                  <a:cxn ang="0">
                    <a:pos x="236" y="6"/>
                  </a:cxn>
                  <a:cxn ang="0">
                    <a:pos x="213" y="11"/>
                  </a:cxn>
                  <a:cxn ang="0">
                    <a:pos x="200" y="18"/>
                  </a:cxn>
                  <a:cxn ang="0">
                    <a:pos x="193" y="28"/>
                  </a:cxn>
                  <a:cxn ang="0">
                    <a:pos x="194" y="41"/>
                  </a:cxn>
                  <a:cxn ang="0">
                    <a:pos x="191" y="50"/>
                  </a:cxn>
                </a:cxnLst>
                <a:rect l="0" t="0" r="r" b="b"/>
                <a:pathLst>
                  <a:path w="428" h="405">
                    <a:moveTo>
                      <a:pt x="190" y="54"/>
                    </a:moveTo>
                    <a:lnTo>
                      <a:pt x="202" y="60"/>
                    </a:lnTo>
                    <a:lnTo>
                      <a:pt x="202" y="64"/>
                    </a:lnTo>
                    <a:lnTo>
                      <a:pt x="198" y="66"/>
                    </a:lnTo>
                    <a:lnTo>
                      <a:pt x="195" y="70"/>
                    </a:lnTo>
                    <a:lnTo>
                      <a:pt x="193" y="70"/>
                    </a:lnTo>
                    <a:lnTo>
                      <a:pt x="184" y="66"/>
                    </a:lnTo>
                    <a:lnTo>
                      <a:pt x="179" y="66"/>
                    </a:lnTo>
                    <a:lnTo>
                      <a:pt x="177" y="67"/>
                    </a:lnTo>
                    <a:lnTo>
                      <a:pt x="175" y="71"/>
                    </a:lnTo>
                    <a:lnTo>
                      <a:pt x="172" y="72"/>
                    </a:lnTo>
                    <a:lnTo>
                      <a:pt x="169" y="70"/>
                    </a:lnTo>
                    <a:lnTo>
                      <a:pt x="167" y="70"/>
                    </a:lnTo>
                    <a:lnTo>
                      <a:pt x="164" y="72"/>
                    </a:lnTo>
                    <a:lnTo>
                      <a:pt x="159" y="75"/>
                    </a:lnTo>
                    <a:lnTo>
                      <a:pt x="156" y="78"/>
                    </a:lnTo>
                    <a:lnTo>
                      <a:pt x="155" y="81"/>
                    </a:lnTo>
                    <a:lnTo>
                      <a:pt x="156" y="83"/>
                    </a:lnTo>
                    <a:lnTo>
                      <a:pt x="155" y="84"/>
                    </a:lnTo>
                    <a:lnTo>
                      <a:pt x="153" y="86"/>
                    </a:lnTo>
                    <a:lnTo>
                      <a:pt x="151" y="83"/>
                    </a:lnTo>
                    <a:lnTo>
                      <a:pt x="143" y="87"/>
                    </a:lnTo>
                    <a:lnTo>
                      <a:pt x="140" y="91"/>
                    </a:lnTo>
                    <a:lnTo>
                      <a:pt x="140" y="93"/>
                    </a:lnTo>
                    <a:lnTo>
                      <a:pt x="135" y="96"/>
                    </a:lnTo>
                    <a:lnTo>
                      <a:pt x="130" y="100"/>
                    </a:lnTo>
                    <a:lnTo>
                      <a:pt x="126" y="107"/>
                    </a:lnTo>
                    <a:lnTo>
                      <a:pt x="121" y="110"/>
                    </a:lnTo>
                    <a:lnTo>
                      <a:pt x="121" y="113"/>
                    </a:lnTo>
                    <a:lnTo>
                      <a:pt x="115" y="115"/>
                    </a:lnTo>
                    <a:lnTo>
                      <a:pt x="110" y="123"/>
                    </a:lnTo>
                    <a:lnTo>
                      <a:pt x="103" y="129"/>
                    </a:lnTo>
                    <a:lnTo>
                      <a:pt x="98" y="127"/>
                    </a:lnTo>
                    <a:lnTo>
                      <a:pt x="92" y="135"/>
                    </a:lnTo>
                    <a:lnTo>
                      <a:pt x="87" y="135"/>
                    </a:lnTo>
                    <a:lnTo>
                      <a:pt x="80" y="138"/>
                    </a:lnTo>
                    <a:lnTo>
                      <a:pt x="75" y="137"/>
                    </a:lnTo>
                    <a:lnTo>
                      <a:pt x="73" y="132"/>
                    </a:lnTo>
                    <a:lnTo>
                      <a:pt x="69" y="130"/>
                    </a:lnTo>
                    <a:lnTo>
                      <a:pt x="61" y="131"/>
                    </a:lnTo>
                    <a:lnTo>
                      <a:pt x="56" y="130"/>
                    </a:lnTo>
                    <a:lnTo>
                      <a:pt x="39" y="132"/>
                    </a:lnTo>
                    <a:lnTo>
                      <a:pt x="26" y="127"/>
                    </a:lnTo>
                    <a:lnTo>
                      <a:pt x="7" y="129"/>
                    </a:lnTo>
                    <a:lnTo>
                      <a:pt x="2" y="129"/>
                    </a:lnTo>
                    <a:lnTo>
                      <a:pt x="0" y="125"/>
                    </a:lnTo>
                    <a:lnTo>
                      <a:pt x="0" y="134"/>
                    </a:lnTo>
                    <a:lnTo>
                      <a:pt x="3" y="140"/>
                    </a:lnTo>
                    <a:lnTo>
                      <a:pt x="16" y="162"/>
                    </a:lnTo>
                    <a:lnTo>
                      <a:pt x="27" y="172"/>
                    </a:lnTo>
                    <a:lnTo>
                      <a:pt x="28" y="183"/>
                    </a:lnTo>
                    <a:lnTo>
                      <a:pt x="35" y="197"/>
                    </a:lnTo>
                    <a:lnTo>
                      <a:pt x="48" y="216"/>
                    </a:lnTo>
                    <a:lnTo>
                      <a:pt x="77" y="247"/>
                    </a:lnTo>
                    <a:lnTo>
                      <a:pt x="94" y="250"/>
                    </a:lnTo>
                    <a:lnTo>
                      <a:pt x="107" y="260"/>
                    </a:lnTo>
                    <a:lnTo>
                      <a:pt x="116" y="274"/>
                    </a:lnTo>
                    <a:lnTo>
                      <a:pt x="129" y="279"/>
                    </a:lnTo>
                    <a:lnTo>
                      <a:pt x="140" y="287"/>
                    </a:lnTo>
                    <a:lnTo>
                      <a:pt x="140" y="308"/>
                    </a:lnTo>
                    <a:lnTo>
                      <a:pt x="143" y="328"/>
                    </a:lnTo>
                    <a:lnTo>
                      <a:pt x="150" y="341"/>
                    </a:lnTo>
                    <a:lnTo>
                      <a:pt x="158" y="350"/>
                    </a:lnTo>
                    <a:lnTo>
                      <a:pt x="167" y="355"/>
                    </a:lnTo>
                    <a:lnTo>
                      <a:pt x="180" y="357"/>
                    </a:lnTo>
                    <a:lnTo>
                      <a:pt x="193" y="357"/>
                    </a:lnTo>
                    <a:lnTo>
                      <a:pt x="206" y="363"/>
                    </a:lnTo>
                    <a:lnTo>
                      <a:pt x="216" y="367"/>
                    </a:lnTo>
                    <a:lnTo>
                      <a:pt x="227" y="376"/>
                    </a:lnTo>
                    <a:lnTo>
                      <a:pt x="239" y="371"/>
                    </a:lnTo>
                    <a:lnTo>
                      <a:pt x="248" y="373"/>
                    </a:lnTo>
                    <a:lnTo>
                      <a:pt x="271" y="380"/>
                    </a:lnTo>
                    <a:lnTo>
                      <a:pt x="283" y="383"/>
                    </a:lnTo>
                    <a:lnTo>
                      <a:pt x="296" y="380"/>
                    </a:lnTo>
                    <a:lnTo>
                      <a:pt x="308" y="382"/>
                    </a:lnTo>
                    <a:lnTo>
                      <a:pt x="329" y="388"/>
                    </a:lnTo>
                    <a:lnTo>
                      <a:pt x="344" y="403"/>
                    </a:lnTo>
                    <a:lnTo>
                      <a:pt x="349" y="404"/>
                    </a:lnTo>
                    <a:lnTo>
                      <a:pt x="350" y="405"/>
                    </a:lnTo>
                    <a:lnTo>
                      <a:pt x="351" y="404"/>
                    </a:lnTo>
                    <a:lnTo>
                      <a:pt x="351" y="389"/>
                    </a:lnTo>
                    <a:lnTo>
                      <a:pt x="355" y="377"/>
                    </a:lnTo>
                    <a:lnTo>
                      <a:pt x="361" y="367"/>
                    </a:lnTo>
                    <a:lnTo>
                      <a:pt x="372" y="360"/>
                    </a:lnTo>
                    <a:lnTo>
                      <a:pt x="379" y="352"/>
                    </a:lnTo>
                    <a:lnTo>
                      <a:pt x="398" y="318"/>
                    </a:lnTo>
                    <a:lnTo>
                      <a:pt x="405" y="287"/>
                    </a:lnTo>
                    <a:lnTo>
                      <a:pt x="422" y="251"/>
                    </a:lnTo>
                    <a:lnTo>
                      <a:pt x="419" y="224"/>
                    </a:lnTo>
                    <a:lnTo>
                      <a:pt x="414" y="211"/>
                    </a:lnTo>
                    <a:lnTo>
                      <a:pt x="412" y="194"/>
                    </a:lnTo>
                    <a:lnTo>
                      <a:pt x="422" y="175"/>
                    </a:lnTo>
                    <a:lnTo>
                      <a:pt x="424" y="167"/>
                    </a:lnTo>
                    <a:lnTo>
                      <a:pt x="428" y="151"/>
                    </a:lnTo>
                    <a:lnTo>
                      <a:pt x="427" y="140"/>
                    </a:lnTo>
                    <a:lnTo>
                      <a:pt x="428" y="105"/>
                    </a:lnTo>
                    <a:lnTo>
                      <a:pt x="424" y="83"/>
                    </a:lnTo>
                    <a:lnTo>
                      <a:pt x="420" y="73"/>
                    </a:lnTo>
                    <a:lnTo>
                      <a:pt x="419" y="60"/>
                    </a:lnTo>
                    <a:lnTo>
                      <a:pt x="410" y="50"/>
                    </a:lnTo>
                    <a:lnTo>
                      <a:pt x="379" y="39"/>
                    </a:lnTo>
                    <a:lnTo>
                      <a:pt x="351" y="27"/>
                    </a:lnTo>
                    <a:lnTo>
                      <a:pt x="336" y="23"/>
                    </a:lnTo>
                    <a:lnTo>
                      <a:pt x="322" y="19"/>
                    </a:lnTo>
                    <a:lnTo>
                      <a:pt x="299" y="21"/>
                    </a:lnTo>
                    <a:lnTo>
                      <a:pt x="281" y="19"/>
                    </a:lnTo>
                    <a:lnTo>
                      <a:pt x="281" y="0"/>
                    </a:lnTo>
                    <a:lnTo>
                      <a:pt x="280" y="2"/>
                    </a:lnTo>
                    <a:lnTo>
                      <a:pt x="272" y="1"/>
                    </a:lnTo>
                    <a:lnTo>
                      <a:pt x="264" y="3"/>
                    </a:lnTo>
                    <a:lnTo>
                      <a:pt x="258" y="2"/>
                    </a:lnTo>
                    <a:lnTo>
                      <a:pt x="252" y="0"/>
                    </a:lnTo>
                    <a:lnTo>
                      <a:pt x="248" y="0"/>
                    </a:lnTo>
                    <a:lnTo>
                      <a:pt x="236" y="6"/>
                    </a:lnTo>
                    <a:lnTo>
                      <a:pt x="220" y="7"/>
                    </a:lnTo>
                    <a:lnTo>
                      <a:pt x="213" y="11"/>
                    </a:lnTo>
                    <a:lnTo>
                      <a:pt x="206" y="18"/>
                    </a:lnTo>
                    <a:lnTo>
                      <a:pt x="200" y="18"/>
                    </a:lnTo>
                    <a:lnTo>
                      <a:pt x="194" y="21"/>
                    </a:lnTo>
                    <a:lnTo>
                      <a:pt x="193" y="28"/>
                    </a:lnTo>
                    <a:lnTo>
                      <a:pt x="193" y="37"/>
                    </a:lnTo>
                    <a:lnTo>
                      <a:pt x="194" y="41"/>
                    </a:lnTo>
                    <a:lnTo>
                      <a:pt x="193" y="45"/>
                    </a:lnTo>
                    <a:lnTo>
                      <a:pt x="191" y="50"/>
                    </a:lnTo>
                    <a:lnTo>
                      <a:pt x="190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6AC8301A-66AA-F152-05E4-A13A65BBD76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43" y="2673"/>
                <a:ext cx="147" cy="145"/>
              </a:xfrm>
              <a:custGeom>
                <a:avLst/>
                <a:gdLst/>
                <a:ahLst/>
                <a:cxnLst>
                  <a:cxn ang="0">
                    <a:pos x="252" y="26"/>
                  </a:cxn>
                  <a:cxn ang="0">
                    <a:pos x="130" y="26"/>
                  </a:cxn>
                  <a:cxn ang="0">
                    <a:pos x="96" y="10"/>
                  </a:cxn>
                  <a:cxn ang="0">
                    <a:pos x="59" y="0"/>
                  </a:cxn>
                  <a:cxn ang="0">
                    <a:pos x="33" y="17"/>
                  </a:cxn>
                  <a:cxn ang="0">
                    <a:pos x="1" y="26"/>
                  </a:cxn>
                  <a:cxn ang="0">
                    <a:pos x="3" y="64"/>
                  </a:cxn>
                  <a:cxn ang="0">
                    <a:pos x="17" y="100"/>
                  </a:cxn>
                  <a:cxn ang="0">
                    <a:pos x="34" y="117"/>
                  </a:cxn>
                  <a:cxn ang="0">
                    <a:pos x="46" y="139"/>
                  </a:cxn>
                  <a:cxn ang="0">
                    <a:pos x="62" y="168"/>
                  </a:cxn>
                  <a:cxn ang="0">
                    <a:pos x="82" y="209"/>
                  </a:cxn>
                  <a:cxn ang="0">
                    <a:pos x="96" y="238"/>
                  </a:cxn>
                  <a:cxn ang="0">
                    <a:pos x="118" y="278"/>
                  </a:cxn>
                  <a:cxn ang="0">
                    <a:pos x="150" y="331"/>
                  </a:cxn>
                  <a:cxn ang="0">
                    <a:pos x="151" y="369"/>
                  </a:cxn>
                  <a:cxn ang="0">
                    <a:pos x="153" y="435"/>
                  </a:cxn>
                  <a:cxn ang="0">
                    <a:pos x="172" y="477"/>
                  </a:cxn>
                  <a:cxn ang="0">
                    <a:pos x="172" y="521"/>
                  </a:cxn>
                  <a:cxn ang="0">
                    <a:pos x="179" y="555"/>
                  </a:cxn>
                  <a:cxn ang="0">
                    <a:pos x="188" y="589"/>
                  </a:cxn>
                  <a:cxn ang="0">
                    <a:pos x="214" y="646"/>
                  </a:cxn>
                  <a:cxn ang="0">
                    <a:pos x="243" y="683"/>
                  </a:cxn>
                  <a:cxn ang="0">
                    <a:pos x="264" y="700"/>
                  </a:cxn>
                  <a:cxn ang="0">
                    <a:pos x="279" y="689"/>
                  </a:cxn>
                  <a:cxn ang="0">
                    <a:pos x="323" y="695"/>
                  </a:cxn>
                  <a:cxn ang="0">
                    <a:pos x="350" y="722"/>
                  </a:cxn>
                  <a:cxn ang="0">
                    <a:pos x="393" y="720"/>
                  </a:cxn>
                  <a:cxn ang="0">
                    <a:pos x="435" y="695"/>
                  </a:cxn>
                  <a:cxn ang="0">
                    <a:pos x="452" y="633"/>
                  </a:cxn>
                  <a:cxn ang="0">
                    <a:pos x="452" y="460"/>
                  </a:cxn>
                  <a:cxn ang="0">
                    <a:pos x="452" y="295"/>
                  </a:cxn>
                  <a:cxn ang="0">
                    <a:pos x="507" y="200"/>
                  </a:cxn>
                  <a:cxn ang="0">
                    <a:pos x="512" y="86"/>
                  </a:cxn>
                  <a:cxn ang="0">
                    <a:pos x="615" y="68"/>
                  </a:cxn>
                  <a:cxn ang="0">
                    <a:pos x="650" y="85"/>
                  </a:cxn>
                  <a:cxn ang="0">
                    <a:pos x="668" y="81"/>
                  </a:cxn>
                  <a:cxn ang="0">
                    <a:pos x="716" y="57"/>
                  </a:cxn>
                  <a:cxn ang="0">
                    <a:pos x="727" y="38"/>
                  </a:cxn>
                  <a:cxn ang="0">
                    <a:pos x="688" y="32"/>
                  </a:cxn>
                  <a:cxn ang="0">
                    <a:pos x="635" y="41"/>
                  </a:cxn>
                  <a:cxn ang="0">
                    <a:pos x="546" y="65"/>
                  </a:cxn>
                  <a:cxn ang="0">
                    <a:pos x="522" y="63"/>
                  </a:cxn>
                  <a:cxn ang="0">
                    <a:pos x="460" y="51"/>
                  </a:cxn>
                  <a:cxn ang="0">
                    <a:pos x="405" y="53"/>
                  </a:cxn>
                  <a:cxn ang="0">
                    <a:pos x="366" y="26"/>
                  </a:cxn>
                </a:cxnLst>
                <a:rect l="0" t="0" r="r" b="b"/>
                <a:pathLst>
                  <a:path w="734" h="722">
                    <a:moveTo>
                      <a:pt x="346" y="26"/>
                    </a:moveTo>
                    <a:lnTo>
                      <a:pt x="299" y="26"/>
                    </a:lnTo>
                    <a:lnTo>
                      <a:pt x="252" y="26"/>
                    </a:lnTo>
                    <a:lnTo>
                      <a:pt x="198" y="26"/>
                    </a:lnTo>
                    <a:lnTo>
                      <a:pt x="148" y="26"/>
                    </a:lnTo>
                    <a:lnTo>
                      <a:pt x="130" y="26"/>
                    </a:lnTo>
                    <a:lnTo>
                      <a:pt x="123" y="28"/>
                    </a:lnTo>
                    <a:lnTo>
                      <a:pt x="109" y="15"/>
                    </a:lnTo>
                    <a:lnTo>
                      <a:pt x="96" y="10"/>
                    </a:lnTo>
                    <a:lnTo>
                      <a:pt x="91" y="1"/>
                    </a:lnTo>
                    <a:lnTo>
                      <a:pt x="81" y="0"/>
                    </a:lnTo>
                    <a:lnTo>
                      <a:pt x="59" y="0"/>
                    </a:lnTo>
                    <a:lnTo>
                      <a:pt x="49" y="4"/>
                    </a:lnTo>
                    <a:lnTo>
                      <a:pt x="39" y="14"/>
                    </a:lnTo>
                    <a:lnTo>
                      <a:pt x="33" y="17"/>
                    </a:lnTo>
                    <a:lnTo>
                      <a:pt x="23" y="11"/>
                    </a:lnTo>
                    <a:lnTo>
                      <a:pt x="12" y="20"/>
                    </a:lnTo>
                    <a:lnTo>
                      <a:pt x="1" y="26"/>
                    </a:lnTo>
                    <a:lnTo>
                      <a:pt x="0" y="49"/>
                    </a:lnTo>
                    <a:lnTo>
                      <a:pt x="0" y="55"/>
                    </a:lnTo>
                    <a:lnTo>
                      <a:pt x="3" y="64"/>
                    </a:lnTo>
                    <a:lnTo>
                      <a:pt x="3" y="74"/>
                    </a:lnTo>
                    <a:lnTo>
                      <a:pt x="12" y="92"/>
                    </a:lnTo>
                    <a:lnTo>
                      <a:pt x="17" y="100"/>
                    </a:lnTo>
                    <a:lnTo>
                      <a:pt x="19" y="102"/>
                    </a:lnTo>
                    <a:lnTo>
                      <a:pt x="28" y="108"/>
                    </a:lnTo>
                    <a:lnTo>
                      <a:pt x="34" y="117"/>
                    </a:lnTo>
                    <a:lnTo>
                      <a:pt x="38" y="127"/>
                    </a:lnTo>
                    <a:lnTo>
                      <a:pt x="44" y="134"/>
                    </a:lnTo>
                    <a:lnTo>
                      <a:pt x="46" y="139"/>
                    </a:lnTo>
                    <a:lnTo>
                      <a:pt x="55" y="150"/>
                    </a:lnTo>
                    <a:lnTo>
                      <a:pt x="56" y="157"/>
                    </a:lnTo>
                    <a:lnTo>
                      <a:pt x="62" y="168"/>
                    </a:lnTo>
                    <a:lnTo>
                      <a:pt x="65" y="176"/>
                    </a:lnTo>
                    <a:lnTo>
                      <a:pt x="81" y="202"/>
                    </a:lnTo>
                    <a:lnTo>
                      <a:pt x="82" y="209"/>
                    </a:lnTo>
                    <a:lnTo>
                      <a:pt x="86" y="215"/>
                    </a:lnTo>
                    <a:lnTo>
                      <a:pt x="88" y="224"/>
                    </a:lnTo>
                    <a:lnTo>
                      <a:pt x="96" y="238"/>
                    </a:lnTo>
                    <a:lnTo>
                      <a:pt x="110" y="263"/>
                    </a:lnTo>
                    <a:lnTo>
                      <a:pt x="116" y="273"/>
                    </a:lnTo>
                    <a:lnTo>
                      <a:pt x="118" y="278"/>
                    </a:lnTo>
                    <a:lnTo>
                      <a:pt x="121" y="288"/>
                    </a:lnTo>
                    <a:lnTo>
                      <a:pt x="141" y="312"/>
                    </a:lnTo>
                    <a:lnTo>
                      <a:pt x="150" y="331"/>
                    </a:lnTo>
                    <a:lnTo>
                      <a:pt x="151" y="334"/>
                    </a:lnTo>
                    <a:lnTo>
                      <a:pt x="152" y="350"/>
                    </a:lnTo>
                    <a:lnTo>
                      <a:pt x="151" y="369"/>
                    </a:lnTo>
                    <a:lnTo>
                      <a:pt x="152" y="406"/>
                    </a:lnTo>
                    <a:lnTo>
                      <a:pt x="151" y="424"/>
                    </a:lnTo>
                    <a:lnTo>
                      <a:pt x="153" y="435"/>
                    </a:lnTo>
                    <a:lnTo>
                      <a:pt x="157" y="445"/>
                    </a:lnTo>
                    <a:lnTo>
                      <a:pt x="162" y="458"/>
                    </a:lnTo>
                    <a:lnTo>
                      <a:pt x="172" y="477"/>
                    </a:lnTo>
                    <a:lnTo>
                      <a:pt x="173" y="484"/>
                    </a:lnTo>
                    <a:lnTo>
                      <a:pt x="171" y="498"/>
                    </a:lnTo>
                    <a:lnTo>
                      <a:pt x="172" y="521"/>
                    </a:lnTo>
                    <a:lnTo>
                      <a:pt x="174" y="531"/>
                    </a:lnTo>
                    <a:lnTo>
                      <a:pt x="182" y="546"/>
                    </a:lnTo>
                    <a:lnTo>
                      <a:pt x="179" y="555"/>
                    </a:lnTo>
                    <a:lnTo>
                      <a:pt x="182" y="559"/>
                    </a:lnTo>
                    <a:lnTo>
                      <a:pt x="185" y="569"/>
                    </a:lnTo>
                    <a:lnTo>
                      <a:pt x="188" y="589"/>
                    </a:lnTo>
                    <a:lnTo>
                      <a:pt x="191" y="600"/>
                    </a:lnTo>
                    <a:lnTo>
                      <a:pt x="194" y="622"/>
                    </a:lnTo>
                    <a:lnTo>
                      <a:pt x="214" y="646"/>
                    </a:lnTo>
                    <a:lnTo>
                      <a:pt x="222" y="665"/>
                    </a:lnTo>
                    <a:lnTo>
                      <a:pt x="233" y="676"/>
                    </a:lnTo>
                    <a:lnTo>
                      <a:pt x="243" y="683"/>
                    </a:lnTo>
                    <a:lnTo>
                      <a:pt x="256" y="698"/>
                    </a:lnTo>
                    <a:lnTo>
                      <a:pt x="261" y="698"/>
                    </a:lnTo>
                    <a:lnTo>
                      <a:pt x="264" y="700"/>
                    </a:lnTo>
                    <a:lnTo>
                      <a:pt x="269" y="699"/>
                    </a:lnTo>
                    <a:lnTo>
                      <a:pt x="272" y="697"/>
                    </a:lnTo>
                    <a:lnTo>
                      <a:pt x="279" y="689"/>
                    </a:lnTo>
                    <a:lnTo>
                      <a:pt x="285" y="678"/>
                    </a:lnTo>
                    <a:lnTo>
                      <a:pt x="297" y="677"/>
                    </a:lnTo>
                    <a:lnTo>
                      <a:pt x="323" y="695"/>
                    </a:lnTo>
                    <a:lnTo>
                      <a:pt x="323" y="708"/>
                    </a:lnTo>
                    <a:lnTo>
                      <a:pt x="334" y="720"/>
                    </a:lnTo>
                    <a:lnTo>
                      <a:pt x="350" y="722"/>
                    </a:lnTo>
                    <a:lnTo>
                      <a:pt x="365" y="717"/>
                    </a:lnTo>
                    <a:lnTo>
                      <a:pt x="384" y="717"/>
                    </a:lnTo>
                    <a:lnTo>
                      <a:pt x="393" y="720"/>
                    </a:lnTo>
                    <a:lnTo>
                      <a:pt x="405" y="720"/>
                    </a:lnTo>
                    <a:lnTo>
                      <a:pt x="421" y="705"/>
                    </a:lnTo>
                    <a:lnTo>
                      <a:pt x="435" y="695"/>
                    </a:lnTo>
                    <a:lnTo>
                      <a:pt x="446" y="693"/>
                    </a:lnTo>
                    <a:lnTo>
                      <a:pt x="452" y="689"/>
                    </a:lnTo>
                    <a:lnTo>
                      <a:pt x="452" y="633"/>
                    </a:lnTo>
                    <a:lnTo>
                      <a:pt x="452" y="574"/>
                    </a:lnTo>
                    <a:lnTo>
                      <a:pt x="452" y="515"/>
                    </a:lnTo>
                    <a:lnTo>
                      <a:pt x="452" y="460"/>
                    </a:lnTo>
                    <a:lnTo>
                      <a:pt x="452" y="407"/>
                    </a:lnTo>
                    <a:lnTo>
                      <a:pt x="452" y="349"/>
                    </a:lnTo>
                    <a:lnTo>
                      <a:pt x="452" y="295"/>
                    </a:lnTo>
                    <a:lnTo>
                      <a:pt x="507" y="295"/>
                    </a:lnTo>
                    <a:lnTo>
                      <a:pt x="507" y="257"/>
                    </a:lnTo>
                    <a:lnTo>
                      <a:pt x="507" y="200"/>
                    </a:lnTo>
                    <a:lnTo>
                      <a:pt x="507" y="144"/>
                    </a:lnTo>
                    <a:lnTo>
                      <a:pt x="507" y="91"/>
                    </a:lnTo>
                    <a:lnTo>
                      <a:pt x="512" y="86"/>
                    </a:lnTo>
                    <a:lnTo>
                      <a:pt x="592" y="71"/>
                    </a:lnTo>
                    <a:lnTo>
                      <a:pt x="609" y="68"/>
                    </a:lnTo>
                    <a:lnTo>
                      <a:pt x="615" y="68"/>
                    </a:lnTo>
                    <a:lnTo>
                      <a:pt x="632" y="69"/>
                    </a:lnTo>
                    <a:lnTo>
                      <a:pt x="643" y="73"/>
                    </a:lnTo>
                    <a:lnTo>
                      <a:pt x="650" y="85"/>
                    </a:lnTo>
                    <a:lnTo>
                      <a:pt x="653" y="100"/>
                    </a:lnTo>
                    <a:lnTo>
                      <a:pt x="659" y="92"/>
                    </a:lnTo>
                    <a:lnTo>
                      <a:pt x="668" y="81"/>
                    </a:lnTo>
                    <a:lnTo>
                      <a:pt x="684" y="69"/>
                    </a:lnTo>
                    <a:lnTo>
                      <a:pt x="711" y="63"/>
                    </a:lnTo>
                    <a:lnTo>
                      <a:pt x="716" y="57"/>
                    </a:lnTo>
                    <a:lnTo>
                      <a:pt x="723" y="52"/>
                    </a:lnTo>
                    <a:lnTo>
                      <a:pt x="734" y="51"/>
                    </a:lnTo>
                    <a:lnTo>
                      <a:pt x="727" y="38"/>
                    </a:lnTo>
                    <a:lnTo>
                      <a:pt x="723" y="35"/>
                    </a:lnTo>
                    <a:lnTo>
                      <a:pt x="709" y="32"/>
                    </a:lnTo>
                    <a:lnTo>
                      <a:pt x="688" y="32"/>
                    </a:lnTo>
                    <a:lnTo>
                      <a:pt x="685" y="28"/>
                    </a:lnTo>
                    <a:lnTo>
                      <a:pt x="642" y="39"/>
                    </a:lnTo>
                    <a:lnTo>
                      <a:pt x="635" y="41"/>
                    </a:lnTo>
                    <a:lnTo>
                      <a:pt x="632" y="43"/>
                    </a:lnTo>
                    <a:lnTo>
                      <a:pt x="621" y="46"/>
                    </a:lnTo>
                    <a:lnTo>
                      <a:pt x="546" y="65"/>
                    </a:lnTo>
                    <a:lnTo>
                      <a:pt x="538" y="66"/>
                    </a:lnTo>
                    <a:lnTo>
                      <a:pt x="534" y="64"/>
                    </a:lnTo>
                    <a:lnTo>
                      <a:pt x="522" y="63"/>
                    </a:lnTo>
                    <a:lnTo>
                      <a:pt x="510" y="59"/>
                    </a:lnTo>
                    <a:lnTo>
                      <a:pt x="494" y="58"/>
                    </a:lnTo>
                    <a:lnTo>
                      <a:pt x="460" y="51"/>
                    </a:lnTo>
                    <a:lnTo>
                      <a:pt x="433" y="51"/>
                    </a:lnTo>
                    <a:lnTo>
                      <a:pt x="414" y="53"/>
                    </a:lnTo>
                    <a:lnTo>
                      <a:pt x="405" y="53"/>
                    </a:lnTo>
                    <a:lnTo>
                      <a:pt x="388" y="47"/>
                    </a:lnTo>
                    <a:lnTo>
                      <a:pt x="382" y="37"/>
                    </a:lnTo>
                    <a:lnTo>
                      <a:pt x="366" y="26"/>
                    </a:lnTo>
                    <a:lnTo>
                      <a:pt x="346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0" name="Freeform 36">
                <a:extLst>
                  <a:ext uri="{FF2B5EF4-FFF2-40B4-BE49-F238E27FC236}">
                    <a16:creationId xmlns:a16="http://schemas.microsoft.com/office/drawing/2014/main" id="{DA81DC2A-DED7-42BF-8729-28024ED96BF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5" y="2602"/>
                <a:ext cx="117" cy="187"/>
              </a:xfrm>
              <a:custGeom>
                <a:avLst/>
                <a:gdLst/>
                <a:ahLst/>
                <a:cxnLst>
                  <a:cxn ang="0">
                    <a:pos x="584" y="10"/>
                  </a:cxn>
                  <a:cxn ang="0">
                    <a:pos x="570" y="56"/>
                  </a:cxn>
                  <a:cxn ang="0">
                    <a:pos x="572" y="128"/>
                  </a:cxn>
                  <a:cxn ang="0">
                    <a:pos x="569" y="176"/>
                  </a:cxn>
                  <a:cxn ang="0">
                    <a:pos x="578" y="205"/>
                  </a:cxn>
                  <a:cxn ang="0">
                    <a:pos x="585" y="224"/>
                  </a:cxn>
                  <a:cxn ang="0">
                    <a:pos x="568" y="263"/>
                  </a:cxn>
                  <a:cxn ang="0">
                    <a:pos x="564" y="285"/>
                  </a:cxn>
                  <a:cxn ang="0">
                    <a:pos x="532" y="328"/>
                  </a:cxn>
                  <a:cxn ang="0">
                    <a:pos x="497" y="355"/>
                  </a:cxn>
                  <a:cxn ang="0">
                    <a:pos x="447" y="378"/>
                  </a:cxn>
                  <a:cxn ang="0">
                    <a:pos x="368" y="434"/>
                  </a:cxn>
                  <a:cxn ang="0">
                    <a:pos x="345" y="462"/>
                  </a:cxn>
                  <a:cxn ang="0">
                    <a:pos x="323" y="477"/>
                  </a:cxn>
                  <a:cxn ang="0">
                    <a:pos x="273" y="521"/>
                  </a:cxn>
                  <a:cxn ang="0">
                    <a:pos x="253" y="572"/>
                  </a:cxn>
                  <a:cxn ang="0">
                    <a:pos x="273" y="598"/>
                  </a:cxn>
                  <a:cxn ang="0">
                    <a:pos x="289" y="667"/>
                  </a:cxn>
                  <a:cxn ang="0">
                    <a:pos x="295" y="725"/>
                  </a:cxn>
                  <a:cxn ang="0">
                    <a:pos x="295" y="764"/>
                  </a:cxn>
                  <a:cxn ang="0">
                    <a:pos x="273" y="811"/>
                  </a:cxn>
                  <a:cxn ang="0">
                    <a:pos x="192" y="843"/>
                  </a:cxn>
                  <a:cxn ang="0">
                    <a:pos x="156" y="863"/>
                  </a:cxn>
                  <a:cxn ang="0">
                    <a:pos x="134" y="893"/>
                  </a:cxn>
                  <a:cxn ang="0">
                    <a:pos x="158" y="899"/>
                  </a:cxn>
                  <a:cxn ang="0">
                    <a:pos x="110" y="908"/>
                  </a:cxn>
                  <a:cxn ang="0">
                    <a:pos x="92" y="742"/>
                  </a:cxn>
                  <a:cxn ang="0">
                    <a:pos x="85" y="673"/>
                  </a:cxn>
                  <a:cxn ang="0">
                    <a:pos x="113" y="636"/>
                  </a:cxn>
                  <a:cxn ang="0">
                    <a:pos x="153" y="508"/>
                  </a:cxn>
                  <a:cxn ang="0">
                    <a:pos x="158" y="451"/>
                  </a:cxn>
                  <a:cxn ang="0">
                    <a:pos x="158" y="367"/>
                  </a:cxn>
                  <a:cxn ang="0">
                    <a:pos x="113" y="323"/>
                  </a:cxn>
                  <a:cxn ang="0">
                    <a:pos x="33" y="305"/>
                  </a:cxn>
                  <a:cxn ang="0">
                    <a:pos x="8" y="269"/>
                  </a:cxn>
                  <a:cxn ang="0">
                    <a:pos x="175" y="198"/>
                  </a:cxn>
                  <a:cxn ang="0">
                    <a:pos x="202" y="226"/>
                  </a:cxn>
                  <a:cxn ang="0">
                    <a:pos x="247" y="226"/>
                  </a:cxn>
                  <a:cxn ang="0">
                    <a:pos x="251" y="273"/>
                  </a:cxn>
                  <a:cxn ang="0">
                    <a:pos x="236" y="302"/>
                  </a:cxn>
                  <a:cxn ang="0">
                    <a:pos x="252" y="327"/>
                  </a:cxn>
                  <a:cxn ang="0">
                    <a:pos x="272" y="350"/>
                  </a:cxn>
                  <a:cxn ang="0">
                    <a:pos x="278" y="366"/>
                  </a:cxn>
                  <a:cxn ang="0">
                    <a:pos x="291" y="357"/>
                  </a:cxn>
                  <a:cxn ang="0">
                    <a:pos x="287" y="337"/>
                  </a:cxn>
                  <a:cxn ang="0">
                    <a:pos x="304" y="314"/>
                  </a:cxn>
                  <a:cxn ang="0">
                    <a:pos x="321" y="284"/>
                  </a:cxn>
                  <a:cxn ang="0">
                    <a:pos x="326" y="244"/>
                  </a:cxn>
                  <a:cxn ang="0">
                    <a:pos x="299" y="203"/>
                  </a:cxn>
                  <a:cxn ang="0">
                    <a:pos x="266" y="167"/>
                  </a:cxn>
                  <a:cxn ang="0">
                    <a:pos x="262" y="123"/>
                  </a:cxn>
                  <a:cxn ang="0">
                    <a:pos x="269" y="76"/>
                  </a:cxn>
                  <a:cxn ang="0">
                    <a:pos x="323" y="53"/>
                  </a:cxn>
                  <a:cxn ang="0">
                    <a:pos x="349" y="65"/>
                  </a:cxn>
                  <a:cxn ang="0">
                    <a:pos x="381" y="56"/>
                  </a:cxn>
                  <a:cxn ang="0">
                    <a:pos x="436" y="43"/>
                  </a:cxn>
                  <a:cxn ang="0">
                    <a:pos x="482" y="45"/>
                  </a:cxn>
                  <a:cxn ang="0">
                    <a:pos x="547" y="25"/>
                  </a:cxn>
                </a:cxnLst>
                <a:rect l="0" t="0" r="r" b="b"/>
                <a:pathLst>
                  <a:path w="586" h="937">
                    <a:moveTo>
                      <a:pt x="580" y="0"/>
                    </a:moveTo>
                    <a:lnTo>
                      <a:pt x="584" y="2"/>
                    </a:lnTo>
                    <a:lnTo>
                      <a:pt x="586" y="7"/>
                    </a:lnTo>
                    <a:lnTo>
                      <a:pt x="584" y="10"/>
                    </a:lnTo>
                    <a:lnTo>
                      <a:pt x="585" y="27"/>
                    </a:lnTo>
                    <a:lnTo>
                      <a:pt x="583" y="33"/>
                    </a:lnTo>
                    <a:lnTo>
                      <a:pt x="578" y="42"/>
                    </a:lnTo>
                    <a:lnTo>
                      <a:pt x="570" y="56"/>
                    </a:lnTo>
                    <a:lnTo>
                      <a:pt x="567" y="70"/>
                    </a:lnTo>
                    <a:lnTo>
                      <a:pt x="568" y="95"/>
                    </a:lnTo>
                    <a:lnTo>
                      <a:pt x="570" y="113"/>
                    </a:lnTo>
                    <a:lnTo>
                      <a:pt x="572" y="128"/>
                    </a:lnTo>
                    <a:lnTo>
                      <a:pt x="565" y="133"/>
                    </a:lnTo>
                    <a:lnTo>
                      <a:pt x="568" y="142"/>
                    </a:lnTo>
                    <a:lnTo>
                      <a:pt x="570" y="142"/>
                    </a:lnTo>
                    <a:lnTo>
                      <a:pt x="569" y="176"/>
                    </a:lnTo>
                    <a:lnTo>
                      <a:pt x="572" y="196"/>
                    </a:lnTo>
                    <a:lnTo>
                      <a:pt x="570" y="205"/>
                    </a:lnTo>
                    <a:lnTo>
                      <a:pt x="574" y="208"/>
                    </a:lnTo>
                    <a:lnTo>
                      <a:pt x="578" y="205"/>
                    </a:lnTo>
                    <a:lnTo>
                      <a:pt x="581" y="212"/>
                    </a:lnTo>
                    <a:lnTo>
                      <a:pt x="575" y="220"/>
                    </a:lnTo>
                    <a:lnTo>
                      <a:pt x="580" y="220"/>
                    </a:lnTo>
                    <a:lnTo>
                      <a:pt x="585" y="224"/>
                    </a:lnTo>
                    <a:lnTo>
                      <a:pt x="585" y="232"/>
                    </a:lnTo>
                    <a:lnTo>
                      <a:pt x="580" y="242"/>
                    </a:lnTo>
                    <a:lnTo>
                      <a:pt x="576" y="253"/>
                    </a:lnTo>
                    <a:lnTo>
                      <a:pt x="568" y="263"/>
                    </a:lnTo>
                    <a:lnTo>
                      <a:pt x="575" y="265"/>
                    </a:lnTo>
                    <a:lnTo>
                      <a:pt x="574" y="274"/>
                    </a:lnTo>
                    <a:lnTo>
                      <a:pt x="573" y="280"/>
                    </a:lnTo>
                    <a:lnTo>
                      <a:pt x="564" y="285"/>
                    </a:lnTo>
                    <a:lnTo>
                      <a:pt x="547" y="305"/>
                    </a:lnTo>
                    <a:lnTo>
                      <a:pt x="543" y="313"/>
                    </a:lnTo>
                    <a:lnTo>
                      <a:pt x="526" y="323"/>
                    </a:lnTo>
                    <a:lnTo>
                      <a:pt x="532" y="328"/>
                    </a:lnTo>
                    <a:lnTo>
                      <a:pt x="527" y="337"/>
                    </a:lnTo>
                    <a:lnTo>
                      <a:pt x="517" y="344"/>
                    </a:lnTo>
                    <a:lnTo>
                      <a:pt x="505" y="351"/>
                    </a:lnTo>
                    <a:lnTo>
                      <a:pt x="497" y="355"/>
                    </a:lnTo>
                    <a:lnTo>
                      <a:pt x="490" y="366"/>
                    </a:lnTo>
                    <a:lnTo>
                      <a:pt x="477" y="373"/>
                    </a:lnTo>
                    <a:lnTo>
                      <a:pt x="460" y="373"/>
                    </a:lnTo>
                    <a:lnTo>
                      <a:pt x="447" y="378"/>
                    </a:lnTo>
                    <a:lnTo>
                      <a:pt x="403" y="398"/>
                    </a:lnTo>
                    <a:lnTo>
                      <a:pt x="375" y="420"/>
                    </a:lnTo>
                    <a:lnTo>
                      <a:pt x="373" y="430"/>
                    </a:lnTo>
                    <a:lnTo>
                      <a:pt x="368" y="434"/>
                    </a:lnTo>
                    <a:lnTo>
                      <a:pt x="360" y="435"/>
                    </a:lnTo>
                    <a:lnTo>
                      <a:pt x="355" y="436"/>
                    </a:lnTo>
                    <a:lnTo>
                      <a:pt x="361" y="442"/>
                    </a:lnTo>
                    <a:lnTo>
                      <a:pt x="345" y="462"/>
                    </a:lnTo>
                    <a:lnTo>
                      <a:pt x="338" y="473"/>
                    </a:lnTo>
                    <a:lnTo>
                      <a:pt x="333" y="470"/>
                    </a:lnTo>
                    <a:lnTo>
                      <a:pt x="330" y="461"/>
                    </a:lnTo>
                    <a:lnTo>
                      <a:pt x="323" y="477"/>
                    </a:lnTo>
                    <a:lnTo>
                      <a:pt x="315" y="480"/>
                    </a:lnTo>
                    <a:lnTo>
                      <a:pt x="305" y="493"/>
                    </a:lnTo>
                    <a:lnTo>
                      <a:pt x="287" y="512"/>
                    </a:lnTo>
                    <a:lnTo>
                      <a:pt x="273" y="521"/>
                    </a:lnTo>
                    <a:lnTo>
                      <a:pt x="266" y="529"/>
                    </a:lnTo>
                    <a:lnTo>
                      <a:pt x="255" y="533"/>
                    </a:lnTo>
                    <a:lnTo>
                      <a:pt x="252" y="563"/>
                    </a:lnTo>
                    <a:lnTo>
                      <a:pt x="253" y="572"/>
                    </a:lnTo>
                    <a:lnTo>
                      <a:pt x="267" y="582"/>
                    </a:lnTo>
                    <a:lnTo>
                      <a:pt x="271" y="588"/>
                    </a:lnTo>
                    <a:lnTo>
                      <a:pt x="272" y="597"/>
                    </a:lnTo>
                    <a:lnTo>
                      <a:pt x="273" y="598"/>
                    </a:lnTo>
                    <a:lnTo>
                      <a:pt x="274" y="608"/>
                    </a:lnTo>
                    <a:lnTo>
                      <a:pt x="287" y="642"/>
                    </a:lnTo>
                    <a:lnTo>
                      <a:pt x="288" y="662"/>
                    </a:lnTo>
                    <a:lnTo>
                      <a:pt x="289" y="667"/>
                    </a:lnTo>
                    <a:lnTo>
                      <a:pt x="295" y="662"/>
                    </a:lnTo>
                    <a:lnTo>
                      <a:pt x="299" y="666"/>
                    </a:lnTo>
                    <a:lnTo>
                      <a:pt x="299" y="688"/>
                    </a:lnTo>
                    <a:lnTo>
                      <a:pt x="295" y="725"/>
                    </a:lnTo>
                    <a:lnTo>
                      <a:pt x="283" y="771"/>
                    </a:lnTo>
                    <a:lnTo>
                      <a:pt x="285" y="782"/>
                    </a:lnTo>
                    <a:lnTo>
                      <a:pt x="289" y="774"/>
                    </a:lnTo>
                    <a:lnTo>
                      <a:pt x="295" y="764"/>
                    </a:lnTo>
                    <a:lnTo>
                      <a:pt x="295" y="768"/>
                    </a:lnTo>
                    <a:lnTo>
                      <a:pt x="293" y="781"/>
                    </a:lnTo>
                    <a:lnTo>
                      <a:pt x="288" y="792"/>
                    </a:lnTo>
                    <a:lnTo>
                      <a:pt x="273" y="811"/>
                    </a:lnTo>
                    <a:lnTo>
                      <a:pt x="258" y="822"/>
                    </a:lnTo>
                    <a:lnTo>
                      <a:pt x="240" y="829"/>
                    </a:lnTo>
                    <a:lnTo>
                      <a:pt x="228" y="830"/>
                    </a:lnTo>
                    <a:lnTo>
                      <a:pt x="192" y="843"/>
                    </a:lnTo>
                    <a:lnTo>
                      <a:pt x="183" y="849"/>
                    </a:lnTo>
                    <a:lnTo>
                      <a:pt x="176" y="855"/>
                    </a:lnTo>
                    <a:lnTo>
                      <a:pt x="166" y="861"/>
                    </a:lnTo>
                    <a:lnTo>
                      <a:pt x="156" y="863"/>
                    </a:lnTo>
                    <a:lnTo>
                      <a:pt x="151" y="868"/>
                    </a:lnTo>
                    <a:lnTo>
                      <a:pt x="144" y="881"/>
                    </a:lnTo>
                    <a:lnTo>
                      <a:pt x="135" y="893"/>
                    </a:lnTo>
                    <a:lnTo>
                      <a:pt x="134" y="893"/>
                    </a:lnTo>
                    <a:lnTo>
                      <a:pt x="142" y="900"/>
                    </a:lnTo>
                    <a:lnTo>
                      <a:pt x="148" y="910"/>
                    </a:lnTo>
                    <a:lnTo>
                      <a:pt x="154" y="905"/>
                    </a:lnTo>
                    <a:lnTo>
                      <a:pt x="158" y="899"/>
                    </a:lnTo>
                    <a:lnTo>
                      <a:pt x="154" y="937"/>
                    </a:lnTo>
                    <a:lnTo>
                      <a:pt x="148" y="936"/>
                    </a:lnTo>
                    <a:lnTo>
                      <a:pt x="112" y="936"/>
                    </a:lnTo>
                    <a:lnTo>
                      <a:pt x="110" y="908"/>
                    </a:lnTo>
                    <a:lnTo>
                      <a:pt x="110" y="887"/>
                    </a:lnTo>
                    <a:lnTo>
                      <a:pt x="108" y="879"/>
                    </a:lnTo>
                    <a:lnTo>
                      <a:pt x="105" y="786"/>
                    </a:lnTo>
                    <a:lnTo>
                      <a:pt x="92" y="742"/>
                    </a:lnTo>
                    <a:lnTo>
                      <a:pt x="86" y="710"/>
                    </a:lnTo>
                    <a:lnTo>
                      <a:pt x="84" y="689"/>
                    </a:lnTo>
                    <a:lnTo>
                      <a:pt x="85" y="688"/>
                    </a:lnTo>
                    <a:lnTo>
                      <a:pt x="85" y="673"/>
                    </a:lnTo>
                    <a:lnTo>
                      <a:pt x="89" y="661"/>
                    </a:lnTo>
                    <a:lnTo>
                      <a:pt x="95" y="651"/>
                    </a:lnTo>
                    <a:lnTo>
                      <a:pt x="106" y="644"/>
                    </a:lnTo>
                    <a:lnTo>
                      <a:pt x="113" y="636"/>
                    </a:lnTo>
                    <a:lnTo>
                      <a:pt x="132" y="602"/>
                    </a:lnTo>
                    <a:lnTo>
                      <a:pt x="139" y="571"/>
                    </a:lnTo>
                    <a:lnTo>
                      <a:pt x="156" y="535"/>
                    </a:lnTo>
                    <a:lnTo>
                      <a:pt x="153" y="508"/>
                    </a:lnTo>
                    <a:lnTo>
                      <a:pt x="148" y="495"/>
                    </a:lnTo>
                    <a:lnTo>
                      <a:pt x="146" y="478"/>
                    </a:lnTo>
                    <a:lnTo>
                      <a:pt x="156" y="459"/>
                    </a:lnTo>
                    <a:lnTo>
                      <a:pt x="158" y="451"/>
                    </a:lnTo>
                    <a:lnTo>
                      <a:pt x="162" y="435"/>
                    </a:lnTo>
                    <a:lnTo>
                      <a:pt x="161" y="424"/>
                    </a:lnTo>
                    <a:lnTo>
                      <a:pt x="162" y="389"/>
                    </a:lnTo>
                    <a:lnTo>
                      <a:pt x="158" y="367"/>
                    </a:lnTo>
                    <a:lnTo>
                      <a:pt x="154" y="357"/>
                    </a:lnTo>
                    <a:lnTo>
                      <a:pt x="153" y="344"/>
                    </a:lnTo>
                    <a:lnTo>
                      <a:pt x="144" y="334"/>
                    </a:lnTo>
                    <a:lnTo>
                      <a:pt x="113" y="323"/>
                    </a:lnTo>
                    <a:lnTo>
                      <a:pt x="85" y="311"/>
                    </a:lnTo>
                    <a:lnTo>
                      <a:pt x="70" y="307"/>
                    </a:lnTo>
                    <a:lnTo>
                      <a:pt x="56" y="303"/>
                    </a:lnTo>
                    <a:lnTo>
                      <a:pt x="33" y="305"/>
                    </a:lnTo>
                    <a:lnTo>
                      <a:pt x="15" y="303"/>
                    </a:lnTo>
                    <a:lnTo>
                      <a:pt x="15" y="284"/>
                    </a:lnTo>
                    <a:lnTo>
                      <a:pt x="10" y="281"/>
                    </a:lnTo>
                    <a:lnTo>
                      <a:pt x="8" y="269"/>
                    </a:lnTo>
                    <a:lnTo>
                      <a:pt x="0" y="253"/>
                    </a:lnTo>
                    <a:lnTo>
                      <a:pt x="165" y="196"/>
                    </a:lnTo>
                    <a:lnTo>
                      <a:pt x="174" y="195"/>
                    </a:lnTo>
                    <a:lnTo>
                      <a:pt x="175" y="198"/>
                    </a:lnTo>
                    <a:lnTo>
                      <a:pt x="181" y="200"/>
                    </a:lnTo>
                    <a:lnTo>
                      <a:pt x="188" y="216"/>
                    </a:lnTo>
                    <a:lnTo>
                      <a:pt x="198" y="226"/>
                    </a:lnTo>
                    <a:lnTo>
                      <a:pt x="202" y="226"/>
                    </a:lnTo>
                    <a:lnTo>
                      <a:pt x="210" y="224"/>
                    </a:lnTo>
                    <a:lnTo>
                      <a:pt x="240" y="220"/>
                    </a:lnTo>
                    <a:lnTo>
                      <a:pt x="244" y="221"/>
                    </a:lnTo>
                    <a:lnTo>
                      <a:pt x="247" y="226"/>
                    </a:lnTo>
                    <a:lnTo>
                      <a:pt x="251" y="239"/>
                    </a:lnTo>
                    <a:lnTo>
                      <a:pt x="252" y="247"/>
                    </a:lnTo>
                    <a:lnTo>
                      <a:pt x="253" y="265"/>
                    </a:lnTo>
                    <a:lnTo>
                      <a:pt x="251" y="273"/>
                    </a:lnTo>
                    <a:lnTo>
                      <a:pt x="245" y="280"/>
                    </a:lnTo>
                    <a:lnTo>
                      <a:pt x="246" y="286"/>
                    </a:lnTo>
                    <a:lnTo>
                      <a:pt x="240" y="291"/>
                    </a:lnTo>
                    <a:lnTo>
                      <a:pt x="236" y="302"/>
                    </a:lnTo>
                    <a:lnTo>
                      <a:pt x="240" y="306"/>
                    </a:lnTo>
                    <a:lnTo>
                      <a:pt x="245" y="322"/>
                    </a:lnTo>
                    <a:lnTo>
                      <a:pt x="248" y="325"/>
                    </a:lnTo>
                    <a:lnTo>
                      <a:pt x="252" y="327"/>
                    </a:lnTo>
                    <a:lnTo>
                      <a:pt x="255" y="332"/>
                    </a:lnTo>
                    <a:lnTo>
                      <a:pt x="263" y="341"/>
                    </a:lnTo>
                    <a:lnTo>
                      <a:pt x="268" y="348"/>
                    </a:lnTo>
                    <a:lnTo>
                      <a:pt x="272" y="350"/>
                    </a:lnTo>
                    <a:lnTo>
                      <a:pt x="279" y="351"/>
                    </a:lnTo>
                    <a:lnTo>
                      <a:pt x="283" y="356"/>
                    </a:lnTo>
                    <a:lnTo>
                      <a:pt x="283" y="360"/>
                    </a:lnTo>
                    <a:lnTo>
                      <a:pt x="278" y="366"/>
                    </a:lnTo>
                    <a:lnTo>
                      <a:pt x="279" y="368"/>
                    </a:lnTo>
                    <a:lnTo>
                      <a:pt x="291" y="368"/>
                    </a:lnTo>
                    <a:lnTo>
                      <a:pt x="293" y="367"/>
                    </a:lnTo>
                    <a:lnTo>
                      <a:pt x="291" y="357"/>
                    </a:lnTo>
                    <a:lnTo>
                      <a:pt x="293" y="351"/>
                    </a:lnTo>
                    <a:lnTo>
                      <a:pt x="290" y="346"/>
                    </a:lnTo>
                    <a:lnTo>
                      <a:pt x="287" y="343"/>
                    </a:lnTo>
                    <a:lnTo>
                      <a:pt x="287" y="337"/>
                    </a:lnTo>
                    <a:lnTo>
                      <a:pt x="290" y="329"/>
                    </a:lnTo>
                    <a:lnTo>
                      <a:pt x="290" y="325"/>
                    </a:lnTo>
                    <a:lnTo>
                      <a:pt x="291" y="322"/>
                    </a:lnTo>
                    <a:lnTo>
                      <a:pt x="304" y="314"/>
                    </a:lnTo>
                    <a:lnTo>
                      <a:pt x="310" y="313"/>
                    </a:lnTo>
                    <a:lnTo>
                      <a:pt x="316" y="311"/>
                    </a:lnTo>
                    <a:lnTo>
                      <a:pt x="320" y="305"/>
                    </a:lnTo>
                    <a:lnTo>
                      <a:pt x="321" y="284"/>
                    </a:lnTo>
                    <a:lnTo>
                      <a:pt x="323" y="276"/>
                    </a:lnTo>
                    <a:lnTo>
                      <a:pt x="320" y="262"/>
                    </a:lnTo>
                    <a:lnTo>
                      <a:pt x="323" y="252"/>
                    </a:lnTo>
                    <a:lnTo>
                      <a:pt x="326" y="244"/>
                    </a:lnTo>
                    <a:lnTo>
                      <a:pt x="323" y="232"/>
                    </a:lnTo>
                    <a:lnTo>
                      <a:pt x="318" y="225"/>
                    </a:lnTo>
                    <a:lnTo>
                      <a:pt x="305" y="212"/>
                    </a:lnTo>
                    <a:lnTo>
                      <a:pt x="299" y="203"/>
                    </a:lnTo>
                    <a:lnTo>
                      <a:pt x="284" y="184"/>
                    </a:lnTo>
                    <a:lnTo>
                      <a:pt x="274" y="177"/>
                    </a:lnTo>
                    <a:lnTo>
                      <a:pt x="267" y="167"/>
                    </a:lnTo>
                    <a:lnTo>
                      <a:pt x="266" y="167"/>
                    </a:lnTo>
                    <a:lnTo>
                      <a:pt x="263" y="156"/>
                    </a:lnTo>
                    <a:lnTo>
                      <a:pt x="263" y="146"/>
                    </a:lnTo>
                    <a:lnTo>
                      <a:pt x="262" y="138"/>
                    </a:lnTo>
                    <a:lnTo>
                      <a:pt x="262" y="123"/>
                    </a:lnTo>
                    <a:lnTo>
                      <a:pt x="258" y="115"/>
                    </a:lnTo>
                    <a:lnTo>
                      <a:pt x="258" y="107"/>
                    </a:lnTo>
                    <a:lnTo>
                      <a:pt x="262" y="92"/>
                    </a:lnTo>
                    <a:lnTo>
                      <a:pt x="269" y="76"/>
                    </a:lnTo>
                    <a:lnTo>
                      <a:pt x="273" y="58"/>
                    </a:lnTo>
                    <a:lnTo>
                      <a:pt x="314" y="59"/>
                    </a:lnTo>
                    <a:lnTo>
                      <a:pt x="317" y="58"/>
                    </a:lnTo>
                    <a:lnTo>
                      <a:pt x="323" y="53"/>
                    </a:lnTo>
                    <a:lnTo>
                      <a:pt x="331" y="53"/>
                    </a:lnTo>
                    <a:lnTo>
                      <a:pt x="338" y="55"/>
                    </a:lnTo>
                    <a:lnTo>
                      <a:pt x="344" y="61"/>
                    </a:lnTo>
                    <a:lnTo>
                      <a:pt x="349" y="65"/>
                    </a:lnTo>
                    <a:lnTo>
                      <a:pt x="354" y="66"/>
                    </a:lnTo>
                    <a:lnTo>
                      <a:pt x="361" y="64"/>
                    </a:lnTo>
                    <a:lnTo>
                      <a:pt x="370" y="64"/>
                    </a:lnTo>
                    <a:lnTo>
                      <a:pt x="381" y="56"/>
                    </a:lnTo>
                    <a:lnTo>
                      <a:pt x="412" y="58"/>
                    </a:lnTo>
                    <a:lnTo>
                      <a:pt x="419" y="58"/>
                    </a:lnTo>
                    <a:lnTo>
                      <a:pt x="423" y="56"/>
                    </a:lnTo>
                    <a:lnTo>
                      <a:pt x="436" y="43"/>
                    </a:lnTo>
                    <a:lnTo>
                      <a:pt x="450" y="42"/>
                    </a:lnTo>
                    <a:lnTo>
                      <a:pt x="459" y="39"/>
                    </a:lnTo>
                    <a:lnTo>
                      <a:pt x="472" y="45"/>
                    </a:lnTo>
                    <a:lnTo>
                      <a:pt x="482" y="45"/>
                    </a:lnTo>
                    <a:lnTo>
                      <a:pt x="490" y="44"/>
                    </a:lnTo>
                    <a:lnTo>
                      <a:pt x="524" y="32"/>
                    </a:lnTo>
                    <a:lnTo>
                      <a:pt x="543" y="27"/>
                    </a:lnTo>
                    <a:lnTo>
                      <a:pt x="547" y="25"/>
                    </a:lnTo>
                    <a:lnTo>
                      <a:pt x="562" y="11"/>
                    </a:lnTo>
                    <a:lnTo>
                      <a:pt x="576" y="1"/>
                    </a:lnTo>
                    <a:lnTo>
                      <a:pt x="5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019EFD37-67D6-A88A-68BE-A9D3D7847E4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3" y="2683"/>
                <a:ext cx="104" cy="107"/>
              </a:xfrm>
              <a:custGeom>
                <a:avLst/>
                <a:gdLst/>
                <a:ahLst/>
                <a:cxnLst>
                  <a:cxn ang="0">
                    <a:pos x="0" y="356"/>
                  </a:cxn>
                  <a:cxn ang="0">
                    <a:pos x="0" y="244"/>
                  </a:cxn>
                  <a:cxn ang="0">
                    <a:pos x="56" y="206"/>
                  </a:cxn>
                  <a:cxn ang="0">
                    <a:pos x="56" y="93"/>
                  </a:cxn>
                  <a:cxn ang="0">
                    <a:pos x="61" y="35"/>
                  </a:cxn>
                  <a:cxn ang="0">
                    <a:pos x="158" y="17"/>
                  </a:cxn>
                  <a:cxn ang="0">
                    <a:pos x="181" y="18"/>
                  </a:cxn>
                  <a:cxn ang="0">
                    <a:pos x="199" y="34"/>
                  </a:cxn>
                  <a:cxn ang="0">
                    <a:pos x="208" y="41"/>
                  </a:cxn>
                  <a:cxn ang="0">
                    <a:pos x="233" y="18"/>
                  </a:cxn>
                  <a:cxn ang="0">
                    <a:pos x="265" y="6"/>
                  </a:cxn>
                  <a:cxn ang="0">
                    <a:pos x="283" y="0"/>
                  </a:cxn>
                  <a:cxn ang="0">
                    <a:pos x="291" y="11"/>
                  </a:cxn>
                  <a:cxn ang="0">
                    <a:pos x="307" y="39"/>
                  </a:cxn>
                  <a:cxn ang="0">
                    <a:pos x="319" y="60"/>
                  </a:cxn>
                  <a:cxn ang="0">
                    <a:pos x="339" y="93"/>
                  </a:cxn>
                  <a:cxn ang="0">
                    <a:pos x="385" y="127"/>
                  </a:cxn>
                  <a:cxn ang="0">
                    <a:pos x="407" y="151"/>
                  </a:cxn>
                  <a:cxn ang="0">
                    <a:pos x="431" y="164"/>
                  </a:cxn>
                  <a:cxn ang="0">
                    <a:pos x="434" y="205"/>
                  </a:cxn>
                  <a:cxn ang="0">
                    <a:pos x="449" y="227"/>
                  </a:cxn>
                  <a:cxn ang="0">
                    <a:pos x="470" y="234"/>
                  </a:cxn>
                  <a:cxn ang="0">
                    <a:pos x="497" y="240"/>
                  </a:cxn>
                  <a:cxn ang="0">
                    <a:pos x="518" y="253"/>
                  </a:cxn>
                  <a:cxn ang="0">
                    <a:pos x="506" y="261"/>
                  </a:cxn>
                  <a:cxn ang="0">
                    <a:pos x="454" y="288"/>
                  </a:cxn>
                  <a:cxn ang="0">
                    <a:pos x="418" y="318"/>
                  </a:cxn>
                  <a:cxn ang="0">
                    <a:pos x="388" y="352"/>
                  </a:cxn>
                  <a:cxn ang="0">
                    <a:pos x="344" y="396"/>
                  </a:cxn>
                  <a:cxn ang="0">
                    <a:pos x="314" y="449"/>
                  </a:cxn>
                  <a:cxn ang="0">
                    <a:pos x="301" y="459"/>
                  </a:cxn>
                  <a:cxn ang="0">
                    <a:pos x="265" y="466"/>
                  </a:cxn>
                  <a:cxn ang="0">
                    <a:pos x="227" y="452"/>
                  </a:cxn>
                  <a:cxn ang="0">
                    <a:pos x="201" y="445"/>
                  </a:cxn>
                  <a:cxn ang="0">
                    <a:pos x="170" y="469"/>
                  </a:cxn>
                  <a:cxn ang="0">
                    <a:pos x="161" y="485"/>
                  </a:cxn>
                  <a:cxn ang="0">
                    <a:pos x="140" y="503"/>
                  </a:cxn>
                  <a:cxn ang="0">
                    <a:pos x="125" y="525"/>
                  </a:cxn>
                  <a:cxn ang="0">
                    <a:pos x="72" y="533"/>
                  </a:cxn>
                  <a:cxn ang="0">
                    <a:pos x="46" y="528"/>
                  </a:cxn>
                  <a:cxn ang="0">
                    <a:pos x="50" y="498"/>
                  </a:cxn>
                  <a:cxn ang="0">
                    <a:pos x="52" y="479"/>
                  </a:cxn>
                  <a:cxn ang="0">
                    <a:pos x="44" y="449"/>
                  </a:cxn>
                  <a:cxn ang="0">
                    <a:pos x="25" y="429"/>
                  </a:cxn>
                  <a:cxn ang="0">
                    <a:pos x="11" y="415"/>
                  </a:cxn>
                  <a:cxn ang="0">
                    <a:pos x="0" y="409"/>
                  </a:cxn>
                </a:cxnLst>
                <a:rect l="0" t="0" r="r" b="b"/>
                <a:pathLst>
                  <a:path w="518" h="534">
                    <a:moveTo>
                      <a:pt x="0" y="409"/>
                    </a:moveTo>
                    <a:lnTo>
                      <a:pt x="0" y="356"/>
                    </a:lnTo>
                    <a:lnTo>
                      <a:pt x="0" y="298"/>
                    </a:lnTo>
                    <a:lnTo>
                      <a:pt x="0" y="244"/>
                    </a:lnTo>
                    <a:lnTo>
                      <a:pt x="56" y="244"/>
                    </a:lnTo>
                    <a:lnTo>
                      <a:pt x="56" y="206"/>
                    </a:lnTo>
                    <a:lnTo>
                      <a:pt x="56" y="149"/>
                    </a:lnTo>
                    <a:lnTo>
                      <a:pt x="56" y="93"/>
                    </a:lnTo>
                    <a:lnTo>
                      <a:pt x="56" y="40"/>
                    </a:lnTo>
                    <a:lnTo>
                      <a:pt x="61" y="35"/>
                    </a:lnTo>
                    <a:lnTo>
                      <a:pt x="141" y="20"/>
                    </a:lnTo>
                    <a:lnTo>
                      <a:pt x="158" y="17"/>
                    </a:lnTo>
                    <a:lnTo>
                      <a:pt x="164" y="17"/>
                    </a:lnTo>
                    <a:lnTo>
                      <a:pt x="181" y="18"/>
                    </a:lnTo>
                    <a:lnTo>
                      <a:pt x="192" y="22"/>
                    </a:lnTo>
                    <a:lnTo>
                      <a:pt x="199" y="34"/>
                    </a:lnTo>
                    <a:lnTo>
                      <a:pt x="202" y="49"/>
                    </a:lnTo>
                    <a:lnTo>
                      <a:pt x="208" y="41"/>
                    </a:lnTo>
                    <a:lnTo>
                      <a:pt x="217" y="30"/>
                    </a:lnTo>
                    <a:lnTo>
                      <a:pt x="233" y="18"/>
                    </a:lnTo>
                    <a:lnTo>
                      <a:pt x="260" y="12"/>
                    </a:lnTo>
                    <a:lnTo>
                      <a:pt x="265" y="6"/>
                    </a:lnTo>
                    <a:lnTo>
                      <a:pt x="272" y="1"/>
                    </a:lnTo>
                    <a:lnTo>
                      <a:pt x="283" y="0"/>
                    </a:lnTo>
                    <a:lnTo>
                      <a:pt x="291" y="2"/>
                    </a:lnTo>
                    <a:lnTo>
                      <a:pt x="291" y="11"/>
                    </a:lnTo>
                    <a:lnTo>
                      <a:pt x="294" y="17"/>
                    </a:lnTo>
                    <a:lnTo>
                      <a:pt x="307" y="39"/>
                    </a:lnTo>
                    <a:lnTo>
                      <a:pt x="317" y="49"/>
                    </a:lnTo>
                    <a:lnTo>
                      <a:pt x="319" y="60"/>
                    </a:lnTo>
                    <a:lnTo>
                      <a:pt x="325" y="74"/>
                    </a:lnTo>
                    <a:lnTo>
                      <a:pt x="339" y="93"/>
                    </a:lnTo>
                    <a:lnTo>
                      <a:pt x="368" y="124"/>
                    </a:lnTo>
                    <a:lnTo>
                      <a:pt x="385" y="127"/>
                    </a:lnTo>
                    <a:lnTo>
                      <a:pt x="398" y="137"/>
                    </a:lnTo>
                    <a:lnTo>
                      <a:pt x="407" y="151"/>
                    </a:lnTo>
                    <a:lnTo>
                      <a:pt x="420" y="154"/>
                    </a:lnTo>
                    <a:lnTo>
                      <a:pt x="431" y="164"/>
                    </a:lnTo>
                    <a:lnTo>
                      <a:pt x="431" y="185"/>
                    </a:lnTo>
                    <a:lnTo>
                      <a:pt x="434" y="205"/>
                    </a:lnTo>
                    <a:lnTo>
                      <a:pt x="441" y="218"/>
                    </a:lnTo>
                    <a:lnTo>
                      <a:pt x="449" y="227"/>
                    </a:lnTo>
                    <a:lnTo>
                      <a:pt x="458" y="232"/>
                    </a:lnTo>
                    <a:lnTo>
                      <a:pt x="470" y="234"/>
                    </a:lnTo>
                    <a:lnTo>
                      <a:pt x="484" y="234"/>
                    </a:lnTo>
                    <a:lnTo>
                      <a:pt x="497" y="240"/>
                    </a:lnTo>
                    <a:lnTo>
                      <a:pt x="507" y="244"/>
                    </a:lnTo>
                    <a:lnTo>
                      <a:pt x="518" y="253"/>
                    </a:lnTo>
                    <a:lnTo>
                      <a:pt x="517" y="256"/>
                    </a:lnTo>
                    <a:lnTo>
                      <a:pt x="506" y="261"/>
                    </a:lnTo>
                    <a:lnTo>
                      <a:pt x="492" y="270"/>
                    </a:lnTo>
                    <a:lnTo>
                      <a:pt x="454" y="288"/>
                    </a:lnTo>
                    <a:lnTo>
                      <a:pt x="438" y="305"/>
                    </a:lnTo>
                    <a:lnTo>
                      <a:pt x="418" y="318"/>
                    </a:lnTo>
                    <a:lnTo>
                      <a:pt x="399" y="336"/>
                    </a:lnTo>
                    <a:lnTo>
                      <a:pt x="388" y="352"/>
                    </a:lnTo>
                    <a:lnTo>
                      <a:pt x="371" y="377"/>
                    </a:lnTo>
                    <a:lnTo>
                      <a:pt x="344" y="396"/>
                    </a:lnTo>
                    <a:lnTo>
                      <a:pt x="329" y="415"/>
                    </a:lnTo>
                    <a:lnTo>
                      <a:pt x="314" y="449"/>
                    </a:lnTo>
                    <a:lnTo>
                      <a:pt x="309" y="455"/>
                    </a:lnTo>
                    <a:lnTo>
                      <a:pt x="301" y="459"/>
                    </a:lnTo>
                    <a:lnTo>
                      <a:pt x="290" y="460"/>
                    </a:lnTo>
                    <a:lnTo>
                      <a:pt x="265" y="466"/>
                    </a:lnTo>
                    <a:lnTo>
                      <a:pt x="250" y="465"/>
                    </a:lnTo>
                    <a:lnTo>
                      <a:pt x="227" y="452"/>
                    </a:lnTo>
                    <a:lnTo>
                      <a:pt x="215" y="447"/>
                    </a:lnTo>
                    <a:lnTo>
                      <a:pt x="201" y="445"/>
                    </a:lnTo>
                    <a:lnTo>
                      <a:pt x="189" y="449"/>
                    </a:lnTo>
                    <a:lnTo>
                      <a:pt x="170" y="469"/>
                    </a:lnTo>
                    <a:lnTo>
                      <a:pt x="163" y="477"/>
                    </a:lnTo>
                    <a:lnTo>
                      <a:pt x="161" y="485"/>
                    </a:lnTo>
                    <a:lnTo>
                      <a:pt x="152" y="496"/>
                    </a:lnTo>
                    <a:lnTo>
                      <a:pt x="140" y="503"/>
                    </a:lnTo>
                    <a:lnTo>
                      <a:pt x="135" y="508"/>
                    </a:lnTo>
                    <a:lnTo>
                      <a:pt x="125" y="525"/>
                    </a:lnTo>
                    <a:lnTo>
                      <a:pt x="90" y="534"/>
                    </a:lnTo>
                    <a:lnTo>
                      <a:pt x="72" y="533"/>
                    </a:lnTo>
                    <a:lnTo>
                      <a:pt x="56" y="530"/>
                    </a:lnTo>
                    <a:lnTo>
                      <a:pt x="46" y="528"/>
                    </a:lnTo>
                    <a:lnTo>
                      <a:pt x="43" y="519"/>
                    </a:lnTo>
                    <a:lnTo>
                      <a:pt x="50" y="498"/>
                    </a:lnTo>
                    <a:lnTo>
                      <a:pt x="52" y="485"/>
                    </a:lnTo>
                    <a:lnTo>
                      <a:pt x="52" y="479"/>
                    </a:lnTo>
                    <a:lnTo>
                      <a:pt x="51" y="461"/>
                    </a:lnTo>
                    <a:lnTo>
                      <a:pt x="44" y="449"/>
                    </a:lnTo>
                    <a:lnTo>
                      <a:pt x="30" y="438"/>
                    </a:lnTo>
                    <a:lnTo>
                      <a:pt x="25" y="429"/>
                    </a:lnTo>
                    <a:lnTo>
                      <a:pt x="13" y="418"/>
                    </a:lnTo>
                    <a:lnTo>
                      <a:pt x="11" y="415"/>
                    </a:lnTo>
                    <a:lnTo>
                      <a:pt x="5" y="409"/>
                    </a:lnTo>
                    <a:lnTo>
                      <a:pt x="0" y="40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2" name="Freeform 38">
                <a:extLst>
                  <a:ext uri="{FF2B5EF4-FFF2-40B4-BE49-F238E27FC236}">
                    <a16:creationId xmlns:a16="http://schemas.microsoft.com/office/drawing/2014/main" id="{52BAECAC-CF1B-DD27-169E-5A937692A4D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51" y="2347"/>
                <a:ext cx="81" cy="61"/>
              </a:xfrm>
              <a:custGeom>
                <a:avLst/>
                <a:gdLst/>
                <a:ahLst/>
                <a:cxnLst>
                  <a:cxn ang="0">
                    <a:pos x="174" y="17"/>
                  </a:cxn>
                  <a:cxn ang="0">
                    <a:pos x="146" y="18"/>
                  </a:cxn>
                  <a:cxn ang="0">
                    <a:pos x="119" y="11"/>
                  </a:cxn>
                  <a:cxn ang="0">
                    <a:pos x="101" y="3"/>
                  </a:cxn>
                  <a:cxn ang="0">
                    <a:pos x="80" y="14"/>
                  </a:cxn>
                  <a:cxn ang="0">
                    <a:pos x="67" y="27"/>
                  </a:cxn>
                  <a:cxn ang="0">
                    <a:pos x="69" y="57"/>
                  </a:cxn>
                  <a:cxn ang="0">
                    <a:pos x="17" y="81"/>
                  </a:cxn>
                  <a:cxn ang="0">
                    <a:pos x="1" y="109"/>
                  </a:cxn>
                  <a:cxn ang="0">
                    <a:pos x="17" y="100"/>
                  </a:cxn>
                  <a:cxn ang="0">
                    <a:pos x="31" y="128"/>
                  </a:cxn>
                  <a:cxn ang="0">
                    <a:pos x="66" y="159"/>
                  </a:cxn>
                  <a:cxn ang="0">
                    <a:pos x="88" y="190"/>
                  </a:cxn>
                  <a:cxn ang="0">
                    <a:pos x="104" y="203"/>
                  </a:cxn>
                  <a:cxn ang="0">
                    <a:pos x="124" y="191"/>
                  </a:cxn>
                  <a:cxn ang="0">
                    <a:pos x="142" y="168"/>
                  </a:cxn>
                  <a:cxn ang="0">
                    <a:pos x="161" y="159"/>
                  </a:cxn>
                  <a:cxn ang="0">
                    <a:pos x="211" y="153"/>
                  </a:cxn>
                  <a:cxn ang="0">
                    <a:pos x="230" y="175"/>
                  </a:cxn>
                  <a:cxn ang="0">
                    <a:pos x="241" y="187"/>
                  </a:cxn>
                  <a:cxn ang="0">
                    <a:pos x="241" y="202"/>
                  </a:cxn>
                  <a:cxn ang="0">
                    <a:pos x="249" y="223"/>
                  </a:cxn>
                  <a:cxn ang="0">
                    <a:pos x="252" y="239"/>
                  </a:cxn>
                  <a:cxn ang="0">
                    <a:pos x="264" y="240"/>
                  </a:cxn>
                  <a:cxn ang="0">
                    <a:pos x="281" y="238"/>
                  </a:cxn>
                  <a:cxn ang="0">
                    <a:pos x="297" y="239"/>
                  </a:cxn>
                  <a:cxn ang="0">
                    <a:pos x="313" y="273"/>
                  </a:cxn>
                  <a:cxn ang="0">
                    <a:pos x="306" y="298"/>
                  </a:cxn>
                  <a:cxn ang="0">
                    <a:pos x="327" y="307"/>
                  </a:cxn>
                  <a:cxn ang="0">
                    <a:pos x="348" y="292"/>
                  </a:cxn>
                  <a:cxn ang="0">
                    <a:pos x="365" y="286"/>
                  </a:cxn>
                  <a:cxn ang="0">
                    <a:pos x="384" y="262"/>
                  </a:cxn>
                  <a:cxn ang="0">
                    <a:pos x="386" y="251"/>
                  </a:cxn>
                  <a:cxn ang="0">
                    <a:pos x="375" y="239"/>
                  </a:cxn>
                  <a:cxn ang="0">
                    <a:pos x="394" y="239"/>
                  </a:cxn>
                  <a:cxn ang="0">
                    <a:pos x="403" y="235"/>
                  </a:cxn>
                  <a:cxn ang="0">
                    <a:pos x="393" y="219"/>
                  </a:cxn>
                  <a:cxn ang="0">
                    <a:pos x="400" y="203"/>
                  </a:cxn>
                  <a:cxn ang="0">
                    <a:pos x="380" y="183"/>
                  </a:cxn>
                  <a:cxn ang="0">
                    <a:pos x="382" y="149"/>
                  </a:cxn>
                  <a:cxn ang="0">
                    <a:pos x="382" y="131"/>
                  </a:cxn>
                  <a:cxn ang="0">
                    <a:pos x="370" y="93"/>
                  </a:cxn>
                  <a:cxn ang="0">
                    <a:pos x="351" y="92"/>
                  </a:cxn>
                  <a:cxn ang="0">
                    <a:pos x="364" y="79"/>
                  </a:cxn>
                  <a:cxn ang="0">
                    <a:pos x="357" y="70"/>
                  </a:cxn>
                  <a:cxn ang="0">
                    <a:pos x="343" y="41"/>
                  </a:cxn>
                  <a:cxn ang="0">
                    <a:pos x="334" y="28"/>
                  </a:cxn>
                  <a:cxn ang="0">
                    <a:pos x="328" y="12"/>
                  </a:cxn>
                  <a:cxn ang="0">
                    <a:pos x="312" y="12"/>
                  </a:cxn>
                  <a:cxn ang="0">
                    <a:pos x="294" y="38"/>
                  </a:cxn>
                  <a:cxn ang="0">
                    <a:pos x="255" y="33"/>
                  </a:cxn>
                  <a:cxn ang="0">
                    <a:pos x="230" y="30"/>
                  </a:cxn>
                  <a:cxn ang="0">
                    <a:pos x="208" y="39"/>
                  </a:cxn>
                  <a:cxn ang="0">
                    <a:pos x="203" y="19"/>
                  </a:cxn>
                </a:cxnLst>
                <a:rect l="0" t="0" r="r" b="b"/>
                <a:pathLst>
                  <a:path w="404" h="307">
                    <a:moveTo>
                      <a:pt x="205" y="15"/>
                    </a:moveTo>
                    <a:lnTo>
                      <a:pt x="195" y="15"/>
                    </a:lnTo>
                    <a:lnTo>
                      <a:pt x="189" y="18"/>
                    </a:lnTo>
                    <a:lnTo>
                      <a:pt x="185" y="18"/>
                    </a:lnTo>
                    <a:lnTo>
                      <a:pt x="174" y="17"/>
                    </a:lnTo>
                    <a:lnTo>
                      <a:pt x="172" y="18"/>
                    </a:lnTo>
                    <a:lnTo>
                      <a:pt x="165" y="18"/>
                    </a:lnTo>
                    <a:lnTo>
                      <a:pt x="157" y="20"/>
                    </a:lnTo>
                    <a:lnTo>
                      <a:pt x="151" y="20"/>
                    </a:lnTo>
                    <a:lnTo>
                      <a:pt x="146" y="18"/>
                    </a:lnTo>
                    <a:lnTo>
                      <a:pt x="142" y="18"/>
                    </a:lnTo>
                    <a:lnTo>
                      <a:pt x="135" y="15"/>
                    </a:lnTo>
                    <a:lnTo>
                      <a:pt x="128" y="15"/>
                    </a:lnTo>
                    <a:lnTo>
                      <a:pt x="122" y="9"/>
                    </a:lnTo>
                    <a:lnTo>
                      <a:pt x="119" y="11"/>
                    </a:lnTo>
                    <a:lnTo>
                      <a:pt x="119" y="14"/>
                    </a:lnTo>
                    <a:lnTo>
                      <a:pt x="112" y="13"/>
                    </a:lnTo>
                    <a:lnTo>
                      <a:pt x="112" y="7"/>
                    </a:lnTo>
                    <a:lnTo>
                      <a:pt x="109" y="4"/>
                    </a:lnTo>
                    <a:lnTo>
                      <a:pt x="101" y="3"/>
                    </a:lnTo>
                    <a:lnTo>
                      <a:pt x="95" y="4"/>
                    </a:lnTo>
                    <a:lnTo>
                      <a:pt x="90" y="1"/>
                    </a:lnTo>
                    <a:lnTo>
                      <a:pt x="76" y="0"/>
                    </a:lnTo>
                    <a:lnTo>
                      <a:pt x="76" y="7"/>
                    </a:lnTo>
                    <a:lnTo>
                      <a:pt x="80" y="14"/>
                    </a:lnTo>
                    <a:lnTo>
                      <a:pt x="80" y="18"/>
                    </a:lnTo>
                    <a:lnTo>
                      <a:pt x="77" y="24"/>
                    </a:lnTo>
                    <a:lnTo>
                      <a:pt x="75" y="25"/>
                    </a:lnTo>
                    <a:lnTo>
                      <a:pt x="69" y="25"/>
                    </a:lnTo>
                    <a:lnTo>
                      <a:pt x="67" y="27"/>
                    </a:lnTo>
                    <a:lnTo>
                      <a:pt x="65" y="30"/>
                    </a:lnTo>
                    <a:lnTo>
                      <a:pt x="71" y="34"/>
                    </a:lnTo>
                    <a:lnTo>
                      <a:pt x="74" y="39"/>
                    </a:lnTo>
                    <a:lnTo>
                      <a:pt x="75" y="57"/>
                    </a:lnTo>
                    <a:lnTo>
                      <a:pt x="69" y="57"/>
                    </a:lnTo>
                    <a:lnTo>
                      <a:pt x="65" y="60"/>
                    </a:lnTo>
                    <a:lnTo>
                      <a:pt x="45" y="60"/>
                    </a:lnTo>
                    <a:lnTo>
                      <a:pt x="28" y="67"/>
                    </a:lnTo>
                    <a:lnTo>
                      <a:pt x="21" y="73"/>
                    </a:lnTo>
                    <a:lnTo>
                      <a:pt x="17" y="81"/>
                    </a:lnTo>
                    <a:lnTo>
                      <a:pt x="13" y="89"/>
                    </a:lnTo>
                    <a:lnTo>
                      <a:pt x="11" y="93"/>
                    </a:lnTo>
                    <a:lnTo>
                      <a:pt x="6" y="97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5" y="110"/>
                    </a:lnTo>
                    <a:lnTo>
                      <a:pt x="7" y="110"/>
                    </a:lnTo>
                    <a:lnTo>
                      <a:pt x="10" y="109"/>
                    </a:lnTo>
                    <a:lnTo>
                      <a:pt x="13" y="101"/>
                    </a:lnTo>
                    <a:lnTo>
                      <a:pt x="17" y="100"/>
                    </a:lnTo>
                    <a:lnTo>
                      <a:pt x="17" y="100"/>
                    </a:lnTo>
                    <a:lnTo>
                      <a:pt x="21" y="114"/>
                    </a:lnTo>
                    <a:lnTo>
                      <a:pt x="29" y="115"/>
                    </a:lnTo>
                    <a:lnTo>
                      <a:pt x="31" y="116"/>
                    </a:lnTo>
                    <a:lnTo>
                      <a:pt x="31" y="128"/>
                    </a:lnTo>
                    <a:lnTo>
                      <a:pt x="36" y="141"/>
                    </a:lnTo>
                    <a:lnTo>
                      <a:pt x="39" y="146"/>
                    </a:lnTo>
                    <a:lnTo>
                      <a:pt x="47" y="148"/>
                    </a:lnTo>
                    <a:lnTo>
                      <a:pt x="55" y="154"/>
                    </a:lnTo>
                    <a:lnTo>
                      <a:pt x="66" y="159"/>
                    </a:lnTo>
                    <a:lnTo>
                      <a:pt x="74" y="168"/>
                    </a:lnTo>
                    <a:lnTo>
                      <a:pt x="75" y="179"/>
                    </a:lnTo>
                    <a:lnTo>
                      <a:pt x="83" y="183"/>
                    </a:lnTo>
                    <a:lnTo>
                      <a:pt x="86" y="187"/>
                    </a:lnTo>
                    <a:lnTo>
                      <a:pt x="88" y="190"/>
                    </a:lnTo>
                    <a:lnTo>
                      <a:pt x="88" y="192"/>
                    </a:lnTo>
                    <a:lnTo>
                      <a:pt x="93" y="195"/>
                    </a:lnTo>
                    <a:lnTo>
                      <a:pt x="97" y="200"/>
                    </a:lnTo>
                    <a:lnTo>
                      <a:pt x="98" y="201"/>
                    </a:lnTo>
                    <a:lnTo>
                      <a:pt x="104" y="203"/>
                    </a:lnTo>
                    <a:lnTo>
                      <a:pt x="110" y="203"/>
                    </a:lnTo>
                    <a:lnTo>
                      <a:pt x="113" y="202"/>
                    </a:lnTo>
                    <a:lnTo>
                      <a:pt x="115" y="201"/>
                    </a:lnTo>
                    <a:lnTo>
                      <a:pt x="119" y="191"/>
                    </a:lnTo>
                    <a:lnTo>
                      <a:pt x="124" y="191"/>
                    </a:lnTo>
                    <a:lnTo>
                      <a:pt x="128" y="189"/>
                    </a:lnTo>
                    <a:lnTo>
                      <a:pt x="128" y="184"/>
                    </a:lnTo>
                    <a:lnTo>
                      <a:pt x="133" y="183"/>
                    </a:lnTo>
                    <a:lnTo>
                      <a:pt x="139" y="175"/>
                    </a:lnTo>
                    <a:lnTo>
                      <a:pt x="142" y="168"/>
                    </a:lnTo>
                    <a:lnTo>
                      <a:pt x="141" y="159"/>
                    </a:lnTo>
                    <a:lnTo>
                      <a:pt x="145" y="158"/>
                    </a:lnTo>
                    <a:lnTo>
                      <a:pt x="153" y="157"/>
                    </a:lnTo>
                    <a:lnTo>
                      <a:pt x="157" y="159"/>
                    </a:lnTo>
                    <a:lnTo>
                      <a:pt x="161" y="159"/>
                    </a:lnTo>
                    <a:lnTo>
                      <a:pt x="166" y="157"/>
                    </a:lnTo>
                    <a:lnTo>
                      <a:pt x="172" y="157"/>
                    </a:lnTo>
                    <a:lnTo>
                      <a:pt x="172" y="152"/>
                    </a:lnTo>
                    <a:lnTo>
                      <a:pt x="198" y="152"/>
                    </a:lnTo>
                    <a:lnTo>
                      <a:pt x="211" y="153"/>
                    </a:lnTo>
                    <a:lnTo>
                      <a:pt x="215" y="160"/>
                    </a:lnTo>
                    <a:lnTo>
                      <a:pt x="221" y="164"/>
                    </a:lnTo>
                    <a:lnTo>
                      <a:pt x="225" y="169"/>
                    </a:lnTo>
                    <a:lnTo>
                      <a:pt x="230" y="173"/>
                    </a:lnTo>
                    <a:lnTo>
                      <a:pt x="230" y="175"/>
                    </a:lnTo>
                    <a:lnTo>
                      <a:pt x="232" y="179"/>
                    </a:lnTo>
                    <a:lnTo>
                      <a:pt x="231" y="181"/>
                    </a:lnTo>
                    <a:lnTo>
                      <a:pt x="231" y="184"/>
                    </a:lnTo>
                    <a:lnTo>
                      <a:pt x="238" y="186"/>
                    </a:lnTo>
                    <a:lnTo>
                      <a:pt x="241" y="187"/>
                    </a:lnTo>
                    <a:lnTo>
                      <a:pt x="241" y="190"/>
                    </a:lnTo>
                    <a:lnTo>
                      <a:pt x="239" y="192"/>
                    </a:lnTo>
                    <a:lnTo>
                      <a:pt x="241" y="197"/>
                    </a:lnTo>
                    <a:lnTo>
                      <a:pt x="239" y="197"/>
                    </a:lnTo>
                    <a:lnTo>
                      <a:pt x="241" y="202"/>
                    </a:lnTo>
                    <a:lnTo>
                      <a:pt x="242" y="205"/>
                    </a:lnTo>
                    <a:lnTo>
                      <a:pt x="247" y="208"/>
                    </a:lnTo>
                    <a:lnTo>
                      <a:pt x="248" y="212"/>
                    </a:lnTo>
                    <a:lnTo>
                      <a:pt x="251" y="222"/>
                    </a:lnTo>
                    <a:lnTo>
                      <a:pt x="249" y="223"/>
                    </a:lnTo>
                    <a:lnTo>
                      <a:pt x="244" y="226"/>
                    </a:lnTo>
                    <a:lnTo>
                      <a:pt x="242" y="237"/>
                    </a:lnTo>
                    <a:lnTo>
                      <a:pt x="239" y="242"/>
                    </a:lnTo>
                    <a:lnTo>
                      <a:pt x="239" y="244"/>
                    </a:lnTo>
                    <a:lnTo>
                      <a:pt x="252" y="239"/>
                    </a:lnTo>
                    <a:lnTo>
                      <a:pt x="258" y="234"/>
                    </a:lnTo>
                    <a:lnTo>
                      <a:pt x="259" y="234"/>
                    </a:lnTo>
                    <a:lnTo>
                      <a:pt x="260" y="237"/>
                    </a:lnTo>
                    <a:lnTo>
                      <a:pt x="260" y="240"/>
                    </a:lnTo>
                    <a:lnTo>
                      <a:pt x="264" y="240"/>
                    </a:lnTo>
                    <a:lnTo>
                      <a:pt x="266" y="234"/>
                    </a:lnTo>
                    <a:lnTo>
                      <a:pt x="270" y="232"/>
                    </a:lnTo>
                    <a:lnTo>
                      <a:pt x="274" y="233"/>
                    </a:lnTo>
                    <a:lnTo>
                      <a:pt x="280" y="238"/>
                    </a:lnTo>
                    <a:lnTo>
                      <a:pt x="281" y="238"/>
                    </a:lnTo>
                    <a:lnTo>
                      <a:pt x="284" y="235"/>
                    </a:lnTo>
                    <a:lnTo>
                      <a:pt x="292" y="233"/>
                    </a:lnTo>
                    <a:lnTo>
                      <a:pt x="295" y="234"/>
                    </a:lnTo>
                    <a:lnTo>
                      <a:pt x="295" y="235"/>
                    </a:lnTo>
                    <a:lnTo>
                      <a:pt x="297" y="239"/>
                    </a:lnTo>
                    <a:lnTo>
                      <a:pt x="305" y="244"/>
                    </a:lnTo>
                    <a:lnTo>
                      <a:pt x="305" y="251"/>
                    </a:lnTo>
                    <a:lnTo>
                      <a:pt x="309" y="257"/>
                    </a:lnTo>
                    <a:lnTo>
                      <a:pt x="311" y="271"/>
                    </a:lnTo>
                    <a:lnTo>
                      <a:pt x="313" y="273"/>
                    </a:lnTo>
                    <a:lnTo>
                      <a:pt x="312" y="288"/>
                    </a:lnTo>
                    <a:lnTo>
                      <a:pt x="309" y="292"/>
                    </a:lnTo>
                    <a:lnTo>
                      <a:pt x="306" y="294"/>
                    </a:lnTo>
                    <a:lnTo>
                      <a:pt x="305" y="297"/>
                    </a:lnTo>
                    <a:lnTo>
                      <a:pt x="306" y="298"/>
                    </a:lnTo>
                    <a:lnTo>
                      <a:pt x="311" y="298"/>
                    </a:lnTo>
                    <a:lnTo>
                      <a:pt x="314" y="294"/>
                    </a:lnTo>
                    <a:lnTo>
                      <a:pt x="317" y="296"/>
                    </a:lnTo>
                    <a:lnTo>
                      <a:pt x="322" y="299"/>
                    </a:lnTo>
                    <a:lnTo>
                      <a:pt x="327" y="307"/>
                    </a:lnTo>
                    <a:lnTo>
                      <a:pt x="332" y="305"/>
                    </a:lnTo>
                    <a:lnTo>
                      <a:pt x="334" y="303"/>
                    </a:lnTo>
                    <a:lnTo>
                      <a:pt x="341" y="302"/>
                    </a:lnTo>
                    <a:lnTo>
                      <a:pt x="343" y="298"/>
                    </a:lnTo>
                    <a:lnTo>
                      <a:pt x="348" y="292"/>
                    </a:lnTo>
                    <a:lnTo>
                      <a:pt x="348" y="283"/>
                    </a:lnTo>
                    <a:lnTo>
                      <a:pt x="351" y="281"/>
                    </a:lnTo>
                    <a:lnTo>
                      <a:pt x="357" y="282"/>
                    </a:lnTo>
                    <a:lnTo>
                      <a:pt x="361" y="288"/>
                    </a:lnTo>
                    <a:lnTo>
                      <a:pt x="365" y="286"/>
                    </a:lnTo>
                    <a:lnTo>
                      <a:pt x="378" y="287"/>
                    </a:lnTo>
                    <a:lnTo>
                      <a:pt x="378" y="282"/>
                    </a:lnTo>
                    <a:lnTo>
                      <a:pt x="383" y="276"/>
                    </a:lnTo>
                    <a:lnTo>
                      <a:pt x="383" y="267"/>
                    </a:lnTo>
                    <a:lnTo>
                      <a:pt x="384" y="262"/>
                    </a:lnTo>
                    <a:lnTo>
                      <a:pt x="389" y="260"/>
                    </a:lnTo>
                    <a:lnTo>
                      <a:pt x="388" y="257"/>
                    </a:lnTo>
                    <a:lnTo>
                      <a:pt x="386" y="257"/>
                    </a:lnTo>
                    <a:lnTo>
                      <a:pt x="387" y="255"/>
                    </a:lnTo>
                    <a:lnTo>
                      <a:pt x="386" y="251"/>
                    </a:lnTo>
                    <a:lnTo>
                      <a:pt x="382" y="251"/>
                    </a:lnTo>
                    <a:lnTo>
                      <a:pt x="376" y="251"/>
                    </a:lnTo>
                    <a:lnTo>
                      <a:pt x="373" y="249"/>
                    </a:lnTo>
                    <a:lnTo>
                      <a:pt x="376" y="244"/>
                    </a:lnTo>
                    <a:lnTo>
                      <a:pt x="375" y="239"/>
                    </a:lnTo>
                    <a:lnTo>
                      <a:pt x="373" y="239"/>
                    </a:lnTo>
                    <a:lnTo>
                      <a:pt x="373" y="238"/>
                    </a:lnTo>
                    <a:lnTo>
                      <a:pt x="382" y="234"/>
                    </a:lnTo>
                    <a:lnTo>
                      <a:pt x="391" y="235"/>
                    </a:lnTo>
                    <a:lnTo>
                      <a:pt x="394" y="239"/>
                    </a:lnTo>
                    <a:lnTo>
                      <a:pt x="397" y="239"/>
                    </a:lnTo>
                    <a:lnTo>
                      <a:pt x="400" y="238"/>
                    </a:lnTo>
                    <a:lnTo>
                      <a:pt x="403" y="244"/>
                    </a:lnTo>
                    <a:lnTo>
                      <a:pt x="404" y="244"/>
                    </a:lnTo>
                    <a:lnTo>
                      <a:pt x="403" y="235"/>
                    </a:lnTo>
                    <a:lnTo>
                      <a:pt x="403" y="230"/>
                    </a:lnTo>
                    <a:lnTo>
                      <a:pt x="400" y="227"/>
                    </a:lnTo>
                    <a:lnTo>
                      <a:pt x="400" y="221"/>
                    </a:lnTo>
                    <a:lnTo>
                      <a:pt x="397" y="221"/>
                    </a:lnTo>
                    <a:lnTo>
                      <a:pt x="393" y="219"/>
                    </a:lnTo>
                    <a:lnTo>
                      <a:pt x="391" y="219"/>
                    </a:lnTo>
                    <a:lnTo>
                      <a:pt x="394" y="211"/>
                    </a:lnTo>
                    <a:lnTo>
                      <a:pt x="398" y="207"/>
                    </a:lnTo>
                    <a:lnTo>
                      <a:pt x="400" y="206"/>
                    </a:lnTo>
                    <a:lnTo>
                      <a:pt x="400" y="203"/>
                    </a:lnTo>
                    <a:lnTo>
                      <a:pt x="397" y="199"/>
                    </a:lnTo>
                    <a:lnTo>
                      <a:pt x="393" y="200"/>
                    </a:lnTo>
                    <a:lnTo>
                      <a:pt x="394" y="186"/>
                    </a:lnTo>
                    <a:lnTo>
                      <a:pt x="387" y="186"/>
                    </a:lnTo>
                    <a:lnTo>
                      <a:pt x="380" y="183"/>
                    </a:lnTo>
                    <a:lnTo>
                      <a:pt x="380" y="180"/>
                    </a:lnTo>
                    <a:lnTo>
                      <a:pt x="380" y="163"/>
                    </a:lnTo>
                    <a:lnTo>
                      <a:pt x="378" y="154"/>
                    </a:lnTo>
                    <a:lnTo>
                      <a:pt x="381" y="152"/>
                    </a:lnTo>
                    <a:lnTo>
                      <a:pt x="382" y="149"/>
                    </a:lnTo>
                    <a:lnTo>
                      <a:pt x="388" y="142"/>
                    </a:lnTo>
                    <a:lnTo>
                      <a:pt x="389" y="140"/>
                    </a:lnTo>
                    <a:lnTo>
                      <a:pt x="389" y="137"/>
                    </a:lnTo>
                    <a:lnTo>
                      <a:pt x="387" y="133"/>
                    </a:lnTo>
                    <a:lnTo>
                      <a:pt x="382" y="131"/>
                    </a:lnTo>
                    <a:lnTo>
                      <a:pt x="380" y="126"/>
                    </a:lnTo>
                    <a:lnTo>
                      <a:pt x="375" y="126"/>
                    </a:lnTo>
                    <a:lnTo>
                      <a:pt x="371" y="120"/>
                    </a:lnTo>
                    <a:lnTo>
                      <a:pt x="370" y="97"/>
                    </a:lnTo>
                    <a:lnTo>
                      <a:pt x="370" y="93"/>
                    </a:lnTo>
                    <a:lnTo>
                      <a:pt x="365" y="92"/>
                    </a:lnTo>
                    <a:lnTo>
                      <a:pt x="360" y="92"/>
                    </a:lnTo>
                    <a:lnTo>
                      <a:pt x="354" y="99"/>
                    </a:lnTo>
                    <a:lnTo>
                      <a:pt x="351" y="99"/>
                    </a:lnTo>
                    <a:lnTo>
                      <a:pt x="351" y="92"/>
                    </a:lnTo>
                    <a:lnTo>
                      <a:pt x="352" y="89"/>
                    </a:lnTo>
                    <a:lnTo>
                      <a:pt x="357" y="88"/>
                    </a:lnTo>
                    <a:lnTo>
                      <a:pt x="357" y="83"/>
                    </a:lnTo>
                    <a:lnTo>
                      <a:pt x="361" y="83"/>
                    </a:lnTo>
                    <a:lnTo>
                      <a:pt x="364" y="79"/>
                    </a:lnTo>
                    <a:lnTo>
                      <a:pt x="367" y="79"/>
                    </a:lnTo>
                    <a:lnTo>
                      <a:pt x="367" y="73"/>
                    </a:lnTo>
                    <a:lnTo>
                      <a:pt x="366" y="72"/>
                    </a:lnTo>
                    <a:lnTo>
                      <a:pt x="361" y="72"/>
                    </a:lnTo>
                    <a:lnTo>
                      <a:pt x="357" y="70"/>
                    </a:lnTo>
                    <a:lnTo>
                      <a:pt x="354" y="67"/>
                    </a:lnTo>
                    <a:lnTo>
                      <a:pt x="349" y="57"/>
                    </a:lnTo>
                    <a:lnTo>
                      <a:pt x="344" y="60"/>
                    </a:lnTo>
                    <a:lnTo>
                      <a:pt x="343" y="58"/>
                    </a:lnTo>
                    <a:lnTo>
                      <a:pt x="343" y="41"/>
                    </a:lnTo>
                    <a:lnTo>
                      <a:pt x="341" y="36"/>
                    </a:lnTo>
                    <a:lnTo>
                      <a:pt x="339" y="36"/>
                    </a:lnTo>
                    <a:lnTo>
                      <a:pt x="339" y="30"/>
                    </a:lnTo>
                    <a:lnTo>
                      <a:pt x="338" y="28"/>
                    </a:lnTo>
                    <a:lnTo>
                      <a:pt x="334" y="28"/>
                    </a:lnTo>
                    <a:lnTo>
                      <a:pt x="333" y="28"/>
                    </a:lnTo>
                    <a:lnTo>
                      <a:pt x="334" y="15"/>
                    </a:lnTo>
                    <a:lnTo>
                      <a:pt x="334" y="14"/>
                    </a:lnTo>
                    <a:lnTo>
                      <a:pt x="330" y="12"/>
                    </a:lnTo>
                    <a:lnTo>
                      <a:pt x="328" y="12"/>
                    </a:lnTo>
                    <a:lnTo>
                      <a:pt x="324" y="15"/>
                    </a:lnTo>
                    <a:lnTo>
                      <a:pt x="323" y="15"/>
                    </a:lnTo>
                    <a:lnTo>
                      <a:pt x="316" y="11"/>
                    </a:lnTo>
                    <a:lnTo>
                      <a:pt x="313" y="11"/>
                    </a:lnTo>
                    <a:lnTo>
                      <a:pt x="312" y="12"/>
                    </a:lnTo>
                    <a:lnTo>
                      <a:pt x="312" y="20"/>
                    </a:lnTo>
                    <a:lnTo>
                      <a:pt x="309" y="24"/>
                    </a:lnTo>
                    <a:lnTo>
                      <a:pt x="296" y="28"/>
                    </a:lnTo>
                    <a:lnTo>
                      <a:pt x="296" y="34"/>
                    </a:lnTo>
                    <a:lnTo>
                      <a:pt x="294" y="38"/>
                    </a:lnTo>
                    <a:lnTo>
                      <a:pt x="280" y="34"/>
                    </a:lnTo>
                    <a:lnTo>
                      <a:pt x="270" y="28"/>
                    </a:lnTo>
                    <a:lnTo>
                      <a:pt x="262" y="27"/>
                    </a:lnTo>
                    <a:lnTo>
                      <a:pt x="259" y="27"/>
                    </a:lnTo>
                    <a:lnTo>
                      <a:pt x="255" y="33"/>
                    </a:lnTo>
                    <a:lnTo>
                      <a:pt x="249" y="34"/>
                    </a:lnTo>
                    <a:lnTo>
                      <a:pt x="247" y="40"/>
                    </a:lnTo>
                    <a:lnTo>
                      <a:pt x="243" y="44"/>
                    </a:lnTo>
                    <a:lnTo>
                      <a:pt x="238" y="41"/>
                    </a:lnTo>
                    <a:lnTo>
                      <a:pt x="230" y="30"/>
                    </a:lnTo>
                    <a:lnTo>
                      <a:pt x="227" y="28"/>
                    </a:lnTo>
                    <a:lnTo>
                      <a:pt x="222" y="28"/>
                    </a:lnTo>
                    <a:lnTo>
                      <a:pt x="216" y="34"/>
                    </a:lnTo>
                    <a:lnTo>
                      <a:pt x="212" y="38"/>
                    </a:lnTo>
                    <a:lnTo>
                      <a:pt x="208" y="39"/>
                    </a:lnTo>
                    <a:lnTo>
                      <a:pt x="203" y="35"/>
                    </a:lnTo>
                    <a:lnTo>
                      <a:pt x="198" y="31"/>
                    </a:lnTo>
                    <a:lnTo>
                      <a:pt x="199" y="28"/>
                    </a:lnTo>
                    <a:lnTo>
                      <a:pt x="203" y="23"/>
                    </a:lnTo>
                    <a:lnTo>
                      <a:pt x="203" y="19"/>
                    </a:lnTo>
                    <a:lnTo>
                      <a:pt x="205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3" name="Freeform 39">
                <a:extLst>
                  <a:ext uri="{FF2B5EF4-FFF2-40B4-BE49-F238E27FC236}">
                    <a16:creationId xmlns:a16="http://schemas.microsoft.com/office/drawing/2014/main" id="{68DFDF77-DF06-7748-D815-4069272CB7B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4" y="2365"/>
                <a:ext cx="144" cy="91"/>
              </a:xfrm>
              <a:custGeom>
                <a:avLst/>
                <a:gdLst/>
                <a:ahLst/>
                <a:cxnLst>
                  <a:cxn ang="0">
                    <a:pos x="433" y="6"/>
                  </a:cxn>
                  <a:cxn ang="0">
                    <a:pos x="405" y="15"/>
                  </a:cxn>
                  <a:cxn ang="0">
                    <a:pos x="393" y="44"/>
                  </a:cxn>
                  <a:cxn ang="0">
                    <a:pos x="378" y="58"/>
                  </a:cxn>
                  <a:cxn ang="0">
                    <a:pos x="355" y="87"/>
                  </a:cxn>
                  <a:cxn ang="0">
                    <a:pos x="331" y="102"/>
                  </a:cxn>
                  <a:cxn ang="0">
                    <a:pos x="317" y="106"/>
                  </a:cxn>
                  <a:cxn ang="0">
                    <a:pos x="292" y="109"/>
                  </a:cxn>
                  <a:cxn ang="0">
                    <a:pos x="259" y="113"/>
                  </a:cxn>
                  <a:cxn ang="0">
                    <a:pos x="245" y="122"/>
                  </a:cxn>
                  <a:cxn ang="0">
                    <a:pos x="254" y="136"/>
                  </a:cxn>
                  <a:cxn ang="0">
                    <a:pos x="244" y="152"/>
                  </a:cxn>
                  <a:cxn ang="0">
                    <a:pos x="232" y="159"/>
                  </a:cxn>
                  <a:cxn ang="0">
                    <a:pos x="205" y="166"/>
                  </a:cxn>
                  <a:cxn ang="0">
                    <a:pos x="183" y="170"/>
                  </a:cxn>
                  <a:cxn ang="0">
                    <a:pos x="153" y="183"/>
                  </a:cxn>
                  <a:cxn ang="0">
                    <a:pos x="136" y="192"/>
                  </a:cxn>
                  <a:cxn ang="0">
                    <a:pos x="123" y="184"/>
                  </a:cxn>
                  <a:cxn ang="0">
                    <a:pos x="113" y="177"/>
                  </a:cxn>
                  <a:cxn ang="0">
                    <a:pos x="105" y="187"/>
                  </a:cxn>
                  <a:cxn ang="0">
                    <a:pos x="77" y="198"/>
                  </a:cxn>
                  <a:cxn ang="0">
                    <a:pos x="60" y="197"/>
                  </a:cxn>
                  <a:cxn ang="0">
                    <a:pos x="38" y="226"/>
                  </a:cxn>
                  <a:cxn ang="0">
                    <a:pos x="11" y="272"/>
                  </a:cxn>
                  <a:cxn ang="0">
                    <a:pos x="3" y="310"/>
                  </a:cxn>
                  <a:cxn ang="0">
                    <a:pos x="13" y="361"/>
                  </a:cxn>
                  <a:cxn ang="0">
                    <a:pos x="58" y="431"/>
                  </a:cxn>
                  <a:cxn ang="0">
                    <a:pos x="97" y="437"/>
                  </a:cxn>
                  <a:cxn ang="0">
                    <a:pos x="157" y="404"/>
                  </a:cxn>
                  <a:cxn ang="0">
                    <a:pos x="207" y="416"/>
                  </a:cxn>
                  <a:cxn ang="0">
                    <a:pos x="241" y="402"/>
                  </a:cxn>
                  <a:cxn ang="0">
                    <a:pos x="242" y="360"/>
                  </a:cxn>
                  <a:cxn ang="0">
                    <a:pos x="263" y="334"/>
                  </a:cxn>
                  <a:cxn ang="0">
                    <a:pos x="306" y="324"/>
                  </a:cxn>
                  <a:cxn ang="0">
                    <a:pos x="336" y="361"/>
                  </a:cxn>
                  <a:cxn ang="0">
                    <a:pos x="365" y="365"/>
                  </a:cxn>
                  <a:cxn ang="0">
                    <a:pos x="446" y="367"/>
                  </a:cxn>
                  <a:cxn ang="0">
                    <a:pos x="480" y="345"/>
                  </a:cxn>
                  <a:cxn ang="0">
                    <a:pos x="518" y="339"/>
                  </a:cxn>
                  <a:cxn ang="0">
                    <a:pos x="561" y="328"/>
                  </a:cxn>
                  <a:cxn ang="0">
                    <a:pos x="569" y="337"/>
                  </a:cxn>
                  <a:cxn ang="0">
                    <a:pos x="592" y="322"/>
                  </a:cxn>
                  <a:cxn ang="0">
                    <a:pos x="650" y="318"/>
                  </a:cxn>
                  <a:cxn ang="0">
                    <a:pos x="682" y="334"/>
                  </a:cxn>
                  <a:cxn ang="0">
                    <a:pos x="712" y="316"/>
                  </a:cxn>
                  <a:cxn ang="0">
                    <a:pos x="675" y="276"/>
                  </a:cxn>
                  <a:cxn ang="0">
                    <a:pos x="657" y="253"/>
                  </a:cxn>
                  <a:cxn ang="0">
                    <a:pos x="637" y="226"/>
                  </a:cxn>
                  <a:cxn ang="0">
                    <a:pos x="593" y="192"/>
                  </a:cxn>
                  <a:cxn ang="0">
                    <a:pos x="587" y="166"/>
                  </a:cxn>
                  <a:cxn ang="0">
                    <a:pos x="546" y="152"/>
                  </a:cxn>
                  <a:cxn ang="0">
                    <a:pos x="517" y="129"/>
                  </a:cxn>
                  <a:cxn ang="0">
                    <a:pos x="494" y="105"/>
                  </a:cxn>
                  <a:cxn ang="0">
                    <a:pos x="496" y="55"/>
                  </a:cxn>
                  <a:cxn ang="0">
                    <a:pos x="453" y="0"/>
                  </a:cxn>
                </a:cxnLst>
                <a:rect l="0" t="0" r="r" b="b"/>
                <a:pathLst>
                  <a:path w="718" h="451">
                    <a:moveTo>
                      <a:pt x="453" y="0"/>
                    </a:moveTo>
                    <a:lnTo>
                      <a:pt x="442" y="3"/>
                    </a:lnTo>
                    <a:lnTo>
                      <a:pt x="433" y="6"/>
                    </a:lnTo>
                    <a:lnTo>
                      <a:pt x="417" y="7"/>
                    </a:lnTo>
                    <a:lnTo>
                      <a:pt x="411" y="10"/>
                    </a:lnTo>
                    <a:lnTo>
                      <a:pt x="405" y="15"/>
                    </a:lnTo>
                    <a:lnTo>
                      <a:pt x="400" y="26"/>
                    </a:lnTo>
                    <a:lnTo>
                      <a:pt x="400" y="42"/>
                    </a:lnTo>
                    <a:lnTo>
                      <a:pt x="393" y="44"/>
                    </a:lnTo>
                    <a:lnTo>
                      <a:pt x="387" y="54"/>
                    </a:lnTo>
                    <a:lnTo>
                      <a:pt x="383" y="57"/>
                    </a:lnTo>
                    <a:lnTo>
                      <a:pt x="378" y="58"/>
                    </a:lnTo>
                    <a:lnTo>
                      <a:pt x="362" y="74"/>
                    </a:lnTo>
                    <a:lnTo>
                      <a:pt x="358" y="84"/>
                    </a:lnTo>
                    <a:lnTo>
                      <a:pt x="355" y="87"/>
                    </a:lnTo>
                    <a:lnTo>
                      <a:pt x="342" y="93"/>
                    </a:lnTo>
                    <a:lnTo>
                      <a:pt x="336" y="95"/>
                    </a:lnTo>
                    <a:lnTo>
                      <a:pt x="331" y="102"/>
                    </a:lnTo>
                    <a:lnTo>
                      <a:pt x="329" y="105"/>
                    </a:lnTo>
                    <a:lnTo>
                      <a:pt x="322" y="108"/>
                    </a:lnTo>
                    <a:lnTo>
                      <a:pt x="317" y="106"/>
                    </a:lnTo>
                    <a:lnTo>
                      <a:pt x="309" y="106"/>
                    </a:lnTo>
                    <a:lnTo>
                      <a:pt x="302" y="108"/>
                    </a:lnTo>
                    <a:lnTo>
                      <a:pt x="292" y="109"/>
                    </a:lnTo>
                    <a:lnTo>
                      <a:pt x="290" y="112"/>
                    </a:lnTo>
                    <a:lnTo>
                      <a:pt x="270" y="112"/>
                    </a:lnTo>
                    <a:lnTo>
                      <a:pt x="259" y="113"/>
                    </a:lnTo>
                    <a:lnTo>
                      <a:pt x="249" y="117"/>
                    </a:lnTo>
                    <a:lnTo>
                      <a:pt x="247" y="118"/>
                    </a:lnTo>
                    <a:lnTo>
                      <a:pt x="245" y="122"/>
                    </a:lnTo>
                    <a:lnTo>
                      <a:pt x="245" y="124"/>
                    </a:lnTo>
                    <a:lnTo>
                      <a:pt x="252" y="129"/>
                    </a:lnTo>
                    <a:lnTo>
                      <a:pt x="254" y="136"/>
                    </a:lnTo>
                    <a:lnTo>
                      <a:pt x="252" y="140"/>
                    </a:lnTo>
                    <a:lnTo>
                      <a:pt x="247" y="144"/>
                    </a:lnTo>
                    <a:lnTo>
                      <a:pt x="244" y="152"/>
                    </a:lnTo>
                    <a:lnTo>
                      <a:pt x="239" y="155"/>
                    </a:lnTo>
                    <a:lnTo>
                      <a:pt x="234" y="156"/>
                    </a:lnTo>
                    <a:lnTo>
                      <a:pt x="232" y="159"/>
                    </a:lnTo>
                    <a:lnTo>
                      <a:pt x="231" y="165"/>
                    </a:lnTo>
                    <a:lnTo>
                      <a:pt x="229" y="166"/>
                    </a:lnTo>
                    <a:lnTo>
                      <a:pt x="205" y="166"/>
                    </a:lnTo>
                    <a:lnTo>
                      <a:pt x="198" y="170"/>
                    </a:lnTo>
                    <a:lnTo>
                      <a:pt x="189" y="170"/>
                    </a:lnTo>
                    <a:lnTo>
                      <a:pt x="183" y="170"/>
                    </a:lnTo>
                    <a:lnTo>
                      <a:pt x="161" y="177"/>
                    </a:lnTo>
                    <a:lnTo>
                      <a:pt x="157" y="181"/>
                    </a:lnTo>
                    <a:lnTo>
                      <a:pt x="153" y="183"/>
                    </a:lnTo>
                    <a:lnTo>
                      <a:pt x="147" y="187"/>
                    </a:lnTo>
                    <a:lnTo>
                      <a:pt x="139" y="188"/>
                    </a:lnTo>
                    <a:lnTo>
                      <a:pt x="136" y="192"/>
                    </a:lnTo>
                    <a:lnTo>
                      <a:pt x="132" y="193"/>
                    </a:lnTo>
                    <a:lnTo>
                      <a:pt x="125" y="187"/>
                    </a:lnTo>
                    <a:lnTo>
                      <a:pt x="123" y="184"/>
                    </a:lnTo>
                    <a:lnTo>
                      <a:pt x="119" y="178"/>
                    </a:lnTo>
                    <a:lnTo>
                      <a:pt x="116" y="177"/>
                    </a:lnTo>
                    <a:lnTo>
                      <a:pt x="113" y="177"/>
                    </a:lnTo>
                    <a:lnTo>
                      <a:pt x="112" y="179"/>
                    </a:lnTo>
                    <a:lnTo>
                      <a:pt x="108" y="179"/>
                    </a:lnTo>
                    <a:lnTo>
                      <a:pt x="105" y="187"/>
                    </a:lnTo>
                    <a:lnTo>
                      <a:pt x="92" y="189"/>
                    </a:lnTo>
                    <a:lnTo>
                      <a:pt x="82" y="197"/>
                    </a:lnTo>
                    <a:lnTo>
                      <a:pt x="77" y="198"/>
                    </a:lnTo>
                    <a:lnTo>
                      <a:pt x="71" y="195"/>
                    </a:lnTo>
                    <a:lnTo>
                      <a:pt x="66" y="195"/>
                    </a:lnTo>
                    <a:lnTo>
                      <a:pt x="60" y="197"/>
                    </a:lnTo>
                    <a:lnTo>
                      <a:pt x="51" y="198"/>
                    </a:lnTo>
                    <a:lnTo>
                      <a:pt x="48" y="200"/>
                    </a:lnTo>
                    <a:lnTo>
                      <a:pt x="38" y="226"/>
                    </a:lnTo>
                    <a:lnTo>
                      <a:pt x="28" y="241"/>
                    </a:lnTo>
                    <a:lnTo>
                      <a:pt x="21" y="257"/>
                    </a:lnTo>
                    <a:lnTo>
                      <a:pt x="11" y="272"/>
                    </a:lnTo>
                    <a:lnTo>
                      <a:pt x="0" y="283"/>
                    </a:lnTo>
                    <a:lnTo>
                      <a:pt x="0" y="296"/>
                    </a:lnTo>
                    <a:lnTo>
                      <a:pt x="3" y="310"/>
                    </a:lnTo>
                    <a:lnTo>
                      <a:pt x="2" y="327"/>
                    </a:lnTo>
                    <a:lnTo>
                      <a:pt x="3" y="343"/>
                    </a:lnTo>
                    <a:lnTo>
                      <a:pt x="13" y="361"/>
                    </a:lnTo>
                    <a:lnTo>
                      <a:pt x="22" y="372"/>
                    </a:lnTo>
                    <a:lnTo>
                      <a:pt x="46" y="419"/>
                    </a:lnTo>
                    <a:lnTo>
                      <a:pt x="58" y="431"/>
                    </a:lnTo>
                    <a:lnTo>
                      <a:pt x="81" y="451"/>
                    </a:lnTo>
                    <a:lnTo>
                      <a:pt x="88" y="451"/>
                    </a:lnTo>
                    <a:lnTo>
                      <a:pt x="97" y="437"/>
                    </a:lnTo>
                    <a:lnTo>
                      <a:pt x="114" y="421"/>
                    </a:lnTo>
                    <a:lnTo>
                      <a:pt x="137" y="407"/>
                    </a:lnTo>
                    <a:lnTo>
                      <a:pt x="157" y="404"/>
                    </a:lnTo>
                    <a:lnTo>
                      <a:pt x="174" y="414"/>
                    </a:lnTo>
                    <a:lnTo>
                      <a:pt x="191" y="420"/>
                    </a:lnTo>
                    <a:lnTo>
                      <a:pt x="207" y="416"/>
                    </a:lnTo>
                    <a:lnTo>
                      <a:pt x="222" y="409"/>
                    </a:lnTo>
                    <a:lnTo>
                      <a:pt x="228" y="404"/>
                    </a:lnTo>
                    <a:lnTo>
                      <a:pt x="241" y="402"/>
                    </a:lnTo>
                    <a:lnTo>
                      <a:pt x="238" y="393"/>
                    </a:lnTo>
                    <a:lnTo>
                      <a:pt x="239" y="374"/>
                    </a:lnTo>
                    <a:lnTo>
                      <a:pt x="242" y="360"/>
                    </a:lnTo>
                    <a:lnTo>
                      <a:pt x="250" y="355"/>
                    </a:lnTo>
                    <a:lnTo>
                      <a:pt x="257" y="340"/>
                    </a:lnTo>
                    <a:lnTo>
                      <a:pt x="263" y="334"/>
                    </a:lnTo>
                    <a:lnTo>
                      <a:pt x="276" y="323"/>
                    </a:lnTo>
                    <a:lnTo>
                      <a:pt x="290" y="323"/>
                    </a:lnTo>
                    <a:lnTo>
                      <a:pt x="306" y="324"/>
                    </a:lnTo>
                    <a:lnTo>
                      <a:pt x="313" y="334"/>
                    </a:lnTo>
                    <a:lnTo>
                      <a:pt x="315" y="343"/>
                    </a:lnTo>
                    <a:lnTo>
                      <a:pt x="336" y="361"/>
                    </a:lnTo>
                    <a:lnTo>
                      <a:pt x="344" y="364"/>
                    </a:lnTo>
                    <a:lnTo>
                      <a:pt x="351" y="355"/>
                    </a:lnTo>
                    <a:lnTo>
                      <a:pt x="365" y="365"/>
                    </a:lnTo>
                    <a:lnTo>
                      <a:pt x="388" y="371"/>
                    </a:lnTo>
                    <a:lnTo>
                      <a:pt x="438" y="371"/>
                    </a:lnTo>
                    <a:lnTo>
                      <a:pt x="446" y="367"/>
                    </a:lnTo>
                    <a:lnTo>
                      <a:pt x="448" y="350"/>
                    </a:lnTo>
                    <a:lnTo>
                      <a:pt x="462" y="342"/>
                    </a:lnTo>
                    <a:lnTo>
                      <a:pt x="480" y="345"/>
                    </a:lnTo>
                    <a:lnTo>
                      <a:pt x="489" y="350"/>
                    </a:lnTo>
                    <a:lnTo>
                      <a:pt x="507" y="345"/>
                    </a:lnTo>
                    <a:lnTo>
                      <a:pt x="518" y="339"/>
                    </a:lnTo>
                    <a:lnTo>
                      <a:pt x="544" y="334"/>
                    </a:lnTo>
                    <a:lnTo>
                      <a:pt x="555" y="328"/>
                    </a:lnTo>
                    <a:lnTo>
                      <a:pt x="561" y="328"/>
                    </a:lnTo>
                    <a:lnTo>
                      <a:pt x="562" y="334"/>
                    </a:lnTo>
                    <a:lnTo>
                      <a:pt x="561" y="334"/>
                    </a:lnTo>
                    <a:lnTo>
                      <a:pt x="569" y="337"/>
                    </a:lnTo>
                    <a:lnTo>
                      <a:pt x="576" y="334"/>
                    </a:lnTo>
                    <a:lnTo>
                      <a:pt x="588" y="334"/>
                    </a:lnTo>
                    <a:lnTo>
                      <a:pt x="592" y="322"/>
                    </a:lnTo>
                    <a:lnTo>
                      <a:pt x="612" y="327"/>
                    </a:lnTo>
                    <a:lnTo>
                      <a:pt x="635" y="323"/>
                    </a:lnTo>
                    <a:lnTo>
                      <a:pt x="650" y="318"/>
                    </a:lnTo>
                    <a:lnTo>
                      <a:pt x="663" y="334"/>
                    </a:lnTo>
                    <a:lnTo>
                      <a:pt x="670" y="327"/>
                    </a:lnTo>
                    <a:lnTo>
                      <a:pt x="682" y="334"/>
                    </a:lnTo>
                    <a:lnTo>
                      <a:pt x="690" y="323"/>
                    </a:lnTo>
                    <a:lnTo>
                      <a:pt x="718" y="323"/>
                    </a:lnTo>
                    <a:lnTo>
                      <a:pt x="712" y="316"/>
                    </a:lnTo>
                    <a:lnTo>
                      <a:pt x="711" y="305"/>
                    </a:lnTo>
                    <a:lnTo>
                      <a:pt x="705" y="296"/>
                    </a:lnTo>
                    <a:lnTo>
                      <a:pt x="675" y="276"/>
                    </a:lnTo>
                    <a:lnTo>
                      <a:pt x="666" y="273"/>
                    </a:lnTo>
                    <a:lnTo>
                      <a:pt x="664" y="262"/>
                    </a:lnTo>
                    <a:lnTo>
                      <a:pt x="657" y="253"/>
                    </a:lnTo>
                    <a:lnTo>
                      <a:pt x="653" y="242"/>
                    </a:lnTo>
                    <a:lnTo>
                      <a:pt x="648" y="232"/>
                    </a:lnTo>
                    <a:lnTo>
                      <a:pt x="637" y="226"/>
                    </a:lnTo>
                    <a:lnTo>
                      <a:pt x="630" y="216"/>
                    </a:lnTo>
                    <a:lnTo>
                      <a:pt x="612" y="204"/>
                    </a:lnTo>
                    <a:lnTo>
                      <a:pt x="593" y="192"/>
                    </a:lnTo>
                    <a:lnTo>
                      <a:pt x="587" y="181"/>
                    </a:lnTo>
                    <a:lnTo>
                      <a:pt x="588" y="171"/>
                    </a:lnTo>
                    <a:lnTo>
                      <a:pt x="587" y="166"/>
                    </a:lnTo>
                    <a:lnTo>
                      <a:pt x="577" y="159"/>
                    </a:lnTo>
                    <a:lnTo>
                      <a:pt x="569" y="152"/>
                    </a:lnTo>
                    <a:lnTo>
                      <a:pt x="546" y="152"/>
                    </a:lnTo>
                    <a:lnTo>
                      <a:pt x="535" y="148"/>
                    </a:lnTo>
                    <a:lnTo>
                      <a:pt x="530" y="133"/>
                    </a:lnTo>
                    <a:lnTo>
                      <a:pt x="517" y="129"/>
                    </a:lnTo>
                    <a:lnTo>
                      <a:pt x="506" y="128"/>
                    </a:lnTo>
                    <a:lnTo>
                      <a:pt x="496" y="118"/>
                    </a:lnTo>
                    <a:lnTo>
                      <a:pt x="494" y="105"/>
                    </a:lnTo>
                    <a:lnTo>
                      <a:pt x="496" y="89"/>
                    </a:lnTo>
                    <a:lnTo>
                      <a:pt x="501" y="71"/>
                    </a:lnTo>
                    <a:lnTo>
                      <a:pt x="496" y="55"/>
                    </a:lnTo>
                    <a:lnTo>
                      <a:pt x="480" y="34"/>
                    </a:lnTo>
                    <a:lnTo>
                      <a:pt x="463" y="15"/>
                    </a:lnTo>
                    <a:lnTo>
                      <a:pt x="45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4" name="Freeform 40">
                <a:extLst>
                  <a:ext uri="{FF2B5EF4-FFF2-40B4-BE49-F238E27FC236}">
                    <a16:creationId xmlns:a16="http://schemas.microsoft.com/office/drawing/2014/main" id="{5B421462-9500-6D88-BF99-F6528B3EB17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2" y="2461"/>
                <a:ext cx="61" cy="69"/>
              </a:xfrm>
              <a:custGeom>
                <a:avLst/>
                <a:gdLst/>
                <a:ahLst/>
                <a:cxnLst>
                  <a:cxn ang="0">
                    <a:pos x="120" y="330"/>
                  </a:cxn>
                  <a:cxn ang="0">
                    <a:pos x="97" y="305"/>
                  </a:cxn>
                  <a:cxn ang="0">
                    <a:pos x="54" y="262"/>
                  </a:cxn>
                  <a:cxn ang="0">
                    <a:pos x="34" y="237"/>
                  </a:cxn>
                  <a:cxn ang="0">
                    <a:pos x="17" y="208"/>
                  </a:cxn>
                  <a:cxn ang="0">
                    <a:pos x="4" y="177"/>
                  </a:cxn>
                  <a:cxn ang="0">
                    <a:pos x="4" y="167"/>
                  </a:cxn>
                  <a:cxn ang="0">
                    <a:pos x="17" y="156"/>
                  </a:cxn>
                  <a:cxn ang="0">
                    <a:pos x="27" y="138"/>
                  </a:cxn>
                  <a:cxn ang="0">
                    <a:pos x="31" y="113"/>
                  </a:cxn>
                  <a:cxn ang="0">
                    <a:pos x="45" y="122"/>
                  </a:cxn>
                  <a:cxn ang="0">
                    <a:pos x="60" y="120"/>
                  </a:cxn>
                  <a:cxn ang="0">
                    <a:pos x="47" y="115"/>
                  </a:cxn>
                  <a:cxn ang="0">
                    <a:pos x="34" y="105"/>
                  </a:cxn>
                  <a:cxn ang="0">
                    <a:pos x="33" y="94"/>
                  </a:cxn>
                  <a:cxn ang="0">
                    <a:pos x="43" y="89"/>
                  </a:cxn>
                  <a:cxn ang="0">
                    <a:pos x="66" y="68"/>
                  </a:cxn>
                  <a:cxn ang="0">
                    <a:pos x="135" y="63"/>
                  </a:cxn>
                  <a:cxn ang="0">
                    <a:pos x="131" y="20"/>
                  </a:cxn>
                  <a:cxn ang="0">
                    <a:pos x="151" y="2"/>
                  </a:cxn>
                  <a:cxn ang="0">
                    <a:pos x="185" y="0"/>
                  </a:cxn>
                  <a:cxn ang="0">
                    <a:pos x="237" y="5"/>
                  </a:cxn>
                  <a:cxn ang="0">
                    <a:pos x="239" y="22"/>
                  </a:cxn>
                  <a:cxn ang="0">
                    <a:pos x="239" y="59"/>
                  </a:cxn>
                  <a:cxn ang="0">
                    <a:pos x="264" y="41"/>
                  </a:cxn>
                  <a:cxn ang="0">
                    <a:pos x="303" y="61"/>
                  </a:cxn>
                  <a:cxn ang="0">
                    <a:pos x="286" y="111"/>
                  </a:cxn>
                  <a:cxn ang="0">
                    <a:pos x="289" y="142"/>
                  </a:cxn>
                  <a:cxn ang="0">
                    <a:pos x="299" y="186"/>
                  </a:cxn>
                  <a:cxn ang="0">
                    <a:pos x="293" y="236"/>
                  </a:cxn>
                  <a:cxn ang="0">
                    <a:pos x="272" y="258"/>
                  </a:cxn>
                  <a:cxn ang="0">
                    <a:pos x="229" y="245"/>
                  </a:cxn>
                  <a:cxn ang="0">
                    <a:pos x="212" y="229"/>
                  </a:cxn>
                  <a:cxn ang="0">
                    <a:pos x="192" y="248"/>
                  </a:cxn>
                  <a:cxn ang="0">
                    <a:pos x="159" y="266"/>
                  </a:cxn>
                  <a:cxn ang="0">
                    <a:pos x="153" y="287"/>
                  </a:cxn>
                  <a:cxn ang="0">
                    <a:pos x="160" y="314"/>
                  </a:cxn>
                  <a:cxn ang="0">
                    <a:pos x="146" y="318"/>
                  </a:cxn>
                  <a:cxn ang="0">
                    <a:pos x="129" y="328"/>
                  </a:cxn>
                </a:cxnLst>
                <a:rect l="0" t="0" r="r" b="b"/>
                <a:pathLst>
                  <a:path w="304" h="343">
                    <a:moveTo>
                      <a:pt x="127" y="343"/>
                    </a:moveTo>
                    <a:lnTo>
                      <a:pt x="120" y="330"/>
                    </a:lnTo>
                    <a:lnTo>
                      <a:pt x="110" y="320"/>
                    </a:lnTo>
                    <a:lnTo>
                      <a:pt x="97" y="305"/>
                    </a:lnTo>
                    <a:lnTo>
                      <a:pt x="61" y="274"/>
                    </a:lnTo>
                    <a:lnTo>
                      <a:pt x="54" y="262"/>
                    </a:lnTo>
                    <a:lnTo>
                      <a:pt x="45" y="251"/>
                    </a:lnTo>
                    <a:lnTo>
                      <a:pt x="34" y="237"/>
                    </a:lnTo>
                    <a:lnTo>
                      <a:pt x="27" y="231"/>
                    </a:lnTo>
                    <a:lnTo>
                      <a:pt x="17" y="208"/>
                    </a:lnTo>
                    <a:lnTo>
                      <a:pt x="13" y="194"/>
                    </a:lnTo>
                    <a:lnTo>
                      <a:pt x="4" y="177"/>
                    </a:lnTo>
                    <a:lnTo>
                      <a:pt x="0" y="169"/>
                    </a:lnTo>
                    <a:lnTo>
                      <a:pt x="4" y="167"/>
                    </a:lnTo>
                    <a:lnTo>
                      <a:pt x="12" y="165"/>
                    </a:lnTo>
                    <a:lnTo>
                      <a:pt x="17" y="156"/>
                    </a:lnTo>
                    <a:lnTo>
                      <a:pt x="24" y="150"/>
                    </a:lnTo>
                    <a:lnTo>
                      <a:pt x="27" y="138"/>
                    </a:lnTo>
                    <a:lnTo>
                      <a:pt x="28" y="113"/>
                    </a:lnTo>
                    <a:lnTo>
                      <a:pt x="31" y="113"/>
                    </a:lnTo>
                    <a:lnTo>
                      <a:pt x="36" y="118"/>
                    </a:lnTo>
                    <a:lnTo>
                      <a:pt x="45" y="122"/>
                    </a:lnTo>
                    <a:lnTo>
                      <a:pt x="57" y="122"/>
                    </a:lnTo>
                    <a:lnTo>
                      <a:pt x="60" y="120"/>
                    </a:lnTo>
                    <a:lnTo>
                      <a:pt x="56" y="117"/>
                    </a:lnTo>
                    <a:lnTo>
                      <a:pt x="47" y="115"/>
                    </a:lnTo>
                    <a:lnTo>
                      <a:pt x="40" y="110"/>
                    </a:lnTo>
                    <a:lnTo>
                      <a:pt x="34" y="105"/>
                    </a:lnTo>
                    <a:lnTo>
                      <a:pt x="30" y="99"/>
                    </a:lnTo>
                    <a:lnTo>
                      <a:pt x="33" y="94"/>
                    </a:lnTo>
                    <a:lnTo>
                      <a:pt x="40" y="94"/>
                    </a:lnTo>
                    <a:lnTo>
                      <a:pt x="43" y="89"/>
                    </a:lnTo>
                    <a:lnTo>
                      <a:pt x="43" y="73"/>
                    </a:lnTo>
                    <a:lnTo>
                      <a:pt x="66" y="68"/>
                    </a:lnTo>
                    <a:lnTo>
                      <a:pt x="137" y="65"/>
                    </a:lnTo>
                    <a:lnTo>
                      <a:pt x="135" y="63"/>
                    </a:lnTo>
                    <a:lnTo>
                      <a:pt x="132" y="43"/>
                    </a:lnTo>
                    <a:lnTo>
                      <a:pt x="131" y="20"/>
                    </a:lnTo>
                    <a:lnTo>
                      <a:pt x="137" y="5"/>
                    </a:lnTo>
                    <a:lnTo>
                      <a:pt x="151" y="2"/>
                    </a:lnTo>
                    <a:lnTo>
                      <a:pt x="165" y="4"/>
                    </a:lnTo>
                    <a:lnTo>
                      <a:pt x="185" y="0"/>
                    </a:lnTo>
                    <a:lnTo>
                      <a:pt x="201" y="4"/>
                    </a:lnTo>
                    <a:lnTo>
                      <a:pt x="237" y="5"/>
                    </a:lnTo>
                    <a:lnTo>
                      <a:pt x="245" y="8"/>
                    </a:lnTo>
                    <a:lnTo>
                      <a:pt x="239" y="22"/>
                    </a:lnTo>
                    <a:lnTo>
                      <a:pt x="238" y="41"/>
                    </a:lnTo>
                    <a:lnTo>
                      <a:pt x="239" y="59"/>
                    </a:lnTo>
                    <a:lnTo>
                      <a:pt x="248" y="64"/>
                    </a:lnTo>
                    <a:lnTo>
                      <a:pt x="264" y="41"/>
                    </a:lnTo>
                    <a:lnTo>
                      <a:pt x="293" y="48"/>
                    </a:lnTo>
                    <a:lnTo>
                      <a:pt x="303" y="61"/>
                    </a:lnTo>
                    <a:lnTo>
                      <a:pt x="304" y="81"/>
                    </a:lnTo>
                    <a:lnTo>
                      <a:pt x="286" y="111"/>
                    </a:lnTo>
                    <a:lnTo>
                      <a:pt x="285" y="128"/>
                    </a:lnTo>
                    <a:lnTo>
                      <a:pt x="289" y="142"/>
                    </a:lnTo>
                    <a:lnTo>
                      <a:pt x="300" y="170"/>
                    </a:lnTo>
                    <a:lnTo>
                      <a:pt x="299" y="186"/>
                    </a:lnTo>
                    <a:lnTo>
                      <a:pt x="296" y="199"/>
                    </a:lnTo>
                    <a:lnTo>
                      <a:pt x="293" y="236"/>
                    </a:lnTo>
                    <a:lnTo>
                      <a:pt x="288" y="253"/>
                    </a:lnTo>
                    <a:lnTo>
                      <a:pt x="272" y="258"/>
                    </a:lnTo>
                    <a:lnTo>
                      <a:pt x="254" y="242"/>
                    </a:lnTo>
                    <a:lnTo>
                      <a:pt x="229" y="245"/>
                    </a:lnTo>
                    <a:lnTo>
                      <a:pt x="219" y="234"/>
                    </a:lnTo>
                    <a:lnTo>
                      <a:pt x="212" y="229"/>
                    </a:lnTo>
                    <a:lnTo>
                      <a:pt x="201" y="237"/>
                    </a:lnTo>
                    <a:lnTo>
                      <a:pt x="192" y="248"/>
                    </a:lnTo>
                    <a:lnTo>
                      <a:pt x="169" y="257"/>
                    </a:lnTo>
                    <a:lnTo>
                      <a:pt x="159" y="266"/>
                    </a:lnTo>
                    <a:lnTo>
                      <a:pt x="154" y="274"/>
                    </a:lnTo>
                    <a:lnTo>
                      <a:pt x="153" y="287"/>
                    </a:lnTo>
                    <a:lnTo>
                      <a:pt x="158" y="299"/>
                    </a:lnTo>
                    <a:lnTo>
                      <a:pt x="160" y="314"/>
                    </a:lnTo>
                    <a:lnTo>
                      <a:pt x="158" y="318"/>
                    </a:lnTo>
                    <a:lnTo>
                      <a:pt x="146" y="318"/>
                    </a:lnTo>
                    <a:lnTo>
                      <a:pt x="135" y="321"/>
                    </a:lnTo>
                    <a:lnTo>
                      <a:pt x="129" y="328"/>
                    </a:lnTo>
                    <a:lnTo>
                      <a:pt x="127" y="34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5" name="Freeform 41">
                <a:extLst>
                  <a:ext uri="{FF2B5EF4-FFF2-40B4-BE49-F238E27FC236}">
                    <a16:creationId xmlns:a16="http://schemas.microsoft.com/office/drawing/2014/main" id="{57BAA982-CE37-2511-FB9C-96595FF4ABC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1" y="2334"/>
                <a:ext cx="34" cy="9"/>
              </a:xfrm>
              <a:custGeom>
                <a:avLst/>
                <a:gdLst/>
                <a:ahLst/>
                <a:cxnLst>
                  <a:cxn ang="0">
                    <a:pos x="4" y="44"/>
                  </a:cxn>
                  <a:cxn ang="0">
                    <a:pos x="8" y="38"/>
                  </a:cxn>
                  <a:cxn ang="0">
                    <a:pos x="47" y="34"/>
                  </a:cxn>
                  <a:cxn ang="0">
                    <a:pos x="55" y="34"/>
                  </a:cxn>
                  <a:cxn ang="0">
                    <a:pos x="56" y="34"/>
                  </a:cxn>
                  <a:cxn ang="0">
                    <a:pos x="59" y="27"/>
                  </a:cxn>
                  <a:cxn ang="0">
                    <a:pos x="64" y="26"/>
                  </a:cxn>
                  <a:cxn ang="0">
                    <a:pos x="67" y="27"/>
                  </a:cxn>
                  <a:cxn ang="0">
                    <a:pos x="80" y="26"/>
                  </a:cxn>
                  <a:cxn ang="0">
                    <a:pos x="88" y="22"/>
                  </a:cxn>
                  <a:cxn ang="0">
                    <a:pos x="92" y="17"/>
                  </a:cxn>
                  <a:cxn ang="0">
                    <a:pos x="94" y="16"/>
                  </a:cxn>
                  <a:cxn ang="0">
                    <a:pos x="101" y="17"/>
                  </a:cxn>
                  <a:cxn ang="0">
                    <a:pos x="104" y="21"/>
                  </a:cxn>
                  <a:cxn ang="0">
                    <a:pos x="112" y="23"/>
                  </a:cxn>
                  <a:cxn ang="0">
                    <a:pos x="120" y="28"/>
                  </a:cxn>
                  <a:cxn ang="0">
                    <a:pos x="128" y="29"/>
                  </a:cxn>
                  <a:cxn ang="0">
                    <a:pos x="136" y="33"/>
                  </a:cxn>
                  <a:cxn ang="0">
                    <a:pos x="144" y="33"/>
                  </a:cxn>
                  <a:cxn ang="0">
                    <a:pos x="146" y="34"/>
                  </a:cxn>
                  <a:cxn ang="0">
                    <a:pos x="152" y="31"/>
                  </a:cxn>
                  <a:cxn ang="0">
                    <a:pos x="164" y="28"/>
                  </a:cxn>
                  <a:cxn ang="0">
                    <a:pos x="168" y="24"/>
                  </a:cxn>
                  <a:cxn ang="0">
                    <a:pos x="168" y="21"/>
                  </a:cxn>
                  <a:cxn ang="0">
                    <a:pos x="168" y="16"/>
                  </a:cxn>
                  <a:cxn ang="0">
                    <a:pos x="167" y="16"/>
                  </a:cxn>
                  <a:cxn ang="0">
                    <a:pos x="164" y="16"/>
                  </a:cxn>
                  <a:cxn ang="0">
                    <a:pos x="161" y="15"/>
                  </a:cxn>
                  <a:cxn ang="0">
                    <a:pos x="156" y="15"/>
                  </a:cxn>
                  <a:cxn ang="0">
                    <a:pos x="152" y="16"/>
                  </a:cxn>
                  <a:cxn ang="0">
                    <a:pos x="141" y="21"/>
                  </a:cxn>
                  <a:cxn ang="0">
                    <a:pos x="136" y="20"/>
                  </a:cxn>
                  <a:cxn ang="0">
                    <a:pos x="130" y="17"/>
                  </a:cxn>
                  <a:cxn ang="0">
                    <a:pos x="126" y="11"/>
                  </a:cxn>
                  <a:cxn ang="0">
                    <a:pos x="125" y="10"/>
                  </a:cxn>
                  <a:cxn ang="0">
                    <a:pos x="113" y="10"/>
                  </a:cxn>
                  <a:cxn ang="0">
                    <a:pos x="107" y="2"/>
                  </a:cxn>
                  <a:cxn ang="0">
                    <a:pos x="101" y="1"/>
                  </a:cxn>
                  <a:cxn ang="0">
                    <a:pos x="98" y="0"/>
                  </a:cxn>
                  <a:cxn ang="0">
                    <a:pos x="92" y="1"/>
                  </a:cxn>
                  <a:cxn ang="0">
                    <a:pos x="87" y="4"/>
                  </a:cxn>
                  <a:cxn ang="0">
                    <a:pos x="81" y="2"/>
                  </a:cxn>
                  <a:cxn ang="0">
                    <a:pos x="76" y="7"/>
                  </a:cxn>
                  <a:cxn ang="0">
                    <a:pos x="72" y="13"/>
                  </a:cxn>
                  <a:cxn ang="0">
                    <a:pos x="16" y="13"/>
                  </a:cxn>
                  <a:cxn ang="0">
                    <a:pos x="15" y="13"/>
                  </a:cxn>
                  <a:cxn ang="0">
                    <a:pos x="13" y="17"/>
                  </a:cxn>
                  <a:cxn ang="0">
                    <a:pos x="15" y="21"/>
                  </a:cxn>
                  <a:cxn ang="0">
                    <a:pos x="8" y="20"/>
                  </a:cxn>
                  <a:cxn ang="0">
                    <a:pos x="6" y="21"/>
                  </a:cxn>
                  <a:cxn ang="0">
                    <a:pos x="4" y="26"/>
                  </a:cxn>
                  <a:cxn ang="0">
                    <a:pos x="1" y="28"/>
                  </a:cxn>
                  <a:cxn ang="0">
                    <a:pos x="0" y="34"/>
                  </a:cxn>
                  <a:cxn ang="0">
                    <a:pos x="1" y="44"/>
                  </a:cxn>
                  <a:cxn ang="0">
                    <a:pos x="2" y="45"/>
                  </a:cxn>
                  <a:cxn ang="0">
                    <a:pos x="4" y="44"/>
                  </a:cxn>
                </a:cxnLst>
                <a:rect l="0" t="0" r="r" b="b"/>
                <a:pathLst>
                  <a:path w="168" h="45">
                    <a:moveTo>
                      <a:pt x="4" y="44"/>
                    </a:moveTo>
                    <a:lnTo>
                      <a:pt x="8" y="38"/>
                    </a:lnTo>
                    <a:lnTo>
                      <a:pt x="47" y="34"/>
                    </a:lnTo>
                    <a:lnTo>
                      <a:pt x="55" y="34"/>
                    </a:lnTo>
                    <a:lnTo>
                      <a:pt x="56" y="34"/>
                    </a:lnTo>
                    <a:lnTo>
                      <a:pt x="59" y="27"/>
                    </a:lnTo>
                    <a:lnTo>
                      <a:pt x="64" y="26"/>
                    </a:lnTo>
                    <a:lnTo>
                      <a:pt x="67" y="27"/>
                    </a:lnTo>
                    <a:lnTo>
                      <a:pt x="80" y="26"/>
                    </a:lnTo>
                    <a:lnTo>
                      <a:pt x="88" y="22"/>
                    </a:lnTo>
                    <a:lnTo>
                      <a:pt x="92" y="17"/>
                    </a:lnTo>
                    <a:lnTo>
                      <a:pt x="94" y="16"/>
                    </a:lnTo>
                    <a:lnTo>
                      <a:pt x="101" y="17"/>
                    </a:lnTo>
                    <a:lnTo>
                      <a:pt x="104" y="21"/>
                    </a:lnTo>
                    <a:lnTo>
                      <a:pt x="112" y="23"/>
                    </a:lnTo>
                    <a:lnTo>
                      <a:pt x="120" y="28"/>
                    </a:lnTo>
                    <a:lnTo>
                      <a:pt x="128" y="29"/>
                    </a:lnTo>
                    <a:lnTo>
                      <a:pt x="136" y="33"/>
                    </a:lnTo>
                    <a:lnTo>
                      <a:pt x="144" y="33"/>
                    </a:lnTo>
                    <a:lnTo>
                      <a:pt x="146" y="34"/>
                    </a:lnTo>
                    <a:lnTo>
                      <a:pt x="152" y="31"/>
                    </a:lnTo>
                    <a:lnTo>
                      <a:pt x="164" y="28"/>
                    </a:lnTo>
                    <a:lnTo>
                      <a:pt x="168" y="24"/>
                    </a:lnTo>
                    <a:lnTo>
                      <a:pt x="168" y="21"/>
                    </a:lnTo>
                    <a:lnTo>
                      <a:pt x="168" y="16"/>
                    </a:lnTo>
                    <a:lnTo>
                      <a:pt x="167" y="16"/>
                    </a:lnTo>
                    <a:lnTo>
                      <a:pt x="164" y="16"/>
                    </a:lnTo>
                    <a:lnTo>
                      <a:pt x="161" y="15"/>
                    </a:lnTo>
                    <a:lnTo>
                      <a:pt x="156" y="15"/>
                    </a:lnTo>
                    <a:lnTo>
                      <a:pt x="152" y="16"/>
                    </a:lnTo>
                    <a:lnTo>
                      <a:pt x="141" y="21"/>
                    </a:lnTo>
                    <a:lnTo>
                      <a:pt x="136" y="20"/>
                    </a:lnTo>
                    <a:lnTo>
                      <a:pt x="130" y="17"/>
                    </a:lnTo>
                    <a:lnTo>
                      <a:pt x="126" y="11"/>
                    </a:lnTo>
                    <a:lnTo>
                      <a:pt x="125" y="10"/>
                    </a:lnTo>
                    <a:lnTo>
                      <a:pt x="113" y="10"/>
                    </a:lnTo>
                    <a:lnTo>
                      <a:pt x="107" y="2"/>
                    </a:lnTo>
                    <a:lnTo>
                      <a:pt x="101" y="1"/>
                    </a:lnTo>
                    <a:lnTo>
                      <a:pt x="98" y="0"/>
                    </a:lnTo>
                    <a:lnTo>
                      <a:pt x="92" y="1"/>
                    </a:lnTo>
                    <a:lnTo>
                      <a:pt x="87" y="4"/>
                    </a:lnTo>
                    <a:lnTo>
                      <a:pt x="81" y="2"/>
                    </a:lnTo>
                    <a:lnTo>
                      <a:pt x="76" y="7"/>
                    </a:lnTo>
                    <a:lnTo>
                      <a:pt x="72" y="13"/>
                    </a:lnTo>
                    <a:lnTo>
                      <a:pt x="16" y="13"/>
                    </a:lnTo>
                    <a:lnTo>
                      <a:pt x="15" y="13"/>
                    </a:lnTo>
                    <a:lnTo>
                      <a:pt x="13" y="17"/>
                    </a:lnTo>
                    <a:lnTo>
                      <a:pt x="15" y="21"/>
                    </a:lnTo>
                    <a:lnTo>
                      <a:pt x="8" y="20"/>
                    </a:lnTo>
                    <a:lnTo>
                      <a:pt x="6" y="21"/>
                    </a:lnTo>
                    <a:lnTo>
                      <a:pt x="4" y="26"/>
                    </a:lnTo>
                    <a:lnTo>
                      <a:pt x="1" y="28"/>
                    </a:lnTo>
                    <a:lnTo>
                      <a:pt x="0" y="34"/>
                    </a:lnTo>
                    <a:lnTo>
                      <a:pt x="1" y="44"/>
                    </a:lnTo>
                    <a:lnTo>
                      <a:pt x="2" y="45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6" name="Freeform 42">
                <a:extLst>
                  <a:ext uri="{FF2B5EF4-FFF2-40B4-BE49-F238E27FC236}">
                    <a16:creationId xmlns:a16="http://schemas.microsoft.com/office/drawing/2014/main" id="{77986FAB-897C-B574-B643-A5E6F7AB2ED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32" y="2347"/>
                <a:ext cx="35" cy="19"/>
              </a:xfrm>
              <a:custGeom>
                <a:avLst/>
                <a:gdLst/>
                <a:ahLst/>
                <a:cxnLst>
                  <a:cxn ang="0">
                    <a:pos x="169" y="0"/>
                  </a:cxn>
                  <a:cxn ang="0">
                    <a:pos x="169" y="7"/>
                  </a:cxn>
                  <a:cxn ang="0">
                    <a:pos x="173" y="14"/>
                  </a:cxn>
                  <a:cxn ang="0">
                    <a:pos x="173" y="18"/>
                  </a:cxn>
                  <a:cxn ang="0">
                    <a:pos x="170" y="24"/>
                  </a:cxn>
                  <a:cxn ang="0">
                    <a:pos x="168" y="25"/>
                  </a:cxn>
                  <a:cxn ang="0">
                    <a:pos x="162" y="25"/>
                  </a:cxn>
                  <a:cxn ang="0">
                    <a:pos x="160" y="27"/>
                  </a:cxn>
                  <a:cxn ang="0">
                    <a:pos x="158" y="30"/>
                  </a:cxn>
                  <a:cxn ang="0">
                    <a:pos x="164" y="34"/>
                  </a:cxn>
                  <a:cxn ang="0">
                    <a:pos x="167" y="39"/>
                  </a:cxn>
                  <a:cxn ang="0">
                    <a:pos x="168" y="57"/>
                  </a:cxn>
                  <a:cxn ang="0">
                    <a:pos x="162" y="57"/>
                  </a:cxn>
                  <a:cxn ang="0">
                    <a:pos x="158" y="60"/>
                  </a:cxn>
                  <a:cxn ang="0">
                    <a:pos x="138" y="60"/>
                  </a:cxn>
                  <a:cxn ang="0">
                    <a:pos x="121" y="67"/>
                  </a:cxn>
                  <a:cxn ang="0">
                    <a:pos x="114" y="73"/>
                  </a:cxn>
                  <a:cxn ang="0">
                    <a:pos x="110" y="81"/>
                  </a:cxn>
                  <a:cxn ang="0">
                    <a:pos x="106" y="89"/>
                  </a:cxn>
                  <a:cxn ang="0">
                    <a:pos x="104" y="93"/>
                  </a:cxn>
                  <a:cxn ang="0">
                    <a:pos x="99" y="97"/>
                  </a:cxn>
                  <a:cxn ang="0">
                    <a:pos x="93" y="99"/>
                  </a:cxn>
                  <a:cxn ang="0">
                    <a:pos x="93" y="95"/>
                  </a:cxn>
                  <a:cxn ang="0">
                    <a:pos x="94" y="93"/>
                  </a:cxn>
                  <a:cxn ang="0">
                    <a:pos x="86" y="94"/>
                  </a:cxn>
                  <a:cxn ang="0">
                    <a:pos x="81" y="93"/>
                  </a:cxn>
                  <a:cxn ang="0">
                    <a:pos x="76" y="87"/>
                  </a:cxn>
                  <a:cxn ang="0">
                    <a:pos x="74" y="79"/>
                  </a:cxn>
                  <a:cxn ang="0">
                    <a:pos x="77" y="70"/>
                  </a:cxn>
                  <a:cxn ang="0">
                    <a:pos x="72" y="58"/>
                  </a:cxn>
                  <a:cxn ang="0">
                    <a:pos x="79" y="54"/>
                  </a:cxn>
                  <a:cxn ang="0">
                    <a:pos x="84" y="51"/>
                  </a:cxn>
                  <a:cxn ang="0">
                    <a:pos x="103" y="50"/>
                  </a:cxn>
                  <a:cxn ang="0">
                    <a:pos x="104" y="45"/>
                  </a:cxn>
                  <a:cxn ang="0">
                    <a:pos x="81" y="47"/>
                  </a:cxn>
                  <a:cxn ang="0">
                    <a:pos x="72" y="50"/>
                  </a:cxn>
                  <a:cxn ang="0">
                    <a:pos x="59" y="57"/>
                  </a:cxn>
                  <a:cxn ang="0">
                    <a:pos x="51" y="58"/>
                  </a:cxn>
                  <a:cxn ang="0">
                    <a:pos x="47" y="57"/>
                  </a:cxn>
                  <a:cxn ang="0">
                    <a:pos x="46" y="49"/>
                  </a:cxn>
                  <a:cxn ang="0">
                    <a:pos x="40" y="50"/>
                  </a:cxn>
                  <a:cxn ang="0">
                    <a:pos x="30" y="47"/>
                  </a:cxn>
                  <a:cxn ang="0">
                    <a:pos x="27" y="43"/>
                  </a:cxn>
                  <a:cxn ang="0">
                    <a:pos x="25" y="34"/>
                  </a:cxn>
                  <a:cxn ang="0">
                    <a:pos x="4" y="28"/>
                  </a:cxn>
                  <a:cxn ang="0">
                    <a:pos x="0" y="20"/>
                  </a:cxn>
                  <a:cxn ang="0">
                    <a:pos x="2" y="17"/>
                  </a:cxn>
                  <a:cxn ang="0">
                    <a:pos x="3" y="19"/>
                  </a:cxn>
                  <a:cxn ang="0">
                    <a:pos x="7" y="20"/>
                  </a:cxn>
                  <a:cxn ang="0">
                    <a:pos x="14" y="20"/>
                  </a:cxn>
                  <a:cxn ang="0">
                    <a:pos x="25" y="15"/>
                  </a:cxn>
                  <a:cxn ang="0">
                    <a:pos x="29" y="13"/>
                  </a:cxn>
                  <a:cxn ang="0">
                    <a:pos x="59" y="14"/>
                  </a:cxn>
                  <a:cxn ang="0">
                    <a:pos x="68" y="12"/>
                  </a:cxn>
                  <a:cxn ang="0">
                    <a:pos x="79" y="7"/>
                  </a:cxn>
                  <a:cxn ang="0">
                    <a:pos x="92" y="1"/>
                  </a:cxn>
                  <a:cxn ang="0">
                    <a:pos x="116" y="1"/>
                  </a:cxn>
                  <a:cxn ang="0">
                    <a:pos x="119" y="0"/>
                  </a:cxn>
                  <a:cxn ang="0">
                    <a:pos x="169" y="0"/>
                  </a:cxn>
                </a:cxnLst>
                <a:rect l="0" t="0" r="r" b="b"/>
                <a:pathLst>
                  <a:path w="173" h="99">
                    <a:moveTo>
                      <a:pt x="169" y="0"/>
                    </a:moveTo>
                    <a:lnTo>
                      <a:pt x="169" y="7"/>
                    </a:lnTo>
                    <a:lnTo>
                      <a:pt x="173" y="14"/>
                    </a:lnTo>
                    <a:lnTo>
                      <a:pt x="173" y="18"/>
                    </a:lnTo>
                    <a:lnTo>
                      <a:pt x="170" y="24"/>
                    </a:lnTo>
                    <a:lnTo>
                      <a:pt x="168" y="25"/>
                    </a:lnTo>
                    <a:lnTo>
                      <a:pt x="162" y="25"/>
                    </a:lnTo>
                    <a:lnTo>
                      <a:pt x="160" y="27"/>
                    </a:lnTo>
                    <a:lnTo>
                      <a:pt x="158" y="30"/>
                    </a:lnTo>
                    <a:lnTo>
                      <a:pt x="164" y="34"/>
                    </a:lnTo>
                    <a:lnTo>
                      <a:pt x="167" y="39"/>
                    </a:lnTo>
                    <a:lnTo>
                      <a:pt x="168" y="57"/>
                    </a:lnTo>
                    <a:lnTo>
                      <a:pt x="162" y="57"/>
                    </a:lnTo>
                    <a:lnTo>
                      <a:pt x="158" y="60"/>
                    </a:lnTo>
                    <a:lnTo>
                      <a:pt x="138" y="60"/>
                    </a:lnTo>
                    <a:lnTo>
                      <a:pt x="121" y="67"/>
                    </a:lnTo>
                    <a:lnTo>
                      <a:pt x="114" y="73"/>
                    </a:lnTo>
                    <a:lnTo>
                      <a:pt x="110" y="81"/>
                    </a:lnTo>
                    <a:lnTo>
                      <a:pt x="106" y="89"/>
                    </a:lnTo>
                    <a:lnTo>
                      <a:pt x="104" y="93"/>
                    </a:lnTo>
                    <a:lnTo>
                      <a:pt x="99" y="97"/>
                    </a:lnTo>
                    <a:lnTo>
                      <a:pt x="93" y="99"/>
                    </a:lnTo>
                    <a:lnTo>
                      <a:pt x="93" y="95"/>
                    </a:lnTo>
                    <a:lnTo>
                      <a:pt x="94" y="93"/>
                    </a:lnTo>
                    <a:lnTo>
                      <a:pt x="86" y="94"/>
                    </a:lnTo>
                    <a:lnTo>
                      <a:pt x="81" y="93"/>
                    </a:lnTo>
                    <a:lnTo>
                      <a:pt x="76" y="87"/>
                    </a:lnTo>
                    <a:lnTo>
                      <a:pt x="74" y="79"/>
                    </a:lnTo>
                    <a:lnTo>
                      <a:pt x="77" y="70"/>
                    </a:lnTo>
                    <a:lnTo>
                      <a:pt x="72" y="58"/>
                    </a:lnTo>
                    <a:lnTo>
                      <a:pt x="79" y="54"/>
                    </a:lnTo>
                    <a:lnTo>
                      <a:pt x="84" y="51"/>
                    </a:lnTo>
                    <a:lnTo>
                      <a:pt x="103" y="50"/>
                    </a:lnTo>
                    <a:lnTo>
                      <a:pt x="104" y="45"/>
                    </a:lnTo>
                    <a:lnTo>
                      <a:pt x="81" y="47"/>
                    </a:lnTo>
                    <a:lnTo>
                      <a:pt x="72" y="50"/>
                    </a:lnTo>
                    <a:lnTo>
                      <a:pt x="59" y="57"/>
                    </a:lnTo>
                    <a:lnTo>
                      <a:pt x="51" y="58"/>
                    </a:lnTo>
                    <a:lnTo>
                      <a:pt x="47" y="57"/>
                    </a:lnTo>
                    <a:lnTo>
                      <a:pt x="46" y="49"/>
                    </a:lnTo>
                    <a:lnTo>
                      <a:pt x="40" y="50"/>
                    </a:lnTo>
                    <a:lnTo>
                      <a:pt x="30" y="47"/>
                    </a:lnTo>
                    <a:lnTo>
                      <a:pt x="27" y="43"/>
                    </a:lnTo>
                    <a:lnTo>
                      <a:pt x="25" y="34"/>
                    </a:lnTo>
                    <a:lnTo>
                      <a:pt x="4" y="28"/>
                    </a:lnTo>
                    <a:lnTo>
                      <a:pt x="0" y="20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7" y="20"/>
                    </a:lnTo>
                    <a:lnTo>
                      <a:pt x="14" y="20"/>
                    </a:lnTo>
                    <a:lnTo>
                      <a:pt x="25" y="15"/>
                    </a:lnTo>
                    <a:lnTo>
                      <a:pt x="29" y="13"/>
                    </a:lnTo>
                    <a:lnTo>
                      <a:pt x="59" y="14"/>
                    </a:lnTo>
                    <a:lnTo>
                      <a:pt x="68" y="12"/>
                    </a:lnTo>
                    <a:lnTo>
                      <a:pt x="79" y="7"/>
                    </a:lnTo>
                    <a:lnTo>
                      <a:pt x="92" y="1"/>
                    </a:lnTo>
                    <a:lnTo>
                      <a:pt x="116" y="1"/>
                    </a:lnTo>
                    <a:lnTo>
                      <a:pt x="119" y="0"/>
                    </a:lnTo>
                    <a:lnTo>
                      <a:pt x="16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7" name="Freeform 43">
                <a:extLst>
                  <a:ext uri="{FF2B5EF4-FFF2-40B4-BE49-F238E27FC236}">
                    <a16:creationId xmlns:a16="http://schemas.microsoft.com/office/drawing/2014/main" id="{E3229D14-1EEE-0E54-B172-6210C465D17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90" y="2393"/>
                <a:ext cx="45" cy="46"/>
              </a:xfrm>
              <a:custGeom>
                <a:avLst/>
                <a:gdLst/>
                <a:ahLst/>
                <a:cxnLst>
                  <a:cxn ang="0">
                    <a:pos x="4" y="86"/>
                  </a:cxn>
                  <a:cxn ang="0">
                    <a:pos x="10" y="77"/>
                  </a:cxn>
                  <a:cxn ang="0">
                    <a:pos x="13" y="71"/>
                  </a:cxn>
                  <a:cxn ang="0">
                    <a:pos x="19" y="68"/>
                  </a:cxn>
                  <a:cxn ang="0">
                    <a:pos x="31" y="57"/>
                  </a:cxn>
                  <a:cxn ang="0">
                    <a:pos x="41" y="49"/>
                  </a:cxn>
                  <a:cxn ang="0">
                    <a:pos x="47" y="44"/>
                  </a:cxn>
                  <a:cxn ang="0">
                    <a:pos x="51" y="27"/>
                  </a:cxn>
                  <a:cxn ang="0">
                    <a:pos x="58" y="19"/>
                  </a:cxn>
                  <a:cxn ang="0">
                    <a:pos x="68" y="17"/>
                  </a:cxn>
                  <a:cxn ang="0">
                    <a:pos x="65" y="8"/>
                  </a:cxn>
                  <a:cxn ang="0">
                    <a:pos x="71" y="2"/>
                  </a:cxn>
                  <a:cxn ang="0">
                    <a:pos x="79" y="1"/>
                  </a:cxn>
                  <a:cxn ang="0">
                    <a:pos x="86" y="6"/>
                  </a:cxn>
                  <a:cxn ang="0">
                    <a:pos x="97" y="1"/>
                  </a:cxn>
                  <a:cxn ang="0">
                    <a:pos x="100" y="3"/>
                  </a:cxn>
                  <a:cxn ang="0">
                    <a:pos x="110" y="12"/>
                  </a:cxn>
                  <a:cxn ang="0">
                    <a:pos x="114" y="25"/>
                  </a:cxn>
                  <a:cxn ang="0">
                    <a:pos x="118" y="41"/>
                  </a:cxn>
                  <a:cxn ang="0">
                    <a:pos x="114" y="60"/>
                  </a:cxn>
                  <a:cxn ang="0">
                    <a:pos x="110" y="65"/>
                  </a:cxn>
                  <a:cxn ang="0">
                    <a:pos x="116" y="66"/>
                  </a:cxn>
                  <a:cxn ang="0">
                    <a:pos x="122" y="64"/>
                  </a:cxn>
                  <a:cxn ang="0">
                    <a:pos x="132" y="75"/>
                  </a:cxn>
                  <a:cxn ang="0">
                    <a:pos x="139" y="71"/>
                  </a:cxn>
                  <a:cxn ang="0">
                    <a:pos x="148" y="66"/>
                  </a:cxn>
                  <a:cxn ang="0">
                    <a:pos x="153" y="51"/>
                  </a:cxn>
                  <a:cxn ang="0">
                    <a:pos x="162" y="50"/>
                  </a:cxn>
                  <a:cxn ang="0">
                    <a:pos x="167" y="61"/>
                  </a:cxn>
                  <a:cxn ang="0">
                    <a:pos x="171" y="71"/>
                  </a:cxn>
                  <a:cxn ang="0">
                    <a:pos x="173" y="76"/>
                  </a:cxn>
                  <a:cxn ang="0">
                    <a:pos x="175" y="95"/>
                  </a:cxn>
                  <a:cxn ang="0">
                    <a:pos x="165" y="105"/>
                  </a:cxn>
                  <a:cxn ang="0">
                    <a:pos x="161" y="113"/>
                  </a:cxn>
                  <a:cxn ang="0">
                    <a:pos x="165" y="115"/>
                  </a:cxn>
                  <a:cxn ang="0">
                    <a:pos x="170" y="116"/>
                  </a:cxn>
                  <a:cxn ang="0">
                    <a:pos x="176" y="118"/>
                  </a:cxn>
                  <a:cxn ang="0">
                    <a:pos x="193" y="123"/>
                  </a:cxn>
                  <a:cxn ang="0">
                    <a:pos x="199" y="130"/>
                  </a:cxn>
                  <a:cxn ang="0">
                    <a:pos x="202" y="135"/>
                  </a:cxn>
                  <a:cxn ang="0">
                    <a:pos x="207" y="143"/>
                  </a:cxn>
                  <a:cxn ang="0">
                    <a:pos x="218" y="150"/>
                  </a:cxn>
                  <a:cxn ang="0">
                    <a:pos x="224" y="153"/>
                  </a:cxn>
                  <a:cxn ang="0">
                    <a:pos x="227" y="164"/>
                  </a:cxn>
                  <a:cxn ang="0">
                    <a:pos x="227" y="177"/>
                  </a:cxn>
                  <a:cxn ang="0">
                    <a:pos x="223" y="178"/>
                  </a:cxn>
                  <a:cxn ang="0">
                    <a:pos x="221" y="189"/>
                  </a:cxn>
                  <a:cxn ang="0">
                    <a:pos x="218" y="191"/>
                  </a:cxn>
                  <a:cxn ang="0">
                    <a:pos x="216" y="201"/>
                  </a:cxn>
                  <a:cxn ang="0">
                    <a:pos x="196" y="224"/>
                  </a:cxn>
                  <a:cxn ang="0">
                    <a:pos x="186" y="217"/>
                  </a:cxn>
                  <a:cxn ang="0">
                    <a:pos x="169" y="215"/>
                  </a:cxn>
                  <a:cxn ang="0">
                    <a:pos x="154" y="206"/>
                  </a:cxn>
                  <a:cxn ang="0">
                    <a:pos x="133" y="193"/>
                  </a:cxn>
                  <a:cxn ang="0">
                    <a:pos x="105" y="169"/>
                  </a:cxn>
                  <a:cxn ang="0">
                    <a:pos x="64" y="135"/>
                  </a:cxn>
                  <a:cxn ang="0">
                    <a:pos x="49" y="129"/>
                  </a:cxn>
                  <a:cxn ang="0">
                    <a:pos x="28" y="109"/>
                  </a:cxn>
                  <a:cxn ang="0">
                    <a:pos x="16" y="103"/>
                  </a:cxn>
                  <a:cxn ang="0">
                    <a:pos x="15" y="95"/>
                  </a:cxn>
                  <a:cxn ang="0">
                    <a:pos x="3" y="88"/>
                  </a:cxn>
                  <a:cxn ang="0">
                    <a:pos x="3" y="87"/>
                  </a:cxn>
                </a:cxnLst>
                <a:rect l="0" t="0" r="r" b="b"/>
                <a:pathLst>
                  <a:path w="227" h="228">
                    <a:moveTo>
                      <a:pt x="3" y="86"/>
                    </a:moveTo>
                    <a:lnTo>
                      <a:pt x="4" y="86"/>
                    </a:lnTo>
                    <a:lnTo>
                      <a:pt x="9" y="83"/>
                    </a:lnTo>
                    <a:lnTo>
                      <a:pt x="10" y="77"/>
                    </a:lnTo>
                    <a:lnTo>
                      <a:pt x="13" y="76"/>
                    </a:lnTo>
                    <a:lnTo>
                      <a:pt x="13" y="71"/>
                    </a:lnTo>
                    <a:lnTo>
                      <a:pt x="14" y="68"/>
                    </a:lnTo>
                    <a:lnTo>
                      <a:pt x="19" y="68"/>
                    </a:lnTo>
                    <a:lnTo>
                      <a:pt x="22" y="66"/>
                    </a:lnTo>
                    <a:lnTo>
                      <a:pt x="31" y="57"/>
                    </a:lnTo>
                    <a:lnTo>
                      <a:pt x="37" y="56"/>
                    </a:lnTo>
                    <a:lnTo>
                      <a:pt x="41" y="49"/>
                    </a:lnTo>
                    <a:lnTo>
                      <a:pt x="44" y="49"/>
                    </a:lnTo>
                    <a:lnTo>
                      <a:pt x="47" y="44"/>
                    </a:lnTo>
                    <a:lnTo>
                      <a:pt x="51" y="43"/>
                    </a:lnTo>
                    <a:lnTo>
                      <a:pt x="51" y="27"/>
                    </a:lnTo>
                    <a:lnTo>
                      <a:pt x="53" y="25"/>
                    </a:lnTo>
                    <a:lnTo>
                      <a:pt x="58" y="19"/>
                    </a:lnTo>
                    <a:lnTo>
                      <a:pt x="68" y="18"/>
                    </a:lnTo>
                    <a:lnTo>
                      <a:pt x="68" y="17"/>
                    </a:lnTo>
                    <a:lnTo>
                      <a:pt x="64" y="13"/>
                    </a:lnTo>
                    <a:lnTo>
                      <a:pt x="65" y="8"/>
                    </a:lnTo>
                    <a:lnTo>
                      <a:pt x="69" y="8"/>
                    </a:lnTo>
                    <a:lnTo>
                      <a:pt x="71" y="2"/>
                    </a:lnTo>
                    <a:lnTo>
                      <a:pt x="75" y="0"/>
                    </a:lnTo>
                    <a:lnTo>
                      <a:pt x="79" y="1"/>
                    </a:lnTo>
                    <a:lnTo>
                      <a:pt x="85" y="6"/>
                    </a:lnTo>
                    <a:lnTo>
                      <a:pt x="86" y="6"/>
                    </a:lnTo>
                    <a:lnTo>
                      <a:pt x="89" y="3"/>
                    </a:lnTo>
                    <a:lnTo>
                      <a:pt x="97" y="1"/>
                    </a:lnTo>
                    <a:lnTo>
                      <a:pt x="100" y="2"/>
                    </a:lnTo>
                    <a:lnTo>
                      <a:pt x="100" y="3"/>
                    </a:lnTo>
                    <a:lnTo>
                      <a:pt x="102" y="7"/>
                    </a:lnTo>
                    <a:lnTo>
                      <a:pt x="110" y="12"/>
                    </a:lnTo>
                    <a:lnTo>
                      <a:pt x="110" y="19"/>
                    </a:lnTo>
                    <a:lnTo>
                      <a:pt x="114" y="25"/>
                    </a:lnTo>
                    <a:lnTo>
                      <a:pt x="116" y="39"/>
                    </a:lnTo>
                    <a:lnTo>
                      <a:pt x="118" y="41"/>
                    </a:lnTo>
                    <a:lnTo>
                      <a:pt x="117" y="56"/>
                    </a:lnTo>
                    <a:lnTo>
                      <a:pt x="114" y="60"/>
                    </a:lnTo>
                    <a:lnTo>
                      <a:pt x="111" y="62"/>
                    </a:lnTo>
                    <a:lnTo>
                      <a:pt x="110" y="65"/>
                    </a:lnTo>
                    <a:lnTo>
                      <a:pt x="111" y="66"/>
                    </a:lnTo>
                    <a:lnTo>
                      <a:pt x="116" y="66"/>
                    </a:lnTo>
                    <a:lnTo>
                      <a:pt x="119" y="62"/>
                    </a:lnTo>
                    <a:lnTo>
                      <a:pt x="122" y="64"/>
                    </a:lnTo>
                    <a:lnTo>
                      <a:pt x="127" y="67"/>
                    </a:lnTo>
                    <a:lnTo>
                      <a:pt x="132" y="75"/>
                    </a:lnTo>
                    <a:lnTo>
                      <a:pt x="137" y="73"/>
                    </a:lnTo>
                    <a:lnTo>
                      <a:pt x="139" y="71"/>
                    </a:lnTo>
                    <a:lnTo>
                      <a:pt x="146" y="70"/>
                    </a:lnTo>
                    <a:lnTo>
                      <a:pt x="148" y="66"/>
                    </a:lnTo>
                    <a:lnTo>
                      <a:pt x="153" y="60"/>
                    </a:lnTo>
                    <a:lnTo>
                      <a:pt x="153" y="51"/>
                    </a:lnTo>
                    <a:lnTo>
                      <a:pt x="156" y="49"/>
                    </a:lnTo>
                    <a:lnTo>
                      <a:pt x="162" y="50"/>
                    </a:lnTo>
                    <a:lnTo>
                      <a:pt x="166" y="56"/>
                    </a:lnTo>
                    <a:lnTo>
                      <a:pt x="167" y="61"/>
                    </a:lnTo>
                    <a:lnTo>
                      <a:pt x="169" y="70"/>
                    </a:lnTo>
                    <a:lnTo>
                      <a:pt x="171" y="71"/>
                    </a:lnTo>
                    <a:lnTo>
                      <a:pt x="173" y="75"/>
                    </a:lnTo>
                    <a:lnTo>
                      <a:pt x="173" y="76"/>
                    </a:lnTo>
                    <a:lnTo>
                      <a:pt x="178" y="80"/>
                    </a:lnTo>
                    <a:lnTo>
                      <a:pt x="175" y="95"/>
                    </a:lnTo>
                    <a:lnTo>
                      <a:pt x="173" y="98"/>
                    </a:lnTo>
                    <a:lnTo>
                      <a:pt x="165" y="105"/>
                    </a:lnTo>
                    <a:lnTo>
                      <a:pt x="161" y="111"/>
                    </a:lnTo>
                    <a:lnTo>
                      <a:pt x="161" y="113"/>
                    </a:lnTo>
                    <a:lnTo>
                      <a:pt x="164" y="113"/>
                    </a:lnTo>
                    <a:lnTo>
                      <a:pt x="165" y="115"/>
                    </a:lnTo>
                    <a:lnTo>
                      <a:pt x="169" y="114"/>
                    </a:lnTo>
                    <a:lnTo>
                      <a:pt x="170" y="116"/>
                    </a:lnTo>
                    <a:lnTo>
                      <a:pt x="172" y="118"/>
                    </a:lnTo>
                    <a:lnTo>
                      <a:pt x="176" y="118"/>
                    </a:lnTo>
                    <a:lnTo>
                      <a:pt x="183" y="123"/>
                    </a:lnTo>
                    <a:lnTo>
                      <a:pt x="193" y="123"/>
                    </a:lnTo>
                    <a:lnTo>
                      <a:pt x="196" y="123"/>
                    </a:lnTo>
                    <a:lnTo>
                      <a:pt x="199" y="130"/>
                    </a:lnTo>
                    <a:lnTo>
                      <a:pt x="199" y="134"/>
                    </a:lnTo>
                    <a:lnTo>
                      <a:pt x="202" y="135"/>
                    </a:lnTo>
                    <a:lnTo>
                      <a:pt x="205" y="140"/>
                    </a:lnTo>
                    <a:lnTo>
                      <a:pt x="207" y="143"/>
                    </a:lnTo>
                    <a:lnTo>
                      <a:pt x="213" y="145"/>
                    </a:lnTo>
                    <a:lnTo>
                      <a:pt x="218" y="150"/>
                    </a:lnTo>
                    <a:lnTo>
                      <a:pt x="224" y="148"/>
                    </a:lnTo>
                    <a:lnTo>
                      <a:pt x="224" y="153"/>
                    </a:lnTo>
                    <a:lnTo>
                      <a:pt x="226" y="158"/>
                    </a:lnTo>
                    <a:lnTo>
                      <a:pt x="227" y="164"/>
                    </a:lnTo>
                    <a:lnTo>
                      <a:pt x="225" y="172"/>
                    </a:lnTo>
                    <a:lnTo>
                      <a:pt x="227" y="177"/>
                    </a:lnTo>
                    <a:lnTo>
                      <a:pt x="227" y="178"/>
                    </a:lnTo>
                    <a:lnTo>
                      <a:pt x="223" y="178"/>
                    </a:lnTo>
                    <a:lnTo>
                      <a:pt x="221" y="181"/>
                    </a:lnTo>
                    <a:lnTo>
                      <a:pt x="221" y="189"/>
                    </a:lnTo>
                    <a:lnTo>
                      <a:pt x="218" y="189"/>
                    </a:lnTo>
                    <a:lnTo>
                      <a:pt x="218" y="191"/>
                    </a:lnTo>
                    <a:lnTo>
                      <a:pt x="218" y="196"/>
                    </a:lnTo>
                    <a:lnTo>
                      <a:pt x="216" y="201"/>
                    </a:lnTo>
                    <a:lnTo>
                      <a:pt x="218" y="228"/>
                    </a:lnTo>
                    <a:lnTo>
                      <a:pt x="196" y="224"/>
                    </a:lnTo>
                    <a:lnTo>
                      <a:pt x="189" y="220"/>
                    </a:lnTo>
                    <a:lnTo>
                      <a:pt x="186" y="217"/>
                    </a:lnTo>
                    <a:lnTo>
                      <a:pt x="180" y="217"/>
                    </a:lnTo>
                    <a:lnTo>
                      <a:pt x="169" y="215"/>
                    </a:lnTo>
                    <a:lnTo>
                      <a:pt x="160" y="210"/>
                    </a:lnTo>
                    <a:lnTo>
                      <a:pt x="154" y="206"/>
                    </a:lnTo>
                    <a:lnTo>
                      <a:pt x="144" y="201"/>
                    </a:lnTo>
                    <a:lnTo>
                      <a:pt x="133" y="193"/>
                    </a:lnTo>
                    <a:lnTo>
                      <a:pt x="119" y="188"/>
                    </a:lnTo>
                    <a:lnTo>
                      <a:pt x="105" y="169"/>
                    </a:lnTo>
                    <a:lnTo>
                      <a:pt x="69" y="141"/>
                    </a:lnTo>
                    <a:lnTo>
                      <a:pt x="64" y="135"/>
                    </a:lnTo>
                    <a:lnTo>
                      <a:pt x="59" y="131"/>
                    </a:lnTo>
                    <a:lnTo>
                      <a:pt x="49" y="129"/>
                    </a:lnTo>
                    <a:lnTo>
                      <a:pt x="36" y="123"/>
                    </a:lnTo>
                    <a:lnTo>
                      <a:pt x="28" y="109"/>
                    </a:lnTo>
                    <a:lnTo>
                      <a:pt x="19" y="105"/>
                    </a:lnTo>
                    <a:lnTo>
                      <a:pt x="16" y="103"/>
                    </a:lnTo>
                    <a:lnTo>
                      <a:pt x="16" y="98"/>
                    </a:lnTo>
                    <a:lnTo>
                      <a:pt x="15" y="95"/>
                    </a:lnTo>
                    <a:lnTo>
                      <a:pt x="4" y="92"/>
                    </a:lnTo>
                    <a:lnTo>
                      <a:pt x="3" y="88"/>
                    </a:lnTo>
                    <a:lnTo>
                      <a:pt x="0" y="88"/>
                    </a:lnTo>
                    <a:lnTo>
                      <a:pt x="3" y="87"/>
                    </a:lnTo>
                    <a:lnTo>
                      <a:pt x="3" y="8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8" name="Freeform 44">
                <a:extLst>
                  <a:ext uri="{FF2B5EF4-FFF2-40B4-BE49-F238E27FC236}">
                    <a16:creationId xmlns:a16="http://schemas.microsoft.com/office/drawing/2014/main" id="{EC4D4D2A-EA63-BE0A-5737-B71043AF6B1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5" y="2334"/>
                <a:ext cx="129" cy="107"/>
              </a:xfrm>
              <a:custGeom>
                <a:avLst/>
                <a:gdLst/>
                <a:ahLst/>
                <a:cxnLst>
                  <a:cxn ang="0">
                    <a:pos x="48" y="85"/>
                  </a:cxn>
                  <a:cxn ang="0">
                    <a:pos x="55" y="67"/>
                  </a:cxn>
                  <a:cxn ang="0">
                    <a:pos x="75" y="43"/>
                  </a:cxn>
                  <a:cxn ang="0">
                    <a:pos x="96" y="9"/>
                  </a:cxn>
                  <a:cxn ang="0">
                    <a:pos x="139" y="3"/>
                  </a:cxn>
                  <a:cxn ang="0">
                    <a:pos x="199" y="20"/>
                  </a:cxn>
                  <a:cxn ang="0">
                    <a:pos x="233" y="48"/>
                  </a:cxn>
                  <a:cxn ang="0">
                    <a:pos x="264" y="30"/>
                  </a:cxn>
                  <a:cxn ang="0">
                    <a:pos x="303" y="37"/>
                  </a:cxn>
                  <a:cxn ang="0">
                    <a:pos x="362" y="58"/>
                  </a:cxn>
                  <a:cxn ang="0">
                    <a:pos x="406" y="32"/>
                  </a:cxn>
                  <a:cxn ang="0">
                    <a:pos x="459" y="30"/>
                  </a:cxn>
                  <a:cxn ang="0">
                    <a:pos x="496" y="26"/>
                  </a:cxn>
                  <a:cxn ang="0">
                    <a:pos x="517" y="36"/>
                  </a:cxn>
                  <a:cxn ang="0">
                    <a:pos x="544" y="22"/>
                  </a:cxn>
                  <a:cxn ang="0">
                    <a:pos x="558" y="15"/>
                  </a:cxn>
                  <a:cxn ang="0">
                    <a:pos x="571" y="3"/>
                  </a:cxn>
                  <a:cxn ang="0">
                    <a:pos x="581" y="20"/>
                  </a:cxn>
                  <a:cxn ang="0">
                    <a:pos x="604" y="43"/>
                  </a:cxn>
                  <a:cxn ang="0">
                    <a:pos x="624" y="76"/>
                  </a:cxn>
                  <a:cxn ang="0">
                    <a:pos x="639" y="84"/>
                  </a:cxn>
                  <a:cxn ang="0">
                    <a:pos x="642" y="119"/>
                  </a:cxn>
                  <a:cxn ang="0">
                    <a:pos x="604" y="142"/>
                  </a:cxn>
                  <a:cxn ang="0">
                    <a:pos x="587" y="159"/>
                  </a:cxn>
                  <a:cxn ang="0">
                    <a:pos x="567" y="207"/>
                  </a:cxn>
                  <a:cxn ang="0">
                    <a:pos x="554" y="257"/>
                  </a:cxn>
                  <a:cxn ang="0">
                    <a:pos x="549" y="280"/>
                  </a:cxn>
                  <a:cxn ang="0">
                    <a:pos x="517" y="315"/>
                  </a:cxn>
                  <a:cxn ang="0">
                    <a:pos x="501" y="360"/>
                  </a:cxn>
                  <a:cxn ang="0">
                    <a:pos x="478" y="406"/>
                  </a:cxn>
                  <a:cxn ang="0">
                    <a:pos x="447" y="401"/>
                  </a:cxn>
                  <a:cxn ang="0">
                    <a:pos x="440" y="392"/>
                  </a:cxn>
                  <a:cxn ang="0">
                    <a:pos x="392" y="386"/>
                  </a:cxn>
                  <a:cxn ang="0">
                    <a:pos x="371" y="403"/>
                  </a:cxn>
                  <a:cxn ang="0">
                    <a:pos x="344" y="427"/>
                  </a:cxn>
                  <a:cxn ang="0">
                    <a:pos x="330" y="472"/>
                  </a:cxn>
                  <a:cxn ang="0">
                    <a:pos x="313" y="497"/>
                  </a:cxn>
                  <a:cxn ang="0">
                    <a:pos x="304" y="497"/>
                  </a:cxn>
                  <a:cxn ang="0">
                    <a:pos x="276" y="516"/>
                  </a:cxn>
                  <a:cxn ang="0">
                    <a:pos x="237" y="515"/>
                  </a:cxn>
                  <a:cxn ang="0">
                    <a:pos x="227" y="524"/>
                  </a:cxn>
                  <a:cxn ang="0">
                    <a:pos x="216" y="522"/>
                  </a:cxn>
                  <a:cxn ang="0">
                    <a:pos x="193" y="532"/>
                  </a:cxn>
                  <a:cxn ang="0">
                    <a:pos x="180" y="524"/>
                  </a:cxn>
                  <a:cxn ang="0">
                    <a:pos x="151" y="500"/>
                  </a:cxn>
                  <a:cxn ang="0">
                    <a:pos x="151" y="467"/>
                  </a:cxn>
                  <a:cxn ang="0">
                    <a:pos x="136" y="454"/>
                  </a:cxn>
                  <a:cxn ang="0">
                    <a:pos x="126" y="444"/>
                  </a:cxn>
                  <a:cxn ang="0">
                    <a:pos x="96" y="417"/>
                  </a:cxn>
                  <a:cxn ang="0">
                    <a:pos x="5" y="417"/>
                  </a:cxn>
                  <a:cxn ang="0">
                    <a:pos x="1" y="366"/>
                  </a:cxn>
                  <a:cxn ang="0">
                    <a:pos x="6" y="295"/>
                  </a:cxn>
                  <a:cxn ang="0">
                    <a:pos x="23" y="248"/>
                  </a:cxn>
                  <a:cxn ang="0">
                    <a:pos x="49" y="218"/>
                  </a:cxn>
                  <a:cxn ang="0">
                    <a:pos x="53" y="208"/>
                  </a:cxn>
                  <a:cxn ang="0">
                    <a:pos x="48" y="197"/>
                  </a:cxn>
                  <a:cxn ang="0">
                    <a:pos x="58" y="189"/>
                  </a:cxn>
                  <a:cxn ang="0">
                    <a:pos x="55" y="154"/>
                  </a:cxn>
                  <a:cxn ang="0">
                    <a:pos x="43" y="134"/>
                  </a:cxn>
                </a:cxnLst>
                <a:rect l="0" t="0" r="r" b="b"/>
                <a:pathLst>
                  <a:path w="642" h="532">
                    <a:moveTo>
                      <a:pt x="49" y="117"/>
                    </a:moveTo>
                    <a:lnTo>
                      <a:pt x="50" y="110"/>
                    </a:lnTo>
                    <a:lnTo>
                      <a:pt x="48" y="85"/>
                    </a:lnTo>
                    <a:lnTo>
                      <a:pt x="49" y="76"/>
                    </a:lnTo>
                    <a:lnTo>
                      <a:pt x="51" y="72"/>
                    </a:lnTo>
                    <a:lnTo>
                      <a:pt x="55" y="67"/>
                    </a:lnTo>
                    <a:lnTo>
                      <a:pt x="62" y="63"/>
                    </a:lnTo>
                    <a:lnTo>
                      <a:pt x="67" y="57"/>
                    </a:lnTo>
                    <a:lnTo>
                      <a:pt x="75" y="43"/>
                    </a:lnTo>
                    <a:lnTo>
                      <a:pt x="77" y="25"/>
                    </a:lnTo>
                    <a:lnTo>
                      <a:pt x="78" y="21"/>
                    </a:lnTo>
                    <a:lnTo>
                      <a:pt x="96" y="9"/>
                    </a:lnTo>
                    <a:lnTo>
                      <a:pt x="115" y="4"/>
                    </a:lnTo>
                    <a:lnTo>
                      <a:pt x="133" y="4"/>
                    </a:lnTo>
                    <a:lnTo>
                      <a:pt x="139" y="3"/>
                    </a:lnTo>
                    <a:lnTo>
                      <a:pt x="147" y="0"/>
                    </a:lnTo>
                    <a:lnTo>
                      <a:pt x="162" y="2"/>
                    </a:lnTo>
                    <a:lnTo>
                      <a:pt x="199" y="20"/>
                    </a:lnTo>
                    <a:lnTo>
                      <a:pt x="221" y="41"/>
                    </a:lnTo>
                    <a:lnTo>
                      <a:pt x="228" y="46"/>
                    </a:lnTo>
                    <a:lnTo>
                      <a:pt x="233" y="48"/>
                    </a:lnTo>
                    <a:lnTo>
                      <a:pt x="242" y="48"/>
                    </a:lnTo>
                    <a:lnTo>
                      <a:pt x="248" y="38"/>
                    </a:lnTo>
                    <a:lnTo>
                      <a:pt x="264" y="30"/>
                    </a:lnTo>
                    <a:lnTo>
                      <a:pt x="274" y="27"/>
                    </a:lnTo>
                    <a:lnTo>
                      <a:pt x="286" y="27"/>
                    </a:lnTo>
                    <a:lnTo>
                      <a:pt x="303" y="37"/>
                    </a:lnTo>
                    <a:lnTo>
                      <a:pt x="327" y="52"/>
                    </a:lnTo>
                    <a:lnTo>
                      <a:pt x="339" y="56"/>
                    </a:lnTo>
                    <a:lnTo>
                      <a:pt x="362" y="58"/>
                    </a:lnTo>
                    <a:lnTo>
                      <a:pt x="375" y="57"/>
                    </a:lnTo>
                    <a:lnTo>
                      <a:pt x="389" y="47"/>
                    </a:lnTo>
                    <a:lnTo>
                      <a:pt x="406" y="32"/>
                    </a:lnTo>
                    <a:lnTo>
                      <a:pt x="415" y="27"/>
                    </a:lnTo>
                    <a:lnTo>
                      <a:pt x="441" y="27"/>
                    </a:lnTo>
                    <a:lnTo>
                      <a:pt x="459" y="30"/>
                    </a:lnTo>
                    <a:lnTo>
                      <a:pt x="469" y="26"/>
                    </a:lnTo>
                    <a:lnTo>
                      <a:pt x="489" y="24"/>
                    </a:lnTo>
                    <a:lnTo>
                      <a:pt x="496" y="26"/>
                    </a:lnTo>
                    <a:lnTo>
                      <a:pt x="503" y="30"/>
                    </a:lnTo>
                    <a:lnTo>
                      <a:pt x="511" y="32"/>
                    </a:lnTo>
                    <a:lnTo>
                      <a:pt x="517" y="36"/>
                    </a:lnTo>
                    <a:lnTo>
                      <a:pt x="528" y="36"/>
                    </a:lnTo>
                    <a:lnTo>
                      <a:pt x="534" y="32"/>
                    </a:lnTo>
                    <a:lnTo>
                      <a:pt x="544" y="22"/>
                    </a:lnTo>
                    <a:lnTo>
                      <a:pt x="544" y="21"/>
                    </a:lnTo>
                    <a:lnTo>
                      <a:pt x="550" y="16"/>
                    </a:lnTo>
                    <a:lnTo>
                      <a:pt x="558" y="15"/>
                    </a:lnTo>
                    <a:lnTo>
                      <a:pt x="564" y="15"/>
                    </a:lnTo>
                    <a:lnTo>
                      <a:pt x="570" y="3"/>
                    </a:lnTo>
                    <a:lnTo>
                      <a:pt x="571" y="3"/>
                    </a:lnTo>
                    <a:lnTo>
                      <a:pt x="574" y="0"/>
                    </a:lnTo>
                    <a:lnTo>
                      <a:pt x="577" y="11"/>
                    </a:lnTo>
                    <a:lnTo>
                      <a:pt x="581" y="20"/>
                    </a:lnTo>
                    <a:lnTo>
                      <a:pt x="588" y="30"/>
                    </a:lnTo>
                    <a:lnTo>
                      <a:pt x="599" y="36"/>
                    </a:lnTo>
                    <a:lnTo>
                      <a:pt x="604" y="43"/>
                    </a:lnTo>
                    <a:lnTo>
                      <a:pt x="613" y="65"/>
                    </a:lnTo>
                    <a:lnTo>
                      <a:pt x="623" y="73"/>
                    </a:lnTo>
                    <a:lnTo>
                      <a:pt x="624" y="76"/>
                    </a:lnTo>
                    <a:lnTo>
                      <a:pt x="635" y="80"/>
                    </a:lnTo>
                    <a:lnTo>
                      <a:pt x="636" y="81"/>
                    </a:lnTo>
                    <a:lnTo>
                      <a:pt x="639" y="84"/>
                    </a:lnTo>
                    <a:lnTo>
                      <a:pt x="641" y="89"/>
                    </a:lnTo>
                    <a:lnTo>
                      <a:pt x="640" y="106"/>
                    </a:lnTo>
                    <a:lnTo>
                      <a:pt x="642" y="119"/>
                    </a:lnTo>
                    <a:lnTo>
                      <a:pt x="623" y="132"/>
                    </a:lnTo>
                    <a:lnTo>
                      <a:pt x="620" y="135"/>
                    </a:lnTo>
                    <a:lnTo>
                      <a:pt x="604" y="142"/>
                    </a:lnTo>
                    <a:lnTo>
                      <a:pt x="601" y="143"/>
                    </a:lnTo>
                    <a:lnTo>
                      <a:pt x="592" y="153"/>
                    </a:lnTo>
                    <a:lnTo>
                      <a:pt x="587" y="159"/>
                    </a:lnTo>
                    <a:lnTo>
                      <a:pt x="583" y="166"/>
                    </a:lnTo>
                    <a:lnTo>
                      <a:pt x="576" y="189"/>
                    </a:lnTo>
                    <a:lnTo>
                      <a:pt x="567" y="207"/>
                    </a:lnTo>
                    <a:lnTo>
                      <a:pt x="564" y="218"/>
                    </a:lnTo>
                    <a:lnTo>
                      <a:pt x="562" y="229"/>
                    </a:lnTo>
                    <a:lnTo>
                      <a:pt x="554" y="257"/>
                    </a:lnTo>
                    <a:lnTo>
                      <a:pt x="553" y="269"/>
                    </a:lnTo>
                    <a:lnTo>
                      <a:pt x="551" y="275"/>
                    </a:lnTo>
                    <a:lnTo>
                      <a:pt x="549" y="280"/>
                    </a:lnTo>
                    <a:lnTo>
                      <a:pt x="534" y="287"/>
                    </a:lnTo>
                    <a:lnTo>
                      <a:pt x="523" y="299"/>
                    </a:lnTo>
                    <a:lnTo>
                      <a:pt x="517" y="315"/>
                    </a:lnTo>
                    <a:lnTo>
                      <a:pt x="513" y="331"/>
                    </a:lnTo>
                    <a:lnTo>
                      <a:pt x="511" y="338"/>
                    </a:lnTo>
                    <a:lnTo>
                      <a:pt x="501" y="360"/>
                    </a:lnTo>
                    <a:lnTo>
                      <a:pt x="483" y="391"/>
                    </a:lnTo>
                    <a:lnTo>
                      <a:pt x="481" y="400"/>
                    </a:lnTo>
                    <a:lnTo>
                      <a:pt x="478" y="406"/>
                    </a:lnTo>
                    <a:lnTo>
                      <a:pt x="469" y="409"/>
                    </a:lnTo>
                    <a:lnTo>
                      <a:pt x="456" y="408"/>
                    </a:lnTo>
                    <a:lnTo>
                      <a:pt x="447" y="401"/>
                    </a:lnTo>
                    <a:lnTo>
                      <a:pt x="443" y="398"/>
                    </a:lnTo>
                    <a:lnTo>
                      <a:pt x="443" y="397"/>
                    </a:lnTo>
                    <a:lnTo>
                      <a:pt x="440" y="392"/>
                    </a:lnTo>
                    <a:lnTo>
                      <a:pt x="429" y="382"/>
                    </a:lnTo>
                    <a:lnTo>
                      <a:pt x="414" y="381"/>
                    </a:lnTo>
                    <a:lnTo>
                      <a:pt x="392" y="386"/>
                    </a:lnTo>
                    <a:lnTo>
                      <a:pt x="377" y="386"/>
                    </a:lnTo>
                    <a:lnTo>
                      <a:pt x="375" y="386"/>
                    </a:lnTo>
                    <a:lnTo>
                      <a:pt x="371" y="403"/>
                    </a:lnTo>
                    <a:lnTo>
                      <a:pt x="360" y="408"/>
                    </a:lnTo>
                    <a:lnTo>
                      <a:pt x="352" y="416"/>
                    </a:lnTo>
                    <a:lnTo>
                      <a:pt x="344" y="427"/>
                    </a:lnTo>
                    <a:lnTo>
                      <a:pt x="335" y="443"/>
                    </a:lnTo>
                    <a:lnTo>
                      <a:pt x="332" y="458"/>
                    </a:lnTo>
                    <a:lnTo>
                      <a:pt x="330" y="472"/>
                    </a:lnTo>
                    <a:lnTo>
                      <a:pt x="327" y="481"/>
                    </a:lnTo>
                    <a:lnTo>
                      <a:pt x="320" y="490"/>
                    </a:lnTo>
                    <a:lnTo>
                      <a:pt x="313" y="497"/>
                    </a:lnTo>
                    <a:lnTo>
                      <a:pt x="313" y="504"/>
                    </a:lnTo>
                    <a:lnTo>
                      <a:pt x="309" y="498"/>
                    </a:lnTo>
                    <a:lnTo>
                      <a:pt x="304" y="497"/>
                    </a:lnTo>
                    <a:lnTo>
                      <a:pt x="301" y="505"/>
                    </a:lnTo>
                    <a:lnTo>
                      <a:pt x="300" y="517"/>
                    </a:lnTo>
                    <a:lnTo>
                      <a:pt x="276" y="516"/>
                    </a:lnTo>
                    <a:lnTo>
                      <a:pt x="265" y="517"/>
                    </a:lnTo>
                    <a:lnTo>
                      <a:pt x="242" y="508"/>
                    </a:lnTo>
                    <a:lnTo>
                      <a:pt x="237" y="515"/>
                    </a:lnTo>
                    <a:lnTo>
                      <a:pt x="234" y="516"/>
                    </a:lnTo>
                    <a:lnTo>
                      <a:pt x="231" y="521"/>
                    </a:lnTo>
                    <a:lnTo>
                      <a:pt x="227" y="524"/>
                    </a:lnTo>
                    <a:lnTo>
                      <a:pt x="225" y="524"/>
                    </a:lnTo>
                    <a:lnTo>
                      <a:pt x="221" y="525"/>
                    </a:lnTo>
                    <a:lnTo>
                      <a:pt x="216" y="522"/>
                    </a:lnTo>
                    <a:lnTo>
                      <a:pt x="212" y="525"/>
                    </a:lnTo>
                    <a:lnTo>
                      <a:pt x="210" y="524"/>
                    </a:lnTo>
                    <a:lnTo>
                      <a:pt x="193" y="532"/>
                    </a:lnTo>
                    <a:lnTo>
                      <a:pt x="190" y="524"/>
                    </a:lnTo>
                    <a:lnTo>
                      <a:pt x="182" y="524"/>
                    </a:lnTo>
                    <a:lnTo>
                      <a:pt x="180" y="524"/>
                    </a:lnTo>
                    <a:lnTo>
                      <a:pt x="168" y="521"/>
                    </a:lnTo>
                    <a:lnTo>
                      <a:pt x="163" y="513"/>
                    </a:lnTo>
                    <a:lnTo>
                      <a:pt x="151" y="500"/>
                    </a:lnTo>
                    <a:lnTo>
                      <a:pt x="146" y="482"/>
                    </a:lnTo>
                    <a:lnTo>
                      <a:pt x="146" y="471"/>
                    </a:lnTo>
                    <a:lnTo>
                      <a:pt x="151" y="467"/>
                    </a:lnTo>
                    <a:lnTo>
                      <a:pt x="147" y="467"/>
                    </a:lnTo>
                    <a:lnTo>
                      <a:pt x="140" y="465"/>
                    </a:lnTo>
                    <a:lnTo>
                      <a:pt x="136" y="454"/>
                    </a:lnTo>
                    <a:lnTo>
                      <a:pt x="133" y="451"/>
                    </a:lnTo>
                    <a:lnTo>
                      <a:pt x="130" y="445"/>
                    </a:lnTo>
                    <a:lnTo>
                      <a:pt x="126" y="444"/>
                    </a:lnTo>
                    <a:lnTo>
                      <a:pt x="124" y="439"/>
                    </a:lnTo>
                    <a:lnTo>
                      <a:pt x="117" y="429"/>
                    </a:lnTo>
                    <a:lnTo>
                      <a:pt x="96" y="417"/>
                    </a:lnTo>
                    <a:lnTo>
                      <a:pt x="86" y="416"/>
                    </a:lnTo>
                    <a:lnTo>
                      <a:pt x="64" y="413"/>
                    </a:lnTo>
                    <a:lnTo>
                      <a:pt x="5" y="417"/>
                    </a:lnTo>
                    <a:lnTo>
                      <a:pt x="2" y="414"/>
                    </a:lnTo>
                    <a:lnTo>
                      <a:pt x="0" y="375"/>
                    </a:lnTo>
                    <a:lnTo>
                      <a:pt x="1" y="366"/>
                    </a:lnTo>
                    <a:lnTo>
                      <a:pt x="6" y="345"/>
                    </a:lnTo>
                    <a:lnTo>
                      <a:pt x="5" y="315"/>
                    </a:lnTo>
                    <a:lnTo>
                      <a:pt x="6" y="295"/>
                    </a:lnTo>
                    <a:lnTo>
                      <a:pt x="10" y="283"/>
                    </a:lnTo>
                    <a:lnTo>
                      <a:pt x="22" y="263"/>
                    </a:lnTo>
                    <a:lnTo>
                      <a:pt x="23" y="248"/>
                    </a:lnTo>
                    <a:lnTo>
                      <a:pt x="26" y="239"/>
                    </a:lnTo>
                    <a:lnTo>
                      <a:pt x="34" y="229"/>
                    </a:lnTo>
                    <a:lnTo>
                      <a:pt x="49" y="218"/>
                    </a:lnTo>
                    <a:lnTo>
                      <a:pt x="49" y="212"/>
                    </a:lnTo>
                    <a:lnTo>
                      <a:pt x="53" y="209"/>
                    </a:lnTo>
                    <a:lnTo>
                      <a:pt x="53" y="208"/>
                    </a:lnTo>
                    <a:lnTo>
                      <a:pt x="53" y="204"/>
                    </a:lnTo>
                    <a:lnTo>
                      <a:pt x="48" y="199"/>
                    </a:lnTo>
                    <a:lnTo>
                      <a:pt x="48" y="197"/>
                    </a:lnTo>
                    <a:lnTo>
                      <a:pt x="50" y="191"/>
                    </a:lnTo>
                    <a:lnTo>
                      <a:pt x="53" y="189"/>
                    </a:lnTo>
                    <a:lnTo>
                      <a:pt x="58" y="189"/>
                    </a:lnTo>
                    <a:lnTo>
                      <a:pt x="59" y="187"/>
                    </a:lnTo>
                    <a:lnTo>
                      <a:pt x="59" y="169"/>
                    </a:lnTo>
                    <a:lnTo>
                      <a:pt x="55" y="154"/>
                    </a:lnTo>
                    <a:lnTo>
                      <a:pt x="54" y="149"/>
                    </a:lnTo>
                    <a:lnTo>
                      <a:pt x="44" y="139"/>
                    </a:lnTo>
                    <a:lnTo>
                      <a:pt x="43" y="134"/>
                    </a:lnTo>
                    <a:lnTo>
                      <a:pt x="44" y="123"/>
                    </a:lnTo>
                    <a:lnTo>
                      <a:pt x="49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9" name="Freeform 45">
                <a:extLst>
                  <a:ext uri="{FF2B5EF4-FFF2-40B4-BE49-F238E27FC236}">
                    <a16:creationId xmlns:a16="http://schemas.microsoft.com/office/drawing/2014/main" id="{0032B9A1-09B2-8372-9EF6-F8AC3B25209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37" y="2446"/>
                <a:ext cx="84" cy="96"/>
              </a:xfrm>
              <a:custGeom>
                <a:avLst/>
                <a:gdLst/>
                <a:ahLst/>
                <a:cxnLst>
                  <a:cxn ang="0">
                    <a:pos x="408" y="5"/>
                  </a:cxn>
                  <a:cxn ang="0">
                    <a:pos x="377" y="16"/>
                  </a:cxn>
                  <a:cxn ang="0">
                    <a:pos x="343" y="0"/>
                  </a:cxn>
                  <a:cxn ang="0">
                    <a:pos x="300" y="17"/>
                  </a:cxn>
                  <a:cxn ang="0">
                    <a:pos x="274" y="47"/>
                  </a:cxn>
                  <a:cxn ang="0">
                    <a:pos x="274" y="101"/>
                  </a:cxn>
                  <a:cxn ang="0">
                    <a:pos x="267" y="114"/>
                  </a:cxn>
                  <a:cxn ang="0">
                    <a:pos x="234" y="96"/>
                  </a:cxn>
                  <a:cxn ang="0">
                    <a:pos x="205" y="90"/>
                  </a:cxn>
                  <a:cxn ang="0">
                    <a:pos x="118" y="84"/>
                  </a:cxn>
                  <a:cxn ang="0">
                    <a:pos x="111" y="117"/>
                  </a:cxn>
                  <a:cxn ang="0">
                    <a:pos x="121" y="140"/>
                  </a:cxn>
                  <a:cxn ang="0">
                    <a:pos x="166" y="124"/>
                  </a:cxn>
                  <a:cxn ang="0">
                    <a:pos x="177" y="157"/>
                  </a:cxn>
                  <a:cxn ang="0">
                    <a:pos x="158" y="204"/>
                  </a:cxn>
                  <a:cxn ang="0">
                    <a:pos x="173" y="246"/>
                  </a:cxn>
                  <a:cxn ang="0">
                    <a:pos x="169" y="275"/>
                  </a:cxn>
                  <a:cxn ang="0">
                    <a:pos x="161" y="329"/>
                  </a:cxn>
                  <a:cxn ang="0">
                    <a:pos x="127" y="318"/>
                  </a:cxn>
                  <a:cxn ang="0">
                    <a:pos x="92" y="310"/>
                  </a:cxn>
                  <a:cxn ang="0">
                    <a:pos x="74" y="313"/>
                  </a:cxn>
                  <a:cxn ang="0">
                    <a:pos x="42" y="333"/>
                  </a:cxn>
                  <a:cxn ang="0">
                    <a:pos x="27" y="350"/>
                  </a:cxn>
                  <a:cxn ang="0">
                    <a:pos x="31" y="375"/>
                  </a:cxn>
                  <a:cxn ang="0">
                    <a:pos x="31" y="394"/>
                  </a:cxn>
                  <a:cxn ang="0">
                    <a:pos x="8" y="397"/>
                  </a:cxn>
                  <a:cxn ang="0">
                    <a:pos x="0" y="419"/>
                  </a:cxn>
                  <a:cxn ang="0">
                    <a:pos x="19" y="434"/>
                  </a:cxn>
                  <a:cxn ang="0">
                    <a:pos x="40" y="456"/>
                  </a:cxn>
                  <a:cxn ang="0">
                    <a:pos x="63" y="469"/>
                  </a:cxn>
                  <a:cxn ang="0">
                    <a:pos x="80" y="449"/>
                  </a:cxn>
                  <a:cxn ang="0">
                    <a:pos x="100" y="447"/>
                  </a:cxn>
                  <a:cxn ang="0">
                    <a:pos x="121" y="468"/>
                  </a:cxn>
                  <a:cxn ang="0">
                    <a:pos x="140" y="452"/>
                  </a:cxn>
                  <a:cxn ang="0">
                    <a:pos x="161" y="444"/>
                  </a:cxn>
                  <a:cxn ang="0">
                    <a:pos x="177" y="445"/>
                  </a:cxn>
                  <a:cxn ang="0">
                    <a:pos x="188" y="466"/>
                  </a:cxn>
                  <a:cxn ang="0">
                    <a:pos x="232" y="437"/>
                  </a:cxn>
                  <a:cxn ang="0">
                    <a:pos x="261" y="415"/>
                  </a:cxn>
                  <a:cxn ang="0">
                    <a:pos x="278" y="376"/>
                  </a:cxn>
                  <a:cxn ang="0">
                    <a:pos x="282" y="337"/>
                  </a:cxn>
                  <a:cxn ang="0">
                    <a:pos x="312" y="280"/>
                  </a:cxn>
                  <a:cxn ang="0">
                    <a:pos x="348" y="254"/>
                  </a:cxn>
                  <a:cxn ang="0">
                    <a:pos x="364" y="237"/>
                  </a:cxn>
                  <a:cxn ang="0">
                    <a:pos x="372" y="141"/>
                  </a:cxn>
                  <a:cxn ang="0">
                    <a:pos x="391" y="73"/>
                  </a:cxn>
                  <a:cxn ang="0">
                    <a:pos x="417" y="17"/>
                  </a:cxn>
                </a:cxnLst>
                <a:rect l="0" t="0" r="r" b="b"/>
                <a:pathLst>
                  <a:path w="417" h="479">
                    <a:moveTo>
                      <a:pt x="414" y="0"/>
                    </a:moveTo>
                    <a:lnTo>
                      <a:pt x="408" y="5"/>
                    </a:lnTo>
                    <a:lnTo>
                      <a:pt x="393" y="12"/>
                    </a:lnTo>
                    <a:lnTo>
                      <a:pt x="377" y="16"/>
                    </a:lnTo>
                    <a:lnTo>
                      <a:pt x="360" y="10"/>
                    </a:lnTo>
                    <a:lnTo>
                      <a:pt x="343" y="0"/>
                    </a:lnTo>
                    <a:lnTo>
                      <a:pt x="323" y="3"/>
                    </a:lnTo>
                    <a:lnTo>
                      <a:pt x="300" y="17"/>
                    </a:lnTo>
                    <a:lnTo>
                      <a:pt x="283" y="33"/>
                    </a:lnTo>
                    <a:lnTo>
                      <a:pt x="274" y="47"/>
                    </a:lnTo>
                    <a:lnTo>
                      <a:pt x="272" y="58"/>
                    </a:lnTo>
                    <a:lnTo>
                      <a:pt x="274" y="101"/>
                    </a:lnTo>
                    <a:lnTo>
                      <a:pt x="272" y="111"/>
                    </a:lnTo>
                    <a:lnTo>
                      <a:pt x="267" y="114"/>
                    </a:lnTo>
                    <a:lnTo>
                      <a:pt x="244" y="96"/>
                    </a:lnTo>
                    <a:lnTo>
                      <a:pt x="234" y="96"/>
                    </a:lnTo>
                    <a:lnTo>
                      <a:pt x="220" y="91"/>
                    </a:lnTo>
                    <a:lnTo>
                      <a:pt x="205" y="90"/>
                    </a:lnTo>
                    <a:lnTo>
                      <a:pt x="194" y="84"/>
                    </a:lnTo>
                    <a:lnTo>
                      <a:pt x="118" y="84"/>
                    </a:lnTo>
                    <a:lnTo>
                      <a:pt x="112" y="98"/>
                    </a:lnTo>
                    <a:lnTo>
                      <a:pt x="111" y="117"/>
                    </a:lnTo>
                    <a:lnTo>
                      <a:pt x="112" y="135"/>
                    </a:lnTo>
                    <a:lnTo>
                      <a:pt x="121" y="140"/>
                    </a:lnTo>
                    <a:lnTo>
                      <a:pt x="137" y="117"/>
                    </a:lnTo>
                    <a:lnTo>
                      <a:pt x="166" y="124"/>
                    </a:lnTo>
                    <a:lnTo>
                      <a:pt x="176" y="137"/>
                    </a:lnTo>
                    <a:lnTo>
                      <a:pt x="177" y="157"/>
                    </a:lnTo>
                    <a:lnTo>
                      <a:pt x="159" y="187"/>
                    </a:lnTo>
                    <a:lnTo>
                      <a:pt x="158" y="204"/>
                    </a:lnTo>
                    <a:lnTo>
                      <a:pt x="162" y="218"/>
                    </a:lnTo>
                    <a:lnTo>
                      <a:pt x="173" y="246"/>
                    </a:lnTo>
                    <a:lnTo>
                      <a:pt x="172" y="262"/>
                    </a:lnTo>
                    <a:lnTo>
                      <a:pt x="169" y="275"/>
                    </a:lnTo>
                    <a:lnTo>
                      <a:pt x="166" y="312"/>
                    </a:lnTo>
                    <a:lnTo>
                      <a:pt x="161" y="329"/>
                    </a:lnTo>
                    <a:lnTo>
                      <a:pt x="145" y="334"/>
                    </a:lnTo>
                    <a:lnTo>
                      <a:pt x="127" y="318"/>
                    </a:lnTo>
                    <a:lnTo>
                      <a:pt x="102" y="321"/>
                    </a:lnTo>
                    <a:lnTo>
                      <a:pt x="92" y="310"/>
                    </a:lnTo>
                    <a:lnTo>
                      <a:pt x="85" y="305"/>
                    </a:lnTo>
                    <a:lnTo>
                      <a:pt x="74" y="313"/>
                    </a:lnTo>
                    <a:lnTo>
                      <a:pt x="65" y="324"/>
                    </a:lnTo>
                    <a:lnTo>
                      <a:pt x="42" y="333"/>
                    </a:lnTo>
                    <a:lnTo>
                      <a:pt x="32" y="342"/>
                    </a:lnTo>
                    <a:lnTo>
                      <a:pt x="27" y="350"/>
                    </a:lnTo>
                    <a:lnTo>
                      <a:pt x="26" y="363"/>
                    </a:lnTo>
                    <a:lnTo>
                      <a:pt x="31" y="375"/>
                    </a:lnTo>
                    <a:lnTo>
                      <a:pt x="33" y="390"/>
                    </a:lnTo>
                    <a:lnTo>
                      <a:pt x="31" y="394"/>
                    </a:lnTo>
                    <a:lnTo>
                      <a:pt x="19" y="394"/>
                    </a:lnTo>
                    <a:lnTo>
                      <a:pt x="8" y="397"/>
                    </a:lnTo>
                    <a:lnTo>
                      <a:pt x="2" y="404"/>
                    </a:lnTo>
                    <a:lnTo>
                      <a:pt x="0" y="419"/>
                    </a:lnTo>
                    <a:lnTo>
                      <a:pt x="13" y="425"/>
                    </a:lnTo>
                    <a:lnTo>
                      <a:pt x="19" y="434"/>
                    </a:lnTo>
                    <a:lnTo>
                      <a:pt x="33" y="449"/>
                    </a:lnTo>
                    <a:lnTo>
                      <a:pt x="40" y="456"/>
                    </a:lnTo>
                    <a:lnTo>
                      <a:pt x="49" y="479"/>
                    </a:lnTo>
                    <a:lnTo>
                      <a:pt x="63" y="469"/>
                    </a:lnTo>
                    <a:lnTo>
                      <a:pt x="73" y="463"/>
                    </a:lnTo>
                    <a:lnTo>
                      <a:pt x="80" y="449"/>
                    </a:lnTo>
                    <a:lnTo>
                      <a:pt x="90" y="444"/>
                    </a:lnTo>
                    <a:lnTo>
                      <a:pt x="100" y="447"/>
                    </a:lnTo>
                    <a:lnTo>
                      <a:pt x="105" y="458"/>
                    </a:lnTo>
                    <a:lnTo>
                      <a:pt x="121" y="468"/>
                    </a:lnTo>
                    <a:lnTo>
                      <a:pt x="133" y="465"/>
                    </a:lnTo>
                    <a:lnTo>
                      <a:pt x="140" y="452"/>
                    </a:lnTo>
                    <a:lnTo>
                      <a:pt x="148" y="446"/>
                    </a:lnTo>
                    <a:lnTo>
                      <a:pt x="161" y="444"/>
                    </a:lnTo>
                    <a:lnTo>
                      <a:pt x="175" y="440"/>
                    </a:lnTo>
                    <a:lnTo>
                      <a:pt x="177" y="445"/>
                    </a:lnTo>
                    <a:lnTo>
                      <a:pt x="178" y="463"/>
                    </a:lnTo>
                    <a:lnTo>
                      <a:pt x="188" y="466"/>
                    </a:lnTo>
                    <a:lnTo>
                      <a:pt x="209" y="458"/>
                    </a:lnTo>
                    <a:lnTo>
                      <a:pt x="232" y="437"/>
                    </a:lnTo>
                    <a:lnTo>
                      <a:pt x="246" y="430"/>
                    </a:lnTo>
                    <a:lnTo>
                      <a:pt x="261" y="415"/>
                    </a:lnTo>
                    <a:lnTo>
                      <a:pt x="274" y="394"/>
                    </a:lnTo>
                    <a:lnTo>
                      <a:pt x="278" y="376"/>
                    </a:lnTo>
                    <a:lnTo>
                      <a:pt x="278" y="358"/>
                    </a:lnTo>
                    <a:lnTo>
                      <a:pt x="282" y="337"/>
                    </a:lnTo>
                    <a:lnTo>
                      <a:pt x="289" y="316"/>
                    </a:lnTo>
                    <a:lnTo>
                      <a:pt x="312" y="280"/>
                    </a:lnTo>
                    <a:lnTo>
                      <a:pt x="329" y="264"/>
                    </a:lnTo>
                    <a:lnTo>
                      <a:pt x="348" y="254"/>
                    </a:lnTo>
                    <a:lnTo>
                      <a:pt x="363" y="241"/>
                    </a:lnTo>
                    <a:lnTo>
                      <a:pt x="364" y="237"/>
                    </a:lnTo>
                    <a:lnTo>
                      <a:pt x="371" y="207"/>
                    </a:lnTo>
                    <a:lnTo>
                      <a:pt x="372" y="141"/>
                    </a:lnTo>
                    <a:lnTo>
                      <a:pt x="381" y="97"/>
                    </a:lnTo>
                    <a:lnTo>
                      <a:pt x="391" y="73"/>
                    </a:lnTo>
                    <a:lnTo>
                      <a:pt x="412" y="36"/>
                    </a:lnTo>
                    <a:lnTo>
                      <a:pt x="417" y="17"/>
                    </a:lnTo>
                    <a:lnTo>
                      <a:pt x="4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0" name="Freeform 46">
                <a:extLst>
                  <a:ext uri="{FF2B5EF4-FFF2-40B4-BE49-F238E27FC236}">
                    <a16:creationId xmlns:a16="http://schemas.microsoft.com/office/drawing/2014/main" id="{5E78D260-2CF6-1EB5-E468-F356D7683B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8" y="2462"/>
                <a:ext cx="21" cy="14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67" y="0"/>
                  </a:cxn>
                  <a:cxn ang="0">
                    <a:pos x="25" y="3"/>
                  </a:cxn>
                  <a:cxn ang="0">
                    <a:pos x="21" y="4"/>
                  </a:cxn>
                  <a:cxn ang="0">
                    <a:pos x="21" y="14"/>
                  </a:cxn>
                  <a:cxn ang="0">
                    <a:pos x="14" y="26"/>
                  </a:cxn>
                  <a:cxn ang="0">
                    <a:pos x="11" y="37"/>
                  </a:cxn>
                  <a:cxn ang="0">
                    <a:pos x="0" y="56"/>
                  </a:cxn>
                  <a:cxn ang="0">
                    <a:pos x="15" y="63"/>
                  </a:cxn>
                  <a:cxn ang="0">
                    <a:pos x="15" y="65"/>
                  </a:cxn>
                  <a:cxn ang="0">
                    <a:pos x="13" y="69"/>
                  </a:cxn>
                  <a:cxn ang="0">
                    <a:pos x="13" y="68"/>
                  </a:cxn>
                  <a:cxn ang="0">
                    <a:pos x="36" y="63"/>
                  </a:cxn>
                  <a:cxn ang="0">
                    <a:pos x="107" y="60"/>
                  </a:cxn>
                  <a:cxn ang="0">
                    <a:pos x="105" y="58"/>
                  </a:cxn>
                  <a:cxn ang="0">
                    <a:pos x="102" y="38"/>
                  </a:cxn>
                  <a:cxn ang="0">
                    <a:pos x="101" y="15"/>
                  </a:cxn>
                  <a:cxn ang="0">
                    <a:pos x="107" y="0"/>
                  </a:cxn>
                </a:cxnLst>
                <a:rect l="0" t="0" r="r" b="b"/>
                <a:pathLst>
                  <a:path w="107" h="69">
                    <a:moveTo>
                      <a:pt x="107" y="0"/>
                    </a:moveTo>
                    <a:lnTo>
                      <a:pt x="67" y="0"/>
                    </a:lnTo>
                    <a:lnTo>
                      <a:pt x="25" y="3"/>
                    </a:lnTo>
                    <a:lnTo>
                      <a:pt x="21" y="4"/>
                    </a:lnTo>
                    <a:lnTo>
                      <a:pt x="21" y="14"/>
                    </a:lnTo>
                    <a:lnTo>
                      <a:pt x="14" y="26"/>
                    </a:lnTo>
                    <a:lnTo>
                      <a:pt x="11" y="37"/>
                    </a:lnTo>
                    <a:lnTo>
                      <a:pt x="0" y="56"/>
                    </a:lnTo>
                    <a:lnTo>
                      <a:pt x="15" y="63"/>
                    </a:lnTo>
                    <a:lnTo>
                      <a:pt x="15" y="65"/>
                    </a:lnTo>
                    <a:lnTo>
                      <a:pt x="13" y="69"/>
                    </a:lnTo>
                    <a:lnTo>
                      <a:pt x="13" y="68"/>
                    </a:lnTo>
                    <a:lnTo>
                      <a:pt x="36" y="63"/>
                    </a:lnTo>
                    <a:lnTo>
                      <a:pt x="107" y="60"/>
                    </a:lnTo>
                    <a:lnTo>
                      <a:pt x="105" y="58"/>
                    </a:lnTo>
                    <a:lnTo>
                      <a:pt x="102" y="38"/>
                    </a:lnTo>
                    <a:lnTo>
                      <a:pt x="101" y="15"/>
                    </a:lnTo>
                    <a:lnTo>
                      <a:pt x="10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1" name="Freeform 47">
                <a:extLst>
                  <a:ext uri="{FF2B5EF4-FFF2-40B4-BE49-F238E27FC236}">
                    <a16:creationId xmlns:a16="http://schemas.microsoft.com/office/drawing/2014/main" id="{E737CA9A-6473-90A1-584B-53F04229F75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36" y="2512"/>
                <a:ext cx="18" cy="22"/>
              </a:xfrm>
              <a:custGeom>
                <a:avLst/>
                <a:gdLst/>
                <a:ahLst/>
                <a:cxnLst>
                  <a:cxn ang="0">
                    <a:pos x="83" y="5"/>
                  </a:cxn>
                  <a:cxn ang="0">
                    <a:pos x="81" y="1"/>
                  </a:cxn>
                  <a:cxn ang="0">
                    <a:pos x="76" y="1"/>
                  </a:cxn>
                  <a:cxn ang="0">
                    <a:pos x="76" y="0"/>
                  </a:cxn>
                  <a:cxn ang="0">
                    <a:pos x="71" y="0"/>
                  </a:cxn>
                  <a:cxn ang="0">
                    <a:pos x="59" y="4"/>
                  </a:cxn>
                  <a:cxn ang="0">
                    <a:pos x="49" y="4"/>
                  </a:cxn>
                  <a:cxn ang="0">
                    <a:pos x="46" y="6"/>
                  </a:cxn>
                  <a:cxn ang="0">
                    <a:pos x="45" y="9"/>
                  </a:cxn>
                  <a:cxn ang="0">
                    <a:pos x="45" y="17"/>
                  </a:cxn>
                  <a:cxn ang="0">
                    <a:pos x="41" y="22"/>
                  </a:cxn>
                  <a:cxn ang="0">
                    <a:pos x="33" y="22"/>
                  </a:cxn>
                  <a:cxn ang="0">
                    <a:pos x="28" y="25"/>
                  </a:cxn>
                  <a:cxn ang="0">
                    <a:pos x="22" y="26"/>
                  </a:cxn>
                  <a:cxn ang="0">
                    <a:pos x="19" y="25"/>
                  </a:cxn>
                  <a:cxn ang="0">
                    <a:pos x="16" y="16"/>
                  </a:cxn>
                  <a:cxn ang="0">
                    <a:pos x="13" y="11"/>
                  </a:cxn>
                  <a:cxn ang="0">
                    <a:pos x="11" y="10"/>
                  </a:cxn>
                  <a:cxn ang="0">
                    <a:pos x="6" y="10"/>
                  </a:cxn>
                  <a:cxn ang="0">
                    <a:pos x="1" y="13"/>
                  </a:cxn>
                  <a:cxn ang="0">
                    <a:pos x="1" y="22"/>
                  </a:cxn>
                  <a:cxn ang="0">
                    <a:pos x="0" y="22"/>
                  </a:cxn>
                  <a:cxn ang="0">
                    <a:pos x="6" y="28"/>
                  </a:cxn>
                  <a:cxn ang="0">
                    <a:pos x="8" y="34"/>
                  </a:cxn>
                  <a:cxn ang="0">
                    <a:pos x="11" y="58"/>
                  </a:cxn>
                  <a:cxn ang="0">
                    <a:pos x="13" y="61"/>
                  </a:cxn>
                  <a:cxn ang="0">
                    <a:pos x="16" y="69"/>
                  </a:cxn>
                  <a:cxn ang="0">
                    <a:pos x="17" y="79"/>
                  </a:cxn>
                  <a:cxn ang="0">
                    <a:pos x="17" y="91"/>
                  </a:cxn>
                  <a:cxn ang="0">
                    <a:pos x="18" y="101"/>
                  </a:cxn>
                  <a:cxn ang="0">
                    <a:pos x="23" y="108"/>
                  </a:cxn>
                  <a:cxn ang="0">
                    <a:pos x="29" y="114"/>
                  </a:cxn>
                  <a:cxn ang="0">
                    <a:pos x="32" y="113"/>
                  </a:cxn>
                  <a:cxn ang="0">
                    <a:pos x="43" y="110"/>
                  </a:cxn>
                  <a:cxn ang="0">
                    <a:pos x="57" y="106"/>
                  </a:cxn>
                  <a:cxn ang="0">
                    <a:pos x="68" y="86"/>
                  </a:cxn>
                  <a:cxn ang="0">
                    <a:pos x="73" y="80"/>
                  </a:cxn>
                  <a:cxn ang="0">
                    <a:pos x="79" y="66"/>
                  </a:cxn>
                  <a:cxn ang="0">
                    <a:pos x="89" y="54"/>
                  </a:cxn>
                  <a:cxn ang="0">
                    <a:pos x="93" y="48"/>
                  </a:cxn>
                  <a:cxn ang="0">
                    <a:pos x="93" y="40"/>
                  </a:cxn>
                  <a:cxn ang="0">
                    <a:pos x="91" y="34"/>
                  </a:cxn>
                  <a:cxn ang="0">
                    <a:pos x="87" y="31"/>
                  </a:cxn>
                  <a:cxn ang="0">
                    <a:pos x="81" y="29"/>
                  </a:cxn>
                  <a:cxn ang="0">
                    <a:pos x="77" y="26"/>
                  </a:cxn>
                  <a:cxn ang="0">
                    <a:pos x="77" y="22"/>
                  </a:cxn>
                  <a:cxn ang="0">
                    <a:pos x="77" y="16"/>
                  </a:cxn>
                  <a:cxn ang="0">
                    <a:pos x="78" y="10"/>
                  </a:cxn>
                  <a:cxn ang="0">
                    <a:pos x="83" y="5"/>
                  </a:cxn>
                </a:cxnLst>
                <a:rect l="0" t="0" r="r" b="b"/>
                <a:pathLst>
                  <a:path w="93" h="114">
                    <a:moveTo>
                      <a:pt x="83" y="5"/>
                    </a:moveTo>
                    <a:lnTo>
                      <a:pt x="81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1" y="0"/>
                    </a:lnTo>
                    <a:lnTo>
                      <a:pt x="59" y="4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5" y="9"/>
                    </a:lnTo>
                    <a:lnTo>
                      <a:pt x="45" y="17"/>
                    </a:lnTo>
                    <a:lnTo>
                      <a:pt x="41" y="22"/>
                    </a:lnTo>
                    <a:lnTo>
                      <a:pt x="33" y="22"/>
                    </a:lnTo>
                    <a:lnTo>
                      <a:pt x="28" y="25"/>
                    </a:lnTo>
                    <a:lnTo>
                      <a:pt x="22" y="26"/>
                    </a:lnTo>
                    <a:lnTo>
                      <a:pt x="19" y="25"/>
                    </a:lnTo>
                    <a:lnTo>
                      <a:pt x="16" y="16"/>
                    </a:lnTo>
                    <a:lnTo>
                      <a:pt x="13" y="11"/>
                    </a:lnTo>
                    <a:lnTo>
                      <a:pt x="11" y="10"/>
                    </a:lnTo>
                    <a:lnTo>
                      <a:pt x="6" y="10"/>
                    </a:lnTo>
                    <a:lnTo>
                      <a:pt x="1" y="13"/>
                    </a:lnTo>
                    <a:lnTo>
                      <a:pt x="1" y="22"/>
                    </a:lnTo>
                    <a:lnTo>
                      <a:pt x="0" y="22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1" y="58"/>
                    </a:lnTo>
                    <a:lnTo>
                      <a:pt x="13" y="61"/>
                    </a:lnTo>
                    <a:lnTo>
                      <a:pt x="16" y="69"/>
                    </a:lnTo>
                    <a:lnTo>
                      <a:pt x="17" y="79"/>
                    </a:lnTo>
                    <a:lnTo>
                      <a:pt x="17" y="91"/>
                    </a:lnTo>
                    <a:lnTo>
                      <a:pt x="18" y="101"/>
                    </a:lnTo>
                    <a:lnTo>
                      <a:pt x="23" y="108"/>
                    </a:lnTo>
                    <a:lnTo>
                      <a:pt x="29" y="114"/>
                    </a:lnTo>
                    <a:lnTo>
                      <a:pt x="32" y="113"/>
                    </a:lnTo>
                    <a:lnTo>
                      <a:pt x="43" y="110"/>
                    </a:lnTo>
                    <a:lnTo>
                      <a:pt x="57" y="106"/>
                    </a:lnTo>
                    <a:lnTo>
                      <a:pt x="68" y="86"/>
                    </a:lnTo>
                    <a:lnTo>
                      <a:pt x="73" y="80"/>
                    </a:lnTo>
                    <a:lnTo>
                      <a:pt x="79" y="66"/>
                    </a:lnTo>
                    <a:lnTo>
                      <a:pt x="89" y="54"/>
                    </a:lnTo>
                    <a:lnTo>
                      <a:pt x="93" y="48"/>
                    </a:lnTo>
                    <a:lnTo>
                      <a:pt x="93" y="40"/>
                    </a:lnTo>
                    <a:lnTo>
                      <a:pt x="91" y="34"/>
                    </a:lnTo>
                    <a:lnTo>
                      <a:pt x="87" y="31"/>
                    </a:lnTo>
                    <a:lnTo>
                      <a:pt x="81" y="29"/>
                    </a:lnTo>
                    <a:lnTo>
                      <a:pt x="77" y="26"/>
                    </a:lnTo>
                    <a:lnTo>
                      <a:pt x="77" y="22"/>
                    </a:lnTo>
                    <a:lnTo>
                      <a:pt x="77" y="16"/>
                    </a:lnTo>
                    <a:lnTo>
                      <a:pt x="78" y="10"/>
                    </a:lnTo>
                    <a:lnTo>
                      <a:pt x="83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2" name="Freeform 48">
                <a:extLst>
                  <a:ext uri="{FF2B5EF4-FFF2-40B4-BE49-F238E27FC236}">
                    <a16:creationId xmlns:a16="http://schemas.microsoft.com/office/drawing/2014/main" id="{09D196AC-18CD-ABB6-F977-1F44E569985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2" y="2441"/>
                <a:ext cx="58" cy="61"/>
              </a:xfrm>
              <a:custGeom>
                <a:avLst/>
                <a:gdLst/>
                <a:ahLst/>
                <a:cxnLst>
                  <a:cxn ang="0">
                    <a:pos x="232" y="0"/>
                  </a:cxn>
                  <a:cxn ang="0">
                    <a:pos x="205" y="21"/>
                  </a:cxn>
                  <a:cxn ang="0">
                    <a:pos x="170" y="19"/>
                  </a:cxn>
                  <a:cxn ang="0">
                    <a:pos x="143" y="25"/>
                  </a:cxn>
                  <a:cxn ang="0">
                    <a:pos x="120" y="22"/>
                  </a:cxn>
                  <a:cxn ang="0">
                    <a:pos x="98" y="25"/>
                  </a:cxn>
                  <a:cxn ang="0">
                    <a:pos x="73" y="23"/>
                  </a:cxn>
                  <a:cxn ang="0">
                    <a:pos x="66" y="32"/>
                  </a:cxn>
                  <a:cxn ang="0">
                    <a:pos x="60" y="59"/>
                  </a:cxn>
                  <a:cxn ang="0">
                    <a:pos x="63" y="89"/>
                  </a:cxn>
                  <a:cxn ang="0">
                    <a:pos x="73" y="98"/>
                  </a:cxn>
                  <a:cxn ang="0">
                    <a:pos x="84" y="105"/>
                  </a:cxn>
                  <a:cxn ang="0">
                    <a:pos x="82" y="121"/>
                  </a:cxn>
                  <a:cxn ang="0">
                    <a:pos x="67" y="135"/>
                  </a:cxn>
                  <a:cxn ang="0">
                    <a:pos x="52" y="147"/>
                  </a:cxn>
                  <a:cxn ang="0">
                    <a:pos x="44" y="159"/>
                  </a:cxn>
                  <a:cxn ang="0">
                    <a:pos x="20" y="186"/>
                  </a:cxn>
                  <a:cxn ang="0">
                    <a:pos x="11" y="202"/>
                  </a:cxn>
                  <a:cxn ang="0">
                    <a:pos x="3" y="247"/>
                  </a:cxn>
                  <a:cxn ang="0">
                    <a:pos x="0" y="296"/>
                  </a:cxn>
                  <a:cxn ang="0">
                    <a:pos x="11" y="302"/>
                  </a:cxn>
                  <a:cxn ang="0">
                    <a:pos x="25" y="290"/>
                  </a:cxn>
                  <a:cxn ang="0">
                    <a:pos x="36" y="285"/>
                  </a:cxn>
                  <a:cxn ang="0">
                    <a:pos x="63" y="283"/>
                  </a:cxn>
                  <a:cxn ang="0">
                    <a:pos x="70" y="278"/>
                  </a:cxn>
                  <a:cxn ang="0">
                    <a:pos x="110" y="274"/>
                  </a:cxn>
                  <a:cxn ang="0">
                    <a:pos x="120" y="240"/>
                  </a:cxn>
                  <a:cxn ang="0">
                    <a:pos x="132" y="232"/>
                  </a:cxn>
                  <a:cxn ang="0">
                    <a:pos x="147" y="221"/>
                  </a:cxn>
                  <a:cxn ang="0">
                    <a:pos x="157" y="222"/>
                  </a:cxn>
                  <a:cxn ang="0">
                    <a:pos x="164" y="218"/>
                  </a:cxn>
                  <a:cxn ang="0">
                    <a:pos x="183" y="223"/>
                  </a:cxn>
                  <a:cxn ang="0">
                    <a:pos x="201" y="211"/>
                  </a:cxn>
                  <a:cxn ang="0">
                    <a:pos x="223" y="213"/>
                  </a:cxn>
                  <a:cxn ang="0">
                    <a:pos x="234" y="213"/>
                  </a:cxn>
                  <a:cxn ang="0">
                    <a:pos x="258" y="181"/>
                  </a:cxn>
                  <a:cxn ang="0">
                    <a:pos x="270" y="167"/>
                  </a:cxn>
                  <a:cxn ang="0">
                    <a:pos x="286" y="143"/>
                  </a:cxn>
                  <a:cxn ang="0">
                    <a:pos x="289" y="110"/>
                  </a:cxn>
                  <a:cxn ang="0">
                    <a:pos x="287" y="82"/>
                  </a:cxn>
                  <a:cxn ang="0">
                    <a:pos x="278" y="67"/>
                  </a:cxn>
                  <a:cxn ang="0">
                    <a:pos x="267" y="61"/>
                  </a:cxn>
                  <a:cxn ang="0">
                    <a:pos x="260" y="50"/>
                  </a:cxn>
                  <a:cxn ang="0">
                    <a:pos x="253" y="21"/>
                  </a:cxn>
                  <a:cxn ang="0">
                    <a:pos x="251" y="11"/>
                  </a:cxn>
                  <a:cxn ang="0">
                    <a:pos x="237" y="7"/>
                  </a:cxn>
                  <a:cxn ang="0">
                    <a:pos x="232" y="3"/>
                  </a:cxn>
                </a:cxnLst>
                <a:rect l="0" t="0" r="r" b="b"/>
                <a:pathLst>
                  <a:path w="289" h="302">
                    <a:moveTo>
                      <a:pt x="232" y="3"/>
                    </a:moveTo>
                    <a:lnTo>
                      <a:pt x="232" y="0"/>
                    </a:lnTo>
                    <a:lnTo>
                      <a:pt x="232" y="3"/>
                    </a:lnTo>
                    <a:lnTo>
                      <a:pt x="205" y="21"/>
                    </a:lnTo>
                    <a:lnTo>
                      <a:pt x="186" y="21"/>
                    </a:lnTo>
                    <a:lnTo>
                      <a:pt x="170" y="19"/>
                    </a:lnTo>
                    <a:lnTo>
                      <a:pt x="157" y="24"/>
                    </a:lnTo>
                    <a:lnTo>
                      <a:pt x="143" y="25"/>
                    </a:lnTo>
                    <a:lnTo>
                      <a:pt x="126" y="29"/>
                    </a:lnTo>
                    <a:lnTo>
                      <a:pt x="120" y="22"/>
                    </a:lnTo>
                    <a:lnTo>
                      <a:pt x="108" y="23"/>
                    </a:lnTo>
                    <a:lnTo>
                      <a:pt x="98" y="25"/>
                    </a:lnTo>
                    <a:lnTo>
                      <a:pt x="87" y="22"/>
                    </a:lnTo>
                    <a:lnTo>
                      <a:pt x="73" y="23"/>
                    </a:lnTo>
                    <a:lnTo>
                      <a:pt x="66" y="28"/>
                    </a:lnTo>
                    <a:lnTo>
                      <a:pt x="66" y="32"/>
                    </a:lnTo>
                    <a:lnTo>
                      <a:pt x="63" y="41"/>
                    </a:lnTo>
                    <a:lnTo>
                      <a:pt x="60" y="59"/>
                    </a:lnTo>
                    <a:lnTo>
                      <a:pt x="61" y="81"/>
                    </a:lnTo>
                    <a:lnTo>
                      <a:pt x="63" y="89"/>
                    </a:lnTo>
                    <a:lnTo>
                      <a:pt x="68" y="94"/>
                    </a:lnTo>
                    <a:lnTo>
                      <a:pt x="73" y="98"/>
                    </a:lnTo>
                    <a:lnTo>
                      <a:pt x="82" y="100"/>
                    </a:lnTo>
                    <a:lnTo>
                      <a:pt x="84" y="105"/>
                    </a:lnTo>
                    <a:lnTo>
                      <a:pt x="86" y="113"/>
                    </a:lnTo>
                    <a:lnTo>
                      <a:pt x="82" y="121"/>
                    </a:lnTo>
                    <a:lnTo>
                      <a:pt x="73" y="130"/>
                    </a:lnTo>
                    <a:lnTo>
                      <a:pt x="67" y="135"/>
                    </a:lnTo>
                    <a:lnTo>
                      <a:pt x="56" y="140"/>
                    </a:lnTo>
                    <a:lnTo>
                      <a:pt x="52" y="147"/>
                    </a:lnTo>
                    <a:lnTo>
                      <a:pt x="50" y="153"/>
                    </a:lnTo>
                    <a:lnTo>
                      <a:pt x="44" y="159"/>
                    </a:lnTo>
                    <a:lnTo>
                      <a:pt x="33" y="172"/>
                    </a:lnTo>
                    <a:lnTo>
                      <a:pt x="20" y="186"/>
                    </a:lnTo>
                    <a:lnTo>
                      <a:pt x="17" y="191"/>
                    </a:lnTo>
                    <a:lnTo>
                      <a:pt x="11" y="202"/>
                    </a:lnTo>
                    <a:lnTo>
                      <a:pt x="3" y="233"/>
                    </a:lnTo>
                    <a:lnTo>
                      <a:pt x="3" y="247"/>
                    </a:lnTo>
                    <a:lnTo>
                      <a:pt x="1" y="275"/>
                    </a:lnTo>
                    <a:lnTo>
                      <a:pt x="0" y="296"/>
                    </a:lnTo>
                    <a:lnTo>
                      <a:pt x="4" y="299"/>
                    </a:lnTo>
                    <a:lnTo>
                      <a:pt x="11" y="302"/>
                    </a:lnTo>
                    <a:lnTo>
                      <a:pt x="19" y="301"/>
                    </a:lnTo>
                    <a:lnTo>
                      <a:pt x="25" y="290"/>
                    </a:lnTo>
                    <a:lnTo>
                      <a:pt x="29" y="286"/>
                    </a:lnTo>
                    <a:lnTo>
                      <a:pt x="36" y="285"/>
                    </a:lnTo>
                    <a:lnTo>
                      <a:pt x="41" y="281"/>
                    </a:lnTo>
                    <a:lnTo>
                      <a:pt x="63" y="283"/>
                    </a:lnTo>
                    <a:lnTo>
                      <a:pt x="70" y="280"/>
                    </a:lnTo>
                    <a:lnTo>
                      <a:pt x="70" y="278"/>
                    </a:lnTo>
                    <a:lnTo>
                      <a:pt x="115" y="278"/>
                    </a:lnTo>
                    <a:lnTo>
                      <a:pt x="110" y="274"/>
                    </a:lnTo>
                    <a:lnTo>
                      <a:pt x="122" y="247"/>
                    </a:lnTo>
                    <a:lnTo>
                      <a:pt x="120" y="240"/>
                    </a:lnTo>
                    <a:lnTo>
                      <a:pt x="121" y="234"/>
                    </a:lnTo>
                    <a:lnTo>
                      <a:pt x="132" y="232"/>
                    </a:lnTo>
                    <a:lnTo>
                      <a:pt x="142" y="228"/>
                    </a:lnTo>
                    <a:lnTo>
                      <a:pt x="147" y="221"/>
                    </a:lnTo>
                    <a:lnTo>
                      <a:pt x="153" y="223"/>
                    </a:lnTo>
                    <a:lnTo>
                      <a:pt x="157" y="222"/>
                    </a:lnTo>
                    <a:lnTo>
                      <a:pt x="159" y="216"/>
                    </a:lnTo>
                    <a:lnTo>
                      <a:pt x="164" y="218"/>
                    </a:lnTo>
                    <a:lnTo>
                      <a:pt x="175" y="220"/>
                    </a:lnTo>
                    <a:lnTo>
                      <a:pt x="183" y="223"/>
                    </a:lnTo>
                    <a:lnTo>
                      <a:pt x="195" y="207"/>
                    </a:lnTo>
                    <a:lnTo>
                      <a:pt x="201" y="211"/>
                    </a:lnTo>
                    <a:lnTo>
                      <a:pt x="215" y="216"/>
                    </a:lnTo>
                    <a:lnTo>
                      <a:pt x="223" y="213"/>
                    </a:lnTo>
                    <a:lnTo>
                      <a:pt x="232" y="216"/>
                    </a:lnTo>
                    <a:lnTo>
                      <a:pt x="234" y="213"/>
                    </a:lnTo>
                    <a:lnTo>
                      <a:pt x="240" y="208"/>
                    </a:lnTo>
                    <a:lnTo>
                      <a:pt x="258" y="181"/>
                    </a:lnTo>
                    <a:lnTo>
                      <a:pt x="267" y="170"/>
                    </a:lnTo>
                    <a:lnTo>
                      <a:pt x="270" y="167"/>
                    </a:lnTo>
                    <a:lnTo>
                      <a:pt x="278" y="156"/>
                    </a:lnTo>
                    <a:lnTo>
                      <a:pt x="286" y="143"/>
                    </a:lnTo>
                    <a:lnTo>
                      <a:pt x="288" y="130"/>
                    </a:lnTo>
                    <a:lnTo>
                      <a:pt x="289" y="110"/>
                    </a:lnTo>
                    <a:lnTo>
                      <a:pt x="287" y="100"/>
                    </a:lnTo>
                    <a:lnTo>
                      <a:pt x="287" y="82"/>
                    </a:lnTo>
                    <a:lnTo>
                      <a:pt x="286" y="76"/>
                    </a:lnTo>
                    <a:lnTo>
                      <a:pt x="278" y="67"/>
                    </a:lnTo>
                    <a:lnTo>
                      <a:pt x="274" y="65"/>
                    </a:lnTo>
                    <a:lnTo>
                      <a:pt x="267" y="61"/>
                    </a:lnTo>
                    <a:lnTo>
                      <a:pt x="262" y="56"/>
                    </a:lnTo>
                    <a:lnTo>
                      <a:pt x="260" y="50"/>
                    </a:lnTo>
                    <a:lnTo>
                      <a:pt x="255" y="23"/>
                    </a:lnTo>
                    <a:lnTo>
                      <a:pt x="253" y="21"/>
                    </a:lnTo>
                    <a:lnTo>
                      <a:pt x="251" y="18"/>
                    </a:lnTo>
                    <a:lnTo>
                      <a:pt x="251" y="11"/>
                    </a:lnTo>
                    <a:lnTo>
                      <a:pt x="249" y="9"/>
                    </a:lnTo>
                    <a:lnTo>
                      <a:pt x="237" y="7"/>
                    </a:lnTo>
                    <a:lnTo>
                      <a:pt x="234" y="5"/>
                    </a:lnTo>
                    <a:lnTo>
                      <a:pt x="23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3" name="Freeform 49">
                <a:extLst>
                  <a:ext uri="{FF2B5EF4-FFF2-40B4-BE49-F238E27FC236}">
                    <a16:creationId xmlns:a16="http://schemas.microsoft.com/office/drawing/2014/main" id="{55A1F033-2697-507F-EC79-5D8968BA79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34" y="2498"/>
                <a:ext cx="21" cy="19"/>
              </a:xfrm>
              <a:custGeom>
                <a:avLst/>
                <a:gdLst/>
                <a:ahLst/>
                <a:cxnLst>
                  <a:cxn ang="0">
                    <a:pos x="7" y="92"/>
                  </a:cxn>
                  <a:cxn ang="0">
                    <a:pos x="8" y="92"/>
                  </a:cxn>
                  <a:cxn ang="0">
                    <a:pos x="8" y="83"/>
                  </a:cxn>
                  <a:cxn ang="0">
                    <a:pos x="13" y="80"/>
                  </a:cxn>
                  <a:cxn ang="0">
                    <a:pos x="18" y="80"/>
                  </a:cxn>
                  <a:cxn ang="0">
                    <a:pos x="20" y="81"/>
                  </a:cxn>
                  <a:cxn ang="0">
                    <a:pos x="23" y="86"/>
                  </a:cxn>
                  <a:cxn ang="0">
                    <a:pos x="26" y="95"/>
                  </a:cxn>
                  <a:cxn ang="0">
                    <a:pos x="29" y="96"/>
                  </a:cxn>
                  <a:cxn ang="0">
                    <a:pos x="35" y="95"/>
                  </a:cxn>
                  <a:cxn ang="0">
                    <a:pos x="40" y="92"/>
                  </a:cxn>
                  <a:cxn ang="0">
                    <a:pos x="48" y="92"/>
                  </a:cxn>
                  <a:cxn ang="0">
                    <a:pos x="52" y="87"/>
                  </a:cxn>
                  <a:cxn ang="0">
                    <a:pos x="52" y="79"/>
                  </a:cxn>
                  <a:cxn ang="0">
                    <a:pos x="53" y="76"/>
                  </a:cxn>
                  <a:cxn ang="0">
                    <a:pos x="56" y="74"/>
                  </a:cxn>
                  <a:cxn ang="0">
                    <a:pos x="66" y="74"/>
                  </a:cxn>
                  <a:cxn ang="0">
                    <a:pos x="78" y="70"/>
                  </a:cxn>
                  <a:cxn ang="0">
                    <a:pos x="83" y="70"/>
                  </a:cxn>
                  <a:cxn ang="0">
                    <a:pos x="83" y="71"/>
                  </a:cxn>
                  <a:cxn ang="0">
                    <a:pos x="88" y="71"/>
                  </a:cxn>
                  <a:cxn ang="0">
                    <a:pos x="90" y="75"/>
                  </a:cxn>
                  <a:cxn ang="0">
                    <a:pos x="101" y="60"/>
                  </a:cxn>
                  <a:cxn ang="0">
                    <a:pos x="104" y="50"/>
                  </a:cxn>
                  <a:cxn ang="0">
                    <a:pos x="102" y="43"/>
                  </a:cxn>
                  <a:cxn ang="0">
                    <a:pos x="98" y="28"/>
                  </a:cxn>
                  <a:cxn ang="0">
                    <a:pos x="85" y="7"/>
                  </a:cxn>
                  <a:cxn ang="0">
                    <a:pos x="80" y="0"/>
                  </a:cxn>
                  <a:cxn ang="0">
                    <a:pos x="75" y="4"/>
                  </a:cxn>
                  <a:cxn ang="0">
                    <a:pos x="68" y="5"/>
                  </a:cxn>
                  <a:cxn ang="0">
                    <a:pos x="64" y="9"/>
                  </a:cxn>
                  <a:cxn ang="0">
                    <a:pos x="58" y="20"/>
                  </a:cxn>
                  <a:cxn ang="0">
                    <a:pos x="50" y="21"/>
                  </a:cxn>
                  <a:cxn ang="0">
                    <a:pos x="43" y="18"/>
                  </a:cxn>
                  <a:cxn ang="0">
                    <a:pos x="39" y="15"/>
                  </a:cxn>
                  <a:cxn ang="0">
                    <a:pos x="36" y="17"/>
                  </a:cxn>
                  <a:cxn ang="0">
                    <a:pos x="29" y="24"/>
                  </a:cxn>
                  <a:cxn ang="0">
                    <a:pos x="21" y="36"/>
                  </a:cxn>
                  <a:cxn ang="0">
                    <a:pos x="14" y="49"/>
                  </a:cxn>
                  <a:cxn ang="0">
                    <a:pos x="10" y="60"/>
                  </a:cxn>
                  <a:cxn ang="0">
                    <a:pos x="0" y="74"/>
                  </a:cxn>
                  <a:cxn ang="0">
                    <a:pos x="0" y="81"/>
                  </a:cxn>
                  <a:cxn ang="0">
                    <a:pos x="2" y="85"/>
                  </a:cxn>
                  <a:cxn ang="0">
                    <a:pos x="7" y="92"/>
                  </a:cxn>
                </a:cxnLst>
                <a:rect l="0" t="0" r="r" b="b"/>
                <a:pathLst>
                  <a:path w="104" h="96">
                    <a:moveTo>
                      <a:pt x="7" y="92"/>
                    </a:moveTo>
                    <a:lnTo>
                      <a:pt x="8" y="92"/>
                    </a:lnTo>
                    <a:lnTo>
                      <a:pt x="8" y="83"/>
                    </a:lnTo>
                    <a:lnTo>
                      <a:pt x="13" y="80"/>
                    </a:lnTo>
                    <a:lnTo>
                      <a:pt x="18" y="80"/>
                    </a:lnTo>
                    <a:lnTo>
                      <a:pt x="20" y="81"/>
                    </a:lnTo>
                    <a:lnTo>
                      <a:pt x="23" y="86"/>
                    </a:lnTo>
                    <a:lnTo>
                      <a:pt x="26" y="95"/>
                    </a:lnTo>
                    <a:lnTo>
                      <a:pt x="29" y="96"/>
                    </a:lnTo>
                    <a:lnTo>
                      <a:pt x="35" y="95"/>
                    </a:lnTo>
                    <a:lnTo>
                      <a:pt x="40" y="92"/>
                    </a:lnTo>
                    <a:lnTo>
                      <a:pt x="48" y="92"/>
                    </a:lnTo>
                    <a:lnTo>
                      <a:pt x="52" y="87"/>
                    </a:lnTo>
                    <a:lnTo>
                      <a:pt x="52" y="79"/>
                    </a:lnTo>
                    <a:lnTo>
                      <a:pt x="53" y="76"/>
                    </a:lnTo>
                    <a:lnTo>
                      <a:pt x="56" y="74"/>
                    </a:lnTo>
                    <a:lnTo>
                      <a:pt x="66" y="74"/>
                    </a:lnTo>
                    <a:lnTo>
                      <a:pt x="78" y="70"/>
                    </a:lnTo>
                    <a:lnTo>
                      <a:pt x="83" y="70"/>
                    </a:lnTo>
                    <a:lnTo>
                      <a:pt x="83" y="71"/>
                    </a:lnTo>
                    <a:lnTo>
                      <a:pt x="88" y="71"/>
                    </a:lnTo>
                    <a:lnTo>
                      <a:pt x="90" y="75"/>
                    </a:lnTo>
                    <a:lnTo>
                      <a:pt x="101" y="60"/>
                    </a:lnTo>
                    <a:lnTo>
                      <a:pt x="104" y="50"/>
                    </a:lnTo>
                    <a:lnTo>
                      <a:pt x="102" y="43"/>
                    </a:lnTo>
                    <a:lnTo>
                      <a:pt x="98" y="28"/>
                    </a:lnTo>
                    <a:lnTo>
                      <a:pt x="85" y="7"/>
                    </a:lnTo>
                    <a:lnTo>
                      <a:pt x="80" y="0"/>
                    </a:lnTo>
                    <a:lnTo>
                      <a:pt x="75" y="4"/>
                    </a:lnTo>
                    <a:lnTo>
                      <a:pt x="68" y="5"/>
                    </a:lnTo>
                    <a:lnTo>
                      <a:pt x="64" y="9"/>
                    </a:lnTo>
                    <a:lnTo>
                      <a:pt x="58" y="20"/>
                    </a:lnTo>
                    <a:lnTo>
                      <a:pt x="50" y="21"/>
                    </a:lnTo>
                    <a:lnTo>
                      <a:pt x="43" y="18"/>
                    </a:lnTo>
                    <a:lnTo>
                      <a:pt x="39" y="15"/>
                    </a:lnTo>
                    <a:lnTo>
                      <a:pt x="36" y="17"/>
                    </a:lnTo>
                    <a:lnTo>
                      <a:pt x="29" y="24"/>
                    </a:lnTo>
                    <a:lnTo>
                      <a:pt x="21" y="36"/>
                    </a:lnTo>
                    <a:lnTo>
                      <a:pt x="14" y="49"/>
                    </a:lnTo>
                    <a:lnTo>
                      <a:pt x="10" y="60"/>
                    </a:lnTo>
                    <a:lnTo>
                      <a:pt x="0" y="74"/>
                    </a:lnTo>
                    <a:lnTo>
                      <a:pt x="0" y="81"/>
                    </a:lnTo>
                    <a:lnTo>
                      <a:pt x="2" y="85"/>
                    </a:lnTo>
                    <a:lnTo>
                      <a:pt x="7" y="9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4" name="Freeform 50">
                <a:extLst>
                  <a:ext uri="{FF2B5EF4-FFF2-40B4-BE49-F238E27FC236}">
                    <a16:creationId xmlns:a16="http://schemas.microsoft.com/office/drawing/2014/main" id="{B5891DC8-EACA-466A-C3DE-916F2542158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88" y="2436"/>
                <a:ext cx="87" cy="101"/>
              </a:xfrm>
              <a:custGeom>
                <a:avLst/>
                <a:gdLst/>
                <a:ahLst/>
                <a:cxnLst>
                  <a:cxn ang="0">
                    <a:pos x="387" y="204"/>
                  </a:cxn>
                  <a:cxn ang="0">
                    <a:pos x="387" y="98"/>
                  </a:cxn>
                  <a:cxn ang="0">
                    <a:pos x="412" y="74"/>
                  </a:cxn>
                  <a:cxn ang="0">
                    <a:pos x="435" y="37"/>
                  </a:cxn>
                  <a:cxn ang="0">
                    <a:pos x="421" y="37"/>
                  </a:cxn>
                  <a:cxn ang="0">
                    <a:pos x="374" y="22"/>
                  </a:cxn>
                  <a:cxn ang="0">
                    <a:pos x="336" y="32"/>
                  </a:cxn>
                  <a:cxn ang="0">
                    <a:pos x="297" y="60"/>
                  </a:cxn>
                  <a:cxn ang="0">
                    <a:pos x="250" y="53"/>
                  </a:cxn>
                  <a:cxn ang="0">
                    <a:pos x="213" y="47"/>
                  </a:cxn>
                  <a:cxn ang="0">
                    <a:pos x="164" y="12"/>
                  </a:cxn>
                  <a:cxn ang="0">
                    <a:pos x="132" y="3"/>
                  </a:cxn>
                  <a:cxn ang="0">
                    <a:pos x="103" y="0"/>
                  </a:cxn>
                  <a:cxn ang="0">
                    <a:pos x="69" y="3"/>
                  </a:cxn>
                  <a:cxn ang="0">
                    <a:pos x="28" y="1"/>
                  </a:cxn>
                  <a:cxn ang="0">
                    <a:pos x="0" y="28"/>
                  </a:cxn>
                  <a:cxn ang="0">
                    <a:pos x="5" y="32"/>
                  </a:cxn>
                  <a:cxn ang="0">
                    <a:pos x="19" y="36"/>
                  </a:cxn>
                  <a:cxn ang="0">
                    <a:pos x="21" y="46"/>
                  </a:cxn>
                  <a:cxn ang="0">
                    <a:pos x="28" y="75"/>
                  </a:cxn>
                  <a:cxn ang="0">
                    <a:pos x="35" y="86"/>
                  </a:cxn>
                  <a:cxn ang="0">
                    <a:pos x="46" y="92"/>
                  </a:cxn>
                  <a:cxn ang="0">
                    <a:pos x="55" y="107"/>
                  </a:cxn>
                  <a:cxn ang="0">
                    <a:pos x="57" y="135"/>
                  </a:cxn>
                  <a:cxn ang="0">
                    <a:pos x="54" y="168"/>
                  </a:cxn>
                  <a:cxn ang="0">
                    <a:pos x="38" y="192"/>
                  </a:cxn>
                  <a:cxn ang="0">
                    <a:pos x="26" y="206"/>
                  </a:cxn>
                  <a:cxn ang="0">
                    <a:pos x="2" y="238"/>
                  </a:cxn>
                  <a:cxn ang="0">
                    <a:pos x="8" y="263"/>
                  </a:cxn>
                  <a:cxn ang="0">
                    <a:pos x="18" y="270"/>
                  </a:cxn>
                  <a:cxn ang="0">
                    <a:pos x="35" y="265"/>
                  </a:cxn>
                  <a:cxn ang="0">
                    <a:pos x="45" y="270"/>
                  </a:cxn>
                  <a:cxn ang="0">
                    <a:pos x="26" y="281"/>
                  </a:cxn>
                  <a:cxn ang="0">
                    <a:pos x="7" y="295"/>
                  </a:cxn>
                  <a:cxn ang="0">
                    <a:pos x="207" y="415"/>
                  </a:cxn>
                  <a:cxn ang="0">
                    <a:pos x="210" y="428"/>
                  </a:cxn>
                  <a:cxn ang="0">
                    <a:pos x="218" y="458"/>
                  </a:cxn>
                  <a:cxn ang="0">
                    <a:pos x="306" y="499"/>
                  </a:cxn>
                  <a:cxn ang="0">
                    <a:pos x="314" y="488"/>
                  </a:cxn>
                  <a:cxn ang="0">
                    <a:pos x="324" y="463"/>
                  </a:cxn>
                  <a:cxn ang="0">
                    <a:pos x="342" y="429"/>
                  </a:cxn>
                  <a:cxn ang="0">
                    <a:pos x="352" y="399"/>
                  </a:cxn>
                  <a:cxn ang="0">
                    <a:pos x="360" y="391"/>
                  </a:cxn>
                  <a:cxn ang="0">
                    <a:pos x="379" y="376"/>
                  </a:cxn>
                  <a:cxn ang="0">
                    <a:pos x="388" y="361"/>
                  </a:cxn>
                  <a:cxn ang="0">
                    <a:pos x="403" y="358"/>
                  </a:cxn>
                  <a:cxn ang="0">
                    <a:pos x="417" y="340"/>
                  </a:cxn>
                  <a:cxn ang="0">
                    <a:pos x="393" y="308"/>
                  </a:cxn>
                  <a:cxn ang="0">
                    <a:pos x="387" y="257"/>
                  </a:cxn>
                </a:cxnLst>
                <a:rect l="0" t="0" r="r" b="b"/>
                <a:pathLst>
                  <a:path w="435" h="504">
                    <a:moveTo>
                      <a:pt x="387" y="257"/>
                    </a:moveTo>
                    <a:lnTo>
                      <a:pt x="387" y="204"/>
                    </a:lnTo>
                    <a:lnTo>
                      <a:pt x="387" y="151"/>
                    </a:lnTo>
                    <a:lnTo>
                      <a:pt x="387" y="98"/>
                    </a:lnTo>
                    <a:lnTo>
                      <a:pt x="390" y="96"/>
                    </a:lnTo>
                    <a:lnTo>
                      <a:pt x="412" y="74"/>
                    </a:lnTo>
                    <a:lnTo>
                      <a:pt x="433" y="42"/>
                    </a:lnTo>
                    <a:lnTo>
                      <a:pt x="435" y="37"/>
                    </a:lnTo>
                    <a:lnTo>
                      <a:pt x="430" y="38"/>
                    </a:lnTo>
                    <a:lnTo>
                      <a:pt x="421" y="37"/>
                    </a:lnTo>
                    <a:lnTo>
                      <a:pt x="408" y="38"/>
                    </a:lnTo>
                    <a:lnTo>
                      <a:pt x="374" y="22"/>
                    </a:lnTo>
                    <a:lnTo>
                      <a:pt x="355" y="26"/>
                    </a:lnTo>
                    <a:lnTo>
                      <a:pt x="336" y="32"/>
                    </a:lnTo>
                    <a:lnTo>
                      <a:pt x="320" y="48"/>
                    </a:lnTo>
                    <a:lnTo>
                      <a:pt x="297" y="60"/>
                    </a:lnTo>
                    <a:lnTo>
                      <a:pt x="272" y="59"/>
                    </a:lnTo>
                    <a:lnTo>
                      <a:pt x="250" y="53"/>
                    </a:lnTo>
                    <a:lnTo>
                      <a:pt x="233" y="53"/>
                    </a:lnTo>
                    <a:lnTo>
                      <a:pt x="213" y="47"/>
                    </a:lnTo>
                    <a:lnTo>
                      <a:pt x="202" y="34"/>
                    </a:lnTo>
                    <a:lnTo>
                      <a:pt x="164" y="12"/>
                    </a:lnTo>
                    <a:lnTo>
                      <a:pt x="147" y="4"/>
                    </a:lnTo>
                    <a:lnTo>
                      <a:pt x="132" y="3"/>
                    </a:lnTo>
                    <a:lnTo>
                      <a:pt x="116" y="5"/>
                    </a:lnTo>
                    <a:lnTo>
                      <a:pt x="103" y="0"/>
                    </a:lnTo>
                    <a:lnTo>
                      <a:pt x="82" y="3"/>
                    </a:lnTo>
                    <a:lnTo>
                      <a:pt x="69" y="3"/>
                    </a:lnTo>
                    <a:lnTo>
                      <a:pt x="39" y="0"/>
                    </a:lnTo>
                    <a:lnTo>
                      <a:pt x="28" y="1"/>
                    </a:lnTo>
                    <a:lnTo>
                      <a:pt x="16" y="9"/>
                    </a:lnTo>
                    <a:lnTo>
                      <a:pt x="0" y="28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17" y="34"/>
                    </a:lnTo>
                    <a:lnTo>
                      <a:pt x="19" y="36"/>
                    </a:lnTo>
                    <a:lnTo>
                      <a:pt x="19" y="43"/>
                    </a:lnTo>
                    <a:lnTo>
                      <a:pt x="21" y="46"/>
                    </a:lnTo>
                    <a:lnTo>
                      <a:pt x="23" y="48"/>
                    </a:lnTo>
                    <a:lnTo>
                      <a:pt x="28" y="75"/>
                    </a:lnTo>
                    <a:lnTo>
                      <a:pt x="30" y="81"/>
                    </a:lnTo>
                    <a:lnTo>
                      <a:pt x="35" y="86"/>
                    </a:lnTo>
                    <a:lnTo>
                      <a:pt x="42" y="90"/>
                    </a:lnTo>
                    <a:lnTo>
                      <a:pt x="46" y="92"/>
                    </a:lnTo>
                    <a:lnTo>
                      <a:pt x="54" y="101"/>
                    </a:lnTo>
                    <a:lnTo>
                      <a:pt x="55" y="107"/>
                    </a:lnTo>
                    <a:lnTo>
                      <a:pt x="55" y="125"/>
                    </a:lnTo>
                    <a:lnTo>
                      <a:pt x="57" y="135"/>
                    </a:lnTo>
                    <a:lnTo>
                      <a:pt x="56" y="155"/>
                    </a:lnTo>
                    <a:lnTo>
                      <a:pt x="54" y="168"/>
                    </a:lnTo>
                    <a:lnTo>
                      <a:pt x="46" y="181"/>
                    </a:lnTo>
                    <a:lnTo>
                      <a:pt x="38" y="192"/>
                    </a:lnTo>
                    <a:lnTo>
                      <a:pt x="35" y="195"/>
                    </a:lnTo>
                    <a:lnTo>
                      <a:pt x="26" y="206"/>
                    </a:lnTo>
                    <a:lnTo>
                      <a:pt x="8" y="233"/>
                    </a:lnTo>
                    <a:lnTo>
                      <a:pt x="2" y="238"/>
                    </a:lnTo>
                    <a:lnTo>
                      <a:pt x="1" y="253"/>
                    </a:lnTo>
                    <a:lnTo>
                      <a:pt x="8" y="263"/>
                    </a:lnTo>
                    <a:lnTo>
                      <a:pt x="12" y="272"/>
                    </a:lnTo>
                    <a:lnTo>
                      <a:pt x="18" y="270"/>
                    </a:lnTo>
                    <a:lnTo>
                      <a:pt x="26" y="267"/>
                    </a:lnTo>
                    <a:lnTo>
                      <a:pt x="35" y="265"/>
                    </a:lnTo>
                    <a:lnTo>
                      <a:pt x="45" y="265"/>
                    </a:lnTo>
                    <a:lnTo>
                      <a:pt x="45" y="270"/>
                    </a:lnTo>
                    <a:lnTo>
                      <a:pt x="34" y="274"/>
                    </a:lnTo>
                    <a:lnTo>
                      <a:pt x="26" y="281"/>
                    </a:lnTo>
                    <a:lnTo>
                      <a:pt x="14" y="281"/>
                    </a:lnTo>
                    <a:lnTo>
                      <a:pt x="7" y="295"/>
                    </a:lnTo>
                    <a:lnTo>
                      <a:pt x="16" y="303"/>
                    </a:lnTo>
                    <a:lnTo>
                      <a:pt x="207" y="415"/>
                    </a:lnTo>
                    <a:lnTo>
                      <a:pt x="210" y="420"/>
                    </a:lnTo>
                    <a:lnTo>
                      <a:pt x="210" y="428"/>
                    </a:lnTo>
                    <a:lnTo>
                      <a:pt x="215" y="447"/>
                    </a:lnTo>
                    <a:lnTo>
                      <a:pt x="218" y="458"/>
                    </a:lnTo>
                    <a:lnTo>
                      <a:pt x="296" y="504"/>
                    </a:lnTo>
                    <a:lnTo>
                      <a:pt x="306" y="499"/>
                    </a:lnTo>
                    <a:lnTo>
                      <a:pt x="309" y="495"/>
                    </a:lnTo>
                    <a:lnTo>
                      <a:pt x="314" y="488"/>
                    </a:lnTo>
                    <a:lnTo>
                      <a:pt x="318" y="479"/>
                    </a:lnTo>
                    <a:lnTo>
                      <a:pt x="324" y="463"/>
                    </a:lnTo>
                    <a:lnTo>
                      <a:pt x="333" y="450"/>
                    </a:lnTo>
                    <a:lnTo>
                      <a:pt x="342" y="429"/>
                    </a:lnTo>
                    <a:lnTo>
                      <a:pt x="346" y="413"/>
                    </a:lnTo>
                    <a:lnTo>
                      <a:pt x="352" y="399"/>
                    </a:lnTo>
                    <a:lnTo>
                      <a:pt x="357" y="392"/>
                    </a:lnTo>
                    <a:lnTo>
                      <a:pt x="360" y="391"/>
                    </a:lnTo>
                    <a:lnTo>
                      <a:pt x="378" y="382"/>
                    </a:lnTo>
                    <a:lnTo>
                      <a:pt x="379" y="376"/>
                    </a:lnTo>
                    <a:lnTo>
                      <a:pt x="382" y="370"/>
                    </a:lnTo>
                    <a:lnTo>
                      <a:pt x="388" y="361"/>
                    </a:lnTo>
                    <a:lnTo>
                      <a:pt x="394" y="358"/>
                    </a:lnTo>
                    <a:lnTo>
                      <a:pt x="403" y="358"/>
                    </a:lnTo>
                    <a:lnTo>
                      <a:pt x="414" y="346"/>
                    </a:lnTo>
                    <a:lnTo>
                      <a:pt x="417" y="340"/>
                    </a:lnTo>
                    <a:lnTo>
                      <a:pt x="416" y="337"/>
                    </a:lnTo>
                    <a:lnTo>
                      <a:pt x="393" y="308"/>
                    </a:lnTo>
                    <a:lnTo>
                      <a:pt x="387" y="300"/>
                    </a:lnTo>
                    <a:lnTo>
                      <a:pt x="387" y="2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5" name="Freeform 51">
                <a:extLst>
                  <a:ext uri="{FF2B5EF4-FFF2-40B4-BE49-F238E27FC236}">
                    <a16:creationId xmlns:a16="http://schemas.microsoft.com/office/drawing/2014/main" id="{F5E037C7-018F-A609-5EF9-FED3BF75C48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24" y="2302"/>
                <a:ext cx="68" cy="49"/>
              </a:xfrm>
              <a:custGeom>
                <a:avLst/>
                <a:gdLst/>
                <a:ahLst/>
                <a:cxnLst>
                  <a:cxn ang="0">
                    <a:pos x="43" y="160"/>
                  </a:cxn>
                  <a:cxn ang="0">
                    <a:pos x="28" y="129"/>
                  </a:cxn>
                  <a:cxn ang="0">
                    <a:pos x="7" y="113"/>
                  </a:cxn>
                  <a:cxn ang="0">
                    <a:pos x="1" y="107"/>
                  </a:cxn>
                  <a:cxn ang="0">
                    <a:pos x="35" y="86"/>
                  </a:cxn>
                  <a:cxn ang="0">
                    <a:pos x="56" y="33"/>
                  </a:cxn>
                  <a:cxn ang="0">
                    <a:pos x="70" y="9"/>
                  </a:cxn>
                  <a:cxn ang="0">
                    <a:pos x="92" y="9"/>
                  </a:cxn>
                  <a:cxn ang="0">
                    <a:pos x="122" y="5"/>
                  </a:cxn>
                  <a:cxn ang="0">
                    <a:pos x="135" y="1"/>
                  </a:cxn>
                  <a:cxn ang="0">
                    <a:pos x="168" y="2"/>
                  </a:cxn>
                  <a:cxn ang="0">
                    <a:pos x="183" y="9"/>
                  </a:cxn>
                  <a:cxn ang="0">
                    <a:pos x="206" y="29"/>
                  </a:cxn>
                  <a:cxn ang="0">
                    <a:pos x="221" y="29"/>
                  </a:cxn>
                  <a:cxn ang="0">
                    <a:pos x="238" y="58"/>
                  </a:cxn>
                  <a:cxn ang="0">
                    <a:pos x="248" y="68"/>
                  </a:cxn>
                  <a:cxn ang="0">
                    <a:pos x="258" y="75"/>
                  </a:cxn>
                  <a:cxn ang="0">
                    <a:pos x="261" y="82"/>
                  </a:cxn>
                  <a:cxn ang="0">
                    <a:pos x="277" y="91"/>
                  </a:cxn>
                  <a:cxn ang="0">
                    <a:pos x="289" y="103"/>
                  </a:cxn>
                  <a:cxn ang="0">
                    <a:pos x="297" y="123"/>
                  </a:cxn>
                  <a:cxn ang="0">
                    <a:pos x="302" y="133"/>
                  </a:cxn>
                  <a:cxn ang="0">
                    <a:pos x="309" y="156"/>
                  </a:cxn>
                  <a:cxn ang="0">
                    <a:pos x="313" y="181"/>
                  </a:cxn>
                  <a:cxn ang="0">
                    <a:pos x="323" y="185"/>
                  </a:cxn>
                  <a:cxn ang="0">
                    <a:pos x="332" y="197"/>
                  </a:cxn>
                  <a:cxn ang="0">
                    <a:pos x="342" y="212"/>
                  </a:cxn>
                  <a:cxn ang="0">
                    <a:pos x="342" y="221"/>
                  </a:cxn>
                  <a:cxn ang="0">
                    <a:pos x="344" y="238"/>
                  </a:cxn>
                  <a:cxn ang="0">
                    <a:pos x="321" y="242"/>
                  </a:cxn>
                  <a:cxn ang="0">
                    <a:pos x="293" y="244"/>
                  </a:cxn>
                  <a:cxn ang="0">
                    <a:pos x="271" y="239"/>
                  </a:cxn>
                  <a:cxn ang="0">
                    <a:pos x="255" y="238"/>
                  </a:cxn>
                  <a:cxn ang="0">
                    <a:pos x="237" y="227"/>
                  </a:cxn>
                  <a:cxn ang="0">
                    <a:pos x="162" y="224"/>
                  </a:cxn>
                  <a:cxn ang="0">
                    <a:pos x="111" y="236"/>
                  </a:cxn>
                  <a:cxn ang="0">
                    <a:pos x="57" y="244"/>
                  </a:cxn>
                  <a:cxn ang="0">
                    <a:pos x="43" y="242"/>
                  </a:cxn>
                  <a:cxn ang="0">
                    <a:pos x="47" y="199"/>
                  </a:cxn>
                  <a:cxn ang="0">
                    <a:pos x="98" y="188"/>
                  </a:cxn>
                  <a:cxn ang="0">
                    <a:pos x="127" y="183"/>
                  </a:cxn>
                  <a:cxn ang="0">
                    <a:pos x="143" y="182"/>
                  </a:cxn>
                  <a:cxn ang="0">
                    <a:pos x="175" y="194"/>
                  </a:cxn>
                  <a:cxn ang="0">
                    <a:pos x="203" y="189"/>
                  </a:cxn>
                  <a:cxn ang="0">
                    <a:pos x="206" y="177"/>
                  </a:cxn>
                  <a:cxn ang="0">
                    <a:pos x="191" y="177"/>
                  </a:cxn>
                  <a:cxn ang="0">
                    <a:pos x="165" y="172"/>
                  </a:cxn>
                  <a:cxn ang="0">
                    <a:pos x="140" y="162"/>
                  </a:cxn>
                  <a:cxn ang="0">
                    <a:pos x="120" y="163"/>
                  </a:cxn>
                </a:cxnLst>
                <a:rect l="0" t="0" r="r" b="b"/>
                <a:pathLst>
                  <a:path w="344" h="244">
                    <a:moveTo>
                      <a:pt x="55" y="174"/>
                    </a:moveTo>
                    <a:lnTo>
                      <a:pt x="54" y="174"/>
                    </a:lnTo>
                    <a:lnTo>
                      <a:pt x="50" y="168"/>
                    </a:lnTo>
                    <a:lnTo>
                      <a:pt x="43" y="160"/>
                    </a:lnTo>
                    <a:lnTo>
                      <a:pt x="41" y="147"/>
                    </a:lnTo>
                    <a:lnTo>
                      <a:pt x="39" y="144"/>
                    </a:lnTo>
                    <a:lnTo>
                      <a:pt x="33" y="138"/>
                    </a:lnTo>
                    <a:lnTo>
                      <a:pt x="28" y="129"/>
                    </a:lnTo>
                    <a:lnTo>
                      <a:pt x="18" y="119"/>
                    </a:lnTo>
                    <a:lnTo>
                      <a:pt x="14" y="112"/>
                    </a:lnTo>
                    <a:lnTo>
                      <a:pt x="9" y="112"/>
                    </a:lnTo>
                    <a:lnTo>
                      <a:pt x="7" y="113"/>
                    </a:lnTo>
                    <a:lnTo>
                      <a:pt x="4" y="117"/>
                    </a:lnTo>
                    <a:lnTo>
                      <a:pt x="1" y="112"/>
                    </a:lnTo>
                    <a:lnTo>
                      <a:pt x="0" y="109"/>
                    </a:lnTo>
                    <a:lnTo>
                      <a:pt x="1" y="107"/>
                    </a:lnTo>
                    <a:lnTo>
                      <a:pt x="6" y="107"/>
                    </a:lnTo>
                    <a:lnTo>
                      <a:pt x="17" y="103"/>
                    </a:lnTo>
                    <a:lnTo>
                      <a:pt x="31" y="91"/>
                    </a:lnTo>
                    <a:lnTo>
                      <a:pt x="35" y="86"/>
                    </a:lnTo>
                    <a:lnTo>
                      <a:pt x="40" y="77"/>
                    </a:lnTo>
                    <a:lnTo>
                      <a:pt x="55" y="56"/>
                    </a:lnTo>
                    <a:lnTo>
                      <a:pt x="56" y="50"/>
                    </a:lnTo>
                    <a:lnTo>
                      <a:pt x="56" y="33"/>
                    </a:lnTo>
                    <a:lnTo>
                      <a:pt x="57" y="32"/>
                    </a:lnTo>
                    <a:lnTo>
                      <a:pt x="61" y="29"/>
                    </a:lnTo>
                    <a:lnTo>
                      <a:pt x="65" y="22"/>
                    </a:lnTo>
                    <a:lnTo>
                      <a:pt x="70" y="9"/>
                    </a:lnTo>
                    <a:lnTo>
                      <a:pt x="73" y="9"/>
                    </a:lnTo>
                    <a:lnTo>
                      <a:pt x="76" y="7"/>
                    </a:lnTo>
                    <a:lnTo>
                      <a:pt x="83" y="9"/>
                    </a:lnTo>
                    <a:lnTo>
                      <a:pt x="92" y="9"/>
                    </a:lnTo>
                    <a:lnTo>
                      <a:pt x="102" y="11"/>
                    </a:lnTo>
                    <a:lnTo>
                      <a:pt x="109" y="10"/>
                    </a:lnTo>
                    <a:lnTo>
                      <a:pt x="111" y="7"/>
                    </a:lnTo>
                    <a:lnTo>
                      <a:pt x="122" y="5"/>
                    </a:lnTo>
                    <a:lnTo>
                      <a:pt x="131" y="6"/>
                    </a:lnTo>
                    <a:lnTo>
                      <a:pt x="133" y="5"/>
                    </a:lnTo>
                    <a:lnTo>
                      <a:pt x="133" y="1"/>
                    </a:lnTo>
                    <a:lnTo>
                      <a:pt x="135" y="1"/>
                    </a:lnTo>
                    <a:lnTo>
                      <a:pt x="141" y="1"/>
                    </a:lnTo>
                    <a:lnTo>
                      <a:pt x="146" y="0"/>
                    </a:lnTo>
                    <a:lnTo>
                      <a:pt x="152" y="2"/>
                    </a:lnTo>
                    <a:lnTo>
                      <a:pt x="168" y="2"/>
                    </a:lnTo>
                    <a:lnTo>
                      <a:pt x="169" y="4"/>
                    </a:lnTo>
                    <a:lnTo>
                      <a:pt x="174" y="2"/>
                    </a:lnTo>
                    <a:lnTo>
                      <a:pt x="176" y="7"/>
                    </a:lnTo>
                    <a:lnTo>
                      <a:pt x="183" y="9"/>
                    </a:lnTo>
                    <a:lnTo>
                      <a:pt x="194" y="17"/>
                    </a:lnTo>
                    <a:lnTo>
                      <a:pt x="195" y="23"/>
                    </a:lnTo>
                    <a:lnTo>
                      <a:pt x="202" y="31"/>
                    </a:lnTo>
                    <a:lnTo>
                      <a:pt x="206" y="29"/>
                    </a:lnTo>
                    <a:lnTo>
                      <a:pt x="212" y="28"/>
                    </a:lnTo>
                    <a:lnTo>
                      <a:pt x="212" y="32"/>
                    </a:lnTo>
                    <a:lnTo>
                      <a:pt x="216" y="33"/>
                    </a:lnTo>
                    <a:lnTo>
                      <a:pt x="221" y="29"/>
                    </a:lnTo>
                    <a:lnTo>
                      <a:pt x="223" y="29"/>
                    </a:lnTo>
                    <a:lnTo>
                      <a:pt x="233" y="44"/>
                    </a:lnTo>
                    <a:lnTo>
                      <a:pt x="238" y="54"/>
                    </a:lnTo>
                    <a:lnTo>
                      <a:pt x="238" y="58"/>
                    </a:lnTo>
                    <a:lnTo>
                      <a:pt x="242" y="59"/>
                    </a:lnTo>
                    <a:lnTo>
                      <a:pt x="245" y="64"/>
                    </a:lnTo>
                    <a:lnTo>
                      <a:pt x="245" y="66"/>
                    </a:lnTo>
                    <a:lnTo>
                      <a:pt x="248" y="68"/>
                    </a:lnTo>
                    <a:lnTo>
                      <a:pt x="251" y="66"/>
                    </a:lnTo>
                    <a:lnTo>
                      <a:pt x="253" y="66"/>
                    </a:lnTo>
                    <a:lnTo>
                      <a:pt x="255" y="74"/>
                    </a:lnTo>
                    <a:lnTo>
                      <a:pt x="258" y="75"/>
                    </a:lnTo>
                    <a:lnTo>
                      <a:pt x="260" y="79"/>
                    </a:lnTo>
                    <a:lnTo>
                      <a:pt x="256" y="80"/>
                    </a:lnTo>
                    <a:lnTo>
                      <a:pt x="256" y="81"/>
                    </a:lnTo>
                    <a:lnTo>
                      <a:pt x="261" y="82"/>
                    </a:lnTo>
                    <a:lnTo>
                      <a:pt x="264" y="86"/>
                    </a:lnTo>
                    <a:lnTo>
                      <a:pt x="267" y="88"/>
                    </a:lnTo>
                    <a:lnTo>
                      <a:pt x="271" y="88"/>
                    </a:lnTo>
                    <a:lnTo>
                      <a:pt x="277" y="91"/>
                    </a:lnTo>
                    <a:lnTo>
                      <a:pt x="280" y="95"/>
                    </a:lnTo>
                    <a:lnTo>
                      <a:pt x="281" y="99"/>
                    </a:lnTo>
                    <a:lnTo>
                      <a:pt x="283" y="101"/>
                    </a:lnTo>
                    <a:lnTo>
                      <a:pt x="289" y="103"/>
                    </a:lnTo>
                    <a:lnTo>
                      <a:pt x="296" y="109"/>
                    </a:lnTo>
                    <a:lnTo>
                      <a:pt x="298" y="112"/>
                    </a:lnTo>
                    <a:lnTo>
                      <a:pt x="299" y="115"/>
                    </a:lnTo>
                    <a:lnTo>
                      <a:pt x="297" y="123"/>
                    </a:lnTo>
                    <a:lnTo>
                      <a:pt x="297" y="129"/>
                    </a:lnTo>
                    <a:lnTo>
                      <a:pt x="299" y="129"/>
                    </a:lnTo>
                    <a:lnTo>
                      <a:pt x="301" y="133"/>
                    </a:lnTo>
                    <a:lnTo>
                      <a:pt x="302" y="133"/>
                    </a:lnTo>
                    <a:lnTo>
                      <a:pt x="305" y="136"/>
                    </a:lnTo>
                    <a:lnTo>
                      <a:pt x="307" y="144"/>
                    </a:lnTo>
                    <a:lnTo>
                      <a:pt x="307" y="150"/>
                    </a:lnTo>
                    <a:lnTo>
                      <a:pt x="309" y="156"/>
                    </a:lnTo>
                    <a:lnTo>
                      <a:pt x="310" y="160"/>
                    </a:lnTo>
                    <a:lnTo>
                      <a:pt x="305" y="167"/>
                    </a:lnTo>
                    <a:lnTo>
                      <a:pt x="305" y="169"/>
                    </a:lnTo>
                    <a:lnTo>
                      <a:pt x="313" y="181"/>
                    </a:lnTo>
                    <a:lnTo>
                      <a:pt x="315" y="187"/>
                    </a:lnTo>
                    <a:lnTo>
                      <a:pt x="316" y="188"/>
                    </a:lnTo>
                    <a:lnTo>
                      <a:pt x="320" y="188"/>
                    </a:lnTo>
                    <a:lnTo>
                      <a:pt x="323" y="185"/>
                    </a:lnTo>
                    <a:lnTo>
                      <a:pt x="328" y="185"/>
                    </a:lnTo>
                    <a:lnTo>
                      <a:pt x="328" y="189"/>
                    </a:lnTo>
                    <a:lnTo>
                      <a:pt x="331" y="193"/>
                    </a:lnTo>
                    <a:lnTo>
                      <a:pt x="332" y="197"/>
                    </a:lnTo>
                    <a:lnTo>
                      <a:pt x="335" y="199"/>
                    </a:lnTo>
                    <a:lnTo>
                      <a:pt x="337" y="204"/>
                    </a:lnTo>
                    <a:lnTo>
                      <a:pt x="341" y="209"/>
                    </a:lnTo>
                    <a:lnTo>
                      <a:pt x="342" y="212"/>
                    </a:lnTo>
                    <a:lnTo>
                      <a:pt x="341" y="212"/>
                    </a:lnTo>
                    <a:lnTo>
                      <a:pt x="340" y="214"/>
                    </a:lnTo>
                    <a:lnTo>
                      <a:pt x="342" y="217"/>
                    </a:lnTo>
                    <a:lnTo>
                      <a:pt x="342" y="221"/>
                    </a:lnTo>
                    <a:lnTo>
                      <a:pt x="339" y="225"/>
                    </a:lnTo>
                    <a:lnTo>
                      <a:pt x="340" y="232"/>
                    </a:lnTo>
                    <a:lnTo>
                      <a:pt x="344" y="236"/>
                    </a:lnTo>
                    <a:lnTo>
                      <a:pt x="344" y="238"/>
                    </a:lnTo>
                    <a:lnTo>
                      <a:pt x="341" y="239"/>
                    </a:lnTo>
                    <a:lnTo>
                      <a:pt x="331" y="239"/>
                    </a:lnTo>
                    <a:lnTo>
                      <a:pt x="325" y="242"/>
                    </a:lnTo>
                    <a:lnTo>
                      <a:pt x="321" y="242"/>
                    </a:lnTo>
                    <a:lnTo>
                      <a:pt x="310" y="241"/>
                    </a:lnTo>
                    <a:lnTo>
                      <a:pt x="308" y="242"/>
                    </a:lnTo>
                    <a:lnTo>
                      <a:pt x="301" y="242"/>
                    </a:lnTo>
                    <a:lnTo>
                      <a:pt x="293" y="244"/>
                    </a:lnTo>
                    <a:lnTo>
                      <a:pt x="287" y="244"/>
                    </a:lnTo>
                    <a:lnTo>
                      <a:pt x="282" y="242"/>
                    </a:lnTo>
                    <a:lnTo>
                      <a:pt x="278" y="242"/>
                    </a:lnTo>
                    <a:lnTo>
                      <a:pt x="271" y="239"/>
                    </a:lnTo>
                    <a:lnTo>
                      <a:pt x="264" y="239"/>
                    </a:lnTo>
                    <a:lnTo>
                      <a:pt x="258" y="233"/>
                    </a:lnTo>
                    <a:lnTo>
                      <a:pt x="255" y="235"/>
                    </a:lnTo>
                    <a:lnTo>
                      <a:pt x="255" y="238"/>
                    </a:lnTo>
                    <a:lnTo>
                      <a:pt x="248" y="237"/>
                    </a:lnTo>
                    <a:lnTo>
                      <a:pt x="248" y="231"/>
                    </a:lnTo>
                    <a:lnTo>
                      <a:pt x="245" y="228"/>
                    </a:lnTo>
                    <a:lnTo>
                      <a:pt x="237" y="227"/>
                    </a:lnTo>
                    <a:lnTo>
                      <a:pt x="231" y="228"/>
                    </a:lnTo>
                    <a:lnTo>
                      <a:pt x="226" y="225"/>
                    </a:lnTo>
                    <a:lnTo>
                      <a:pt x="212" y="224"/>
                    </a:lnTo>
                    <a:lnTo>
                      <a:pt x="162" y="224"/>
                    </a:lnTo>
                    <a:lnTo>
                      <a:pt x="159" y="225"/>
                    </a:lnTo>
                    <a:lnTo>
                      <a:pt x="135" y="225"/>
                    </a:lnTo>
                    <a:lnTo>
                      <a:pt x="122" y="231"/>
                    </a:lnTo>
                    <a:lnTo>
                      <a:pt x="111" y="236"/>
                    </a:lnTo>
                    <a:lnTo>
                      <a:pt x="102" y="238"/>
                    </a:lnTo>
                    <a:lnTo>
                      <a:pt x="72" y="237"/>
                    </a:lnTo>
                    <a:lnTo>
                      <a:pt x="68" y="239"/>
                    </a:lnTo>
                    <a:lnTo>
                      <a:pt x="57" y="244"/>
                    </a:lnTo>
                    <a:lnTo>
                      <a:pt x="50" y="244"/>
                    </a:lnTo>
                    <a:lnTo>
                      <a:pt x="46" y="243"/>
                    </a:lnTo>
                    <a:lnTo>
                      <a:pt x="45" y="241"/>
                    </a:lnTo>
                    <a:lnTo>
                      <a:pt x="43" y="242"/>
                    </a:lnTo>
                    <a:lnTo>
                      <a:pt x="44" y="241"/>
                    </a:lnTo>
                    <a:lnTo>
                      <a:pt x="41" y="239"/>
                    </a:lnTo>
                    <a:lnTo>
                      <a:pt x="43" y="205"/>
                    </a:lnTo>
                    <a:lnTo>
                      <a:pt x="47" y="199"/>
                    </a:lnTo>
                    <a:lnTo>
                      <a:pt x="86" y="195"/>
                    </a:lnTo>
                    <a:lnTo>
                      <a:pt x="94" y="195"/>
                    </a:lnTo>
                    <a:lnTo>
                      <a:pt x="95" y="195"/>
                    </a:lnTo>
                    <a:lnTo>
                      <a:pt x="98" y="188"/>
                    </a:lnTo>
                    <a:lnTo>
                      <a:pt x="103" y="187"/>
                    </a:lnTo>
                    <a:lnTo>
                      <a:pt x="106" y="188"/>
                    </a:lnTo>
                    <a:lnTo>
                      <a:pt x="119" y="187"/>
                    </a:lnTo>
                    <a:lnTo>
                      <a:pt x="127" y="183"/>
                    </a:lnTo>
                    <a:lnTo>
                      <a:pt x="131" y="178"/>
                    </a:lnTo>
                    <a:lnTo>
                      <a:pt x="133" y="177"/>
                    </a:lnTo>
                    <a:lnTo>
                      <a:pt x="140" y="178"/>
                    </a:lnTo>
                    <a:lnTo>
                      <a:pt x="143" y="182"/>
                    </a:lnTo>
                    <a:lnTo>
                      <a:pt x="151" y="184"/>
                    </a:lnTo>
                    <a:lnTo>
                      <a:pt x="159" y="189"/>
                    </a:lnTo>
                    <a:lnTo>
                      <a:pt x="167" y="190"/>
                    </a:lnTo>
                    <a:lnTo>
                      <a:pt x="175" y="194"/>
                    </a:lnTo>
                    <a:lnTo>
                      <a:pt x="183" y="194"/>
                    </a:lnTo>
                    <a:lnTo>
                      <a:pt x="185" y="195"/>
                    </a:lnTo>
                    <a:lnTo>
                      <a:pt x="191" y="192"/>
                    </a:lnTo>
                    <a:lnTo>
                      <a:pt x="203" y="189"/>
                    </a:lnTo>
                    <a:lnTo>
                      <a:pt x="207" y="185"/>
                    </a:lnTo>
                    <a:lnTo>
                      <a:pt x="207" y="182"/>
                    </a:lnTo>
                    <a:lnTo>
                      <a:pt x="207" y="177"/>
                    </a:lnTo>
                    <a:lnTo>
                      <a:pt x="206" y="177"/>
                    </a:lnTo>
                    <a:lnTo>
                      <a:pt x="203" y="177"/>
                    </a:lnTo>
                    <a:lnTo>
                      <a:pt x="200" y="176"/>
                    </a:lnTo>
                    <a:lnTo>
                      <a:pt x="195" y="176"/>
                    </a:lnTo>
                    <a:lnTo>
                      <a:pt x="191" y="177"/>
                    </a:lnTo>
                    <a:lnTo>
                      <a:pt x="180" y="182"/>
                    </a:lnTo>
                    <a:lnTo>
                      <a:pt x="175" y="181"/>
                    </a:lnTo>
                    <a:lnTo>
                      <a:pt x="169" y="178"/>
                    </a:lnTo>
                    <a:lnTo>
                      <a:pt x="165" y="172"/>
                    </a:lnTo>
                    <a:lnTo>
                      <a:pt x="164" y="171"/>
                    </a:lnTo>
                    <a:lnTo>
                      <a:pt x="152" y="171"/>
                    </a:lnTo>
                    <a:lnTo>
                      <a:pt x="146" y="163"/>
                    </a:lnTo>
                    <a:lnTo>
                      <a:pt x="140" y="162"/>
                    </a:lnTo>
                    <a:lnTo>
                      <a:pt x="137" y="161"/>
                    </a:lnTo>
                    <a:lnTo>
                      <a:pt x="131" y="162"/>
                    </a:lnTo>
                    <a:lnTo>
                      <a:pt x="126" y="165"/>
                    </a:lnTo>
                    <a:lnTo>
                      <a:pt x="120" y="163"/>
                    </a:lnTo>
                    <a:lnTo>
                      <a:pt x="115" y="168"/>
                    </a:lnTo>
                    <a:lnTo>
                      <a:pt x="111" y="174"/>
                    </a:lnTo>
                    <a:lnTo>
                      <a:pt x="55" y="17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6" name="Freeform 52">
                <a:extLst>
                  <a:ext uri="{FF2B5EF4-FFF2-40B4-BE49-F238E27FC236}">
                    <a16:creationId xmlns:a16="http://schemas.microsoft.com/office/drawing/2014/main" id="{D19686C2-B20D-0C60-840B-CF4CBE782A9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1" y="2497"/>
                <a:ext cx="120" cy="118"/>
              </a:xfrm>
              <a:custGeom>
                <a:avLst/>
                <a:gdLst/>
                <a:ahLst/>
                <a:cxnLst>
                  <a:cxn ang="0">
                    <a:pos x="450" y="144"/>
                  </a:cxn>
                  <a:cxn ang="0">
                    <a:pos x="521" y="238"/>
                  </a:cxn>
                  <a:cxn ang="0">
                    <a:pos x="505" y="292"/>
                  </a:cxn>
                  <a:cxn ang="0">
                    <a:pos x="538" y="325"/>
                  </a:cxn>
                  <a:cxn ang="0">
                    <a:pos x="537" y="349"/>
                  </a:cxn>
                  <a:cxn ang="0">
                    <a:pos x="536" y="380"/>
                  </a:cxn>
                  <a:cxn ang="0">
                    <a:pos x="528" y="402"/>
                  </a:cxn>
                  <a:cxn ang="0">
                    <a:pos x="542" y="432"/>
                  </a:cxn>
                  <a:cxn ang="0">
                    <a:pos x="550" y="467"/>
                  </a:cxn>
                  <a:cxn ang="0">
                    <a:pos x="561" y="488"/>
                  </a:cxn>
                  <a:cxn ang="0">
                    <a:pos x="587" y="514"/>
                  </a:cxn>
                  <a:cxn ang="0">
                    <a:pos x="593" y="526"/>
                  </a:cxn>
                  <a:cxn ang="0">
                    <a:pos x="541" y="557"/>
                  </a:cxn>
                  <a:cxn ang="0">
                    <a:pos x="476" y="564"/>
                  </a:cxn>
                  <a:cxn ang="0">
                    <a:pos x="436" y="583"/>
                  </a:cxn>
                  <a:cxn ang="0">
                    <a:pos x="378" y="589"/>
                  </a:cxn>
                  <a:cxn ang="0">
                    <a:pos x="355" y="580"/>
                  </a:cxn>
                  <a:cxn ang="0">
                    <a:pos x="331" y="584"/>
                  </a:cxn>
                  <a:cxn ang="0">
                    <a:pos x="280" y="567"/>
                  </a:cxn>
                  <a:cxn ang="0">
                    <a:pos x="270" y="531"/>
                  </a:cxn>
                  <a:cxn ang="0">
                    <a:pos x="249" y="476"/>
                  </a:cxn>
                  <a:cxn ang="0">
                    <a:pos x="229" y="473"/>
                  </a:cxn>
                  <a:cxn ang="0">
                    <a:pos x="208" y="475"/>
                  </a:cxn>
                  <a:cxn ang="0">
                    <a:pos x="178" y="459"/>
                  </a:cxn>
                  <a:cxn ang="0">
                    <a:pos x="125" y="440"/>
                  </a:cxn>
                  <a:cxn ang="0">
                    <a:pos x="95" y="418"/>
                  </a:cxn>
                  <a:cxn ang="0">
                    <a:pos x="65" y="386"/>
                  </a:cxn>
                  <a:cxn ang="0">
                    <a:pos x="49" y="328"/>
                  </a:cxn>
                  <a:cxn ang="0">
                    <a:pos x="11" y="278"/>
                  </a:cxn>
                  <a:cxn ang="0">
                    <a:pos x="9" y="231"/>
                  </a:cxn>
                  <a:cxn ang="0">
                    <a:pos x="0" y="187"/>
                  </a:cxn>
                  <a:cxn ang="0">
                    <a:pos x="39" y="159"/>
                  </a:cxn>
                  <a:cxn ang="0">
                    <a:pos x="64" y="121"/>
                  </a:cxn>
                  <a:cxn ang="0">
                    <a:pos x="52" y="102"/>
                  </a:cxn>
                  <a:cxn ang="0">
                    <a:pos x="49" y="83"/>
                  </a:cxn>
                  <a:cxn ang="0">
                    <a:pos x="66" y="46"/>
                  </a:cxn>
                  <a:cxn ang="0">
                    <a:pos x="66" y="5"/>
                  </a:cxn>
                  <a:cxn ang="0">
                    <a:pos x="119" y="7"/>
                  </a:cxn>
                  <a:cxn ang="0">
                    <a:pos x="118" y="83"/>
                  </a:cxn>
                  <a:cxn ang="0">
                    <a:pos x="133" y="88"/>
                  </a:cxn>
                  <a:cxn ang="0">
                    <a:pos x="148" y="75"/>
                  </a:cxn>
                  <a:cxn ang="0">
                    <a:pos x="173" y="86"/>
                  </a:cxn>
                  <a:cxn ang="0">
                    <a:pos x="186" y="84"/>
                  </a:cxn>
                  <a:cxn ang="0">
                    <a:pos x="214" y="79"/>
                  </a:cxn>
                  <a:cxn ang="0">
                    <a:pos x="209" y="66"/>
                  </a:cxn>
                  <a:cxn ang="0">
                    <a:pos x="209" y="48"/>
                  </a:cxn>
                  <a:cxn ang="0">
                    <a:pos x="225" y="35"/>
                  </a:cxn>
                  <a:cxn ang="0">
                    <a:pos x="238" y="21"/>
                  </a:cxn>
                  <a:cxn ang="0">
                    <a:pos x="251" y="0"/>
                  </a:cxn>
                </a:cxnLst>
                <a:rect l="0" t="0" r="r" b="b"/>
                <a:pathLst>
                  <a:path w="596" h="591">
                    <a:moveTo>
                      <a:pt x="442" y="112"/>
                    </a:moveTo>
                    <a:lnTo>
                      <a:pt x="445" y="117"/>
                    </a:lnTo>
                    <a:lnTo>
                      <a:pt x="445" y="125"/>
                    </a:lnTo>
                    <a:lnTo>
                      <a:pt x="450" y="144"/>
                    </a:lnTo>
                    <a:lnTo>
                      <a:pt x="453" y="155"/>
                    </a:lnTo>
                    <a:lnTo>
                      <a:pt x="531" y="201"/>
                    </a:lnTo>
                    <a:lnTo>
                      <a:pt x="528" y="207"/>
                    </a:lnTo>
                    <a:lnTo>
                      <a:pt x="521" y="238"/>
                    </a:lnTo>
                    <a:lnTo>
                      <a:pt x="517" y="244"/>
                    </a:lnTo>
                    <a:lnTo>
                      <a:pt x="514" y="256"/>
                    </a:lnTo>
                    <a:lnTo>
                      <a:pt x="504" y="281"/>
                    </a:lnTo>
                    <a:lnTo>
                      <a:pt x="505" y="292"/>
                    </a:lnTo>
                    <a:lnTo>
                      <a:pt x="507" y="298"/>
                    </a:lnTo>
                    <a:lnTo>
                      <a:pt x="523" y="309"/>
                    </a:lnTo>
                    <a:lnTo>
                      <a:pt x="530" y="317"/>
                    </a:lnTo>
                    <a:lnTo>
                      <a:pt x="538" y="325"/>
                    </a:lnTo>
                    <a:lnTo>
                      <a:pt x="544" y="336"/>
                    </a:lnTo>
                    <a:lnTo>
                      <a:pt x="544" y="341"/>
                    </a:lnTo>
                    <a:lnTo>
                      <a:pt x="542" y="342"/>
                    </a:lnTo>
                    <a:lnTo>
                      <a:pt x="537" y="349"/>
                    </a:lnTo>
                    <a:lnTo>
                      <a:pt x="536" y="362"/>
                    </a:lnTo>
                    <a:lnTo>
                      <a:pt x="533" y="368"/>
                    </a:lnTo>
                    <a:lnTo>
                      <a:pt x="537" y="374"/>
                    </a:lnTo>
                    <a:lnTo>
                      <a:pt x="536" y="380"/>
                    </a:lnTo>
                    <a:lnTo>
                      <a:pt x="538" y="385"/>
                    </a:lnTo>
                    <a:lnTo>
                      <a:pt x="537" y="395"/>
                    </a:lnTo>
                    <a:lnTo>
                      <a:pt x="531" y="395"/>
                    </a:lnTo>
                    <a:lnTo>
                      <a:pt x="528" y="402"/>
                    </a:lnTo>
                    <a:lnTo>
                      <a:pt x="531" y="412"/>
                    </a:lnTo>
                    <a:lnTo>
                      <a:pt x="537" y="425"/>
                    </a:lnTo>
                    <a:lnTo>
                      <a:pt x="542" y="429"/>
                    </a:lnTo>
                    <a:lnTo>
                      <a:pt x="542" y="432"/>
                    </a:lnTo>
                    <a:lnTo>
                      <a:pt x="538" y="435"/>
                    </a:lnTo>
                    <a:lnTo>
                      <a:pt x="550" y="455"/>
                    </a:lnTo>
                    <a:lnTo>
                      <a:pt x="552" y="460"/>
                    </a:lnTo>
                    <a:lnTo>
                      <a:pt x="550" y="467"/>
                    </a:lnTo>
                    <a:lnTo>
                      <a:pt x="555" y="472"/>
                    </a:lnTo>
                    <a:lnTo>
                      <a:pt x="558" y="478"/>
                    </a:lnTo>
                    <a:lnTo>
                      <a:pt x="558" y="484"/>
                    </a:lnTo>
                    <a:lnTo>
                      <a:pt x="561" y="488"/>
                    </a:lnTo>
                    <a:lnTo>
                      <a:pt x="561" y="497"/>
                    </a:lnTo>
                    <a:lnTo>
                      <a:pt x="573" y="503"/>
                    </a:lnTo>
                    <a:lnTo>
                      <a:pt x="577" y="513"/>
                    </a:lnTo>
                    <a:lnTo>
                      <a:pt x="587" y="514"/>
                    </a:lnTo>
                    <a:lnTo>
                      <a:pt x="592" y="518"/>
                    </a:lnTo>
                    <a:lnTo>
                      <a:pt x="595" y="519"/>
                    </a:lnTo>
                    <a:lnTo>
                      <a:pt x="596" y="525"/>
                    </a:lnTo>
                    <a:lnTo>
                      <a:pt x="593" y="526"/>
                    </a:lnTo>
                    <a:lnTo>
                      <a:pt x="579" y="536"/>
                    </a:lnTo>
                    <a:lnTo>
                      <a:pt x="564" y="550"/>
                    </a:lnTo>
                    <a:lnTo>
                      <a:pt x="560" y="552"/>
                    </a:lnTo>
                    <a:lnTo>
                      <a:pt x="541" y="557"/>
                    </a:lnTo>
                    <a:lnTo>
                      <a:pt x="507" y="569"/>
                    </a:lnTo>
                    <a:lnTo>
                      <a:pt x="499" y="570"/>
                    </a:lnTo>
                    <a:lnTo>
                      <a:pt x="489" y="570"/>
                    </a:lnTo>
                    <a:lnTo>
                      <a:pt x="476" y="564"/>
                    </a:lnTo>
                    <a:lnTo>
                      <a:pt x="467" y="567"/>
                    </a:lnTo>
                    <a:lnTo>
                      <a:pt x="453" y="568"/>
                    </a:lnTo>
                    <a:lnTo>
                      <a:pt x="440" y="581"/>
                    </a:lnTo>
                    <a:lnTo>
                      <a:pt x="436" y="583"/>
                    </a:lnTo>
                    <a:lnTo>
                      <a:pt x="429" y="583"/>
                    </a:lnTo>
                    <a:lnTo>
                      <a:pt x="398" y="581"/>
                    </a:lnTo>
                    <a:lnTo>
                      <a:pt x="387" y="589"/>
                    </a:lnTo>
                    <a:lnTo>
                      <a:pt x="378" y="589"/>
                    </a:lnTo>
                    <a:lnTo>
                      <a:pt x="371" y="591"/>
                    </a:lnTo>
                    <a:lnTo>
                      <a:pt x="366" y="590"/>
                    </a:lnTo>
                    <a:lnTo>
                      <a:pt x="361" y="588"/>
                    </a:lnTo>
                    <a:lnTo>
                      <a:pt x="355" y="580"/>
                    </a:lnTo>
                    <a:lnTo>
                      <a:pt x="348" y="578"/>
                    </a:lnTo>
                    <a:lnTo>
                      <a:pt x="340" y="578"/>
                    </a:lnTo>
                    <a:lnTo>
                      <a:pt x="334" y="583"/>
                    </a:lnTo>
                    <a:lnTo>
                      <a:pt x="331" y="584"/>
                    </a:lnTo>
                    <a:lnTo>
                      <a:pt x="290" y="583"/>
                    </a:lnTo>
                    <a:lnTo>
                      <a:pt x="290" y="579"/>
                    </a:lnTo>
                    <a:lnTo>
                      <a:pt x="285" y="570"/>
                    </a:lnTo>
                    <a:lnTo>
                      <a:pt x="280" y="567"/>
                    </a:lnTo>
                    <a:lnTo>
                      <a:pt x="275" y="559"/>
                    </a:lnTo>
                    <a:lnTo>
                      <a:pt x="274" y="557"/>
                    </a:lnTo>
                    <a:lnTo>
                      <a:pt x="275" y="538"/>
                    </a:lnTo>
                    <a:lnTo>
                      <a:pt x="270" y="531"/>
                    </a:lnTo>
                    <a:lnTo>
                      <a:pt x="269" y="513"/>
                    </a:lnTo>
                    <a:lnTo>
                      <a:pt x="264" y="494"/>
                    </a:lnTo>
                    <a:lnTo>
                      <a:pt x="261" y="487"/>
                    </a:lnTo>
                    <a:lnTo>
                      <a:pt x="249" y="476"/>
                    </a:lnTo>
                    <a:lnTo>
                      <a:pt x="237" y="472"/>
                    </a:lnTo>
                    <a:lnTo>
                      <a:pt x="232" y="480"/>
                    </a:lnTo>
                    <a:lnTo>
                      <a:pt x="230" y="476"/>
                    </a:lnTo>
                    <a:lnTo>
                      <a:pt x="229" y="473"/>
                    </a:lnTo>
                    <a:lnTo>
                      <a:pt x="226" y="472"/>
                    </a:lnTo>
                    <a:lnTo>
                      <a:pt x="221" y="472"/>
                    </a:lnTo>
                    <a:lnTo>
                      <a:pt x="210" y="476"/>
                    </a:lnTo>
                    <a:lnTo>
                      <a:pt x="208" y="475"/>
                    </a:lnTo>
                    <a:lnTo>
                      <a:pt x="203" y="468"/>
                    </a:lnTo>
                    <a:lnTo>
                      <a:pt x="193" y="470"/>
                    </a:lnTo>
                    <a:lnTo>
                      <a:pt x="182" y="462"/>
                    </a:lnTo>
                    <a:lnTo>
                      <a:pt x="178" y="459"/>
                    </a:lnTo>
                    <a:lnTo>
                      <a:pt x="176" y="456"/>
                    </a:lnTo>
                    <a:lnTo>
                      <a:pt x="165" y="456"/>
                    </a:lnTo>
                    <a:lnTo>
                      <a:pt x="154" y="452"/>
                    </a:lnTo>
                    <a:lnTo>
                      <a:pt x="125" y="440"/>
                    </a:lnTo>
                    <a:lnTo>
                      <a:pt x="117" y="438"/>
                    </a:lnTo>
                    <a:lnTo>
                      <a:pt x="109" y="434"/>
                    </a:lnTo>
                    <a:lnTo>
                      <a:pt x="105" y="427"/>
                    </a:lnTo>
                    <a:lnTo>
                      <a:pt x="95" y="418"/>
                    </a:lnTo>
                    <a:lnTo>
                      <a:pt x="87" y="416"/>
                    </a:lnTo>
                    <a:lnTo>
                      <a:pt x="81" y="417"/>
                    </a:lnTo>
                    <a:lnTo>
                      <a:pt x="70" y="398"/>
                    </a:lnTo>
                    <a:lnTo>
                      <a:pt x="65" y="386"/>
                    </a:lnTo>
                    <a:lnTo>
                      <a:pt x="58" y="374"/>
                    </a:lnTo>
                    <a:lnTo>
                      <a:pt x="49" y="352"/>
                    </a:lnTo>
                    <a:lnTo>
                      <a:pt x="50" y="338"/>
                    </a:lnTo>
                    <a:lnTo>
                      <a:pt x="49" y="328"/>
                    </a:lnTo>
                    <a:lnTo>
                      <a:pt x="31" y="310"/>
                    </a:lnTo>
                    <a:lnTo>
                      <a:pt x="9" y="298"/>
                    </a:lnTo>
                    <a:lnTo>
                      <a:pt x="6" y="284"/>
                    </a:lnTo>
                    <a:lnTo>
                      <a:pt x="11" y="278"/>
                    </a:lnTo>
                    <a:lnTo>
                      <a:pt x="15" y="272"/>
                    </a:lnTo>
                    <a:lnTo>
                      <a:pt x="11" y="258"/>
                    </a:lnTo>
                    <a:lnTo>
                      <a:pt x="9" y="246"/>
                    </a:lnTo>
                    <a:lnTo>
                      <a:pt x="9" y="231"/>
                    </a:lnTo>
                    <a:lnTo>
                      <a:pt x="5" y="225"/>
                    </a:lnTo>
                    <a:lnTo>
                      <a:pt x="1" y="222"/>
                    </a:lnTo>
                    <a:lnTo>
                      <a:pt x="0" y="206"/>
                    </a:lnTo>
                    <a:lnTo>
                      <a:pt x="0" y="187"/>
                    </a:lnTo>
                    <a:lnTo>
                      <a:pt x="3" y="186"/>
                    </a:lnTo>
                    <a:lnTo>
                      <a:pt x="14" y="183"/>
                    </a:lnTo>
                    <a:lnTo>
                      <a:pt x="28" y="179"/>
                    </a:lnTo>
                    <a:lnTo>
                      <a:pt x="39" y="159"/>
                    </a:lnTo>
                    <a:lnTo>
                      <a:pt x="44" y="153"/>
                    </a:lnTo>
                    <a:lnTo>
                      <a:pt x="50" y="139"/>
                    </a:lnTo>
                    <a:lnTo>
                      <a:pt x="60" y="127"/>
                    </a:lnTo>
                    <a:lnTo>
                      <a:pt x="64" y="121"/>
                    </a:lnTo>
                    <a:lnTo>
                      <a:pt x="64" y="113"/>
                    </a:lnTo>
                    <a:lnTo>
                      <a:pt x="62" y="107"/>
                    </a:lnTo>
                    <a:lnTo>
                      <a:pt x="58" y="104"/>
                    </a:lnTo>
                    <a:lnTo>
                      <a:pt x="52" y="102"/>
                    </a:lnTo>
                    <a:lnTo>
                      <a:pt x="48" y="99"/>
                    </a:lnTo>
                    <a:lnTo>
                      <a:pt x="48" y="95"/>
                    </a:lnTo>
                    <a:lnTo>
                      <a:pt x="48" y="89"/>
                    </a:lnTo>
                    <a:lnTo>
                      <a:pt x="49" y="83"/>
                    </a:lnTo>
                    <a:lnTo>
                      <a:pt x="54" y="78"/>
                    </a:lnTo>
                    <a:lnTo>
                      <a:pt x="65" y="63"/>
                    </a:lnTo>
                    <a:lnTo>
                      <a:pt x="68" y="53"/>
                    </a:lnTo>
                    <a:lnTo>
                      <a:pt x="66" y="46"/>
                    </a:lnTo>
                    <a:lnTo>
                      <a:pt x="62" y="31"/>
                    </a:lnTo>
                    <a:lnTo>
                      <a:pt x="49" y="10"/>
                    </a:lnTo>
                    <a:lnTo>
                      <a:pt x="44" y="3"/>
                    </a:lnTo>
                    <a:lnTo>
                      <a:pt x="66" y="5"/>
                    </a:lnTo>
                    <a:lnTo>
                      <a:pt x="73" y="2"/>
                    </a:lnTo>
                    <a:lnTo>
                      <a:pt x="73" y="0"/>
                    </a:lnTo>
                    <a:lnTo>
                      <a:pt x="118" y="0"/>
                    </a:lnTo>
                    <a:lnTo>
                      <a:pt x="119" y="7"/>
                    </a:lnTo>
                    <a:lnTo>
                      <a:pt x="118" y="26"/>
                    </a:lnTo>
                    <a:lnTo>
                      <a:pt x="114" y="40"/>
                    </a:lnTo>
                    <a:lnTo>
                      <a:pt x="113" y="61"/>
                    </a:lnTo>
                    <a:lnTo>
                      <a:pt x="118" y="83"/>
                    </a:lnTo>
                    <a:lnTo>
                      <a:pt x="117" y="90"/>
                    </a:lnTo>
                    <a:lnTo>
                      <a:pt x="122" y="99"/>
                    </a:lnTo>
                    <a:lnTo>
                      <a:pt x="129" y="95"/>
                    </a:lnTo>
                    <a:lnTo>
                      <a:pt x="133" y="88"/>
                    </a:lnTo>
                    <a:lnTo>
                      <a:pt x="139" y="86"/>
                    </a:lnTo>
                    <a:lnTo>
                      <a:pt x="138" y="78"/>
                    </a:lnTo>
                    <a:lnTo>
                      <a:pt x="143" y="72"/>
                    </a:lnTo>
                    <a:lnTo>
                      <a:pt x="148" y="75"/>
                    </a:lnTo>
                    <a:lnTo>
                      <a:pt x="157" y="85"/>
                    </a:lnTo>
                    <a:lnTo>
                      <a:pt x="163" y="90"/>
                    </a:lnTo>
                    <a:lnTo>
                      <a:pt x="170" y="86"/>
                    </a:lnTo>
                    <a:lnTo>
                      <a:pt x="173" y="86"/>
                    </a:lnTo>
                    <a:lnTo>
                      <a:pt x="176" y="107"/>
                    </a:lnTo>
                    <a:lnTo>
                      <a:pt x="183" y="101"/>
                    </a:lnTo>
                    <a:lnTo>
                      <a:pt x="182" y="94"/>
                    </a:lnTo>
                    <a:lnTo>
                      <a:pt x="186" y="84"/>
                    </a:lnTo>
                    <a:lnTo>
                      <a:pt x="189" y="83"/>
                    </a:lnTo>
                    <a:lnTo>
                      <a:pt x="200" y="83"/>
                    </a:lnTo>
                    <a:lnTo>
                      <a:pt x="205" y="83"/>
                    </a:lnTo>
                    <a:lnTo>
                      <a:pt x="214" y="79"/>
                    </a:lnTo>
                    <a:lnTo>
                      <a:pt x="225" y="72"/>
                    </a:lnTo>
                    <a:lnTo>
                      <a:pt x="226" y="69"/>
                    </a:lnTo>
                    <a:lnTo>
                      <a:pt x="224" y="64"/>
                    </a:lnTo>
                    <a:lnTo>
                      <a:pt x="209" y="66"/>
                    </a:lnTo>
                    <a:lnTo>
                      <a:pt x="200" y="62"/>
                    </a:lnTo>
                    <a:lnTo>
                      <a:pt x="202" y="58"/>
                    </a:lnTo>
                    <a:lnTo>
                      <a:pt x="211" y="52"/>
                    </a:lnTo>
                    <a:lnTo>
                      <a:pt x="209" y="48"/>
                    </a:lnTo>
                    <a:lnTo>
                      <a:pt x="211" y="46"/>
                    </a:lnTo>
                    <a:lnTo>
                      <a:pt x="219" y="46"/>
                    </a:lnTo>
                    <a:lnTo>
                      <a:pt x="220" y="42"/>
                    </a:lnTo>
                    <a:lnTo>
                      <a:pt x="225" y="35"/>
                    </a:lnTo>
                    <a:lnTo>
                      <a:pt x="226" y="30"/>
                    </a:lnTo>
                    <a:lnTo>
                      <a:pt x="231" y="29"/>
                    </a:lnTo>
                    <a:lnTo>
                      <a:pt x="234" y="20"/>
                    </a:lnTo>
                    <a:lnTo>
                      <a:pt x="238" y="21"/>
                    </a:lnTo>
                    <a:lnTo>
                      <a:pt x="240" y="18"/>
                    </a:lnTo>
                    <a:lnTo>
                      <a:pt x="236" y="12"/>
                    </a:lnTo>
                    <a:lnTo>
                      <a:pt x="240" y="5"/>
                    </a:lnTo>
                    <a:lnTo>
                      <a:pt x="251" y="0"/>
                    </a:lnTo>
                    <a:lnTo>
                      <a:pt x="442" y="1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7" name="Freeform 53">
                <a:extLst>
                  <a:ext uri="{FF2B5EF4-FFF2-40B4-BE49-F238E27FC236}">
                    <a16:creationId xmlns:a16="http://schemas.microsoft.com/office/drawing/2014/main" id="{80594537-B48B-86CF-1DBF-46D647BD5D4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70" y="2377"/>
                <a:ext cx="33" cy="3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17" y="50"/>
                  </a:cxn>
                  <a:cxn ang="0">
                    <a:pos x="23" y="39"/>
                  </a:cxn>
                  <a:cxn ang="0">
                    <a:pos x="32" y="37"/>
                  </a:cxn>
                  <a:cxn ang="0">
                    <a:pos x="37" y="31"/>
                  </a:cxn>
                  <a:cxn ang="0">
                    <a:pos x="46" y="16"/>
                  </a:cxn>
                  <a:cxn ang="0">
                    <a:pos x="49" y="6"/>
                  </a:cxn>
                  <a:cxn ang="0">
                    <a:pos x="61" y="7"/>
                  </a:cxn>
                  <a:cxn ang="0">
                    <a:pos x="70" y="5"/>
                  </a:cxn>
                  <a:cxn ang="0">
                    <a:pos x="76" y="0"/>
                  </a:cxn>
                  <a:cxn ang="0">
                    <a:pos x="115" y="1"/>
                  </a:cxn>
                  <a:cxn ang="0">
                    <a:pos x="125" y="12"/>
                  </a:cxn>
                  <a:cxn ang="0">
                    <a:pos x="134" y="21"/>
                  </a:cxn>
                  <a:cxn ang="0">
                    <a:pos x="136" y="27"/>
                  </a:cxn>
                  <a:cxn ang="0">
                    <a:pos x="135" y="32"/>
                  </a:cxn>
                  <a:cxn ang="0">
                    <a:pos x="145" y="35"/>
                  </a:cxn>
                  <a:cxn ang="0">
                    <a:pos x="143" y="40"/>
                  </a:cxn>
                  <a:cxn ang="0">
                    <a:pos x="143" y="45"/>
                  </a:cxn>
                  <a:cxn ang="0">
                    <a:pos x="146" y="53"/>
                  </a:cxn>
                  <a:cxn ang="0">
                    <a:pos x="152" y="60"/>
                  </a:cxn>
                  <a:cxn ang="0">
                    <a:pos x="153" y="71"/>
                  </a:cxn>
                  <a:cxn ang="0">
                    <a:pos x="146" y="85"/>
                  </a:cxn>
                  <a:cxn ang="0">
                    <a:pos x="143" y="92"/>
                  </a:cxn>
                  <a:cxn ang="0">
                    <a:pos x="162" y="82"/>
                  </a:cxn>
                  <a:cxn ang="0">
                    <a:pos x="164" y="85"/>
                  </a:cxn>
                  <a:cxn ang="0">
                    <a:pos x="163" y="93"/>
                  </a:cxn>
                  <a:cxn ang="0">
                    <a:pos x="167" y="98"/>
                  </a:cxn>
                  <a:cxn ang="0">
                    <a:pos x="152" y="105"/>
                  </a:cxn>
                  <a:cxn ang="0">
                    <a:pos x="150" y="123"/>
                  </a:cxn>
                  <a:cxn ang="0">
                    <a:pos x="143" y="129"/>
                  </a:cxn>
                  <a:cxn ang="0">
                    <a:pos x="136" y="136"/>
                  </a:cxn>
                  <a:cxn ang="0">
                    <a:pos x="121" y="146"/>
                  </a:cxn>
                  <a:cxn ang="0">
                    <a:pos x="113" y="148"/>
                  </a:cxn>
                  <a:cxn ang="0">
                    <a:pos x="112" y="156"/>
                  </a:cxn>
                  <a:cxn ang="0">
                    <a:pos x="108" y="163"/>
                  </a:cxn>
                  <a:cxn ang="0">
                    <a:pos x="102" y="166"/>
                  </a:cxn>
                  <a:cxn ang="0">
                    <a:pos x="61" y="147"/>
                  </a:cxn>
                  <a:cxn ang="0">
                    <a:pos x="51" y="140"/>
                  </a:cxn>
                  <a:cxn ang="0">
                    <a:pos x="32" y="124"/>
                  </a:cxn>
                  <a:cxn ang="0">
                    <a:pos x="23" y="118"/>
                  </a:cxn>
                  <a:cxn ang="0">
                    <a:pos x="22" y="110"/>
                  </a:cxn>
                  <a:cxn ang="0">
                    <a:pos x="16" y="102"/>
                  </a:cxn>
                  <a:cxn ang="0">
                    <a:pos x="5" y="93"/>
                  </a:cxn>
                  <a:cxn ang="0">
                    <a:pos x="8" y="86"/>
                  </a:cxn>
                  <a:cxn ang="0">
                    <a:pos x="13" y="87"/>
                  </a:cxn>
                  <a:cxn ang="0">
                    <a:pos x="11" y="82"/>
                  </a:cxn>
                  <a:cxn ang="0">
                    <a:pos x="5" y="78"/>
                  </a:cxn>
                  <a:cxn ang="0">
                    <a:pos x="5" y="65"/>
                  </a:cxn>
                  <a:cxn ang="0">
                    <a:pos x="0" y="60"/>
                  </a:cxn>
                  <a:cxn ang="0">
                    <a:pos x="2" y="49"/>
                  </a:cxn>
                </a:cxnLst>
                <a:rect l="0" t="0" r="r" b="b"/>
                <a:pathLst>
                  <a:path w="167" h="166">
                    <a:moveTo>
                      <a:pt x="2" y="49"/>
                    </a:moveTo>
                    <a:lnTo>
                      <a:pt x="8" y="51"/>
                    </a:lnTo>
                    <a:lnTo>
                      <a:pt x="14" y="51"/>
                    </a:lnTo>
                    <a:lnTo>
                      <a:pt x="17" y="50"/>
                    </a:lnTo>
                    <a:lnTo>
                      <a:pt x="19" y="49"/>
                    </a:lnTo>
                    <a:lnTo>
                      <a:pt x="23" y="39"/>
                    </a:lnTo>
                    <a:lnTo>
                      <a:pt x="28" y="39"/>
                    </a:lnTo>
                    <a:lnTo>
                      <a:pt x="32" y="37"/>
                    </a:lnTo>
                    <a:lnTo>
                      <a:pt x="32" y="32"/>
                    </a:lnTo>
                    <a:lnTo>
                      <a:pt x="37" y="31"/>
                    </a:lnTo>
                    <a:lnTo>
                      <a:pt x="43" y="23"/>
                    </a:lnTo>
                    <a:lnTo>
                      <a:pt x="46" y="16"/>
                    </a:lnTo>
                    <a:lnTo>
                      <a:pt x="45" y="7"/>
                    </a:lnTo>
                    <a:lnTo>
                      <a:pt x="49" y="6"/>
                    </a:lnTo>
                    <a:lnTo>
                      <a:pt x="57" y="5"/>
                    </a:lnTo>
                    <a:lnTo>
                      <a:pt x="61" y="7"/>
                    </a:lnTo>
                    <a:lnTo>
                      <a:pt x="65" y="7"/>
                    </a:lnTo>
                    <a:lnTo>
                      <a:pt x="70" y="5"/>
                    </a:lnTo>
                    <a:lnTo>
                      <a:pt x="76" y="5"/>
                    </a:lnTo>
                    <a:lnTo>
                      <a:pt x="76" y="0"/>
                    </a:lnTo>
                    <a:lnTo>
                      <a:pt x="102" y="0"/>
                    </a:lnTo>
                    <a:lnTo>
                      <a:pt x="115" y="1"/>
                    </a:lnTo>
                    <a:lnTo>
                      <a:pt x="119" y="8"/>
                    </a:lnTo>
                    <a:lnTo>
                      <a:pt x="125" y="12"/>
                    </a:lnTo>
                    <a:lnTo>
                      <a:pt x="129" y="17"/>
                    </a:lnTo>
                    <a:lnTo>
                      <a:pt x="134" y="21"/>
                    </a:lnTo>
                    <a:lnTo>
                      <a:pt x="134" y="23"/>
                    </a:lnTo>
                    <a:lnTo>
                      <a:pt x="136" y="27"/>
                    </a:lnTo>
                    <a:lnTo>
                      <a:pt x="135" y="29"/>
                    </a:lnTo>
                    <a:lnTo>
                      <a:pt x="135" y="32"/>
                    </a:lnTo>
                    <a:lnTo>
                      <a:pt x="142" y="34"/>
                    </a:lnTo>
                    <a:lnTo>
                      <a:pt x="145" y="35"/>
                    </a:lnTo>
                    <a:lnTo>
                      <a:pt x="145" y="38"/>
                    </a:lnTo>
                    <a:lnTo>
                      <a:pt x="143" y="40"/>
                    </a:lnTo>
                    <a:lnTo>
                      <a:pt x="145" y="45"/>
                    </a:lnTo>
                    <a:lnTo>
                      <a:pt x="143" y="45"/>
                    </a:lnTo>
                    <a:lnTo>
                      <a:pt x="145" y="50"/>
                    </a:lnTo>
                    <a:lnTo>
                      <a:pt x="146" y="53"/>
                    </a:lnTo>
                    <a:lnTo>
                      <a:pt x="151" y="56"/>
                    </a:lnTo>
                    <a:lnTo>
                      <a:pt x="152" y="60"/>
                    </a:lnTo>
                    <a:lnTo>
                      <a:pt x="155" y="70"/>
                    </a:lnTo>
                    <a:lnTo>
                      <a:pt x="153" y="71"/>
                    </a:lnTo>
                    <a:lnTo>
                      <a:pt x="148" y="74"/>
                    </a:lnTo>
                    <a:lnTo>
                      <a:pt x="146" y="85"/>
                    </a:lnTo>
                    <a:lnTo>
                      <a:pt x="143" y="90"/>
                    </a:lnTo>
                    <a:lnTo>
                      <a:pt x="143" y="92"/>
                    </a:lnTo>
                    <a:lnTo>
                      <a:pt x="156" y="87"/>
                    </a:lnTo>
                    <a:lnTo>
                      <a:pt x="162" y="82"/>
                    </a:lnTo>
                    <a:lnTo>
                      <a:pt x="163" y="82"/>
                    </a:lnTo>
                    <a:lnTo>
                      <a:pt x="164" y="85"/>
                    </a:lnTo>
                    <a:lnTo>
                      <a:pt x="164" y="88"/>
                    </a:lnTo>
                    <a:lnTo>
                      <a:pt x="163" y="93"/>
                    </a:lnTo>
                    <a:lnTo>
                      <a:pt x="167" y="97"/>
                    </a:lnTo>
                    <a:lnTo>
                      <a:pt x="167" y="98"/>
                    </a:lnTo>
                    <a:lnTo>
                      <a:pt x="157" y="99"/>
                    </a:lnTo>
                    <a:lnTo>
                      <a:pt x="152" y="105"/>
                    </a:lnTo>
                    <a:lnTo>
                      <a:pt x="150" y="107"/>
                    </a:lnTo>
                    <a:lnTo>
                      <a:pt x="150" y="123"/>
                    </a:lnTo>
                    <a:lnTo>
                      <a:pt x="146" y="124"/>
                    </a:lnTo>
                    <a:lnTo>
                      <a:pt x="143" y="129"/>
                    </a:lnTo>
                    <a:lnTo>
                      <a:pt x="140" y="129"/>
                    </a:lnTo>
                    <a:lnTo>
                      <a:pt x="136" y="136"/>
                    </a:lnTo>
                    <a:lnTo>
                      <a:pt x="130" y="137"/>
                    </a:lnTo>
                    <a:lnTo>
                      <a:pt x="121" y="146"/>
                    </a:lnTo>
                    <a:lnTo>
                      <a:pt x="118" y="148"/>
                    </a:lnTo>
                    <a:lnTo>
                      <a:pt x="113" y="148"/>
                    </a:lnTo>
                    <a:lnTo>
                      <a:pt x="112" y="151"/>
                    </a:lnTo>
                    <a:lnTo>
                      <a:pt x="112" y="156"/>
                    </a:lnTo>
                    <a:lnTo>
                      <a:pt x="109" y="157"/>
                    </a:lnTo>
                    <a:lnTo>
                      <a:pt x="108" y="163"/>
                    </a:lnTo>
                    <a:lnTo>
                      <a:pt x="103" y="166"/>
                    </a:lnTo>
                    <a:lnTo>
                      <a:pt x="102" y="166"/>
                    </a:lnTo>
                    <a:lnTo>
                      <a:pt x="91" y="163"/>
                    </a:lnTo>
                    <a:lnTo>
                      <a:pt x="61" y="147"/>
                    </a:lnTo>
                    <a:lnTo>
                      <a:pt x="53" y="146"/>
                    </a:lnTo>
                    <a:lnTo>
                      <a:pt x="51" y="140"/>
                    </a:lnTo>
                    <a:lnTo>
                      <a:pt x="48" y="135"/>
                    </a:lnTo>
                    <a:lnTo>
                      <a:pt x="32" y="124"/>
                    </a:lnTo>
                    <a:lnTo>
                      <a:pt x="24" y="120"/>
                    </a:lnTo>
                    <a:lnTo>
                      <a:pt x="23" y="118"/>
                    </a:lnTo>
                    <a:lnTo>
                      <a:pt x="23" y="113"/>
                    </a:lnTo>
                    <a:lnTo>
                      <a:pt x="22" y="110"/>
                    </a:lnTo>
                    <a:lnTo>
                      <a:pt x="22" y="107"/>
                    </a:lnTo>
                    <a:lnTo>
                      <a:pt x="16" y="102"/>
                    </a:lnTo>
                    <a:lnTo>
                      <a:pt x="10" y="102"/>
                    </a:lnTo>
                    <a:lnTo>
                      <a:pt x="5" y="93"/>
                    </a:lnTo>
                    <a:lnTo>
                      <a:pt x="5" y="86"/>
                    </a:lnTo>
                    <a:lnTo>
                      <a:pt x="8" y="86"/>
                    </a:lnTo>
                    <a:lnTo>
                      <a:pt x="10" y="87"/>
                    </a:lnTo>
                    <a:lnTo>
                      <a:pt x="13" y="87"/>
                    </a:lnTo>
                    <a:lnTo>
                      <a:pt x="13" y="86"/>
                    </a:lnTo>
                    <a:lnTo>
                      <a:pt x="11" y="82"/>
                    </a:lnTo>
                    <a:lnTo>
                      <a:pt x="7" y="81"/>
                    </a:lnTo>
                    <a:lnTo>
                      <a:pt x="5" y="78"/>
                    </a:lnTo>
                    <a:lnTo>
                      <a:pt x="6" y="71"/>
                    </a:lnTo>
                    <a:lnTo>
                      <a:pt x="5" y="65"/>
                    </a:lnTo>
                    <a:lnTo>
                      <a:pt x="3" y="62"/>
                    </a:lnTo>
                    <a:lnTo>
                      <a:pt x="0" y="60"/>
                    </a:lnTo>
                    <a:lnTo>
                      <a:pt x="0" y="55"/>
                    </a:lnTo>
                    <a:lnTo>
                      <a:pt x="2" y="4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8" name="Freeform 54">
                <a:extLst>
                  <a:ext uri="{FF2B5EF4-FFF2-40B4-BE49-F238E27FC236}">
                    <a16:creationId xmlns:a16="http://schemas.microsoft.com/office/drawing/2014/main" id="{EA31AF78-5932-8787-5727-6A6837566D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22" y="2369"/>
                <a:ext cx="67" cy="70"/>
              </a:xfrm>
              <a:custGeom>
                <a:avLst/>
                <a:gdLst/>
                <a:ahLst/>
                <a:cxnLst>
                  <a:cxn ang="0">
                    <a:pos x="97" y="342"/>
                  </a:cxn>
                  <a:cxn ang="0">
                    <a:pos x="173" y="317"/>
                  </a:cxn>
                  <a:cxn ang="0">
                    <a:pos x="258" y="307"/>
                  </a:cxn>
                  <a:cxn ang="0">
                    <a:pos x="301" y="315"/>
                  </a:cxn>
                  <a:cxn ang="0">
                    <a:pos x="317" y="310"/>
                  </a:cxn>
                  <a:cxn ang="0">
                    <a:pos x="318" y="280"/>
                  </a:cxn>
                  <a:cxn ang="0">
                    <a:pos x="296" y="238"/>
                  </a:cxn>
                  <a:cxn ang="0">
                    <a:pos x="307" y="199"/>
                  </a:cxn>
                  <a:cxn ang="0">
                    <a:pos x="318" y="161"/>
                  </a:cxn>
                  <a:cxn ang="0">
                    <a:pos x="332" y="144"/>
                  </a:cxn>
                  <a:cxn ang="0">
                    <a:pos x="327" y="95"/>
                  </a:cxn>
                  <a:cxn ang="0">
                    <a:pos x="326" y="82"/>
                  </a:cxn>
                  <a:cxn ang="0">
                    <a:pos x="322" y="70"/>
                  </a:cxn>
                  <a:cxn ang="0">
                    <a:pos x="307" y="54"/>
                  </a:cxn>
                  <a:cxn ang="0">
                    <a:pos x="290" y="48"/>
                  </a:cxn>
                  <a:cxn ang="0">
                    <a:pos x="250" y="49"/>
                  </a:cxn>
                  <a:cxn ang="0">
                    <a:pos x="230" y="61"/>
                  </a:cxn>
                  <a:cxn ang="0">
                    <a:pos x="218" y="57"/>
                  </a:cxn>
                  <a:cxn ang="0">
                    <a:pos x="205" y="50"/>
                  </a:cxn>
                  <a:cxn ang="0">
                    <a:pos x="197" y="39"/>
                  </a:cxn>
                  <a:cxn ang="0">
                    <a:pos x="188" y="30"/>
                  </a:cxn>
                  <a:cxn ang="0">
                    <a:pos x="173" y="25"/>
                  </a:cxn>
                  <a:cxn ang="0">
                    <a:pos x="154" y="16"/>
                  </a:cxn>
                  <a:cxn ang="0">
                    <a:pos x="140" y="27"/>
                  </a:cxn>
                  <a:cxn ang="0">
                    <a:pos x="129" y="10"/>
                  </a:cxn>
                  <a:cxn ang="0">
                    <a:pos x="124" y="1"/>
                  </a:cxn>
                  <a:cxn ang="0">
                    <a:pos x="108" y="5"/>
                  </a:cxn>
                  <a:cxn ang="0">
                    <a:pos x="105" y="18"/>
                  </a:cxn>
                  <a:cxn ang="0">
                    <a:pos x="86" y="27"/>
                  </a:cxn>
                  <a:cxn ang="0">
                    <a:pos x="73" y="25"/>
                  </a:cxn>
                  <a:cxn ang="0">
                    <a:pos x="65" y="27"/>
                  </a:cxn>
                  <a:cxn ang="0">
                    <a:pos x="53" y="18"/>
                  </a:cxn>
                  <a:cxn ang="0">
                    <a:pos x="42" y="25"/>
                  </a:cxn>
                  <a:cxn ang="0">
                    <a:pos x="26" y="39"/>
                  </a:cxn>
                  <a:cxn ang="0">
                    <a:pos x="24" y="70"/>
                  </a:cxn>
                  <a:cxn ang="0">
                    <a:pos x="37" y="90"/>
                  </a:cxn>
                  <a:cxn ang="0">
                    <a:pos x="42" y="97"/>
                  </a:cxn>
                  <a:cxn ang="0">
                    <a:pos x="41" y="111"/>
                  </a:cxn>
                  <a:cxn ang="0">
                    <a:pos x="47" y="125"/>
                  </a:cxn>
                  <a:cxn ang="0">
                    <a:pos x="41" y="129"/>
                  </a:cxn>
                  <a:cxn ang="0">
                    <a:pos x="17" y="128"/>
                  </a:cxn>
                  <a:cxn ang="0">
                    <a:pos x="17" y="139"/>
                  </a:cxn>
                  <a:cxn ang="0">
                    <a:pos x="31" y="145"/>
                  </a:cxn>
                  <a:cxn ang="0">
                    <a:pos x="28" y="152"/>
                  </a:cxn>
                  <a:cxn ang="0">
                    <a:pos x="22" y="177"/>
                  </a:cxn>
                  <a:cxn ang="0">
                    <a:pos x="8" y="192"/>
                  </a:cxn>
                  <a:cxn ang="0">
                    <a:pos x="17" y="202"/>
                  </a:cxn>
                  <a:cxn ang="0">
                    <a:pos x="0" y="233"/>
                  </a:cxn>
                  <a:cxn ang="0">
                    <a:pos x="8" y="236"/>
                  </a:cxn>
                  <a:cxn ang="0">
                    <a:pos x="22" y="245"/>
                  </a:cxn>
                  <a:cxn ang="0">
                    <a:pos x="38" y="256"/>
                  </a:cxn>
                  <a:cxn ang="0">
                    <a:pos x="52" y="267"/>
                  </a:cxn>
                  <a:cxn ang="0">
                    <a:pos x="65" y="280"/>
                  </a:cxn>
                  <a:cxn ang="0">
                    <a:pos x="66" y="300"/>
                  </a:cxn>
                  <a:cxn ang="0">
                    <a:pos x="57" y="311"/>
                  </a:cxn>
                  <a:cxn ang="0">
                    <a:pos x="57" y="350"/>
                  </a:cxn>
                </a:cxnLst>
                <a:rect l="0" t="0" r="r" b="b"/>
                <a:pathLst>
                  <a:path w="337" h="354">
                    <a:moveTo>
                      <a:pt x="57" y="350"/>
                    </a:moveTo>
                    <a:lnTo>
                      <a:pt x="58" y="353"/>
                    </a:lnTo>
                    <a:lnTo>
                      <a:pt x="74" y="354"/>
                    </a:lnTo>
                    <a:lnTo>
                      <a:pt x="97" y="342"/>
                    </a:lnTo>
                    <a:lnTo>
                      <a:pt x="121" y="332"/>
                    </a:lnTo>
                    <a:lnTo>
                      <a:pt x="135" y="326"/>
                    </a:lnTo>
                    <a:lnTo>
                      <a:pt x="160" y="318"/>
                    </a:lnTo>
                    <a:lnTo>
                      <a:pt x="173" y="317"/>
                    </a:lnTo>
                    <a:lnTo>
                      <a:pt x="208" y="311"/>
                    </a:lnTo>
                    <a:lnTo>
                      <a:pt x="219" y="310"/>
                    </a:lnTo>
                    <a:lnTo>
                      <a:pt x="240" y="307"/>
                    </a:lnTo>
                    <a:lnTo>
                      <a:pt x="258" y="307"/>
                    </a:lnTo>
                    <a:lnTo>
                      <a:pt x="274" y="312"/>
                    </a:lnTo>
                    <a:lnTo>
                      <a:pt x="295" y="316"/>
                    </a:lnTo>
                    <a:lnTo>
                      <a:pt x="299" y="316"/>
                    </a:lnTo>
                    <a:lnTo>
                      <a:pt x="301" y="315"/>
                    </a:lnTo>
                    <a:lnTo>
                      <a:pt x="305" y="308"/>
                    </a:lnTo>
                    <a:lnTo>
                      <a:pt x="307" y="307"/>
                    </a:lnTo>
                    <a:lnTo>
                      <a:pt x="313" y="307"/>
                    </a:lnTo>
                    <a:lnTo>
                      <a:pt x="317" y="310"/>
                    </a:lnTo>
                    <a:lnTo>
                      <a:pt x="323" y="308"/>
                    </a:lnTo>
                    <a:lnTo>
                      <a:pt x="323" y="294"/>
                    </a:lnTo>
                    <a:lnTo>
                      <a:pt x="321" y="281"/>
                    </a:lnTo>
                    <a:lnTo>
                      <a:pt x="318" y="280"/>
                    </a:lnTo>
                    <a:lnTo>
                      <a:pt x="311" y="279"/>
                    </a:lnTo>
                    <a:lnTo>
                      <a:pt x="307" y="274"/>
                    </a:lnTo>
                    <a:lnTo>
                      <a:pt x="304" y="258"/>
                    </a:lnTo>
                    <a:lnTo>
                      <a:pt x="296" y="238"/>
                    </a:lnTo>
                    <a:lnTo>
                      <a:pt x="296" y="230"/>
                    </a:lnTo>
                    <a:lnTo>
                      <a:pt x="297" y="213"/>
                    </a:lnTo>
                    <a:lnTo>
                      <a:pt x="301" y="206"/>
                    </a:lnTo>
                    <a:lnTo>
                      <a:pt x="307" y="199"/>
                    </a:lnTo>
                    <a:lnTo>
                      <a:pt x="310" y="194"/>
                    </a:lnTo>
                    <a:lnTo>
                      <a:pt x="310" y="183"/>
                    </a:lnTo>
                    <a:lnTo>
                      <a:pt x="312" y="174"/>
                    </a:lnTo>
                    <a:lnTo>
                      <a:pt x="318" y="161"/>
                    </a:lnTo>
                    <a:lnTo>
                      <a:pt x="322" y="152"/>
                    </a:lnTo>
                    <a:lnTo>
                      <a:pt x="324" y="150"/>
                    </a:lnTo>
                    <a:lnTo>
                      <a:pt x="328" y="145"/>
                    </a:lnTo>
                    <a:lnTo>
                      <a:pt x="332" y="144"/>
                    </a:lnTo>
                    <a:lnTo>
                      <a:pt x="332" y="139"/>
                    </a:lnTo>
                    <a:lnTo>
                      <a:pt x="337" y="138"/>
                    </a:lnTo>
                    <a:lnTo>
                      <a:pt x="334" y="122"/>
                    </a:lnTo>
                    <a:lnTo>
                      <a:pt x="327" y="95"/>
                    </a:lnTo>
                    <a:lnTo>
                      <a:pt x="324" y="91"/>
                    </a:lnTo>
                    <a:lnTo>
                      <a:pt x="321" y="90"/>
                    </a:lnTo>
                    <a:lnTo>
                      <a:pt x="321" y="87"/>
                    </a:lnTo>
                    <a:lnTo>
                      <a:pt x="326" y="82"/>
                    </a:lnTo>
                    <a:lnTo>
                      <a:pt x="323" y="77"/>
                    </a:lnTo>
                    <a:lnTo>
                      <a:pt x="324" y="74"/>
                    </a:lnTo>
                    <a:lnTo>
                      <a:pt x="324" y="68"/>
                    </a:lnTo>
                    <a:lnTo>
                      <a:pt x="322" y="70"/>
                    </a:lnTo>
                    <a:lnTo>
                      <a:pt x="316" y="70"/>
                    </a:lnTo>
                    <a:lnTo>
                      <a:pt x="313" y="69"/>
                    </a:lnTo>
                    <a:lnTo>
                      <a:pt x="308" y="59"/>
                    </a:lnTo>
                    <a:lnTo>
                      <a:pt x="307" y="54"/>
                    </a:lnTo>
                    <a:lnTo>
                      <a:pt x="302" y="53"/>
                    </a:lnTo>
                    <a:lnTo>
                      <a:pt x="296" y="43"/>
                    </a:lnTo>
                    <a:lnTo>
                      <a:pt x="295" y="43"/>
                    </a:lnTo>
                    <a:lnTo>
                      <a:pt x="290" y="48"/>
                    </a:lnTo>
                    <a:lnTo>
                      <a:pt x="279" y="43"/>
                    </a:lnTo>
                    <a:lnTo>
                      <a:pt x="272" y="43"/>
                    </a:lnTo>
                    <a:lnTo>
                      <a:pt x="262" y="46"/>
                    </a:lnTo>
                    <a:lnTo>
                      <a:pt x="250" y="49"/>
                    </a:lnTo>
                    <a:lnTo>
                      <a:pt x="242" y="52"/>
                    </a:lnTo>
                    <a:lnTo>
                      <a:pt x="236" y="53"/>
                    </a:lnTo>
                    <a:lnTo>
                      <a:pt x="234" y="59"/>
                    </a:lnTo>
                    <a:lnTo>
                      <a:pt x="230" y="61"/>
                    </a:lnTo>
                    <a:lnTo>
                      <a:pt x="223" y="58"/>
                    </a:lnTo>
                    <a:lnTo>
                      <a:pt x="221" y="54"/>
                    </a:lnTo>
                    <a:lnTo>
                      <a:pt x="220" y="54"/>
                    </a:lnTo>
                    <a:lnTo>
                      <a:pt x="218" y="57"/>
                    </a:lnTo>
                    <a:lnTo>
                      <a:pt x="214" y="57"/>
                    </a:lnTo>
                    <a:lnTo>
                      <a:pt x="214" y="58"/>
                    </a:lnTo>
                    <a:lnTo>
                      <a:pt x="207" y="54"/>
                    </a:lnTo>
                    <a:lnTo>
                      <a:pt x="205" y="50"/>
                    </a:lnTo>
                    <a:lnTo>
                      <a:pt x="202" y="47"/>
                    </a:lnTo>
                    <a:lnTo>
                      <a:pt x="198" y="47"/>
                    </a:lnTo>
                    <a:lnTo>
                      <a:pt x="198" y="42"/>
                    </a:lnTo>
                    <a:lnTo>
                      <a:pt x="197" y="39"/>
                    </a:lnTo>
                    <a:lnTo>
                      <a:pt x="194" y="38"/>
                    </a:lnTo>
                    <a:lnTo>
                      <a:pt x="191" y="32"/>
                    </a:lnTo>
                    <a:lnTo>
                      <a:pt x="189" y="31"/>
                    </a:lnTo>
                    <a:lnTo>
                      <a:pt x="188" y="30"/>
                    </a:lnTo>
                    <a:lnTo>
                      <a:pt x="187" y="25"/>
                    </a:lnTo>
                    <a:lnTo>
                      <a:pt x="187" y="23"/>
                    </a:lnTo>
                    <a:lnTo>
                      <a:pt x="184" y="22"/>
                    </a:lnTo>
                    <a:lnTo>
                      <a:pt x="173" y="25"/>
                    </a:lnTo>
                    <a:lnTo>
                      <a:pt x="171" y="23"/>
                    </a:lnTo>
                    <a:lnTo>
                      <a:pt x="167" y="17"/>
                    </a:lnTo>
                    <a:lnTo>
                      <a:pt x="165" y="16"/>
                    </a:lnTo>
                    <a:lnTo>
                      <a:pt x="154" y="16"/>
                    </a:lnTo>
                    <a:lnTo>
                      <a:pt x="150" y="16"/>
                    </a:lnTo>
                    <a:lnTo>
                      <a:pt x="148" y="23"/>
                    </a:lnTo>
                    <a:lnTo>
                      <a:pt x="144" y="23"/>
                    </a:lnTo>
                    <a:lnTo>
                      <a:pt x="140" y="27"/>
                    </a:lnTo>
                    <a:lnTo>
                      <a:pt x="130" y="27"/>
                    </a:lnTo>
                    <a:lnTo>
                      <a:pt x="132" y="25"/>
                    </a:lnTo>
                    <a:lnTo>
                      <a:pt x="130" y="14"/>
                    </a:lnTo>
                    <a:lnTo>
                      <a:pt x="129" y="10"/>
                    </a:lnTo>
                    <a:lnTo>
                      <a:pt x="129" y="9"/>
                    </a:lnTo>
                    <a:lnTo>
                      <a:pt x="129" y="4"/>
                    </a:lnTo>
                    <a:lnTo>
                      <a:pt x="127" y="0"/>
                    </a:lnTo>
                    <a:lnTo>
                      <a:pt x="124" y="1"/>
                    </a:lnTo>
                    <a:lnTo>
                      <a:pt x="118" y="1"/>
                    </a:lnTo>
                    <a:lnTo>
                      <a:pt x="116" y="9"/>
                    </a:lnTo>
                    <a:lnTo>
                      <a:pt x="114" y="9"/>
                    </a:lnTo>
                    <a:lnTo>
                      <a:pt x="108" y="5"/>
                    </a:lnTo>
                    <a:lnTo>
                      <a:pt x="106" y="5"/>
                    </a:lnTo>
                    <a:lnTo>
                      <a:pt x="103" y="9"/>
                    </a:lnTo>
                    <a:lnTo>
                      <a:pt x="103" y="12"/>
                    </a:lnTo>
                    <a:lnTo>
                      <a:pt x="105" y="18"/>
                    </a:lnTo>
                    <a:lnTo>
                      <a:pt x="103" y="21"/>
                    </a:lnTo>
                    <a:lnTo>
                      <a:pt x="92" y="21"/>
                    </a:lnTo>
                    <a:lnTo>
                      <a:pt x="86" y="23"/>
                    </a:lnTo>
                    <a:lnTo>
                      <a:pt x="86" y="27"/>
                    </a:lnTo>
                    <a:lnTo>
                      <a:pt x="84" y="32"/>
                    </a:lnTo>
                    <a:lnTo>
                      <a:pt x="80" y="32"/>
                    </a:lnTo>
                    <a:lnTo>
                      <a:pt x="76" y="30"/>
                    </a:lnTo>
                    <a:lnTo>
                      <a:pt x="73" y="25"/>
                    </a:lnTo>
                    <a:lnTo>
                      <a:pt x="70" y="25"/>
                    </a:lnTo>
                    <a:lnTo>
                      <a:pt x="68" y="26"/>
                    </a:lnTo>
                    <a:lnTo>
                      <a:pt x="66" y="27"/>
                    </a:lnTo>
                    <a:lnTo>
                      <a:pt x="65" y="27"/>
                    </a:lnTo>
                    <a:lnTo>
                      <a:pt x="64" y="21"/>
                    </a:lnTo>
                    <a:lnTo>
                      <a:pt x="60" y="16"/>
                    </a:lnTo>
                    <a:lnTo>
                      <a:pt x="57" y="15"/>
                    </a:lnTo>
                    <a:lnTo>
                      <a:pt x="53" y="18"/>
                    </a:lnTo>
                    <a:lnTo>
                      <a:pt x="48" y="17"/>
                    </a:lnTo>
                    <a:lnTo>
                      <a:pt x="46" y="18"/>
                    </a:lnTo>
                    <a:lnTo>
                      <a:pt x="43" y="21"/>
                    </a:lnTo>
                    <a:lnTo>
                      <a:pt x="42" y="25"/>
                    </a:lnTo>
                    <a:lnTo>
                      <a:pt x="39" y="28"/>
                    </a:lnTo>
                    <a:lnTo>
                      <a:pt x="33" y="30"/>
                    </a:lnTo>
                    <a:lnTo>
                      <a:pt x="32" y="32"/>
                    </a:lnTo>
                    <a:lnTo>
                      <a:pt x="26" y="39"/>
                    </a:lnTo>
                    <a:lnTo>
                      <a:pt x="25" y="42"/>
                    </a:lnTo>
                    <a:lnTo>
                      <a:pt x="22" y="44"/>
                    </a:lnTo>
                    <a:lnTo>
                      <a:pt x="24" y="53"/>
                    </a:lnTo>
                    <a:lnTo>
                      <a:pt x="24" y="70"/>
                    </a:lnTo>
                    <a:lnTo>
                      <a:pt x="24" y="73"/>
                    </a:lnTo>
                    <a:lnTo>
                      <a:pt x="31" y="76"/>
                    </a:lnTo>
                    <a:lnTo>
                      <a:pt x="38" y="76"/>
                    </a:lnTo>
                    <a:lnTo>
                      <a:pt x="37" y="90"/>
                    </a:lnTo>
                    <a:lnTo>
                      <a:pt x="41" y="89"/>
                    </a:lnTo>
                    <a:lnTo>
                      <a:pt x="44" y="93"/>
                    </a:lnTo>
                    <a:lnTo>
                      <a:pt x="44" y="96"/>
                    </a:lnTo>
                    <a:lnTo>
                      <a:pt x="42" y="97"/>
                    </a:lnTo>
                    <a:lnTo>
                      <a:pt x="38" y="101"/>
                    </a:lnTo>
                    <a:lnTo>
                      <a:pt x="35" y="109"/>
                    </a:lnTo>
                    <a:lnTo>
                      <a:pt x="37" y="109"/>
                    </a:lnTo>
                    <a:lnTo>
                      <a:pt x="41" y="111"/>
                    </a:lnTo>
                    <a:lnTo>
                      <a:pt x="44" y="111"/>
                    </a:lnTo>
                    <a:lnTo>
                      <a:pt x="44" y="117"/>
                    </a:lnTo>
                    <a:lnTo>
                      <a:pt x="47" y="120"/>
                    </a:lnTo>
                    <a:lnTo>
                      <a:pt x="47" y="125"/>
                    </a:lnTo>
                    <a:lnTo>
                      <a:pt x="48" y="134"/>
                    </a:lnTo>
                    <a:lnTo>
                      <a:pt x="47" y="134"/>
                    </a:lnTo>
                    <a:lnTo>
                      <a:pt x="44" y="128"/>
                    </a:lnTo>
                    <a:lnTo>
                      <a:pt x="41" y="129"/>
                    </a:lnTo>
                    <a:lnTo>
                      <a:pt x="38" y="129"/>
                    </a:lnTo>
                    <a:lnTo>
                      <a:pt x="35" y="125"/>
                    </a:lnTo>
                    <a:lnTo>
                      <a:pt x="26" y="124"/>
                    </a:lnTo>
                    <a:lnTo>
                      <a:pt x="17" y="128"/>
                    </a:lnTo>
                    <a:lnTo>
                      <a:pt x="17" y="129"/>
                    </a:lnTo>
                    <a:lnTo>
                      <a:pt x="19" y="129"/>
                    </a:lnTo>
                    <a:lnTo>
                      <a:pt x="20" y="134"/>
                    </a:lnTo>
                    <a:lnTo>
                      <a:pt x="17" y="139"/>
                    </a:lnTo>
                    <a:lnTo>
                      <a:pt x="20" y="141"/>
                    </a:lnTo>
                    <a:lnTo>
                      <a:pt x="26" y="141"/>
                    </a:lnTo>
                    <a:lnTo>
                      <a:pt x="30" y="141"/>
                    </a:lnTo>
                    <a:lnTo>
                      <a:pt x="31" y="145"/>
                    </a:lnTo>
                    <a:lnTo>
                      <a:pt x="30" y="147"/>
                    </a:lnTo>
                    <a:lnTo>
                      <a:pt x="32" y="147"/>
                    </a:lnTo>
                    <a:lnTo>
                      <a:pt x="33" y="150"/>
                    </a:lnTo>
                    <a:lnTo>
                      <a:pt x="28" y="152"/>
                    </a:lnTo>
                    <a:lnTo>
                      <a:pt x="27" y="157"/>
                    </a:lnTo>
                    <a:lnTo>
                      <a:pt x="27" y="166"/>
                    </a:lnTo>
                    <a:lnTo>
                      <a:pt x="22" y="172"/>
                    </a:lnTo>
                    <a:lnTo>
                      <a:pt x="22" y="177"/>
                    </a:lnTo>
                    <a:lnTo>
                      <a:pt x="9" y="176"/>
                    </a:lnTo>
                    <a:lnTo>
                      <a:pt x="5" y="178"/>
                    </a:lnTo>
                    <a:lnTo>
                      <a:pt x="6" y="183"/>
                    </a:lnTo>
                    <a:lnTo>
                      <a:pt x="8" y="192"/>
                    </a:lnTo>
                    <a:lnTo>
                      <a:pt x="10" y="193"/>
                    </a:lnTo>
                    <a:lnTo>
                      <a:pt x="12" y="197"/>
                    </a:lnTo>
                    <a:lnTo>
                      <a:pt x="12" y="198"/>
                    </a:lnTo>
                    <a:lnTo>
                      <a:pt x="17" y="202"/>
                    </a:lnTo>
                    <a:lnTo>
                      <a:pt x="14" y="217"/>
                    </a:lnTo>
                    <a:lnTo>
                      <a:pt x="12" y="220"/>
                    </a:lnTo>
                    <a:lnTo>
                      <a:pt x="4" y="227"/>
                    </a:lnTo>
                    <a:lnTo>
                      <a:pt x="0" y="233"/>
                    </a:lnTo>
                    <a:lnTo>
                      <a:pt x="0" y="235"/>
                    </a:lnTo>
                    <a:lnTo>
                      <a:pt x="3" y="235"/>
                    </a:lnTo>
                    <a:lnTo>
                      <a:pt x="4" y="237"/>
                    </a:lnTo>
                    <a:lnTo>
                      <a:pt x="8" y="236"/>
                    </a:lnTo>
                    <a:lnTo>
                      <a:pt x="9" y="238"/>
                    </a:lnTo>
                    <a:lnTo>
                      <a:pt x="11" y="240"/>
                    </a:lnTo>
                    <a:lnTo>
                      <a:pt x="15" y="240"/>
                    </a:lnTo>
                    <a:lnTo>
                      <a:pt x="22" y="245"/>
                    </a:lnTo>
                    <a:lnTo>
                      <a:pt x="32" y="245"/>
                    </a:lnTo>
                    <a:lnTo>
                      <a:pt x="35" y="245"/>
                    </a:lnTo>
                    <a:lnTo>
                      <a:pt x="38" y="252"/>
                    </a:lnTo>
                    <a:lnTo>
                      <a:pt x="38" y="256"/>
                    </a:lnTo>
                    <a:lnTo>
                      <a:pt x="41" y="257"/>
                    </a:lnTo>
                    <a:lnTo>
                      <a:pt x="44" y="262"/>
                    </a:lnTo>
                    <a:lnTo>
                      <a:pt x="46" y="265"/>
                    </a:lnTo>
                    <a:lnTo>
                      <a:pt x="52" y="267"/>
                    </a:lnTo>
                    <a:lnTo>
                      <a:pt x="57" y="272"/>
                    </a:lnTo>
                    <a:lnTo>
                      <a:pt x="63" y="270"/>
                    </a:lnTo>
                    <a:lnTo>
                      <a:pt x="63" y="275"/>
                    </a:lnTo>
                    <a:lnTo>
                      <a:pt x="65" y="280"/>
                    </a:lnTo>
                    <a:lnTo>
                      <a:pt x="66" y="286"/>
                    </a:lnTo>
                    <a:lnTo>
                      <a:pt x="64" y="294"/>
                    </a:lnTo>
                    <a:lnTo>
                      <a:pt x="66" y="299"/>
                    </a:lnTo>
                    <a:lnTo>
                      <a:pt x="66" y="300"/>
                    </a:lnTo>
                    <a:lnTo>
                      <a:pt x="62" y="300"/>
                    </a:lnTo>
                    <a:lnTo>
                      <a:pt x="60" y="303"/>
                    </a:lnTo>
                    <a:lnTo>
                      <a:pt x="60" y="311"/>
                    </a:lnTo>
                    <a:lnTo>
                      <a:pt x="57" y="311"/>
                    </a:lnTo>
                    <a:lnTo>
                      <a:pt x="57" y="313"/>
                    </a:lnTo>
                    <a:lnTo>
                      <a:pt x="57" y="318"/>
                    </a:lnTo>
                    <a:lnTo>
                      <a:pt x="55" y="323"/>
                    </a:lnTo>
                    <a:lnTo>
                      <a:pt x="57" y="3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09" name="Freeform 55">
                <a:extLst>
                  <a:ext uri="{FF2B5EF4-FFF2-40B4-BE49-F238E27FC236}">
                    <a16:creationId xmlns:a16="http://schemas.microsoft.com/office/drawing/2014/main" id="{6F8BF83E-711E-2427-96DB-CE6C7BFFA5A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4" y="2364"/>
                <a:ext cx="24" cy="57"/>
              </a:xfrm>
              <a:custGeom>
                <a:avLst/>
                <a:gdLst/>
                <a:ahLst/>
                <a:cxnLst>
                  <a:cxn ang="0">
                    <a:pos x="80" y="281"/>
                  </a:cxn>
                  <a:cxn ang="0">
                    <a:pos x="77" y="279"/>
                  </a:cxn>
                  <a:cxn ang="0">
                    <a:pos x="61" y="262"/>
                  </a:cxn>
                  <a:cxn ang="0">
                    <a:pos x="53" y="252"/>
                  </a:cxn>
                  <a:cxn ang="0">
                    <a:pos x="48" y="241"/>
                  </a:cxn>
                  <a:cxn ang="0">
                    <a:pos x="47" y="231"/>
                  </a:cxn>
                  <a:cxn ang="0">
                    <a:pos x="46" y="209"/>
                  </a:cxn>
                  <a:cxn ang="0">
                    <a:pos x="47" y="188"/>
                  </a:cxn>
                  <a:cxn ang="0">
                    <a:pos x="43" y="148"/>
                  </a:cxn>
                  <a:cxn ang="0">
                    <a:pos x="42" y="114"/>
                  </a:cxn>
                  <a:cxn ang="0">
                    <a:pos x="41" y="101"/>
                  </a:cxn>
                  <a:cxn ang="0">
                    <a:pos x="38" y="95"/>
                  </a:cxn>
                  <a:cxn ang="0">
                    <a:pos x="34" y="89"/>
                  </a:cxn>
                  <a:cxn ang="0">
                    <a:pos x="32" y="68"/>
                  </a:cxn>
                  <a:cxn ang="0">
                    <a:pos x="29" y="53"/>
                  </a:cxn>
                  <a:cxn ang="0">
                    <a:pos x="25" y="48"/>
                  </a:cxn>
                  <a:cxn ang="0">
                    <a:pos x="18" y="41"/>
                  </a:cxn>
                  <a:cxn ang="0">
                    <a:pos x="14" y="33"/>
                  </a:cxn>
                  <a:cxn ang="0">
                    <a:pos x="5" y="27"/>
                  </a:cxn>
                  <a:cxn ang="0">
                    <a:pos x="4" y="21"/>
                  </a:cxn>
                  <a:cxn ang="0">
                    <a:pos x="8" y="16"/>
                  </a:cxn>
                  <a:cxn ang="0">
                    <a:pos x="8" y="11"/>
                  </a:cxn>
                  <a:cxn ang="0">
                    <a:pos x="11" y="6"/>
                  </a:cxn>
                  <a:cxn ang="0">
                    <a:pos x="10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35" y="6"/>
                  </a:cxn>
                  <a:cxn ang="0">
                    <a:pos x="38" y="11"/>
                  </a:cxn>
                  <a:cxn ang="0">
                    <a:pos x="42" y="11"/>
                  </a:cxn>
                  <a:cxn ang="0">
                    <a:pos x="45" y="8"/>
                  </a:cxn>
                  <a:cxn ang="0">
                    <a:pos x="59" y="9"/>
                  </a:cxn>
                  <a:cxn ang="0">
                    <a:pos x="61" y="8"/>
                  </a:cxn>
                  <a:cxn ang="0">
                    <a:pos x="58" y="10"/>
                  </a:cxn>
                  <a:cxn ang="0">
                    <a:pos x="57" y="17"/>
                  </a:cxn>
                  <a:cxn ang="0">
                    <a:pos x="53" y="25"/>
                  </a:cxn>
                  <a:cxn ang="0">
                    <a:pos x="52" y="35"/>
                  </a:cxn>
                  <a:cxn ang="0">
                    <a:pos x="52" y="43"/>
                  </a:cxn>
                  <a:cxn ang="0">
                    <a:pos x="57" y="47"/>
                  </a:cxn>
                  <a:cxn ang="0">
                    <a:pos x="63" y="51"/>
                  </a:cxn>
                  <a:cxn ang="0">
                    <a:pos x="67" y="51"/>
                  </a:cxn>
                  <a:cxn ang="0">
                    <a:pos x="72" y="53"/>
                  </a:cxn>
                  <a:cxn ang="0">
                    <a:pos x="84" y="69"/>
                  </a:cxn>
                  <a:cxn ang="0">
                    <a:pos x="93" y="89"/>
                  </a:cxn>
                  <a:cxn ang="0">
                    <a:pos x="99" y="110"/>
                  </a:cxn>
                  <a:cxn ang="0">
                    <a:pos x="102" y="119"/>
                  </a:cxn>
                  <a:cxn ang="0">
                    <a:pos x="104" y="125"/>
                  </a:cxn>
                  <a:cxn ang="0">
                    <a:pos x="106" y="134"/>
                  </a:cxn>
                  <a:cxn ang="0">
                    <a:pos x="108" y="145"/>
                  </a:cxn>
                  <a:cxn ang="0">
                    <a:pos x="110" y="164"/>
                  </a:cxn>
                  <a:cxn ang="0">
                    <a:pos x="110" y="215"/>
                  </a:cxn>
                  <a:cxn ang="0">
                    <a:pos x="106" y="238"/>
                  </a:cxn>
                  <a:cxn ang="0">
                    <a:pos x="106" y="248"/>
                  </a:cxn>
                  <a:cxn ang="0">
                    <a:pos x="110" y="261"/>
                  </a:cxn>
                  <a:cxn ang="0">
                    <a:pos x="112" y="268"/>
                  </a:cxn>
                  <a:cxn ang="0">
                    <a:pos x="113" y="269"/>
                  </a:cxn>
                  <a:cxn ang="0">
                    <a:pos x="120" y="270"/>
                  </a:cxn>
                  <a:cxn ang="0">
                    <a:pos x="99" y="275"/>
                  </a:cxn>
                  <a:cxn ang="0">
                    <a:pos x="80" y="281"/>
                  </a:cxn>
                </a:cxnLst>
                <a:rect l="0" t="0" r="r" b="b"/>
                <a:pathLst>
                  <a:path w="120" h="281">
                    <a:moveTo>
                      <a:pt x="80" y="281"/>
                    </a:moveTo>
                    <a:lnTo>
                      <a:pt x="77" y="279"/>
                    </a:lnTo>
                    <a:lnTo>
                      <a:pt x="61" y="262"/>
                    </a:lnTo>
                    <a:lnTo>
                      <a:pt x="53" y="252"/>
                    </a:lnTo>
                    <a:lnTo>
                      <a:pt x="48" y="241"/>
                    </a:lnTo>
                    <a:lnTo>
                      <a:pt x="47" y="231"/>
                    </a:lnTo>
                    <a:lnTo>
                      <a:pt x="46" y="209"/>
                    </a:lnTo>
                    <a:lnTo>
                      <a:pt x="47" y="188"/>
                    </a:lnTo>
                    <a:lnTo>
                      <a:pt x="43" y="148"/>
                    </a:lnTo>
                    <a:lnTo>
                      <a:pt x="42" y="114"/>
                    </a:lnTo>
                    <a:lnTo>
                      <a:pt x="41" y="101"/>
                    </a:lnTo>
                    <a:lnTo>
                      <a:pt x="38" y="95"/>
                    </a:lnTo>
                    <a:lnTo>
                      <a:pt x="34" y="89"/>
                    </a:lnTo>
                    <a:lnTo>
                      <a:pt x="32" y="68"/>
                    </a:lnTo>
                    <a:lnTo>
                      <a:pt x="29" y="53"/>
                    </a:lnTo>
                    <a:lnTo>
                      <a:pt x="25" y="48"/>
                    </a:lnTo>
                    <a:lnTo>
                      <a:pt x="18" y="41"/>
                    </a:lnTo>
                    <a:lnTo>
                      <a:pt x="14" y="33"/>
                    </a:lnTo>
                    <a:lnTo>
                      <a:pt x="5" y="27"/>
                    </a:lnTo>
                    <a:lnTo>
                      <a:pt x="4" y="21"/>
                    </a:lnTo>
                    <a:lnTo>
                      <a:pt x="8" y="16"/>
                    </a:lnTo>
                    <a:lnTo>
                      <a:pt x="8" y="11"/>
                    </a:lnTo>
                    <a:lnTo>
                      <a:pt x="11" y="6"/>
                    </a:lnTo>
                    <a:lnTo>
                      <a:pt x="10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35" y="6"/>
                    </a:lnTo>
                    <a:lnTo>
                      <a:pt x="38" y="11"/>
                    </a:lnTo>
                    <a:lnTo>
                      <a:pt x="42" y="11"/>
                    </a:lnTo>
                    <a:lnTo>
                      <a:pt x="45" y="8"/>
                    </a:lnTo>
                    <a:lnTo>
                      <a:pt x="59" y="9"/>
                    </a:lnTo>
                    <a:lnTo>
                      <a:pt x="61" y="8"/>
                    </a:lnTo>
                    <a:lnTo>
                      <a:pt x="58" y="10"/>
                    </a:lnTo>
                    <a:lnTo>
                      <a:pt x="57" y="17"/>
                    </a:lnTo>
                    <a:lnTo>
                      <a:pt x="53" y="25"/>
                    </a:lnTo>
                    <a:lnTo>
                      <a:pt x="52" y="35"/>
                    </a:lnTo>
                    <a:lnTo>
                      <a:pt x="52" y="43"/>
                    </a:lnTo>
                    <a:lnTo>
                      <a:pt x="57" y="47"/>
                    </a:lnTo>
                    <a:lnTo>
                      <a:pt x="63" y="51"/>
                    </a:lnTo>
                    <a:lnTo>
                      <a:pt x="67" y="51"/>
                    </a:lnTo>
                    <a:lnTo>
                      <a:pt x="72" y="53"/>
                    </a:lnTo>
                    <a:lnTo>
                      <a:pt x="84" y="69"/>
                    </a:lnTo>
                    <a:lnTo>
                      <a:pt x="93" y="89"/>
                    </a:lnTo>
                    <a:lnTo>
                      <a:pt x="99" y="110"/>
                    </a:lnTo>
                    <a:lnTo>
                      <a:pt x="102" y="119"/>
                    </a:lnTo>
                    <a:lnTo>
                      <a:pt x="104" y="125"/>
                    </a:lnTo>
                    <a:lnTo>
                      <a:pt x="106" y="134"/>
                    </a:lnTo>
                    <a:lnTo>
                      <a:pt x="108" y="145"/>
                    </a:lnTo>
                    <a:lnTo>
                      <a:pt x="110" y="164"/>
                    </a:lnTo>
                    <a:lnTo>
                      <a:pt x="110" y="215"/>
                    </a:lnTo>
                    <a:lnTo>
                      <a:pt x="106" y="238"/>
                    </a:lnTo>
                    <a:lnTo>
                      <a:pt x="106" y="248"/>
                    </a:lnTo>
                    <a:lnTo>
                      <a:pt x="110" y="261"/>
                    </a:lnTo>
                    <a:lnTo>
                      <a:pt x="112" y="268"/>
                    </a:lnTo>
                    <a:lnTo>
                      <a:pt x="113" y="269"/>
                    </a:lnTo>
                    <a:lnTo>
                      <a:pt x="120" y="270"/>
                    </a:lnTo>
                    <a:lnTo>
                      <a:pt x="99" y="275"/>
                    </a:lnTo>
                    <a:lnTo>
                      <a:pt x="80" y="28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310" name="Freeform 56">
                <a:extLst>
                  <a:ext uri="{FF2B5EF4-FFF2-40B4-BE49-F238E27FC236}">
                    <a16:creationId xmlns:a16="http://schemas.microsoft.com/office/drawing/2014/main" id="{89AAC0CA-D22A-4824-6944-3F0B2EC20A6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50" y="2429"/>
                <a:ext cx="209" cy="204"/>
              </a:xfrm>
              <a:custGeom>
                <a:avLst/>
                <a:gdLst/>
                <a:ahLst/>
                <a:cxnLst>
                  <a:cxn ang="0">
                    <a:pos x="960" y="671"/>
                  </a:cxn>
                  <a:cxn ang="0">
                    <a:pos x="939" y="609"/>
                  </a:cxn>
                  <a:cxn ang="0">
                    <a:pos x="933" y="528"/>
                  </a:cxn>
                  <a:cxn ang="0">
                    <a:pos x="933" y="488"/>
                  </a:cxn>
                  <a:cxn ang="0">
                    <a:pos x="927" y="435"/>
                  </a:cxn>
                  <a:cxn ang="0">
                    <a:pos x="934" y="392"/>
                  </a:cxn>
                  <a:cxn ang="0">
                    <a:pos x="960" y="337"/>
                  </a:cxn>
                  <a:cxn ang="0">
                    <a:pos x="979" y="248"/>
                  </a:cxn>
                  <a:cxn ang="0">
                    <a:pos x="1015" y="202"/>
                  </a:cxn>
                  <a:cxn ang="0">
                    <a:pos x="1043" y="167"/>
                  </a:cxn>
                  <a:cxn ang="0">
                    <a:pos x="1020" y="143"/>
                  </a:cxn>
                  <a:cxn ang="0">
                    <a:pos x="1019" y="90"/>
                  </a:cxn>
                  <a:cxn ang="0">
                    <a:pos x="955" y="36"/>
                  </a:cxn>
                  <a:cxn ang="0">
                    <a:pos x="892" y="52"/>
                  </a:cxn>
                  <a:cxn ang="0">
                    <a:pos x="839" y="5"/>
                  </a:cxn>
                  <a:cxn ang="0">
                    <a:pos x="771" y="0"/>
                  </a:cxn>
                  <a:cxn ang="0">
                    <a:pos x="697" y="16"/>
                  </a:cxn>
                  <a:cxn ang="0">
                    <a:pos x="676" y="10"/>
                  </a:cxn>
                  <a:cxn ang="0">
                    <a:pos x="601" y="27"/>
                  </a:cxn>
                  <a:cxn ang="0">
                    <a:pos x="509" y="53"/>
                  </a:cxn>
                  <a:cxn ang="0">
                    <a:pos x="436" y="25"/>
                  </a:cxn>
                  <a:cxn ang="0">
                    <a:pos x="384" y="16"/>
                  </a:cxn>
                  <a:cxn ang="0">
                    <a:pos x="359" y="75"/>
                  </a:cxn>
                  <a:cxn ang="0">
                    <a:pos x="326" y="159"/>
                  </a:cxn>
                  <a:cxn ang="0">
                    <a:pos x="298" y="327"/>
                  </a:cxn>
                  <a:cxn ang="0">
                    <a:pos x="217" y="423"/>
                  </a:cxn>
                  <a:cxn ang="0">
                    <a:pos x="181" y="516"/>
                  </a:cxn>
                  <a:cxn ang="0">
                    <a:pos x="112" y="531"/>
                  </a:cxn>
                  <a:cxn ang="0">
                    <a:pos x="68" y="551"/>
                  </a:cxn>
                  <a:cxn ang="0">
                    <a:pos x="18" y="560"/>
                  </a:cxn>
                  <a:cxn ang="0">
                    <a:pos x="3" y="612"/>
                  </a:cxn>
                  <a:cxn ang="0">
                    <a:pos x="9" y="624"/>
                  </a:cxn>
                  <a:cxn ang="0">
                    <a:pos x="70" y="606"/>
                  </a:cxn>
                  <a:cxn ang="0">
                    <a:pos x="155" y="606"/>
                  </a:cxn>
                  <a:cxn ang="0">
                    <a:pos x="225" y="613"/>
                  </a:cxn>
                  <a:cxn ang="0">
                    <a:pos x="244" y="654"/>
                  </a:cxn>
                  <a:cxn ang="0">
                    <a:pos x="289" y="727"/>
                  </a:cxn>
                  <a:cxn ang="0">
                    <a:pos x="366" y="725"/>
                  </a:cxn>
                  <a:cxn ang="0">
                    <a:pos x="393" y="694"/>
                  </a:cxn>
                  <a:cxn ang="0">
                    <a:pos x="444" y="664"/>
                  </a:cxn>
                  <a:cxn ang="0">
                    <a:pos x="520" y="699"/>
                  </a:cxn>
                  <a:cxn ang="0">
                    <a:pos x="527" y="781"/>
                  </a:cxn>
                  <a:cxn ang="0">
                    <a:pos x="541" y="850"/>
                  </a:cxn>
                  <a:cxn ang="0">
                    <a:pos x="531" y="894"/>
                  </a:cxn>
                  <a:cxn ang="0">
                    <a:pos x="549" y="908"/>
                  </a:cxn>
                  <a:cxn ang="0">
                    <a:pos x="613" y="891"/>
                  </a:cxn>
                  <a:cxn ang="0">
                    <a:pos x="645" y="882"/>
                  </a:cxn>
                  <a:cxn ang="0">
                    <a:pos x="667" y="903"/>
                  </a:cxn>
                  <a:cxn ang="0">
                    <a:pos x="697" y="901"/>
                  </a:cxn>
                  <a:cxn ang="0">
                    <a:pos x="736" y="925"/>
                  </a:cxn>
                  <a:cxn ang="0">
                    <a:pos x="799" y="934"/>
                  </a:cxn>
                  <a:cxn ang="0">
                    <a:pos x="858" y="961"/>
                  </a:cxn>
                  <a:cxn ang="0">
                    <a:pos x="898" y="999"/>
                  </a:cxn>
                  <a:cxn ang="0">
                    <a:pos x="941" y="1010"/>
                  </a:cxn>
                  <a:cxn ang="0">
                    <a:pos x="959" y="1018"/>
                  </a:cxn>
                  <a:cxn ang="0">
                    <a:pos x="956" y="958"/>
                  </a:cxn>
                  <a:cxn ang="0">
                    <a:pos x="911" y="955"/>
                  </a:cxn>
                  <a:cxn ang="0">
                    <a:pos x="895" y="917"/>
                  </a:cxn>
                  <a:cxn ang="0">
                    <a:pos x="912" y="820"/>
                  </a:cxn>
                  <a:cxn ang="0">
                    <a:pos x="914" y="772"/>
                  </a:cxn>
                  <a:cxn ang="0">
                    <a:pos x="941" y="748"/>
                  </a:cxn>
                </a:cxnLst>
                <a:rect l="0" t="0" r="r" b="b"/>
                <a:pathLst>
                  <a:path w="1045" h="1018">
                    <a:moveTo>
                      <a:pt x="1003" y="735"/>
                    </a:moveTo>
                    <a:lnTo>
                      <a:pt x="995" y="700"/>
                    </a:lnTo>
                    <a:lnTo>
                      <a:pt x="986" y="688"/>
                    </a:lnTo>
                    <a:lnTo>
                      <a:pt x="972" y="684"/>
                    </a:lnTo>
                    <a:lnTo>
                      <a:pt x="960" y="671"/>
                    </a:lnTo>
                    <a:lnTo>
                      <a:pt x="952" y="662"/>
                    </a:lnTo>
                    <a:lnTo>
                      <a:pt x="945" y="646"/>
                    </a:lnTo>
                    <a:lnTo>
                      <a:pt x="940" y="639"/>
                    </a:lnTo>
                    <a:lnTo>
                      <a:pt x="936" y="622"/>
                    </a:lnTo>
                    <a:lnTo>
                      <a:pt x="939" y="609"/>
                    </a:lnTo>
                    <a:lnTo>
                      <a:pt x="939" y="597"/>
                    </a:lnTo>
                    <a:lnTo>
                      <a:pt x="933" y="585"/>
                    </a:lnTo>
                    <a:lnTo>
                      <a:pt x="927" y="566"/>
                    </a:lnTo>
                    <a:lnTo>
                      <a:pt x="928" y="551"/>
                    </a:lnTo>
                    <a:lnTo>
                      <a:pt x="933" y="528"/>
                    </a:lnTo>
                    <a:lnTo>
                      <a:pt x="932" y="517"/>
                    </a:lnTo>
                    <a:lnTo>
                      <a:pt x="928" y="520"/>
                    </a:lnTo>
                    <a:lnTo>
                      <a:pt x="927" y="515"/>
                    </a:lnTo>
                    <a:lnTo>
                      <a:pt x="928" y="503"/>
                    </a:lnTo>
                    <a:lnTo>
                      <a:pt x="933" y="488"/>
                    </a:lnTo>
                    <a:lnTo>
                      <a:pt x="934" y="478"/>
                    </a:lnTo>
                    <a:lnTo>
                      <a:pt x="938" y="471"/>
                    </a:lnTo>
                    <a:lnTo>
                      <a:pt x="935" y="447"/>
                    </a:lnTo>
                    <a:lnTo>
                      <a:pt x="933" y="441"/>
                    </a:lnTo>
                    <a:lnTo>
                      <a:pt x="927" y="435"/>
                    </a:lnTo>
                    <a:lnTo>
                      <a:pt x="922" y="428"/>
                    </a:lnTo>
                    <a:lnTo>
                      <a:pt x="920" y="424"/>
                    </a:lnTo>
                    <a:lnTo>
                      <a:pt x="920" y="417"/>
                    </a:lnTo>
                    <a:lnTo>
                      <a:pt x="930" y="403"/>
                    </a:lnTo>
                    <a:lnTo>
                      <a:pt x="934" y="392"/>
                    </a:lnTo>
                    <a:lnTo>
                      <a:pt x="941" y="379"/>
                    </a:lnTo>
                    <a:lnTo>
                      <a:pt x="949" y="367"/>
                    </a:lnTo>
                    <a:lnTo>
                      <a:pt x="956" y="360"/>
                    </a:lnTo>
                    <a:lnTo>
                      <a:pt x="959" y="358"/>
                    </a:lnTo>
                    <a:lnTo>
                      <a:pt x="960" y="337"/>
                    </a:lnTo>
                    <a:lnTo>
                      <a:pt x="962" y="309"/>
                    </a:lnTo>
                    <a:lnTo>
                      <a:pt x="962" y="295"/>
                    </a:lnTo>
                    <a:lnTo>
                      <a:pt x="970" y="264"/>
                    </a:lnTo>
                    <a:lnTo>
                      <a:pt x="976" y="253"/>
                    </a:lnTo>
                    <a:lnTo>
                      <a:pt x="979" y="248"/>
                    </a:lnTo>
                    <a:lnTo>
                      <a:pt x="992" y="234"/>
                    </a:lnTo>
                    <a:lnTo>
                      <a:pt x="1003" y="221"/>
                    </a:lnTo>
                    <a:lnTo>
                      <a:pt x="1009" y="215"/>
                    </a:lnTo>
                    <a:lnTo>
                      <a:pt x="1011" y="209"/>
                    </a:lnTo>
                    <a:lnTo>
                      <a:pt x="1015" y="202"/>
                    </a:lnTo>
                    <a:lnTo>
                      <a:pt x="1026" y="197"/>
                    </a:lnTo>
                    <a:lnTo>
                      <a:pt x="1032" y="192"/>
                    </a:lnTo>
                    <a:lnTo>
                      <a:pt x="1041" y="183"/>
                    </a:lnTo>
                    <a:lnTo>
                      <a:pt x="1045" y="175"/>
                    </a:lnTo>
                    <a:lnTo>
                      <a:pt x="1043" y="167"/>
                    </a:lnTo>
                    <a:lnTo>
                      <a:pt x="1041" y="162"/>
                    </a:lnTo>
                    <a:lnTo>
                      <a:pt x="1032" y="160"/>
                    </a:lnTo>
                    <a:lnTo>
                      <a:pt x="1027" y="156"/>
                    </a:lnTo>
                    <a:lnTo>
                      <a:pt x="1022" y="151"/>
                    </a:lnTo>
                    <a:lnTo>
                      <a:pt x="1020" y="143"/>
                    </a:lnTo>
                    <a:lnTo>
                      <a:pt x="1019" y="121"/>
                    </a:lnTo>
                    <a:lnTo>
                      <a:pt x="1022" y="103"/>
                    </a:lnTo>
                    <a:lnTo>
                      <a:pt x="1025" y="94"/>
                    </a:lnTo>
                    <a:lnTo>
                      <a:pt x="1025" y="90"/>
                    </a:lnTo>
                    <a:lnTo>
                      <a:pt x="1019" y="90"/>
                    </a:lnTo>
                    <a:lnTo>
                      <a:pt x="1013" y="85"/>
                    </a:lnTo>
                    <a:lnTo>
                      <a:pt x="1004" y="76"/>
                    </a:lnTo>
                    <a:lnTo>
                      <a:pt x="990" y="68"/>
                    </a:lnTo>
                    <a:lnTo>
                      <a:pt x="966" y="42"/>
                    </a:lnTo>
                    <a:lnTo>
                      <a:pt x="955" y="36"/>
                    </a:lnTo>
                    <a:lnTo>
                      <a:pt x="943" y="46"/>
                    </a:lnTo>
                    <a:lnTo>
                      <a:pt x="932" y="47"/>
                    </a:lnTo>
                    <a:lnTo>
                      <a:pt x="905" y="41"/>
                    </a:lnTo>
                    <a:lnTo>
                      <a:pt x="898" y="49"/>
                    </a:lnTo>
                    <a:lnTo>
                      <a:pt x="892" y="52"/>
                    </a:lnTo>
                    <a:lnTo>
                      <a:pt x="869" y="43"/>
                    </a:lnTo>
                    <a:lnTo>
                      <a:pt x="864" y="33"/>
                    </a:lnTo>
                    <a:lnTo>
                      <a:pt x="858" y="25"/>
                    </a:lnTo>
                    <a:lnTo>
                      <a:pt x="846" y="16"/>
                    </a:lnTo>
                    <a:lnTo>
                      <a:pt x="839" y="5"/>
                    </a:lnTo>
                    <a:lnTo>
                      <a:pt x="811" y="5"/>
                    </a:lnTo>
                    <a:lnTo>
                      <a:pt x="803" y="16"/>
                    </a:lnTo>
                    <a:lnTo>
                      <a:pt x="791" y="9"/>
                    </a:lnTo>
                    <a:lnTo>
                      <a:pt x="784" y="16"/>
                    </a:lnTo>
                    <a:lnTo>
                      <a:pt x="771" y="0"/>
                    </a:lnTo>
                    <a:lnTo>
                      <a:pt x="756" y="5"/>
                    </a:lnTo>
                    <a:lnTo>
                      <a:pt x="733" y="9"/>
                    </a:lnTo>
                    <a:lnTo>
                      <a:pt x="713" y="4"/>
                    </a:lnTo>
                    <a:lnTo>
                      <a:pt x="709" y="16"/>
                    </a:lnTo>
                    <a:lnTo>
                      <a:pt x="697" y="16"/>
                    </a:lnTo>
                    <a:lnTo>
                      <a:pt x="690" y="19"/>
                    </a:lnTo>
                    <a:lnTo>
                      <a:pt x="682" y="16"/>
                    </a:lnTo>
                    <a:lnTo>
                      <a:pt x="683" y="16"/>
                    </a:lnTo>
                    <a:lnTo>
                      <a:pt x="682" y="10"/>
                    </a:lnTo>
                    <a:lnTo>
                      <a:pt x="676" y="10"/>
                    </a:lnTo>
                    <a:lnTo>
                      <a:pt x="665" y="16"/>
                    </a:lnTo>
                    <a:lnTo>
                      <a:pt x="639" y="21"/>
                    </a:lnTo>
                    <a:lnTo>
                      <a:pt x="628" y="27"/>
                    </a:lnTo>
                    <a:lnTo>
                      <a:pt x="610" y="32"/>
                    </a:lnTo>
                    <a:lnTo>
                      <a:pt x="601" y="27"/>
                    </a:lnTo>
                    <a:lnTo>
                      <a:pt x="583" y="24"/>
                    </a:lnTo>
                    <a:lnTo>
                      <a:pt x="569" y="32"/>
                    </a:lnTo>
                    <a:lnTo>
                      <a:pt x="567" y="49"/>
                    </a:lnTo>
                    <a:lnTo>
                      <a:pt x="559" y="53"/>
                    </a:lnTo>
                    <a:lnTo>
                      <a:pt x="509" y="53"/>
                    </a:lnTo>
                    <a:lnTo>
                      <a:pt x="486" y="47"/>
                    </a:lnTo>
                    <a:lnTo>
                      <a:pt x="472" y="37"/>
                    </a:lnTo>
                    <a:lnTo>
                      <a:pt x="465" y="46"/>
                    </a:lnTo>
                    <a:lnTo>
                      <a:pt x="457" y="43"/>
                    </a:lnTo>
                    <a:lnTo>
                      <a:pt x="436" y="25"/>
                    </a:lnTo>
                    <a:lnTo>
                      <a:pt x="434" y="16"/>
                    </a:lnTo>
                    <a:lnTo>
                      <a:pt x="427" y="6"/>
                    </a:lnTo>
                    <a:lnTo>
                      <a:pt x="411" y="5"/>
                    </a:lnTo>
                    <a:lnTo>
                      <a:pt x="397" y="5"/>
                    </a:lnTo>
                    <a:lnTo>
                      <a:pt x="384" y="16"/>
                    </a:lnTo>
                    <a:lnTo>
                      <a:pt x="378" y="22"/>
                    </a:lnTo>
                    <a:lnTo>
                      <a:pt x="371" y="37"/>
                    </a:lnTo>
                    <a:lnTo>
                      <a:pt x="363" y="42"/>
                    </a:lnTo>
                    <a:lnTo>
                      <a:pt x="360" y="56"/>
                    </a:lnTo>
                    <a:lnTo>
                      <a:pt x="359" y="75"/>
                    </a:lnTo>
                    <a:lnTo>
                      <a:pt x="362" y="84"/>
                    </a:lnTo>
                    <a:lnTo>
                      <a:pt x="349" y="86"/>
                    </a:lnTo>
                    <a:lnTo>
                      <a:pt x="352" y="103"/>
                    </a:lnTo>
                    <a:lnTo>
                      <a:pt x="347" y="122"/>
                    </a:lnTo>
                    <a:lnTo>
                      <a:pt x="326" y="159"/>
                    </a:lnTo>
                    <a:lnTo>
                      <a:pt x="316" y="183"/>
                    </a:lnTo>
                    <a:lnTo>
                      <a:pt x="307" y="227"/>
                    </a:lnTo>
                    <a:lnTo>
                      <a:pt x="306" y="293"/>
                    </a:lnTo>
                    <a:lnTo>
                      <a:pt x="299" y="323"/>
                    </a:lnTo>
                    <a:lnTo>
                      <a:pt x="298" y="327"/>
                    </a:lnTo>
                    <a:lnTo>
                      <a:pt x="283" y="340"/>
                    </a:lnTo>
                    <a:lnTo>
                      <a:pt x="264" y="350"/>
                    </a:lnTo>
                    <a:lnTo>
                      <a:pt x="247" y="366"/>
                    </a:lnTo>
                    <a:lnTo>
                      <a:pt x="224" y="402"/>
                    </a:lnTo>
                    <a:lnTo>
                      <a:pt x="217" y="423"/>
                    </a:lnTo>
                    <a:lnTo>
                      <a:pt x="213" y="444"/>
                    </a:lnTo>
                    <a:lnTo>
                      <a:pt x="213" y="462"/>
                    </a:lnTo>
                    <a:lnTo>
                      <a:pt x="209" y="480"/>
                    </a:lnTo>
                    <a:lnTo>
                      <a:pt x="196" y="501"/>
                    </a:lnTo>
                    <a:lnTo>
                      <a:pt x="181" y="516"/>
                    </a:lnTo>
                    <a:lnTo>
                      <a:pt x="167" y="523"/>
                    </a:lnTo>
                    <a:lnTo>
                      <a:pt x="144" y="544"/>
                    </a:lnTo>
                    <a:lnTo>
                      <a:pt x="123" y="552"/>
                    </a:lnTo>
                    <a:lnTo>
                      <a:pt x="113" y="549"/>
                    </a:lnTo>
                    <a:lnTo>
                      <a:pt x="112" y="531"/>
                    </a:lnTo>
                    <a:lnTo>
                      <a:pt x="110" y="526"/>
                    </a:lnTo>
                    <a:lnTo>
                      <a:pt x="96" y="530"/>
                    </a:lnTo>
                    <a:lnTo>
                      <a:pt x="83" y="532"/>
                    </a:lnTo>
                    <a:lnTo>
                      <a:pt x="75" y="538"/>
                    </a:lnTo>
                    <a:lnTo>
                      <a:pt x="68" y="551"/>
                    </a:lnTo>
                    <a:lnTo>
                      <a:pt x="56" y="554"/>
                    </a:lnTo>
                    <a:lnTo>
                      <a:pt x="40" y="544"/>
                    </a:lnTo>
                    <a:lnTo>
                      <a:pt x="36" y="546"/>
                    </a:lnTo>
                    <a:lnTo>
                      <a:pt x="27" y="552"/>
                    </a:lnTo>
                    <a:lnTo>
                      <a:pt x="18" y="560"/>
                    </a:lnTo>
                    <a:lnTo>
                      <a:pt x="14" y="576"/>
                    </a:lnTo>
                    <a:lnTo>
                      <a:pt x="11" y="591"/>
                    </a:lnTo>
                    <a:lnTo>
                      <a:pt x="10" y="603"/>
                    </a:lnTo>
                    <a:lnTo>
                      <a:pt x="2" y="608"/>
                    </a:lnTo>
                    <a:lnTo>
                      <a:pt x="3" y="612"/>
                    </a:lnTo>
                    <a:lnTo>
                      <a:pt x="3" y="619"/>
                    </a:lnTo>
                    <a:lnTo>
                      <a:pt x="0" y="625"/>
                    </a:lnTo>
                    <a:lnTo>
                      <a:pt x="2" y="629"/>
                    </a:lnTo>
                    <a:lnTo>
                      <a:pt x="3" y="627"/>
                    </a:lnTo>
                    <a:lnTo>
                      <a:pt x="9" y="624"/>
                    </a:lnTo>
                    <a:lnTo>
                      <a:pt x="27" y="619"/>
                    </a:lnTo>
                    <a:lnTo>
                      <a:pt x="41" y="612"/>
                    </a:lnTo>
                    <a:lnTo>
                      <a:pt x="54" y="607"/>
                    </a:lnTo>
                    <a:lnTo>
                      <a:pt x="63" y="607"/>
                    </a:lnTo>
                    <a:lnTo>
                      <a:pt x="70" y="606"/>
                    </a:lnTo>
                    <a:lnTo>
                      <a:pt x="94" y="607"/>
                    </a:lnTo>
                    <a:lnTo>
                      <a:pt x="116" y="605"/>
                    </a:lnTo>
                    <a:lnTo>
                      <a:pt x="123" y="607"/>
                    </a:lnTo>
                    <a:lnTo>
                      <a:pt x="142" y="608"/>
                    </a:lnTo>
                    <a:lnTo>
                      <a:pt x="155" y="606"/>
                    </a:lnTo>
                    <a:lnTo>
                      <a:pt x="169" y="606"/>
                    </a:lnTo>
                    <a:lnTo>
                      <a:pt x="202" y="603"/>
                    </a:lnTo>
                    <a:lnTo>
                      <a:pt x="218" y="605"/>
                    </a:lnTo>
                    <a:lnTo>
                      <a:pt x="220" y="606"/>
                    </a:lnTo>
                    <a:lnTo>
                      <a:pt x="225" y="613"/>
                    </a:lnTo>
                    <a:lnTo>
                      <a:pt x="229" y="614"/>
                    </a:lnTo>
                    <a:lnTo>
                      <a:pt x="233" y="613"/>
                    </a:lnTo>
                    <a:lnTo>
                      <a:pt x="237" y="622"/>
                    </a:lnTo>
                    <a:lnTo>
                      <a:pt x="242" y="640"/>
                    </a:lnTo>
                    <a:lnTo>
                      <a:pt x="244" y="654"/>
                    </a:lnTo>
                    <a:lnTo>
                      <a:pt x="245" y="659"/>
                    </a:lnTo>
                    <a:lnTo>
                      <a:pt x="252" y="671"/>
                    </a:lnTo>
                    <a:lnTo>
                      <a:pt x="256" y="687"/>
                    </a:lnTo>
                    <a:lnTo>
                      <a:pt x="268" y="700"/>
                    </a:lnTo>
                    <a:lnTo>
                      <a:pt x="289" y="727"/>
                    </a:lnTo>
                    <a:lnTo>
                      <a:pt x="301" y="732"/>
                    </a:lnTo>
                    <a:lnTo>
                      <a:pt x="315" y="732"/>
                    </a:lnTo>
                    <a:lnTo>
                      <a:pt x="336" y="725"/>
                    </a:lnTo>
                    <a:lnTo>
                      <a:pt x="349" y="722"/>
                    </a:lnTo>
                    <a:lnTo>
                      <a:pt x="366" y="725"/>
                    </a:lnTo>
                    <a:lnTo>
                      <a:pt x="386" y="725"/>
                    </a:lnTo>
                    <a:lnTo>
                      <a:pt x="389" y="710"/>
                    </a:lnTo>
                    <a:lnTo>
                      <a:pt x="390" y="703"/>
                    </a:lnTo>
                    <a:lnTo>
                      <a:pt x="392" y="698"/>
                    </a:lnTo>
                    <a:lnTo>
                      <a:pt x="393" y="694"/>
                    </a:lnTo>
                    <a:lnTo>
                      <a:pt x="395" y="689"/>
                    </a:lnTo>
                    <a:lnTo>
                      <a:pt x="396" y="678"/>
                    </a:lnTo>
                    <a:lnTo>
                      <a:pt x="398" y="670"/>
                    </a:lnTo>
                    <a:lnTo>
                      <a:pt x="441" y="670"/>
                    </a:lnTo>
                    <a:lnTo>
                      <a:pt x="444" y="664"/>
                    </a:lnTo>
                    <a:lnTo>
                      <a:pt x="467" y="664"/>
                    </a:lnTo>
                    <a:lnTo>
                      <a:pt x="466" y="686"/>
                    </a:lnTo>
                    <a:lnTo>
                      <a:pt x="514" y="687"/>
                    </a:lnTo>
                    <a:lnTo>
                      <a:pt x="518" y="691"/>
                    </a:lnTo>
                    <a:lnTo>
                      <a:pt x="520" y="699"/>
                    </a:lnTo>
                    <a:lnTo>
                      <a:pt x="522" y="731"/>
                    </a:lnTo>
                    <a:lnTo>
                      <a:pt x="525" y="743"/>
                    </a:lnTo>
                    <a:lnTo>
                      <a:pt x="525" y="759"/>
                    </a:lnTo>
                    <a:lnTo>
                      <a:pt x="527" y="775"/>
                    </a:lnTo>
                    <a:lnTo>
                      <a:pt x="527" y="781"/>
                    </a:lnTo>
                    <a:lnTo>
                      <a:pt x="524" y="792"/>
                    </a:lnTo>
                    <a:lnTo>
                      <a:pt x="524" y="806"/>
                    </a:lnTo>
                    <a:lnTo>
                      <a:pt x="526" y="815"/>
                    </a:lnTo>
                    <a:lnTo>
                      <a:pt x="535" y="829"/>
                    </a:lnTo>
                    <a:lnTo>
                      <a:pt x="541" y="850"/>
                    </a:lnTo>
                    <a:lnTo>
                      <a:pt x="547" y="866"/>
                    </a:lnTo>
                    <a:lnTo>
                      <a:pt x="547" y="874"/>
                    </a:lnTo>
                    <a:lnTo>
                      <a:pt x="542" y="881"/>
                    </a:lnTo>
                    <a:lnTo>
                      <a:pt x="531" y="892"/>
                    </a:lnTo>
                    <a:lnTo>
                      <a:pt x="531" y="894"/>
                    </a:lnTo>
                    <a:lnTo>
                      <a:pt x="532" y="897"/>
                    </a:lnTo>
                    <a:lnTo>
                      <a:pt x="534" y="898"/>
                    </a:lnTo>
                    <a:lnTo>
                      <a:pt x="537" y="899"/>
                    </a:lnTo>
                    <a:lnTo>
                      <a:pt x="543" y="907"/>
                    </a:lnTo>
                    <a:lnTo>
                      <a:pt x="549" y="908"/>
                    </a:lnTo>
                    <a:lnTo>
                      <a:pt x="552" y="907"/>
                    </a:lnTo>
                    <a:lnTo>
                      <a:pt x="554" y="901"/>
                    </a:lnTo>
                    <a:lnTo>
                      <a:pt x="557" y="893"/>
                    </a:lnTo>
                    <a:lnTo>
                      <a:pt x="562" y="891"/>
                    </a:lnTo>
                    <a:lnTo>
                      <a:pt x="613" y="891"/>
                    </a:lnTo>
                    <a:lnTo>
                      <a:pt x="623" y="887"/>
                    </a:lnTo>
                    <a:lnTo>
                      <a:pt x="632" y="890"/>
                    </a:lnTo>
                    <a:lnTo>
                      <a:pt x="634" y="890"/>
                    </a:lnTo>
                    <a:lnTo>
                      <a:pt x="644" y="882"/>
                    </a:lnTo>
                    <a:lnTo>
                      <a:pt x="645" y="882"/>
                    </a:lnTo>
                    <a:lnTo>
                      <a:pt x="655" y="880"/>
                    </a:lnTo>
                    <a:lnTo>
                      <a:pt x="659" y="880"/>
                    </a:lnTo>
                    <a:lnTo>
                      <a:pt x="661" y="881"/>
                    </a:lnTo>
                    <a:lnTo>
                      <a:pt x="667" y="891"/>
                    </a:lnTo>
                    <a:lnTo>
                      <a:pt x="667" y="903"/>
                    </a:lnTo>
                    <a:lnTo>
                      <a:pt x="669" y="908"/>
                    </a:lnTo>
                    <a:lnTo>
                      <a:pt x="672" y="908"/>
                    </a:lnTo>
                    <a:lnTo>
                      <a:pt x="686" y="902"/>
                    </a:lnTo>
                    <a:lnTo>
                      <a:pt x="691" y="901"/>
                    </a:lnTo>
                    <a:lnTo>
                      <a:pt x="697" y="901"/>
                    </a:lnTo>
                    <a:lnTo>
                      <a:pt x="708" y="896"/>
                    </a:lnTo>
                    <a:lnTo>
                      <a:pt x="714" y="904"/>
                    </a:lnTo>
                    <a:lnTo>
                      <a:pt x="718" y="913"/>
                    </a:lnTo>
                    <a:lnTo>
                      <a:pt x="723" y="919"/>
                    </a:lnTo>
                    <a:lnTo>
                      <a:pt x="736" y="925"/>
                    </a:lnTo>
                    <a:lnTo>
                      <a:pt x="748" y="933"/>
                    </a:lnTo>
                    <a:lnTo>
                      <a:pt x="766" y="940"/>
                    </a:lnTo>
                    <a:lnTo>
                      <a:pt x="778" y="941"/>
                    </a:lnTo>
                    <a:lnTo>
                      <a:pt x="787" y="939"/>
                    </a:lnTo>
                    <a:lnTo>
                      <a:pt x="799" y="934"/>
                    </a:lnTo>
                    <a:lnTo>
                      <a:pt x="809" y="931"/>
                    </a:lnTo>
                    <a:lnTo>
                      <a:pt x="814" y="933"/>
                    </a:lnTo>
                    <a:lnTo>
                      <a:pt x="833" y="951"/>
                    </a:lnTo>
                    <a:lnTo>
                      <a:pt x="847" y="957"/>
                    </a:lnTo>
                    <a:lnTo>
                      <a:pt x="858" y="961"/>
                    </a:lnTo>
                    <a:lnTo>
                      <a:pt x="869" y="962"/>
                    </a:lnTo>
                    <a:lnTo>
                      <a:pt x="876" y="968"/>
                    </a:lnTo>
                    <a:lnTo>
                      <a:pt x="881" y="980"/>
                    </a:lnTo>
                    <a:lnTo>
                      <a:pt x="885" y="987"/>
                    </a:lnTo>
                    <a:lnTo>
                      <a:pt x="898" y="999"/>
                    </a:lnTo>
                    <a:lnTo>
                      <a:pt x="912" y="1007"/>
                    </a:lnTo>
                    <a:lnTo>
                      <a:pt x="922" y="1011"/>
                    </a:lnTo>
                    <a:lnTo>
                      <a:pt x="932" y="1012"/>
                    </a:lnTo>
                    <a:lnTo>
                      <a:pt x="935" y="1012"/>
                    </a:lnTo>
                    <a:lnTo>
                      <a:pt x="941" y="1010"/>
                    </a:lnTo>
                    <a:lnTo>
                      <a:pt x="945" y="1009"/>
                    </a:lnTo>
                    <a:lnTo>
                      <a:pt x="946" y="1010"/>
                    </a:lnTo>
                    <a:lnTo>
                      <a:pt x="951" y="1017"/>
                    </a:lnTo>
                    <a:lnTo>
                      <a:pt x="955" y="1018"/>
                    </a:lnTo>
                    <a:lnTo>
                      <a:pt x="959" y="1018"/>
                    </a:lnTo>
                    <a:lnTo>
                      <a:pt x="961" y="1016"/>
                    </a:lnTo>
                    <a:lnTo>
                      <a:pt x="961" y="1009"/>
                    </a:lnTo>
                    <a:lnTo>
                      <a:pt x="960" y="1001"/>
                    </a:lnTo>
                    <a:lnTo>
                      <a:pt x="959" y="966"/>
                    </a:lnTo>
                    <a:lnTo>
                      <a:pt x="956" y="958"/>
                    </a:lnTo>
                    <a:lnTo>
                      <a:pt x="950" y="957"/>
                    </a:lnTo>
                    <a:lnTo>
                      <a:pt x="941" y="962"/>
                    </a:lnTo>
                    <a:lnTo>
                      <a:pt x="930" y="960"/>
                    </a:lnTo>
                    <a:lnTo>
                      <a:pt x="918" y="960"/>
                    </a:lnTo>
                    <a:lnTo>
                      <a:pt x="911" y="955"/>
                    </a:lnTo>
                    <a:lnTo>
                      <a:pt x="901" y="942"/>
                    </a:lnTo>
                    <a:lnTo>
                      <a:pt x="895" y="936"/>
                    </a:lnTo>
                    <a:lnTo>
                      <a:pt x="893" y="934"/>
                    </a:lnTo>
                    <a:lnTo>
                      <a:pt x="892" y="924"/>
                    </a:lnTo>
                    <a:lnTo>
                      <a:pt x="895" y="917"/>
                    </a:lnTo>
                    <a:lnTo>
                      <a:pt x="897" y="905"/>
                    </a:lnTo>
                    <a:lnTo>
                      <a:pt x="912" y="866"/>
                    </a:lnTo>
                    <a:lnTo>
                      <a:pt x="913" y="859"/>
                    </a:lnTo>
                    <a:lnTo>
                      <a:pt x="914" y="834"/>
                    </a:lnTo>
                    <a:lnTo>
                      <a:pt x="912" y="820"/>
                    </a:lnTo>
                    <a:lnTo>
                      <a:pt x="905" y="801"/>
                    </a:lnTo>
                    <a:lnTo>
                      <a:pt x="905" y="791"/>
                    </a:lnTo>
                    <a:lnTo>
                      <a:pt x="907" y="788"/>
                    </a:lnTo>
                    <a:lnTo>
                      <a:pt x="909" y="779"/>
                    </a:lnTo>
                    <a:lnTo>
                      <a:pt x="914" y="772"/>
                    </a:lnTo>
                    <a:lnTo>
                      <a:pt x="922" y="758"/>
                    </a:lnTo>
                    <a:lnTo>
                      <a:pt x="924" y="756"/>
                    </a:lnTo>
                    <a:lnTo>
                      <a:pt x="929" y="752"/>
                    </a:lnTo>
                    <a:lnTo>
                      <a:pt x="932" y="752"/>
                    </a:lnTo>
                    <a:lnTo>
                      <a:pt x="941" y="748"/>
                    </a:lnTo>
                    <a:lnTo>
                      <a:pt x="1003" y="7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6" name="Freeform 57">
              <a:extLst>
                <a:ext uri="{FF2B5EF4-FFF2-40B4-BE49-F238E27FC236}">
                  <a16:creationId xmlns:a16="http://schemas.microsoft.com/office/drawing/2014/main" id="{5BACDAF9-2473-90FF-5874-2A373C0B61B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989873" y="2229636"/>
              <a:ext cx="8150" cy="1019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22"/>
                </a:cxn>
                <a:cxn ang="0">
                  <a:pos x="2" y="0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1" y="15"/>
                </a:cxn>
                <a:cxn ang="0">
                  <a:pos x="13" y="13"/>
                </a:cxn>
                <a:cxn ang="0">
                  <a:pos x="19" y="10"/>
                </a:cxn>
                <a:cxn ang="0">
                  <a:pos x="19" y="6"/>
                </a:cxn>
                <a:cxn ang="0">
                  <a:pos x="8" y="0"/>
                </a:cxn>
                <a:cxn ang="0">
                  <a:pos x="3" y="0"/>
                </a:cxn>
              </a:cxnLst>
              <a:rect l="0" t="0" r="r" b="b"/>
              <a:pathLst>
                <a:path w="19" h="22">
                  <a:moveTo>
                    <a:pt x="3" y="0"/>
                  </a:moveTo>
                  <a:lnTo>
                    <a:pt x="3" y="22"/>
                  </a:lnTo>
                  <a:lnTo>
                    <a:pt x="2" y="0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13" y="13"/>
                  </a:lnTo>
                  <a:lnTo>
                    <a:pt x="19" y="10"/>
                  </a:lnTo>
                  <a:lnTo>
                    <a:pt x="19" y="6"/>
                  </a:lnTo>
                  <a:lnTo>
                    <a:pt x="8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" name="Freeform 58">
              <a:extLst>
                <a:ext uri="{FF2B5EF4-FFF2-40B4-BE49-F238E27FC236}">
                  <a16:creationId xmlns:a16="http://schemas.microsoft.com/office/drawing/2014/main" id="{262D4E47-3642-1087-78B9-5925B674D90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409601" y="1514158"/>
              <a:ext cx="69275" cy="48922"/>
            </a:xfrm>
            <a:custGeom>
              <a:avLst/>
              <a:gdLst/>
              <a:ahLst/>
              <a:cxnLst>
                <a:cxn ang="0">
                  <a:pos x="144" y="31"/>
                </a:cxn>
                <a:cxn ang="0">
                  <a:pos x="144" y="51"/>
                </a:cxn>
                <a:cxn ang="0">
                  <a:pos x="146" y="69"/>
                </a:cxn>
                <a:cxn ang="0">
                  <a:pos x="134" y="78"/>
                </a:cxn>
                <a:cxn ang="0">
                  <a:pos x="123" y="79"/>
                </a:cxn>
                <a:cxn ang="0">
                  <a:pos x="116" y="76"/>
                </a:cxn>
                <a:cxn ang="0">
                  <a:pos x="112" y="86"/>
                </a:cxn>
                <a:cxn ang="0">
                  <a:pos x="94" y="80"/>
                </a:cxn>
                <a:cxn ang="0">
                  <a:pos x="76" y="87"/>
                </a:cxn>
                <a:cxn ang="0">
                  <a:pos x="32" y="98"/>
                </a:cxn>
                <a:cxn ang="0">
                  <a:pos x="10" y="102"/>
                </a:cxn>
                <a:cxn ang="0">
                  <a:pos x="0" y="100"/>
                </a:cxn>
                <a:cxn ang="0">
                  <a:pos x="1" y="82"/>
                </a:cxn>
                <a:cxn ang="0">
                  <a:pos x="4" y="70"/>
                </a:cxn>
                <a:cxn ang="0">
                  <a:pos x="25" y="58"/>
                </a:cxn>
                <a:cxn ang="0">
                  <a:pos x="46" y="39"/>
                </a:cxn>
                <a:cxn ang="0">
                  <a:pos x="51" y="33"/>
                </a:cxn>
                <a:cxn ang="0">
                  <a:pos x="91" y="22"/>
                </a:cxn>
                <a:cxn ang="0">
                  <a:pos x="105" y="9"/>
                </a:cxn>
                <a:cxn ang="0">
                  <a:pos x="118" y="0"/>
                </a:cxn>
                <a:cxn ang="0">
                  <a:pos x="123" y="8"/>
                </a:cxn>
                <a:cxn ang="0">
                  <a:pos x="140" y="22"/>
                </a:cxn>
                <a:cxn ang="0">
                  <a:pos x="144" y="31"/>
                </a:cxn>
              </a:cxnLst>
              <a:rect l="0" t="0" r="r" b="b"/>
              <a:pathLst>
                <a:path w="146" h="102">
                  <a:moveTo>
                    <a:pt x="144" y="31"/>
                  </a:moveTo>
                  <a:lnTo>
                    <a:pt x="144" y="51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3" y="79"/>
                  </a:lnTo>
                  <a:lnTo>
                    <a:pt x="116" y="76"/>
                  </a:lnTo>
                  <a:lnTo>
                    <a:pt x="112" y="86"/>
                  </a:lnTo>
                  <a:lnTo>
                    <a:pt x="94" y="80"/>
                  </a:lnTo>
                  <a:lnTo>
                    <a:pt x="76" y="87"/>
                  </a:lnTo>
                  <a:lnTo>
                    <a:pt x="32" y="98"/>
                  </a:lnTo>
                  <a:lnTo>
                    <a:pt x="10" y="102"/>
                  </a:lnTo>
                  <a:lnTo>
                    <a:pt x="0" y="100"/>
                  </a:lnTo>
                  <a:lnTo>
                    <a:pt x="1" y="82"/>
                  </a:lnTo>
                  <a:lnTo>
                    <a:pt x="4" y="70"/>
                  </a:lnTo>
                  <a:lnTo>
                    <a:pt x="25" y="58"/>
                  </a:lnTo>
                  <a:lnTo>
                    <a:pt x="46" y="39"/>
                  </a:lnTo>
                  <a:lnTo>
                    <a:pt x="51" y="33"/>
                  </a:lnTo>
                  <a:lnTo>
                    <a:pt x="91" y="22"/>
                  </a:lnTo>
                  <a:lnTo>
                    <a:pt x="105" y="9"/>
                  </a:lnTo>
                  <a:lnTo>
                    <a:pt x="118" y="0"/>
                  </a:lnTo>
                  <a:lnTo>
                    <a:pt x="123" y="8"/>
                  </a:lnTo>
                  <a:lnTo>
                    <a:pt x="140" y="22"/>
                  </a:lnTo>
                  <a:lnTo>
                    <a:pt x="144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" name="Freeform 59">
              <a:extLst>
                <a:ext uri="{FF2B5EF4-FFF2-40B4-BE49-F238E27FC236}">
                  <a16:creationId xmlns:a16="http://schemas.microsoft.com/office/drawing/2014/main" id="{D22D6184-7A5F-7FC9-7024-4913AF78F7A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991911" y="2223521"/>
              <a:ext cx="20375" cy="6115"/>
            </a:xfrm>
            <a:custGeom>
              <a:avLst/>
              <a:gdLst/>
              <a:ahLst/>
              <a:cxnLst>
                <a:cxn ang="0">
                  <a:pos x="44" y="4"/>
                </a:cxn>
                <a:cxn ang="0">
                  <a:pos x="41" y="6"/>
                </a:cxn>
                <a:cxn ang="0">
                  <a:pos x="14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1" y="9"/>
                </a:cxn>
                <a:cxn ang="0">
                  <a:pos x="6" y="15"/>
                </a:cxn>
                <a:cxn ang="0">
                  <a:pos x="15" y="15"/>
                </a:cxn>
                <a:cxn ang="0">
                  <a:pos x="25" y="15"/>
                </a:cxn>
                <a:cxn ang="0">
                  <a:pos x="25" y="10"/>
                </a:cxn>
                <a:cxn ang="0">
                  <a:pos x="27" y="6"/>
                </a:cxn>
                <a:cxn ang="0">
                  <a:pos x="41" y="7"/>
                </a:cxn>
                <a:cxn ang="0">
                  <a:pos x="44" y="4"/>
                </a:cxn>
              </a:cxnLst>
              <a:rect l="0" t="0" r="r" b="b"/>
              <a:pathLst>
                <a:path w="44" h="15">
                  <a:moveTo>
                    <a:pt x="44" y="4"/>
                  </a:moveTo>
                  <a:lnTo>
                    <a:pt x="41" y="6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1" y="9"/>
                  </a:lnTo>
                  <a:lnTo>
                    <a:pt x="6" y="15"/>
                  </a:lnTo>
                  <a:lnTo>
                    <a:pt x="15" y="15"/>
                  </a:lnTo>
                  <a:lnTo>
                    <a:pt x="25" y="15"/>
                  </a:lnTo>
                  <a:lnTo>
                    <a:pt x="25" y="10"/>
                  </a:lnTo>
                  <a:lnTo>
                    <a:pt x="27" y="6"/>
                  </a:lnTo>
                  <a:lnTo>
                    <a:pt x="41" y="7"/>
                  </a:lnTo>
                  <a:lnTo>
                    <a:pt x="44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9" name="Freeform 60">
              <a:extLst>
                <a:ext uri="{FF2B5EF4-FFF2-40B4-BE49-F238E27FC236}">
                  <a16:creationId xmlns:a16="http://schemas.microsoft.com/office/drawing/2014/main" id="{4E8E8DC6-9DB9-8414-06F5-DDC003922FA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712772" y="1481543"/>
              <a:ext cx="863904" cy="744016"/>
            </a:xfrm>
            <a:custGeom>
              <a:avLst/>
              <a:gdLst/>
              <a:ahLst/>
              <a:cxnLst>
                <a:cxn ang="0">
                  <a:pos x="33" y="16"/>
                </a:cxn>
                <a:cxn ang="0">
                  <a:pos x="49" y="38"/>
                </a:cxn>
                <a:cxn ang="0">
                  <a:pos x="27" y="54"/>
                </a:cxn>
                <a:cxn ang="0">
                  <a:pos x="46" y="77"/>
                </a:cxn>
                <a:cxn ang="0">
                  <a:pos x="44" y="98"/>
                </a:cxn>
                <a:cxn ang="0">
                  <a:pos x="21" y="118"/>
                </a:cxn>
                <a:cxn ang="0">
                  <a:pos x="46" y="125"/>
                </a:cxn>
                <a:cxn ang="0">
                  <a:pos x="17" y="128"/>
                </a:cxn>
                <a:cxn ang="0">
                  <a:pos x="8" y="154"/>
                </a:cxn>
                <a:cxn ang="0">
                  <a:pos x="13" y="186"/>
                </a:cxn>
                <a:cxn ang="0">
                  <a:pos x="19" y="203"/>
                </a:cxn>
                <a:cxn ang="0">
                  <a:pos x="28" y="225"/>
                </a:cxn>
                <a:cxn ang="0">
                  <a:pos x="33" y="248"/>
                </a:cxn>
                <a:cxn ang="0">
                  <a:pos x="51" y="242"/>
                </a:cxn>
                <a:cxn ang="0">
                  <a:pos x="42" y="273"/>
                </a:cxn>
                <a:cxn ang="0">
                  <a:pos x="56" y="295"/>
                </a:cxn>
                <a:cxn ang="0">
                  <a:pos x="62" y="310"/>
                </a:cxn>
                <a:cxn ang="0">
                  <a:pos x="72" y="321"/>
                </a:cxn>
                <a:cxn ang="0">
                  <a:pos x="77" y="330"/>
                </a:cxn>
                <a:cxn ang="0">
                  <a:pos x="89" y="339"/>
                </a:cxn>
                <a:cxn ang="0">
                  <a:pos x="106" y="338"/>
                </a:cxn>
                <a:cxn ang="0">
                  <a:pos x="111" y="345"/>
                </a:cxn>
                <a:cxn ang="0">
                  <a:pos x="118" y="349"/>
                </a:cxn>
                <a:cxn ang="0">
                  <a:pos x="121" y="361"/>
                </a:cxn>
                <a:cxn ang="0">
                  <a:pos x="147" y="360"/>
                </a:cxn>
                <a:cxn ang="0">
                  <a:pos x="151" y="342"/>
                </a:cxn>
                <a:cxn ang="0">
                  <a:pos x="160" y="315"/>
                </a:cxn>
                <a:cxn ang="0">
                  <a:pos x="159" y="290"/>
                </a:cxn>
                <a:cxn ang="0">
                  <a:pos x="169" y="282"/>
                </a:cxn>
                <a:cxn ang="0">
                  <a:pos x="174" y="273"/>
                </a:cxn>
                <a:cxn ang="0">
                  <a:pos x="179" y="253"/>
                </a:cxn>
                <a:cxn ang="0">
                  <a:pos x="175" y="231"/>
                </a:cxn>
                <a:cxn ang="0">
                  <a:pos x="186" y="223"/>
                </a:cxn>
                <a:cxn ang="0">
                  <a:pos x="195" y="209"/>
                </a:cxn>
                <a:cxn ang="0">
                  <a:pos x="210" y="201"/>
                </a:cxn>
                <a:cxn ang="0">
                  <a:pos x="216" y="187"/>
                </a:cxn>
                <a:cxn ang="0">
                  <a:pos x="216" y="197"/>
                </a:cxn>
                <a:cxn ang="0">
                  <a:pos x="230" y="200"/>
                </a:cxn>
                <a:cxn ang="0">
                  <a:pos x="243" y="188"/>
                </a:cxn>
                <a:cxn ang="0">
                  <a:pos x="256" y="182"/>
                </a:cxn>
                <a:cxn ang="0">
                  <a:pos x="265" y="169"/>
                </a:cxn>
                <a:cxn ang="0">
                  <a:pos x="274" y="144"/>
                </a:cxn>
                <a:cxn ang="0">
                  <a:pos x="288" y="127"/>
                </a:cxn>
                <a:cxn ang="0">
                  <a:pos x="287" y="112"/>
                </a:cxn>
                <a:cxn ang="0">
                  <a:pos x="303" y="127"/>
                </a:cxn>
                <a:cxn ang="0">
                  <a:pos x="311" y="123"/>
                </a:cxn>
                <a:cxn ang="0">
                  <a:pos x="324" y="119"/>
                </a:cxn>
                <a:cxn ang="0">
                  <a:pos x="346" y="112"/>
                </a:cxn>
                <a:cxn ang="0">
                  <a:pos x="360" y="106"/>
                </a:cxn>
                <a:cxn ang="0">
                  <a:pos x="372" y="91"/>
                </a:cxn>
                <a:cxn ang="0">
                  <a:pos x="383" y="84"/>
                </a:cxn>
                <a:cxn ang="0">
                  <a:pos x="393" y="71"/>
                </a:cxn>
                <a:cxn ang="0">
                  <a:pos x="403" y="62"/>
                </a:cxn>
                <a:cxn ang="0">
                  <a:pos x="408" y="54"/>
                </a:cxn>
                <a:cxn ang="0">
                  <a:pos x="342" y="56"/>
                </a:cxn>
                <a:cxn ang="0">
                  <a:pos x="330" y="39"/>
                </a:cxn>
                <a:cxn ang="0">
                  <a:pos x="373" y="3"/>
                </a:cxn>
                <a:cxn ang="0">
                  <a:pos x="411" y="30"/>
                </a:cxn>
                <a:cxn ang="0">
                  <a:pos x="421" y="20"/>
                </a:cxn>
              </a:cxnLst>
              <a:rect l="0" t="0" r="r" b="b"/>
              <a:pathLst>
                <a:path w="424" h="365">
                  <a:moveTo>
                    <a:pt x="19" y="2"/>
                  </a:moveTo>
                  <a:lnTo>
                    <a:pt x="26" y="3"/>
                  </a:lnTo>
                  <a:lnTo>
                    <a:pt x="33" y="0"/>
                  </a:lnTo>
                  <a:lnTo>
                    <a:pt x="29" y="3"/>
                  </a:lnTo>
                  <a:lnTo>
                    <a:pt x="28" y="8"/>
                  </a:lnTo>
                  <a:lnTo>
                    <a:pt x="25" y="12"/>
                  </a:lnTo>
                  <a:lnTo>
                    <a:pt x="36" y="5"/>
                  </a:lnTo>
                  <a:lnTo>
                    <a:pt x="30" y="13"/>
                  </a:lnTo>
                  <a:lnTo>
                    <a:pt x="40" y="12"/>
                  </a:lnTo>
                  <a:lnTo>
                    <a:pt x="39" y="15"/>
                  </a:lnTo>
                  <a:lnTo>
                    <a:pt x="41" y="17"/>
                  </a:lnTo>
                  <a:lnTo>
                    <a:pt x="40" y="19"/>
                  </a:lnTo>
                  <a:lnTo>
                    <a:pt x="33" y="16"/>
                  </a:lnTo>
                  <a:lnTo>
                    <a:pt x="37" y="20"/>
                  </a:lnTo>
                  <a:lnTo>
                    <a:pt x="44" y="23"/>
                  </a:lnTo>
                  <a:lnTo>
                    <a:pt x="48" y="27"/>
                  </a:lnTo>
                  <a:lnTo>
                    <a:pt x="49" y="31"/>
                  </a:lnTo>
                  <a:lnTo>
                    <a:pt x="44" y="29"/>
                  </a:lnTo>
                  <a:lnTo>
                    <a:pt x="48" y="31"/>
                  </a:lnTo>
                  <a:lnTo>
                    <a:pt x="48" y="33"/>
                  </a:lnTo>
                  <a:lnTo>
                    <a:pt x="45" y="33"/>
                  </a:lnTo>
                  <a:lnTo>
                    <a:pt x="46" y="35"/>
                  </a:lnTo>
                  <a:lnTo>
                    <a:pt x="42" y="34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9" y="38"/>
                  </a:lnTo>
                  <a:lnTo>
                    <a:pt x="50" y="41"/>
                  </a:lnTo>
                  <a:lnTo>
                    <a:pt x="50" y="44"/>
                  </a:lnTo>
                  <a:lnTo>
                    <a:pt x="43" y="43"/>
                  </a:lnTo>
                  <a:lnTo>
                    <a:pt x="36" y="40"/>
                  </a:lnTo>
                  <a:lnTo>
                    <a:pt x="27" y="31"/>
                  </a:lnTo>
                  <a:lnTo>
                    <a:pt x="22" y="28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0" y="31"/>
                  </a:lnTo>
                  <a:lnTo>
                    <a:pt x="7" y="42"/>
                  </a:lnTo>
                  <a:lnTo>
                    <a:pt x="14" y="44"/>
                  </a:lnTo>
                  <a:lnTo>
                    <a:pt x="22" y="47"/>
                  </a:lnTo>
                  <a:lnTo>
                    <a:pt x="27" y="54"/>
                  </a:lnTo>
                  <a:lnTo>
                    <a:pt x="39" y="57"/>
                  </a:lnTo>
                  <a:lnTo>
                    <a:pt x="41" y="55"/>
                  </a:lnTo>
                  <a:lnTo>
                    <a:pt x="44" y="55"/>
                  </a:lnTo>
                  <a:lnTo>
                    <a:pt x="46" y="57"/>
                  </a:lnTo>
                  <a:lnTo>
                    <a:pt x="53" y="56"/>
                  </a:lnTo>
                  <a:lnTo>
                    <a:pt x="52" y="60"/>
                  </a:lnTo>
                  <a:lnTo>
                    <a:pt x="54" y="64"/>
                  </a:lnTo>
                  <a:lnTo>
                    <a:pt x="50" y="65"/>
                  </a:lnTo>
                  <a:lnTo>
                    <a:pt x="51" y="69"/>
                  </a:lnTo>
                  <a:lnTo>
                    <a:pt x="47" y="71"/>
                  </a:lnTo>
                  <a:lnTo>
                    <a:pt x="48" y="74"/>
                  </a:lnTo>
                  <a:lnTo>
                    <a:pt x="49" y="75"/>
                  </a:lnTo>
                  <a:lnTo>
                    <a:pt x="46" y="77"/>
                  </a:lnTo>
                  <a:lnTo>
                    <a:pt x="45" y="83"/>
                  </a:lnTo>
                  <a:lnTo>
                    <a:pt x="49" y="86"/>
                  </a:lnTo>
                  <a:lnTo>
                    <a:pt x="53" y="83"/>
                  </a:lnTo>
                  <a:lnTo>
                    <a:pt x="55" y="86"/>
                  </a:lnTo>
                  <a:lnTo>
                    <a:pt x="51" y="89"/>
                  </a:lnTo>
                  <a:lnTo>
                    <a:pt x="53" y="91"/>
                  </a:lnTo>
                  <a:lnTo>
                    <a:pt x="50" y="92"/>
                  </a:lnTo>
                  <a:lnTo>
                    <a:pt x="48" y="89"/>
                  </a:lnTo>
                  <a:lnTo>
                    <a:pt x="45" y="88"/>
                  </a:lnTo>
                  <a:lnTo>
                    <a:pt x="43" y="90"/>
                  </a:lnTo>
                  <a:lnTo>
                    <a:pt x="43" y="93"/>
                  </a:lnTo>
                  <a:lnTo>
                    <a:pt x="43" y="97"/>
                  </a:lnTo>
                  <a:lnTo>
                    <a:pt x="44" y="98"/>
                  </a:lnTo>
                  <a:lnTo>
                    <a:pt x="42" y="102"/>
                  </a:lnTo>
                  <a:lnTo>
                    <a:pt x="43" y="103"/>
                  </a:lnTo>
                  <a:lnTo>
                    <a:pt x="46" y="102"/>
                  </a:lnTo>
                  <a:lnTo>
                    <a:pt x="44" y="104"/>
                  </a:lnTo>
                  <a:lnTo>
                    <a:pt x="43" y="108"/>
                  </a:lnTo>
                  <a:lnTo>
                    <a:pt x="38" y="110"/>
                  </a:lnTo>
                  <a:lnTo>
                    <a:pt x="34" y="108"/>
                  </a:lnTo>
                  <a:lnTo>
                    <a:pt x="31" y="108"/>
                  </a:lnTo>
                  <a:lnTo>
                    <a:pt x="25" y="110"/>
                  </a:lnTo>
                  <a:lnTo>
                    <a:pt x="24" y="112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1" y="118"/>
                  </a:lnTo>
                  <a:lnTo>
                    <a:pt x="22" y="121"/>
                  </a:lnTo>
                  <a:lnTo>
                    <a:pt x="25" y="119"/>
                  </a:lnTo>
                  <a:lnTo>
                    <a:pt x="28" y="121"/>
                  </a:lnTo>
                  <a:lnTo>
                    <a:pt x="40" y="117"/>
                  </a:lnTo>
                  <a:lnTo>
                    <a:pt x="38" y="113"/>
                  </a:lnTo>
                  <a:lnTo>
                    <a:pt x="43" y="114"/>
                  </a:lnTo>
                  <a:lnTo>
                    <a:pt x="43" y="115"/>
                  </a:lnTo>
                  <a:lnTo>
                    <a:pt x="42" y="117"/>
                  </a:lnTo>
                  <a:lnTo>
                    <a:pt x="39" y="119"/>
                  </a:lnTo>
                  <a:lnTo>
                    <a:pt x="44" y="122"/>
                  </a:lnTo>
                  <a:lnTo>
                    <a:pt x="41" y="121"/>
                  </a:lnTo>
                  <a:lnTo>
                    <a:pt x="42" y="123"/>
                  </a:lnTo>
                  <a:lnTo>
                    <a:pt x="46" y="125"/>
                  </a:lnTo>
                  <a:lnTo>
                    <a:pt x="44" y="127"/>
                  </a:lnTo>
                  <a:lnTo>
                    <a:pt x="42" y="125"/>
                  </a:lnTo>
                  <a:lnTo>
                    <a:pt x="38" y="127"/>
                  </a:lnTo>
                  <a:lnTo>
                    <a:pt x="34" y="128"/>
                  </a:lnTo>
                  <a:lnTo>
                    <a:pt x="24" y="123"/>
                  </a:lnTo>
                  <a:lnTo>
                    <a:pt x="21" y="124"/>
                  </a:lnTo>
                  <a:lnTo>
                    <a:pt x="21" y="125"/>
                  </a:lnTo>
                  <a:lnTo>
                    <a:pt x="16" y="123"/>
                  </a:lnTo>
                  <a:lnTo>
                    <a:pt x="14" y="125"/>
                  </a:lnTo>
                  <a:lnTo>
                    <a:pt x="18" y="125"/>
                  </a:lnTo>
                  <a:lnTo>
                    <a:pt x="22" y="129"/>
                  </a:lnTo>
                  <a:lnTo>
                    <a:pt x="21" y="130"/>
                  </a:lnTo>
                  <a:lnTo>
                    <a:pt x="17" y="128"/>
                  </a:lnTo>
                  <a:lnTo>
                    <a:pt x="19" y="131"/>
                  </a:lnTo>
                  <a:lnTo>
                    <a:pt x="16" y="131"/>
                  </a:lnTo>
                  <a:lnTo>
                    <a:pt x="13" y="133"/>
                  </a:lnTo>
                  <a:lnTo>
                    <a:pt x="13" y="136"/>
                  </a:lnTo>
                  <a:lnTo>
                    <a:pt x="13" y="140"/>
                  </a:lnTo>
                  <a:lnTo>
                    <a:pt x="13" y="140"/>
                  </a:lnTo>
                  <a:lnTo>
                    <a:pt x="11" y="144"/>
                  </a:lnTo>
                  <a:lnTo>
                    <a:pt x="13" y="145"/>
                  </a:lnTo>
                  <a:lnTo>
                    <a:pt x="15" y="145"/>
                  </a:lnTo>
                  <a:lnTo>
                    <a:pt x="10" y="148"/>
                  </a:lnTo>
                  <a:lnTo>
                    <a:pt x="11" y="151"/>
                  </a:lnTo>
                  <a:lnTo>
                    <a:pt x="9" y="152"/>
                  </a:lnTo>
                  <a:lnTo>
                    <a:pt x="8" y="154"/>
                  </a:lnTo>
                  <a:lnTo>
                    <a:pt x="8" y="160"/>
                  </a:lnTo>
                  <a:lnTo>
                    <a:pt x="12" y="163"/>
                  </a:lnTo>
                  <a:lnTo>
                    <a:pt x="11" y="166"/>
                  </a:lnTo>
                  <a:lnTo>
                    <a:pt x="15" y="166"/>
                  </a:lnTo>
                  <a:lnTo>
                    <a:pt x="19" y="166"/>
                  </a:lnTo>
                  <a:lnTo>
                    <a:pt x="19" y="171"/>
                  </a:lnTo>
                  <a:lnTo>
                    <a:pt x="17" y="172"/>
                  </a:lnTo>
                  <a:lnTo>
                    <a:pt x="14" y="175"/>
                  </a:lnTo>
                  <a:lnTo>
                    <a:pt x="18" y="179"/>
                  </a:lnTo>
                  <a:lnTo>
                    <a:pt x="13" y="178"/>
                  </a:lnTo>
                  <a:lnTo>
                    <a:pt x="12" y="181"/>
                  </a:lnTo>
                  <a:lnTo>
                    <a:pt x="12" y="184"/>
                  </a:lnTo>
                  <a:lnTo>
                    <a:pt x="13" y="186"/>
                  </a:lnTo>
                  <a:lnTo>
                    <a:pt x="15" y="186"/>
                  </a:lnTo>
                  <a:lnTo>
                    <a:pt x="13" y="189"/>
                  </a:lnTo>
                  <a:lnTo>
                    <a:pt x="15" y="190"/>
                  </a:lnTo>
                  <a:lnTo>
                    <a:pt x="18" y="190"/>
                  </a:lnTo>
                  <a:lnTo>
                    <a:pt x="20" y="189"/>
                  </a:lnTo>
                  <a:lnTo>
                    <a:pt x="14" y="195"/>
                  </a:lnTo>
                  <a:lnTo>
                    <a:pt x="14" y="197"/>
                  </a:lnTo>
                  <a:lnTo>
                    <a:pt x="18" y="198"/>
                  </a:lnTo>
                  <a:lnTo>
                    <a:pt x="18" y="200"/>
                  </a:lnTo>
                  <a:lnTo>
                    <a:pt x="22" y="198"/>
                  </a:lnTo>
                  <a:lnTo>
                    <a:pt x="20" y="199"/>
                  </a:lnTo>
                  <a:lnTo>
                    <a:pt x="19" y="201"/>
                  </a:lnTo>
                  <a:lnTo>
                    <a:pt x="19" y="203"/>
                  </a:lnTo>
                  <a:lnTo>
                    <a:pt x="18" y="206"/>
                  </a:lnTo>
                  <a:lnTo>
                    <a:pt x="21" y="205"/>
                  </a:lnTo>
                  <a:lnTo>
                    <a:pt x="23" y="204"/>
                  </a:lnTo>
                  <a:lnTo>
                    <a:pt x="23" y="211"/>
                  </a:lnTo>
                  <a:lnTo>
                    <a:pt x="27" y="211"/>
                  </a:lnTo>
                  <a:lnTo>
                    <a:pt x="27" y="213"/>
                  </a:lnTo>
                  <a:lnTo>
                    <a:pt x="30" y="213"/>
                  </a:lnTo>
                  <a:lnTo>
                    <a:pt x="26" y="217"/>
                  </a:lnTo>
                  <a:lnTo>
                    <a:pt x="27" y="220"/>
                  </a:lnTo>
                  <a:lnTo>
                    <a:pt x="29" y="217"/>
                  </a:lnTo>
                  <a:lnTo>
                    <a:pt x="30" y="220"/>
                  </a:lnTo>
                  <a:lnTo>
                    <a:pt x="29" y="221"/>
                  </a:lnTo>
                  <a:lnTo>
                    <a:pt x="28" y="225"/>
                  </a:lnTo>
                  <a:lnTo>
                    <a:pt x="31" y="226"/>
                  </a:lnTo>
                  <a:lnTo>
                    <a:pt x="31" y="229"/>
                  </a:lnTo>
                  <a:lnTo>
                    <a:pt x="32" y="232"/>
                  </a:lnTo>
                  <a:lnTo>
                    <a:pt x="33" y="230"/>
                  </a:lnTo>
                  <a:lnTo>
                    <a:pt x="33" y="231"/>
                  </a:lnTo>
                  <a:lnTo>
                    <a:pt x="35" y="231"/>
                  </a:lnTo>
                  <a:lnTo>
                    <a:pt x="32" y="235"/>
                  </a:lnTo>
                  <a:lnTo>
                    <a:pt x="31" y="237"/>
                  </a:lnTo>
                  <a:lnTo>
                    <a:pt x="31" y="240"/>
                  </a:lnTo>
                  <a:lnTo>
                    <a:pt x="31" y="242"/>
                  </a:lnTo>
                  <a:lnTo>
                    <a:pt x="31" y="245"/>
                  </a:lnTo>
                  <a:lnTo>
                    <a:pt x="32" y="249"/>
                  </a:lnTo>
                  <a:lnTo>
                    <a:pt x="33" y="248"/>
                  </a:lnTo>
                  <a:lnTo>
                    <a:pt x="36" y="248"/>
                  </a:lnTo>
                  <a:lnTo>
                    <a:pt x="39" y="242"/>
                  </a:lnTo>
                  <a:lnTo>
                    <a:pt x="42" y="236"/>
                  </a:lnTo>
                  <a:lnTo>
                    <a:pt x="44" y="237"/>
                  </a:lnTo>
                  <a:lnTo>
                    <a:pt x="47" y="235"/>
                  </a:lnTo>
                  <a:lnTo>
                    <a:pt x="49" y="232"/>
                  </a:lnTo>
                  <a:lnTo>
                    <a:pt x="53" y="234"/>
                  </a:lnTo>
                  <a:lnTo>
                    <a:pt x="56" y="234"/>
                  </a:lnTo>
                  <a:lnTo>
                    <a:pt x="58" y="237"/>
                  </a:lnTo>
                  <a:lnTo>
                    <a:pt x="51" y="235"/>
                  </a:lnTo>
                  <a:lnTo>
                    <a:pt x="48" y="238"/>
                  </a:lnTo>
                  <a:lnTo>
                    <a:pt x="48" y="239"/>
                  </a:lnTo>
                  <a:lnTo>
                    <a:pt x="51" y="242"/>
                  </a:lnTo>
                  <a:lnTo>
                    <a:pt x="56" y="242"/>
                  </a:lnTo>
                  <a:lnTo>
                    <a:pt x="49" y="245"/>
                  </a:lnTo>
                  <a:lnTo>
                    <a:pt x="46" y="245"/>
                  </a:lnTo>
                  <a:lnTo>
                    <a:pt x="45" y="249"/>
                  </a:lnTo>
                  <a:lnTo>
                    <a:pt x="43" y="251"/>
                  </a:lnTo>
                  <a:lnTo>
                    <a:pt x="39" y="251"/>
                  </a:lnTo>
                  <a:lnTo>
                    <a:pt x="38" y="253"/>
                  </a:lnTo>
                  <a:lnTo>
                    <a:pt x="40" y="258"/>
                  </a:lnTo>
                  <a:lnTo>
                    <a:pt x="39" y="264"/>
                  </a:lnTo>
                  <a:lnTo>
                    <a:pt x="42" y="263"/>
                  </a:lnTo>
                  <a:lnTo>
                    <a:pt x="39" y="267"/>
                  </a:lnTo>
                  <a:lnTo>
                    <a:pt x="42" y="271"/>
                  </a:lnTo>
                  <a:lnTo>
                    <a:pt x="42" y="273"/>
                  </a:lnTo>
                  <a:lnTo>
                    <a:pt x="44" y="272"/>
                  </a:lnTo>
                  <a:lnTo>
                    <a:pt x="44" y="277"/>
                  </a:lnTo>
                  <a:lnTo>
                    <a:pt x="48" y="283"/>
                  </a:lnTo>
                  <a:lnTo>
                    <a:pt x="49" y="283"/>
                  </a:lnTo>
                  <a:lnTo>
                    <a:pt x="49" y="284"/>
                  </a:lnTo>
                  <a:lnTo>
                    <a:pt x="49" y="285"/>
                  </a:lnTo>
                  <a:lnTo>
                    <a:pt x="53" y="286"/>
                  </a:lnTo>
                  <a:lnTo>
                    <a:pt x="53" y="289"/>
                  </a:lnTo>
                  <a:lnTo>
                    <a:pt x="54" y="291"/>
                  </a:lnTo>
                  <a:lnTo>
                    <a:pt x="55" y="293"/>
                  </a:lnTo>
                  <a:lnTo>
                    <a:pt x="56" y="291"/>
                  </a:lnTo>
                  <a:lnTo>
                    <a:pt x="57" y="291"/>
                  </a:lnTo>
                  <a:lnTo>
                    <a:pt x="56" y="295"/>
                  </a:lnTo>
                  <a:lnTo>
                    <a:pt x="56" y="298"/>
                  </a:lnTo>
                  <a:lnTo>
                    <a:pt x="56" y="299"/>
                  </a:lnTo>
                  <a:lnTo>
                    <a:pt x="59" y="300"/>
                  </a:lnTo>
                  <a:lnTo>
                    <a:pt x="61" y="301"/>
                  </a:lnTo>
                  <a:lnTo>
                    <a:pt x="60" y="303"/>
                  </a:lnTo>
                  <a:lnTo>
                    <a:pt x="60" y="305"/>
                  </a:lnTo>
                  <a:lnTo>
                    <a:pt x="63" y="306"/>
                  </a:lnTo>
                  <a:lnTo>
                    <a:pt x="65" y="306"/>
                  </a:lnTo>
                  <a:lnTo>
                    <a:pt x="62" y="307"/>
                  </a:lnTo>
                  <a:lnTo>
                    <a:pt x="63" y="309"/>
                  </a:lnTo>
                  <a:lnTo>
                    <a:pt x="65" y="308"/>
                  </a:lnTo>
                  <a:lnTo>
                    <a:pt x="64" y="310"/>
                  </a:lnTo>
                  <a:lnTo>
                    <a:pt x="62" y="310"/>
                  </a:lnTo>
                  <a:lnTo>
                    <a:pt x="63" y="311"/>
                  </a:lnTo>
                  <a:lnTo>
                    <a:pt x="63" y="313"/>
                  </a:lnTo>
                  <a:lnTo>
                    <a:pt x="66" y="312"/>
                  </a:lnTo>
                  <a:lnTo>
                    <a:pt x="70" y="309"/>
                  </a:lnTo>
                  <a:lnTo>
                    <a:pt x="71" y="310"/>
                  </a:lnTo>
                  <a:lnTo>
                    <a:pt x="72" y="312"/>
                  </a:lnTo>
                  <a:lnTo>
                    <a:pt x="68" y="314"/>
                  </a:lnTo>
                  <a:lnTo>
                    <a:pt x="66" y="315"/>
                  </a:lnTo>
                  <a:lnTo>
                    <a:pt x="67" y="316"/>
                  </a:lnTo>
                  <a:lnTo>
                    <a:pt x="68" y="319"/>
                  </a:lnTo>
                  <a:lnTo>
                    <a:pt x="70" y="320"/>
                  </a:lnTo>
                  <a:lnTo>
                    <a:pt x="70" y="321"/>
                  </a:lnTo>
                  <a:lnTo>
                    <a:pt x="72" y="321"/>
                  </a:lnTo>
                  <a:lnTo>
                    <a:pt x="71" y="323"/>
                  </a:lnTo>
                  <a:lnTo>
                    <a:pt x="68" y="325"/>
                  </a:lnTo>
                  <a:lnTo>
                    <a:pt x="68" y="326"/>
                  </a:lnTo>
                  <a:lnTo>
                    <a:pt x="71" y="327"/>
                  </a:lnTo>
                  <a:lnTo>
                    <a:pt x="73" y="327"/>
                  </a:lnTo>
                  <a:lnTo>
                    <a:pt x="77" y="324"/>
                  </a:lnTo>
                  <a:lnTo>
                    <a:pt x="79" y="324"/>
                  </a:lnTo>
                  <a:lnTo>
                    <a:pt x="81" y="325"/>
                  </a:lnTo>
                  <a:lnTo>
                    <a:pt x="71" y="329"/>
                  </a:lnTo>
                  <a:lnTo>
                    <a:pt x="72" y="330"/>
                  </a:lnTo>
                  <a:lnTo>
                    <a:pt x="73" y="329"/>
                  </a:lnTo>
                  <a:lnTo>
                    <a:pt x="76" y="329"/>
                  </a:lnTo>
                  <a:lnTo>
                    <a:pt x="77" y="330"/>
                  </a:lnTo>
                  <a:lnTo>
                    <a:pt x="77" y="331"/>
                  </a:lnTo>
                  <a:lnTo>
                    <a:pt x="76" y="333"/>
                  </a:lnTo>
                  <a:lnTo>
                    <a:pt x="78" y="334"/>
                  </a:lnTo>
                  <a:lnTo>
                    <a:pt x="79" y="334"/>
                  </a:lnTo>
                  <a:lnTo>
                    <a:pt x="81" y="333"/>
                  </a:lnTo>
                  <a:lnTo>
                    <a:pt x="82" y="334"/>
                  </a:lnTo>
                  <a:lnTo>
                    <a:pt x="83" y="336"/>
                  </a:lnTo>
                  <a:lnTo>
                    <a:pt x="83" y="336"/>
                  </a:lnTo>
                  <a:lnTo>
                    <a:pt x="85" y="337"/>
                  </a:lnTo>
                  <a:lnTo>
                    <a:pt x="88" y="338"/>
                  </a:lnTo>
                  <a:lnTo>
                    <a:pt x="89" y="338"/>
                  </a:lnTo>
                  <a:lnTo>
                    <a:pt x="89" y="338"/>
                  </a:lnTo>
                  <a:lnTo>
                    <a:pt x="89" y="339"/>
                  </a:lnTo>
                  <a:lnTo>
                    <a:pt x="85" y="342"/>
                  </a:lnTo>
                  <a:lnTo>
                    <a:pt x="83" y="343"/>
                  </a:lnTo>
                  <a:lnTo>
                    <a:pt x="82" y="344"/>
                  </a:lnTo>
                  <a:lnTo>
                    <a:pt x="85" y="344"/>
                  </a:lnTo>
                  <a:lnTo>
                    <a:pt x="86" y="344"/>
                  </a:lnTo>
                  <a:lnTo>
                    <a:pt x="92" y="344"/>
                  </a:lnTo>
                  <a:lnTo>
                    <a:pt x="91" y="341"/>
                  </a:lnTo>
                  <a:lnTo>
                    <a:pt x="91" y="341"/>
                  </a:lnTo>
                  <a:lnTo>
                    <a:pt x="92" y="340"/>
                  </a:lnTo>
                  <a:lnTo>
                    <a:pt x="94" y="341"/>
                  </a:lnTo>
                  <a:lnTo>
                    <a:pt x="96" y="341"/>
                  </a:lnTo>
                  <a:lnTo>
                    <a:pt x="102" y="341"/>
                  </a:lnTo>
                  <a:lnTo>
                    <a:pt x="106" y="338"/>
                  </a:lnTo>
                  <a:lnTo>
                    <a:pt x="107" y="339"/>
                  </a:lnTo>
                  <a:lnTo>
                    <a:pt x="111" y="338"/>
                  </a:lnTo>
                  <a:lnTo>
                    <a:pt x="110" y="339"/>
                  </a:lnTo>
                  <a:lnTo>
                    <a:pt x="110" y="341"/>
                  </a:lnTo>
                  <a:lnTo>
                    <a:pt x="111" y="341"/>
                  </a:lnTo>
                  <a:lnTo>
                    <a:pt x="115" y="340"/>
                  </a:lnTo>
                  <a:lnTo>
                    <a:pt x="114" y="341"/>
                  </a:lnTo>
                  <a:lnTo>
                    <a:pt x="108" y="344"/>
                  </a:lnTo>
                  <a:lnTo>
                    <a:pt x="110" y="344"/>
                  </a:lnTo>
                  <a:lnTo>
                    <a:pt x="107" y="346"/>
                  </a:lnTo>
                  <a:lnTo>
                    <a:pt x="108" y="347"/>
                  </a:lnTo>
                  <a:lnTo>
                    <a:pt x="109" y="347"/>
                  </a:lnTo>
                  <a:lnTo>
                    <a:pt x="111" y="345"/>
                  </a:lnTo>
                  <a:lnTo>
                    <a:pt x="113" y="345"/>
                  </a:lnTo>
                  <a:lnTo>
                    <a:pt x="116" y="343"/>
                  </a:lnTo>
                  <a:lnTo>
                    <a:pt x="117" y="341"/>
                  </a:lnTo>
                  <a:lnTo>
                    <a:pt x="118" y="341"/>
                  </a:lnTo>
                  <a:lnTo>
                    <a:pt x="117" y="344"/>
                  </a:lnTo>
                  <a:lnTo>
                    <a:pt x="114" y="346"/>
                  </a:lnTo>
                  <a:lnTo>
                    <a:pt x="113" y="348"/>
                  </a:lnTo>
                  <a:lnTo>
                    <a:pt x="114" y="349"/>
                  </a:lnTo>
                  <a:lnTo>
                    <a:pt x="115" y="351"/>
                  </a:lnTo>
                  <a:lnTo>
                    <a:pt x="115" y="352"/>
                  </a:lnTo>
                  <a:lnTo>
                    <a:pt x="116" y="353"/>
                  </a:lnTo>
                  <a:lnTo>
                    <a:pt x="117" y="352"/>
                  </a:lnTo>
                  <a:lnTo>
                    <a:pt x="118" y="349"/>
                  </a:lnTo>
                  <a:lnTo>
                    <a:pt x="119" y="349"/>
                  </a:lnTo>
                  <a:lnTo>
                    <a:pt x="120" y="349"/>
                  </a:lnTo>
                  <a:lnTo>
                    <a:pt x="120" y="350"/>
                  </a:lnTo>
                  <a:lnTo>
                    <a:pt x="119" y="353"/>
                  </a:lnTo>
                  <a:lnTo>
                    <a:pt x="120" y="354"/>
                  </a:lnTo>
                  <a:lnTo>
                    <a:pt x="122" y="353"/>
                  </a:lnTo>
                  <a:lnTo>
                    <a:pt x="124" y="351"/>
                  </a:lnTo>
                  <a:lnTo>
                    <a:pt x="124" y="353"/>
                  </a:lnTo>
                  <a:lnTo>
                    <a:pt x="123" y="357"/>
                  </a:lnTo>
                  <a:lnTo>
                    <a:pt x="122" y="357"/>
                  </a:lnTo>
                  <a:lnTo>
                    <a:pt x="121" y="360"/>
                  </a:lnTo>
                  <a:lnTo>
                    <a:pt x="121" y="361"/>
                  </a:lnTo>
                  <a:lnTo>
                    <a:pt x="121" y="361"/>
                  </a:lnTo>
                  <a:lnTo>
                    <a:pt x="122" y="363"/>
                  </a:lnTo>
                  <a:lnTo>
                    <a:pt x="122" y="363"/>
                  </a:lnTo>
                  <a:lnTo>
                    <a:pt x="125" y="363"/>
                  </a:lnTo>
                  <a:lnTo>
                    <a:pt x="127" y="365"/>
                  </a:lnTo>
                  <a:lnTo>
                    <a:pt x="130" y="364"/>
                  </a:lnTo>
                  <a:lnTo>
                    <a:pt x="134" y="361"/>
                  </a:lnTo>
                  <a:lnTo>
                    <a:pt x="135" y="358"/>
                  </a:lnTo>
                  <a:lnTo>
                    <a:pt x="135" y="360"/>
                  </a:lnTo>
                  <a:lnTo>
                    <a:pt x="136" y="362"/>
                  </a:lnTo>
                  <a:lnTo>
                    <a:pt x="143" y="362"/>
                  </a:lnTo>
                  <a:lnTo>
                    <a:pt x="147" y="362"/>
                  </a:lnTo>
                  <a:lnTo>
                    <a:pt x="147" y="362"/>
                  </a:lnTo>
                  <a:lnTo>
                    <a:pt x="147" y="360"/>
                  </a:lnTo>
                  <a:lnTo>
                    <a:pt x="147" y="359"/>
                  </a:lnTo>
                  <a:lnTo>
                    <a:pt x="146" y="357"/>
                  </a:lnTo>
                  <a:lnTo>
                    <a:pt x="146" y="355"/>
                  </a:lnTo>
                  <a:lnTo>
                    <a:pt x="145" y="355"/>
                  </a:lnTo>
                  <a:lnTo>
                    <a:pt x="140" y="352"/>
                  </a:lnTo>
                  <a:lnTo>
                    <a:pt x="145" y="353"/>
                  </a:lnTo>
                  <a:lnTo>
                    <a:pt x="146" y="353"/>
                  </a:lnTo>
                  <a:lnTo>
                    <a:pt x="147" y="352"/>
                  </a:lnTo>
                  <a:lnTo>
                    <a:pt x="150" y="352"/>
                  </a:lnTo>
                  <a:lnTo>
                    <a:pt x="151" y="351"/>
                  </a:lnTo>
                  <a:lnTo>
                    <a:pt x="150" y="347"/>
                  </a:lnTo>
                  <a:lnTo>
                    <a:pt x="151" y="344"/>
                  </a:lnTo>
                  <a:lnTo>
                    <a:pt x="151" y="342"/>
                  </a:lnTo>
                  <a:lnTo>
                    <a:pt x="152" y="340"/>
                  </a:lnTo>
                  <a:lnTo>
                    <a:pt x="153" y="334"/>
                  </a:lnTo>
                  <a:lnTo>
                    <a:pt x="153" y="333"/>
                  </a:lnTo>
                  <a:lnTo>
                    <a:pt x="153" y="332"/>
                  </a:lnTo>
                  <a:lnTo>
                    <a:pt x="153" y="331"/>
                  </a:lnTo>
                  <a:lnTo>
                    <a:pt x="155" y="329"/>
                  </a:lnTo>
                  <a:lnTo>
                    <a:pt x="156" y="327"/>
                  </a:lnTo>
                  <a:lnTo>
                    <a:pt x="155" y="327"/>
                  </a:lnTo>
                  <a:lnTo>
                    <a:pt x="156" y="325"/>
                  </a:lnTo>
                  <a:lnTo>
                    <a:pt x="159" y="320"/>
                  </a:lnTo>
                  <a:lnTo>
                    <a:pt x="160" y="318"/>
                  </a:lnTo>
                  <a:lnTo>
                    <a:pt x="159" y="317"/>
                  </a:lnTo>
                  <a:lnTo>
                    <a:pt x="160" y="315"/>
                  </a:lnTo>
                  <a:lnTo>
                    <a:pt x="160" y="312"/>
                  </a:lnTo>
                  <a:lnTo>
                    <a:pt x="158" y="311"/>
                  </a:lnTo>
                  <a:lnTo>
                    <a:pt x="158" y="301"/>
                  </a:lnTo>
                  <a:lnTo>
                    <a:pt x="156" y="300"/>
                  </a:lnTo>
                  <a:lnTo>
                    <a:pt x="156" y="299"/>
                  </a:lnTo>
                  <a:lnTo>
                    <a:pt x="155" y="296"/>
                  </a:lnTo>
                  <a:lnTo>
                    <a:pt x="151" y="294"/>
                  </a:lnTo>
                  <a:lnTo>
                    <a:pt x="155" y="293"/>
                  </a:lnTo>
                  <a:lnTo>
                    <a:pt x="155" y="292"/>
                  </a:lnTo>
                  <a:lnTo>
                    <a:pt x="155" y="291"/>
                  </a:lnTo>
                  <a:lnTo>
                    <a:pt x="156" y="290"/>
                  </a:lnTo>
                  <a:lnTo>
                    <a:pt x="158" y="290"/>
                  </a:lnTo>
                  <a:lnTo>
                    <a:pt x="159" y="290"/>
                  </a:lnTo>
                  <a:lnTo>
                    <a:pt x="160" y="290"/>
                  </a:lnTo>
                  <a:lnTo>
                    <a:pt x="165" y="289"/>
                  </a:lnTo>
                  <a:lnTo>
                    <a:pt x="166" y="287"/>
                  </a:lnTo>
                  <a:lnTo>
                    <a:pt x="168" y="287"/>
                  </a:lnTo>
                  <a:lnTo>
                    <a:pt x="168" y="285"/>
                  </a:lnTo>
                  <a:lnTo>
                    <a:pt x="166" y="285"/>
                  </a:lnTo>
                  <a:lnTo>
                    <a:pt x="162" y="283"/>
                  </a:lnTo>
                  <a:lnTo>
                    <a:pt x="160" y="281"/>
                  </a:lnTo>
                  <a:lnTo>
                    <a:pt x="162" y="281"/>
                  </a:lnTo>
                  <a:lnTo>
                    <a:pt x="163" y="282"/>
                  </a:lnTo>
                  <a:lnTo>
                    <a:pt x="165" y="283"/>
                  </a:lnTo>
                  <a:lnTo>
                    <a:pt x="169" y="283"/>
                  </a:lnTo>
                  <a:lnTo>
                    <a:pt x="169" y="282"/>
                  </a:lnTo>
                  <a:lnTo>
                    <a:pt x="166" y="281"/>
                  </a:lnTo>
                  <a:lnTo>
                    <a:pt x="166" y="279"/>
                  </a:lnTo>
                  <a:lnTo>
                    <a:pt x="167" y="279"/>
                  </a:lnTo>
                  <a:lnTo>
                    <a:pt x="168" y="278"/>
                  </a:lnTo>
                  <a:lnTo>
                    <a:pt x="166" y="276"/>
                  </a:lnTo>
                  <a:lnTo>
                    <a:pt x="166" y="275"/>
                  </a:lnTo>
                  <a:lnTo>
                    <a:pt x="169" y="277"/>
                  </a:lnTo>
                  <a:lnTo>
                    <a:pt x="172" y="278"/>
                  </a:lnTo>
                  <a:lnTo>
                    <a:pt x="171" y="276"/>
                  </a:lnTo>
                  <a:lnTo>
                    <a:pt x="173" y="275"/>
                  </a:lnTo>
                  <a:lnTo>
                    <a:pt x="172" y="274"/>
                  </a:lnTo>
                  <a:lnTo>
                    <a:pt x="172" y="272"/>
                  </a:lnTo>
                  <a:lnTo>
                    <a:pt x="174" y="273"/>
                  </a:lnTo>
                  <a:lnTo>
                    <a:pt x="175" y="273"/>
                  </a:lnTo>
                  <a:lnTo>
                    <a:pt x="176" y="272"/>
                  </a:lnTo>
                  <a:lnTo>
                    <a:pt x="176" y="269"/>
                  </a:lnTo>
                  <a:lnTo>
                    <a:pt x="178" y="269"/>
                  </a:lnTo>
                  <a:lnTo>
                    <a:pt x="178" y="266"/>
                  </a:lnTo>
                  <a:lnTo>
                    <a:pt x="177" y="265"/>
                  </a:lnTo>
                  <a:lnTo>
                    <a:pt x="169" y="263"/>
                  </a:lnTo>
                  <a:lnTo>
                    <a:pt x="169" y="262"/>
                  </a:lnTo>
                  <a:lnTo>
                    <a:pt x="176" y="263"/>
                  </a:lnTo>
                  <a:lnTo>
                    <a:pt x="180" y="263"/>
                  </a:lnTo>
                  <a:lnTo>
                    <a:pt x="177" y="255"/>
                  </a:lnTo>
                  <a:lnTo>
                    <a:pt x="179" y="254"/>
                  </a:lnTo>
                  <a:lnTo>
                    <a:pt x="179" y="253"/>
                  </a:lnTo>
                  <a:lnTo>
                    <a:pt x="178" y="251"/>
                  </a:lnTo>
                  <a:lnTo>
                    <a:pt x="169" y="250"/>
                  </a:lnTo>
                  <a:lnTo>
                    <a:pt x="168" y="247"/>
                  </a:lnTo>
                  <a:lnTo>
                    <a:pt x="170" y="247"/>
                  </a:lnTo>
                  <a:lnTo>
                    <a:pt x="175" y="244"/>
                  </a:lnTo>
                  <a:lnTo>
                    <a:pt x="179" y="244"/>
                  </a:lnTo>
                  <a:lnTo>
                    <a:pt x="182" y="245"/>
                  </a:lnTo>
                  <a:lnTo>
                    <a:pt x="183" y="244"/>
                  </a:lnTo>
                  <a:lnTo>
                    <a:pt x="181" y="244"/>
                  </a:lnTo>
                  <a:lnTo>
                    <a:pt x="179" y="242"/>
                  </a:lnTo>
                  <a:lnTo>
                    <a:pt x="178" y="237"/>
                  </a:lnTo>
                  <a:lnTo>
                    <a:pt x="176" y="235"/>
                  </a:lnTo>
                  <a:lnTo>
                    <a:pt x="175" y="231"/>
                  </a:lnTo>
                  <a:lnTo>
                    <a:pt x="174" y="230"/>
                  </a:lnTo>
                  <a:lnTo>
                    <a:pt x="173" y="228"/>
                  </a:lnTo>
                  <a:lnTo>
                    <a:pt x="170" y="229"/>
                  </a:lnTo>
                  <a:lnTo>
                    <a:pt x="173" y="223"/>
                  </a:lnTo>
                  <a:lnTo>
                    <a:pt x="174" y="224"/>
                  </a:lnTo>
                  <a:lnTo>
                    <a:pt x="177" y="224"/>
                  </a:lnTo>
                  <a:lnTo>
                    <a:pt x="179" y="225"/>
                  </a:lnTo>
                  <a:lnTo>
                    <a:pt x="179" y="222"/>
                  </a:lnTo>
                  <a:lnTo>
                    <a:pt x="180" y="223"/>
                  </a:lnTo>
                  <a:lnTo>
                    <a:pt x="182" y="225"/>
                  </a:lnTo>
                  <a:lnTo>
                    <a:pt x="183" y="223"/>
                  </a:lnTo>
                  <a:lnTo>
                    <a:pt x="184" y="225"/>
                  </a:lnTo>
                  <a:lnTo>
                    <a:pt x="186" y="223"/>
                  </a:lnTo>
                  <a:lnTo>
                    <a:pt x="186" y="222"/>
                  </a:lnTo>
                  <a:lnTo>
                    <a:pt x="189" y="218"/>
                  </a:lnTo>
                  <a:lnTo>
                    <a:pt x="188" y="216"/>
                  </a:lnTo>
                  <a:lnTo>
                    <a:pt x="188" y="214"/>
                  </a:lnTo>
                  <a:lnTo>
                    <a:pt x="188" y="213"/>
                  </a:lnTo>
                  <a:lnTo>
                    <a:pt x="184" y="211"/>
                  </a:lnTo>
                  <a:lnTo>
                    <a:pt x="186" y="210"/>
                  </a:lnTo>
                  <a:lnTo>
                    <a:pt x="187" y="209"/>
                  </a:lnTo>
                  <a:lnTo>
                    <a:pt x="189" y="210"/>
                  </a:lnTo>
                  <a:lnTo>
                    <a:pt x="191" y="205"/>
                  </a:lnTo>
                  <a:lnTo>
                    <a:pt x="192" y="206"/>
                  </a:lnTo>
                  <a:lnTo>
                    <a:pt x="193" y="208"/>
                  </a:lnTo>
                  <a:lnTo>
                    <a:pt x="195" y="209"/>
                  </a:lnTo>
                  <a:lnTo>
                    <a:pt x="196" y="205"/>
                  </a:lnTo>
                  <a:lnTo>
                    <a:pt x="198" y="207"/>
                  </a:lnTo>
                  <a:lnTo>
                    <a:pt x="199" y="208"/>
                  </a:lnTo>
                  <a:lnTo>
                    <a:pt x="201" y="208"/>
                  </a:lnTo>
                  <a:lnTo>
                    <a:pt x="204" y="207"/>
                  </a:lnTo>
                  <a:lnTo>
                    <a:pt x="203" y="205"/>
                  </a:lnTo>
                  <a:lnTo>
                    <a:pt x="206" y="205"/>
                  </a:lnTo>
                  <a:lnTo>
                    <a:pt x="209" y="206"/>
                  </a:lnTo>
                  <a:lnTo>
                    <a:pt x="209" y="204"/>
                  </a:lnTo>
                  <a:lnTo>
                    <a:pt x="211" y="204"/>
                  </a:lnTo>
                  <a:lnTo>
                    <a:pt x="210" y="202"/>
                  </a:lnTo>
                  <a:lnTo>
                    <a:pt x="211" y="201"/>
                  </a:lnTo>
                  <a:lnTo>
                    <a:pt x="210" y="201"/>
                  </a:lnTo>
                  <a:lnTo>
                    <a:pt x="208" y="201"/>
                  </a:lnTo>
                  <a:lnTo>
                    <a:pt x="207" y="198"/>
                  </a:lnTo>
                  <a:lnTo>
                    <a:pt x="207" y="195"/>
                  </a:lnTo>
                  <a:lnTo>
                    <a:pt x="210" y="198"/>
                  </a:lnTo>
                  <a:lnTo>
                    <a:pt x="210" y="196"/>
                  </a:lnTo>
                  <a:lnTo>
                    <a:pt x="211" y="197"/>
                  </a:lnTo>
                  <a:lnTo>
                    <a:pt x="212" y="197"/>
                  </a:lnTo>
                  <a:lnTo>
                    <a:pt x="213" y="193"/>
                  </a:lnTo>
                  <a:lnTo>
                    <a:pt x="211" y="192"/>
                  </a:lnTo>
                  <a:lnTo>
                    <a:pt x="213" y="190"/>
                  </a:lnTo>
                  <a:lnTo>
                    <a:pt x="213" y="189"/>
                  </a:lnTo>
                  <a:lnTo>
                    <a:pt x="214" y="187"/>
                  </a:lnTo>
                  <a:lnTo>
                    <a:pt x="216" y="187"/>
                  </a:lnTo>
                  <a:lnTo>
                    <a:pt x="212" y="185"/>
                  </a:lnTo>
                  <a:lnTo>
                    <a:pt x="212" y="183"/>
                  </a:lnTo>
                  <a:lnTo>
                    <a:pt x="214" y="185"/>
                  </a:lnTo>
                  <a:lnTo>
                    <a:pt x="215" y="181"/>
                  </a:lnTo>
                  <a:lnTo>
                    <a:pt x="217" y="185"/>
                  </a:lnTo>
                  <a:lnTo>
                    <a:pt x="219" y="185"/>
                  </a:lnTo>
                  <a:lnTo>
                    <a:pt x="221" y="185"/>
                  </a:lnTo>
                  <a:lnTo>
                    <a:pt x="224" y="185"/>
                  </a:lnTo>
                  <a:lnTo>
                    <a:pt x="218" y="189"/>
                  </a:lnTo>
                  <a:lnTo>
                    <a:pt x="218" y="192"/>
                  </a:lnTo>
                  <a:lnTo>
                    <a:pt x="216" y="195"/>
                  </a:lnTo>
                  <a:lnTo>
                    <a:pt x="216" y="196"/>
                  </a:lnTo>
                  <a:lnTo>
                    <a:pt x="216" y="197"/>
                  </a:lnTo>
                  <a:lnTo>
                    <a:pt x="217" y="197"/>
                  </a:lnTo>
                  <a:lnTo>
                    <a:pt x="218" y="197"/>
                  </a:lnTo>
                  <a:lnTo>
                    <a:pt x="220" y="198"/>
                  </a:lnTo>
                  <a:lnTo>
                    <a:pt x="222" y="201"/>
                  </a:lnTo>
                  <a:lnTo>
                    <a:pt x="223" y="199"/>
                  </a:lnTo>
                  <a:lnTo>
                    <a:pt x="221" y="197"/>
                  </a:lnTo>
                  <a:lnTo>
                    <a:pt x="223" y="198"/>
                  </a:lnTo>
                  <a:lnTo>
                    <a:pt x="223" y="195"/>
                  </a:lnTo>
                  <a:lnTo>
                    <a:pt x="223" y="192"/>
                  </a:lnTo>
                  <a:lnTo>
                    <a:pt x="225" y="194"/>
                  </a:lnTo>
                  <a:lnTo>
                    <a:pt x="227" y="198"/>
                  </a:lnTo>
                  <a:lnTo>
                    <a:pt x="229" y="198"/>
                  </a:lnTo>
                  <a:lnTo>
                    <a:pt x="230" y="200"/>
                  </a:lnTo>
                  <a:lnTo>
                    <a:pt x="231" y="196"/>
                  </a:lnTo>
                  <a:lnTo>
                    <a:pt x="232" y="193"/>
                  </a:lnTo>
                  <a:lnTo>
                    <a:pt x="234" y="193"/>
                  </a:lnTo>
                  <a:lnTo>
                    <a:pt x="234" y="197"/>
                  </a:lnTo>
                  <a:lnTo>
                    <a:pt x="235" y="196"/>
                  </a:lnTo>
                  <a:lnTo>
                    <a:pt x="236" y="197"/>
                  </a:lnTo>
                  <a:lnTo>
                    <a:pt x="236" y="196"/>
                  </a:lnTo>
                  <a:lnTo>
                    <a:pt x="238" y="198"/>
                  </a:lnTo>
                  <a:lnTo>
                    <a:pt x="239" y="195"/>
                  </a:lnTo>
                  <a:lnTo>
                    <a:pt x="240" y="192"/>
                  </a:lnTo>
                  <a:lnTo>
                    <a:pt x="242" y="193"/>
                  </a:lnTo>
                  <a:lnTo>
                    <a:pt x="242" y="190"/>
                  </a:lnTo>
                  <a:lnTo>
                    <a:pt x="243" y="188"/>
                  </a:lnTo>
                  <a:lnTo>
                    <a:pt x="241" y="185"/>
                  </a:lnTo>
                  <a:lnTo>
                    <a:pt x="240" y="184"/>
                  </a:lnTo>
                  <a:lnTo>
                    <a:pt x="241" y="181"/>
                  </a:lnTo>
                  <a:lnTo>
                    <a:pt x="244" y="185"/>
                  </a:lnTo>
                  <a:lnTo>
                    <a:pt x="248" y="187"/>
                  </a:lnTo>
                  <a:lnTo>
                    <a:pt x="250" y="187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1" y="184"/>
                  </a:lnTo>
                  <a:lnTo>
                    <a:pt x="252" y="185"/>
                  </a:lnTo>
                  <a:lnTo>
                    <a:pt x="253" y="183"/>
                  </a:lnTo>
                  <a:lnTo>
                    <a:pt x="255" y="183"/>
                  </a:lnTo>
                  <a:lnTo>
                    <a:pt x="256" y="182"/>
                  </a:lnTo>
                  <a:lnTo>
                    <a:pt x="256" y="180"/>
                  </a:lnTo>
                  <a:lnTo>
                    <a:pt x="257" y="178"/>
                  </a:lnTo>
                  <a:lnTo>
                    <a:pt x="258" y="174"/>
                  </a:lnTo>
                  <a:lnTo>
                    <a:pt x="259" y="171"/>
                  </a:lnTo>
                  <a:lnTo>
                    <a:pt x="260" y="174"/>
                  </a:lnTo>
                  <a:lnTo>
                    <a:pt x="261" y="172"/>
                  </a:lnTo>
                  <a:lnTo>
                    <a:pt x="261" y="175"/>
                  </a:lnTo>
                  <a:lnTo>
                    <a:pt x="262" y="172"/>
                  </a:lnTo>
                  <a:lnTo>
                    <a:pt x="263" y="170"/>
                  </a:lnTo>
                  <a:lnTo>
                    <a:pt x="263" y="169"/>
                  </a:lnTo>
                  <a:lnTo>
                    <a:pt x="264" y="169"/>
                  </a:lnTo>
                  <a:lnTo>
                    <a:pt x="264" y="168"/>
                  </a:lnTo>
                  <a:lnTo>
                    <a:pt x="265" y="169"/>
                  </a:lnTo>
                  <a:lnTo>
                    <a:pt x="264" y="166"/>
                  </a:lnTo>
                  <a:lnTo>
                    <a:pt x="265" y="165"/>
                  </a:lnTo>
                  <a:lnTo>
                    <a:pt x="266" y="164"/>
                  </a:lnTo>
                  <a:lnTo>
                    <a:pt x="267" y="162"/>
                  </a:lnTo>
                  <a:lnTo>
                    <a:pt x="270" y="160"/>
                  </a:lnTo>
                  <a:lnTo>
                    <a:pt x="270" y="155"/>
                  </a:lnTo>
                  <a:lnTo>
                    <a:pt x="271" y="154"/>
                  </a:lnTo>
                  <a:lnTo>
                    <a:pt x="271" y="152"/>
                  </a:lnTo>
                  <a:lnTo>
                    <a:pt x="270" y="150"/>
                  </a:lnTo>
                  <a:lnTo>
                    <a:pt x="272" y="150"/>
                  </a:lnTo>
                  <a:lnTo>
                    <a:pt x="272" y="148"/>
                  </a:lnTo>
                  <a:lnTo>
                    <a:pt x="273" y="144"/>
                  </a:lnTo>
                  <a:lnTo>
                    <a:pt x="274" y="144"/>
                  </a:lnTo>
                  <a:lnTo>
                    <a:pt x="275" y="141"/>
                  </a:lnTo>
                  <a:lnTo>
                    <a:pt x="274" y="139"/>
                  </a:lnTo>
                  <a:lnTo>
                    <a:pt x="277" y="140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2" y="134"/>
                  </a:lnTo>
                  <a:lnTo>
                    <a:pt x="284" y="132"/>
                  </a:lnTo>
                  <a:lnTo>
                    <a:pt x="285" y="134"/>
                  </a:lnTo>
                  <a:lnTo>
                    <a:pt x="286" y="132"/>
                  </a:lnTo>
                  <a:lnTo>
                    <a:pt x="287" y="133"/>
                  </a:lnTo>
                  <a:lnTo>
                    <a:pt x="288" y="131"/>
                  </a:lnTo>
                  <a:lnTo>
                    <a:pt x="288" y="130"/>
                  </a:lnTo>
                  <a:lnTo>
                    <a:pt x="288" y="127"/>
                  </a:lnTo>
                  <a:lnTo>
                    <a:pt x="290" y="127"/>
                  </a:lnTo>
                  <a:lnTo>
                    <a:pt x="289" y="124"/>
                  </a:lnTo>
                  <a:lnTo>
                    <a:pt x="284" y="122"/>
                  </a:lnTo>
                  <a:lnTo>
                    <a:pt x="286" y="121"/>
                  </a:lnTo>
                  <a:lnTo>
                    <a:pt x="284" y="116"/>
                  </a:lnTo>
                  <a:lnTo>
                    <a:pt x="281" y="112"/>
                  </a:lnTo>
                  <a:lnTo>
                    <a:pt x="281" y="110"/>
                  </a:lnTo>
                  <a:lnTo>
                    <a:pt x="284" y="110"/>
                  </a:lnTo>
                  <a:lnTo>
                    <a:pt x="283" y="107"/>
                  </a:lnTo>
                  <a:lnTo>
                    <a:pt x="285" y="109"/>
                  </a:lnTo>
                  <a:lnTo>
                    <a:pt x="285" y="112"/>
                  </a:lnTo>
                  <a:lnTo>
                    <a:pt x="286" y="115"/>
                  </a:lnTo>
                  <a:lnTo>
                    <a:pt x="287" y="112"/>
                  </a:lnTo>
                  <a:lnTo>
                    <a:pt x="288" y="113"/>
                  </a:lnTo>
                  <a:lnTo>
                    <a:pt x="288" y="115"/>
                  </a:lnTo>
                  <a:lnTo>
                    <a:pt x="289" y="117"/>
                  </a:lnTo>
                  <a:lnTo>
                    <a:pt x="290" y="119"/>
                  </a:lnTo>
                  <a:lnTo>
                    <a:pt x="294" y="120"/>
                  </a:lnTo>
                  <a:lnTo>
                    <a:pt x="293" y="122"/>
                  </a:lnTo>
                  <a:lnTo>
                    <a:pt x="292" y="121"/>
                  </a:lnTo>
                  <a:lnTo>
                    <a:pt x="292" y="124"/>
                  </a:lnTo>
                  <a:lnTo>
                    <a:pt x="295" y="126"/>
                  </a:lnTo>
                  <a:lnTo>
                    <a:pt x="294" y="127"/>
                  </a:lnTo>
                  <a:lnTo>
                    <a:pt x="297" y="125"/>
                  </a:lnTo>
                  <a:lnTo>
                    <a:pt x="299" y="125"/>
                  </a:lnTo>
                  <a:lnTo>
                    <a:pt x="303" y="127"/>
                  </a:lnTo>
                  <a:lnTo>
                    <a:pt x="301" y="125"/>
                  </a:lnTo>
                  <a:lnTo>
                    <a:pt x="302" y="124"/>
                  </a:lnTo>
                  <a:lnTo>
                    <a:pt x="301" y="123"/>
                  </a:lnTo>
                  <a:lnTo>
                    <a:pt x="303" y="123"/>
                  </a:lnTo>
                  <a:lnTo>
                    <a:pt x="303" y="123"/>
                  </a:lnTo>
                  <a:lnTo>
                    <a:pt x="307" y="126"/>
                  </a:lnTo>
                  <a:lnTo>
                    <a:pt x="309" y="126"/>
                  </a:lnTo>
                  <a:lnTo>
                    <a:pt x="309" y="124"/>
                  </a:lnTo>
                  <a:lnTo>
                    <a:pt x="306" y="123"/>
                  </a:lnTo>
                  <a:lnTo>
                    <a:pt x="306" y="119"/>
                  </a:lnTo>
                  <a:lnTo>
                    <a:pt x="308" y="121"/>
                  </a:lnTo>
                  <a:lnTo>
                    <a:pt x="311" y="121"/>
                  </a:lnTo>
                  <a:lnTo>
                    <a:pt x="311" y="123"/>
                  </a:lnTo>
                  <a:lnTo>
                    <a:pt x="313" y="125"/>
                  </a:lnTo>
                  <a:lnTo>
                    <a:pt x="315" y="123"/>
                  </a:lnTo>
                  <a:lnTo>
                    <a:pt x="313" y="121"/>
                  </a:lnTo>
                  <a:lnTo>
                    <a:pt x="314" y="120"/>
                  </a:lnTo>
                  <a:lnTo>
                    <a:pt x="316" y="121"/>
                  </a:lnTo>
                  <a:lnTo>
                    <a:pt x="315" y="118"/>
                  </a:lnTo>
                  <a:lnTo>
                    <a:pt x="316" y="116"/>
                  </a:lnTo>
                  <a:lnTo>
                    <a:pt x="317" y="115"/>
                  </a:lnTo>
                  <a:lnTo>
                    <a:pt x="318" y="115"/>
                  </a:lnTo>
                  <a:lnTo>
                    <a:pt x="319" y="118"/>
                  </a:lnTo>
                  <a:lnTo>
                    <a:pt x="322" y="121"/>
                  </a:lnTo>
                  <a:lnTo>
                    <a:pt x="323" y="120"/>
                  </a:lnTo>
                  <a:lnTo>
                    <a:pt x="324" y="119"/>
                  </a:lnTo>
                  <a:lnTo>
                    <a:pt x="324" y="117"/>
                  </a:lnTo>
                  <a:lnTo>
                    <a:pt x="326" y="119"/>
                  </a:lnTo>
                  <a:lnTo>
                    <a:pt x="327" y="116"/>
                  </a:lnTo>
                  <a:lnTo>
                    <a:pt x="333" y="115"/>
                  </a:lnTo>
                  <a:lnTo>
                    <a:pt x="336" y="113"/>
                  </a:lnTo>
                  <a:lnTo>
                    <a:pt x="338" y="114"/>
                  </a:lnTo>
                  <a:lnTo>
                    <a:pt x="338" y="112"/>
                  </a:lnTo>
                  <a:lnTo>
                    <a:pt x="340" y="113"/>
                  </a:lnTo>
                  <a:lnTo>
                    <a:pt x="341" y="112"/>
                  </a:lnTo>
                  <a:lnTo>
                    <a:pt x="342" y="110"/>
                  </a:lnTo>
                  <a:lnTo>
                    <a:pt x="343" y="111"/>
                  </a:lnTo>
                  <a:lnTo>
                    <a:pt x="345" y="113"/>
                  </a:lnTo>
                  <a:lnTo>
                    <a:pt x="346" y="112"/>
                  </a:lnTo>
                  <a:lnTo>
                    <a:pt x="345" y="110"/>
                  </a:lnTo>
                  <a:lnTo>
                    <a:pt x="347" y="110"/>
                  </a:lnTo>
                  <a:lnTo>
                    <a:pt x="348" y="109"/>
                  </a:lnTo>
                  <a:lnTo>
                    <a:pt x="350" y="111"/>
                  </a:lnTo>
                  <a:lnTo>
                    <a:pt x="351" y="110"/>
                  </a:lnTo>
                  <a:lnTo>
                    <a:pt x="351" y="109"/>
                  </a:lnTo>
                  <a:lnTo>
                    <a:pt x="351" y="108"/>
                  </a:lnTo>
                  <a:lnTo>
                    <a:pt x="353" y="108"/>
                  </a:lnTo>
                  <a:lnTo>
                    <a:pt x="354" y="109"/>
                  </a:lnTo>
                  <a:lnTo>
                    <a:pt x="355" y="106"/>
                  </a:lnTo>
                  <a:lnTo>
                    <a:pt x="356" y="105"/>
                  </a:lnTo>
                  <a:lnTo>
                    <a:pt x="359" y="104"/>
                  </a:lnTo>
                  <a:lnTo>
                    <a:pt x="360" y="106"/>
                  </a:lnTo>
                  <a:lnTo>
                    <a:pt x="360" y="105"/>
                  </a:lnTo>
                  <a:lnTo>
                    <a:pt x="364" y="105"/>
                  </a:lnTo>
                  <a:lnTo>
                    <a:pt x="363" y="103"/>
                  </a:lnTo>
                  <a:lnTo>
                    <a:pt x="364" y="102"/>
                  </a:lnTo>
                  <a:lnTo>
                    <a:pt x="368" y="101"/>
                  </a:lnTo>
                  <a:lnTo>
                    <a:pt x="369" y="99"/>
                  </a:lnTo>
                  <a:lnTo>
                    <a:pt x="369" y="98"/>
                  </a:lnTo>
                  <a:lnTo>
                    <a:pt x="371" y="98"/>
                  </a:lnTo>
                  <a:lnTo>
                    <a:pt x="372" y="95"/>
                  </a:lnTo>
                  <a:lnTo>
                    <a:pt x="375" y="95"/>
                  </a:lnTo>
                  <a:lnTo>
                    <a:pt x="373" y="94"/>
                  </a:lnTo>
                  <a:lnTo>
                    <a:pt x="372" y="92"/>
                  </a:lnTo>
                  <a:lnTo>
                    <a:pt x="372" y="91"/>
                  </a:lnTo>
                  <a:lnTo>
                    <a:pt x="376" y="92"/>
                  </a:lnTo>
                  <a:lnTo>
                    <a:pt x="376" y="90"/>
                  </a:lnTo>
                  <a:lnTo>
                    <a:pt x="378" y="89"/>
                  </a:lnTo>
                  <a:lnTo>
                    <a:pt x="380" y="91"/>
                  </a:lnTo>
                  <a:lnTo>
                    <a:pt x="379" y="89"/>
                  </a:lnTo>
                  <a:lnTo>
                    <a:pt x="379" y="88"/>
                  </a:lnTo>
                  <a:lnTo>
                    <a:pt x="379" y="87"/>
                  </a:lnTo>
                  <a:lnTo>
                    <a:pt x="376" y="86"/>
                  </a:lnTo>
                  <a:lnTo>
                    <a:pt x="379" y="83"/>
                  </a:lnTo>
                  <a:lnTo>
                    <a:pt x="381" y="84"/>
                  </a:lnTo>
                  <a:lnTo>
                    <a:pt x="383" y="86"/>
                  </a:lnTo>
                  <a:lnTo>
                    <a:pt x="384" y="85"/>
                  </a:lnTo>
                  <a:lnTo>
                    <a:pt x="383" y="84"/>
                  </a:lnTo>
                  <a:lnTo>
                    <a:pt x="383" y="83"/>
                  </a:lnTo>
                  <a:lnTo>
                    <a:pt x="385" y="82"/>
                  </a:lnTo>
                  <a:lnTo>
                    <a:pt x="385" y="80"/>
                  </a:lnTo>
                  <a:lnTo>
                    <a:pt x="389" y="79"/>
                  </a:lnTo>
                  <a:lnTo>
                    <a:pt x="388" y="77"/>
                  </a:lnTo>
                  <a:lnTo>
                    <a:pt x="392" y="78"/>
                  </a:lnTo>
                  <a:lnTo>
                    <a:pt x="390" y="76"/>
                  </a:lnTo>
                  <a:lnTo>
                    <a:pt x="392" y="77"/>
                  </a:lnTo>
                  <a:lnTo>
                    <a:pt x="391" y="74"/>
                  </a:lnTo>
                  <a:lnTo>
                    <a:pt x="389" y="73"/>
                  </a:lnTo>
                  <a:lnTo>
                    <a:pt x="390" y="72"/>
                  </a:lnTo>
                  <a:lnTo>
                    <a:pt x="392" y="73"/>
                  </a:lnTo>
                  <a:lnTo>
                    <a:pt x="393" y="71"/>
                  </a:lnTo>
                  <a:lnTo>
                    <a:pt x="394" y="73"/>
                  </a:lnTo>
                  <a:lnTo>
                    <a:pt x="396" y="74"/>
                  </a:lnTo>
                  <a:lnTo>
                    <a:pt x="398" y="72"/>
                  </a:lnTo>
                  <a:lnTo>
                    <a:pt x="396" y="70"/>
                  </a:lnTo>
                  <a:lnTo>
                    <a:pt x="398" y="70"/>
                  </a:lnTo>
                  <a:lnTo>
                    <a:pt x="395" y="67"/>
                  </a:lnTo>
                  <a:lnTo>
                    <a:pt x="398" y="66"/>
                  </a:lnTo>
                  <a:lnTo>
                    <a:pt x="402" y="65"/>
                  </a:lnTo>
                  <a:lnTo>
                    <a:pt x="403" y="62"/>
                  </a:lnTo>
                  <a:lnTo>
                    <a:pt x="407" y="65"/>
                  </a:lnTo>
                  <a:lnTo>
                    <a:pt x="406" y="63"/>
                  </a:lnTo>
                  <a:lnTo>
                    <a:pt x="404" y="63"/>
                  </a:lnTo>
                  <a:lnTo>
                    <a:pt x="403" y="62"/>
                  </a:lnTo>
                  <a:lnTo>
                    <a:pt x="405" y="62"/>
                  </a:lnTo>
                  <a:lnTo>
                    <a:pt x="405" y="59"/>
                  </a:lnTo>
                  <a:lnTo>
                    <a:pt x="407" y="60"/>
                  </a:lnTo>
                  <a:lnTo>
                    <a:pt x="408" y="58"/>
                  </a:lnTo>
                  <a:lnTo>
                    <a:pt x="410" y="59"/>
                  </a:lnTo>
                  <a:lnTo>
                    <a:pt x="412" y="59"/>
                  </a:lnTo>
                  <a:lnTo>
                    <a:pt x="413" y="58"/>
                  </a:lnTo>
                  <a:lnTo>
                    <a:pt x="414" y="59"/>
                  </a:lnTo>
                  <a:lnTo>
                    <a:pt x="417" y="55"/>
                  </a:lnTo>
                  <a:lnTo>
                    <a:pt x="418" y="51"/>
                  </a:lnTo>
                  <a:lnTo>
                    <a:pt x="418" y="51"/>
                  </a:lnTo>
                  <a:lnTo>
                    <a:pt x="412" y="54"/>
                  </a:lnTo>
                  <a:lnTo>
                    <a:pt x="408" y="54"/>
                  </a:lnTo>
                  <a:lnTo>
                    <a:pt x="396" y="53"/>
                  </a:lnTo>
                  <a:lnTo>
                    <a:pt x="383" y="46"/>
                  </a:lnTo>
                  <a:lnTo>
                    <a:pt x="381" y="46"/>
                  </a:lnTo>
                  <a:lnTo>
                    <a:pt x="381" y="43"/>
                  </a:lnTo>
                  <a:lnTo>
                    <a:pt x="379" y="44"/>
                  </a:lnTo>
                  <a:lnTo>
                    <a:pt x="376" y="46"/>
                  </a:lnTo>
                  <a:lnTo>
                    <a:pt x="375" y="43"/>
                  </a:lnTo>
                  <a:lnTo>
                    <a:pt x="366" y="47"/>
                  </a:lnTo>
                  <a:lnTo>
                    <a:pt x="363" y="50"/>
                  </a:lnTo>
                  <a:lnTo>
                    <a:pt x="358" y="48"/>
                  </a:lnTo>
                  <a:lnTo>
                    <a:pt x="353" y="50"/>
                  </a:lnTo>
                  <a:lnTo>
                    <a:pt x="350" y="57"/>
                  </a:lnTo>
                  <a:lnTo>
                    <a:pt x="342" y="56"/>
                  </a:lnTo>
                  <a:lnTo>
                    <a:pt x="334" y="55"/>
                  </a:lnTo>
                  <a:lnTo>
                    <a:pt x="338" y="51"/>
                  </a:lnTo>
                  <a:lnTo>
                    <a:pt x="342" y="53"/>
                  </a:lnTo>
                  <a:lnTo>
                    <a:pt x="346" y="52"/>
                  </a:lnTo>
                  <a:lnTo>
                    <a:pt x="353" y="46"/>
                  </a:lnTo>
                  <a:lnTo>
                    <a:pt x="358" y="46"/>
                  </a:lnTo>
                  <a:lnTo>
                    <a:pt x="361" y="44"/>
                  </a:lnTo>
                  <a:lnTo>
                    <a:pt x="359" y="41"/>
                  </a:lnTo>
                  <a:lnTo>
                    <a:pt x="355" y="40"/>
                  </a:lnTo>
                  <a:lnTo>
                    <a:pt x="343" y="42"/>
                  </a:lnTo>
                  <a:lnTo>
                    <a:pt x="336" y="42"/>
                  </a:lnTo>
                  <a:lnTo>
                    <a:pt x="333" y="39"/>
                  </a:lnTo>
                  <a:lnTo>
                    <a:pt x="330" y="39"/>
                  </a:lnTo>
                  <a:lnTo>
                    <a:pt x="337" y="35"/>
                  </a:lnTo>
                  <a:lnTo>
                    <a:pt x="339" y="33"/>
                  </a:lnTo>
                  <a:lnTo>
                    <a:pt x="341" y="26"/>
                  </a:lnTo>
                  <a:lnTo>
                    <a:pt x="338" y="22"/>
                  </a:lnTo>
                  <a:lnTo>
                    <a:pt x="339" y="20"/>
                  </a:lnTo>
                  <a:lnTo>
                    <a:pt x="343" y="20"/>
                  </a:lnTo>
                  <a:lnTo>
                    <a:pt x="345" y="21"/>
                  </a:lnTo>
                  <a:lnTo>
                    <a:pt x="346" y="16"/>
                  </a:lnTo>
                  <a:lnTo>
                    <a:pt x="350" y="20"/>
                  </a:lnTo>
                  <a:lnTo>
                    <a:pt x="359" y="20"/>
                  </a:lnTo>
                  <a:lnTo>
                    <a:pt x="368" y="15"/>
                  </a:lnTo>
                  <a:lnTo>
                    <a:pt x="371" y="11"/>
                  </a:lnTo>
                  <a:lnTo>
                    <a:pt x="373" y="3"/>
                  </a:lnTo>
                  <a:lnTo>
                    <a:pt x="375" y="1"/>
                  </a:lnTo>
                  <a:lnTo>
                    <a:pt x="379" y="5"/>
                  </a:lnTo>
                  <a:lnTo>
                    <a:pt x="384" y="5"/>
                  </a:lnTo>
                  <a:lnTo>
                    <a:pt x="385" y="7"/>
                  </a:lnTo>
                  <a:lnTo>
                    <a:pt x="387" y="11"/>
                  </a:lnTo>
                  <a:lnTo>
                    <a:pt x="390" y="16"/>
                  </a:lnTo>
                  <a:lnTo>
                    <a:pt x="391" y="21"/>
                  </a:lnTo>
                  <a:lnTo>
                    <a:pt x="392" y="29"/>
                  </a:lnTo>
                  <a:lnTo>
                    <a:pt x="395" y="34"/>
                  </a:lnTo>
                  <a:lnTo>
                    <a:pt x="400" y="38"/>
                  </a:lnTo>
                  <a:lnTo>
                    <a:pt x="406" y="41"/>
                  </a:lnTo>
                  <a:lnTo>
                    <a:pt x="411" y="40"/>
                  </a:lnTo>
                  <a:lnTo>
                    <a:pt x="411" y="30"/>
                  </a:lnTo>
                  <a:lnTo>
                    <a:pt x="412" y="25"/>
                  </a:lnTo>
                  <a:lnTo>
                    <a:pt x="413" y="26"/>
                  </a:lnTo>
                  <a:lnTo>
                    <a:pt x="414" y="33"/>
                  </a:lnTo>
                  <a:lnTo>
                    <a:pt x="415" y="38"/>
                  </a:lnTo>
                  <a:lnTo>
                    <a:pt x="419" y="37"/>
                  </a:lnTo>
                  <a:lnTo>
                    <a:pt x="421" y="40"/>
                  </a:lnTo>
                  <a:lnTo>
                    <a:pt x="424" y="39"/>
                  </a:lnTo>
                  <a:lnTo>
                    <a:pt x="424" y="35"/>
                  </a:lnTo>
                  <a:lnTo>
                    <a:pt x="422" y="34"/>
                  </a:lnTo>
                  <a:lnTo>
                    <a:pt x="423" y="30"/>
                  </a:lnTo>
                  <a:lnTo>
                    <a:pt x="421" y="26"/>
                  </a:lnTo>
                  <a:lnTo>
                    <a:pt x="422" y="24"/>
                  </a:lnTo>
                  <a:lnTo>
                    <a:pt x="421" y="20"/>
                  </a:lnTo>
                  <a:lnTo>
                    <a:pt x="422" y="18"/>
                  </a:lnTo>
                  <a:lnTo>
                    <a:pt x="421" y="16"/>
                  </a:lnTo>
                  <a:lnTo>
                    <a:pt x="418" y="16"/>
                  </a:lnTo>
                  <a:lnTo>
                    <a:pt x="421" y="14"/>
                  </a:lnTo>
                  <a:lnTo>
                    <a:pt x="421" y="10"/>
                  </a:lnTo>
                  <a:lnTo>
                    <a:pt x="421" y="7"/>
                  </a:lnTo>
                  <a:lnTo>
                    <a:pt x="414" y="7"/>
                  </a:lnTo>
                  <a:lnTo>
                    <a:pt x="412" y="7"/>
                  </a:lnTo>
                  <a:lnTo>
                    <a:pt x="412" y="0"/>
                  </a:lnTo>
                  <a:lnTo>
                    <a:pt x="365" y="0"/>
                  </a:lnTo>
                  <a:lnTo>
                    <a:pt x="19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" name="Freeform 61">
              <a:extLst>
                <a:ext uri="{FF2B5EF4-FFF2-40B4-BE49-F238E27FC236}">
                  <a16:creationId xmlns:a16="http://schemas.microsoft.com/office/drawing/2014/main" id="{44C3A0FD-ADAF-3417-2B9E-AE704FB6684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503326" y="1844378"/>
              <a:ext cx="287289" cy="195686"/>
            </a:xfrm>
            <a:custGeom>
              <a:avLst/>
              <a:gdLst/>
              <a:ahLst/>
              <a:cxnLst>
                <a:cxn ang="0">
                  <a:pos x="221" y="370"/>
                </a:cxn>
                <a:cxn ang="0">
                  <a:pos x="145" y="352"/>
                </a:cxn>
                <a:cxn ang="0">
                  <a:pos x="103" y="337"/>
                </a:cxn>
                <a:cxn ang="0">
                  <a:pos x="150" y="308"/>
                </a:cxn>
                <a:cxn ang="0">
                  <a:pos x="141" y="270"/>
                </a:cxn>
                <a:cxn ang="0">
                  <a:pos x="127" y="259"/>
                </a:cxn>
                <a:cxn ang="0">
                  <a:pos x="108" y="227"/>
                </a:cxn>
                <a:cxn ang="0">
                  <a:pos x="59" y="228"/>
                </a:cxn>
                <a:cxn ang="0">
                  <a:pos x="48" y="218"/>
                </a:cxn>
                <a:cxn ang="0">
                  <a:pos x="102" y="205"/>
                </a:cxn>
                <a:cxn ang="0">
                  <a:pos x="146" y="180"/>
                </a:cxn>
                <a:cxn ang="0">
                  <a:pos x="118" y="167"/>
                </a:cxn>
                <a:cxn ang="0">
                  <a:pos x="138" y="137"/>
                </a:cxn>
                <a:cxn ang="0">
                  <a:pos x="119" y="136"/>
                </a:cxn>
                <a:cxn ang="0">
                  <a:pos x="71" y="138"/>
                </a:cxn>
                <a:cxn ang="0">
                  <a:pos x="0" y="144"/>
                </a:cxn>
                <a:cxn ang="0">
                  <a:pos x="43" y="130"/>
                </a:cxn>
                <a:cxn ang="0">
                  <a:pos x="21" y="97"/>
                </a:cxn>
                <a:cxn ang="0">
                  <a:pos x="68" y="108"/>
                </a:cxn>
                <a:cxn ang="0">
                  <a:pos x="53" y="86"/>
                </a:cxn>
                <a:cxn ang="0">
                  <a:pos x="54" y="71"/>
                </a:cxn>
                <a:cxn ang="0">
                  <a:pos x="77" y="57"/>
                </a:cxn>
                <a:cxn ang="0">
                  <a:pos x="102" y="79"/>
                </a:cxn>
                <a:cxn ang="0">
                  <a:pos x="112" y="66"/>
                </a:cxn>
                <a:cxn ang="0">
                  <a:pos x="103" y="40"/>
                </a:cxn>
                <a:cxn ang="0">
                  <a:pos x="95" y="24"/>
                </a:cxn>
                <a:cxn ang="0">
                  <a:pos x="77" y="9"/>
                </a:cxn>
                <a:cxn ang="0">
                  <a:pos x="109" y="17"/>
                </a:cxn>
                <a:cxn ang="0">
                  <a:pos x="155" y="60"/>
                </a:cxn>
                <a:cxn ang="0">
                  <a:pos x="176" y="100"/>
                </a:cxn>
                <a:cxn ang="0">
                  <a:pos x="156" y="117"/>
                </a:cxn>
                <a:cxn ang="0">
                  <a:pos x="172" y="146"/>
                </a:cxn>
                <a:cxn ang="0">
                  <a:pos x="189" y="152"/>
                </a:cxn>
                <a:cxn ang="0">
                  <a:pos x="217" y="127"/>
                </a:cxn>
                <a:cxn ang="0">
                  <a:pos x="229" y="72"/>
                </a:cxn>
                <a:cxn ang="0">
                  <a:pos x="265" y="95"/>
                </a:cxn>
                <a:cxn ang="0">
                  <a:pos x="283" y="76"/>
                </a:cxn>
                <a:cxn ang="0">
                  <a:pos x="318" y="45"/>
                </a:cxn>
                <a:cxn ang="0">
                  <a:pos x="333" y="77"/>
                </a:cxn>
                <a:cxn ang="0">
                  <a:pos x="355" y="103"/>
                </a:cxn>
                <a:cxn ang="0">
                  <a:pos x="349" y="47"/>
                </a:cxn>
                <a:cxn ang="0">
                  <a:pos x="392" y="65"/>
                </a:cxn>
                <a:cxn ang="0">
                  <a:pos x="424" y="57"/>
                </a:cxn>
                <a:cxn ang="0">
                  <a:pos x="437" y="7"/>
                </a:cxn>
                <a:cxn ang="0">
                  <a:pos x="480" y="19"/>
                </a:cxn>
                <a:cxn ang="0">
                  <a:pos x="504" y="44"/>
                </a:cxn>
                <a:cxn ang="0">
                  <a:pos x="543" y="19"/>
                </a:cxn>
                <a:cxn ang="0">
                  <a:pos x="523" y="72"/>
                </a:cxn>
                <a:cxn ang="0">
                  <a:pos x="560" y="106"/>
                </a:cxn>
                <a:cxn ang="0">
                  <a:pos x="582" y="120"/>
                </a:cxn>
                <a:cxn ang="0">
                  <a:pos x="600" y="179"/>
                </a:cxn>
                <a:cxn ang="0">
                  <a:pos x="591" y="217"/>
                </a:cxn>
                <a:cxn ang="0">
                  <a:pos x="550" y="243"/>
                </a:cxn>
                <a:cxn ang="0">
                  <a:pos x="555" y="270"/>
                </a:cxn>
                <a:cxn ang="0">
                  <a:pos x="516" y="285"/>
                </a:cxn>
                <a:cxn ang="0">
                  <a:pos x="483" y="309"/>
                </a:cxn>
                <a:cxn ang="0">
                  <a:pos x="413" y="347"/>
                </a:cxn>
                <a:cxn ang="0">
                  <a:pos x="385" y="364"/>
                </a:cxn>
                <a:cxn ang="0">
                  <a:pos x="302" y="407"/>
                </a:cxn>
              </a:cxnLst>
              <a:rect l="0" t="0" r="r" b="b"/>
              <a:pathLst>
                <a:path w="603" h="409">
                  <a:moveTo>
                    <a:pt x="251" y="389"/>
                  </a:moveTo>
                  <a:lnTo>
                    <a:pt x="248" y="390"/>
                  </a:lnTo>
                  <a:lnTo>
                    <a:pt x="240" y="384"/>
                  </a:lnTo>
                  <a:lnTo>
                    <a:pt x="231" y="382"/>
                  </a:lnTo>
                  <a:lnTo>
                    <a:pt x="221" y="370"/>
                  </a:lnTo>
                  <a:lnTo>
                    <a:pt x="202" y="356"/>
                  </a:lnTo>
                  <a:lnTo>
                    <a:pt x="182" y="348"/>
                  </a:lnTo>
                  <a:lnTo>
                    <a:pt x="170" y="353"/>
                  </a:lnTo>
                  <a:lnTo>
                    <a:pt x="151" y="348"/>
                  </a:lnTo>
                  <a:lnTo>
                    <a:pt x="145" y="352"/>
                  </a:lnTo>
                  <a:lnTo>
                    <a:pt x="135" y="352"/>
                  </a:lnTo>
                  <a:lnTo>
                    <a:pt x="118" y="351"/>
                  </a:lnTo>
                  <a:lnTo>
                    <a:pt x="111" y="357"/>
                  </a:lnTo>
                  <a:lnTo>
                    <a:pt x="102" y="355"/>
                  </a:lnTo>
                  <a:lnTo>
                    <a:pt x="103" y="337"/>
                  </a:lnTo>
                  <a:lnTo>
                    <a:pt x="100" y="324"/>
                  </a:lnTo>
                  <a:lnTo>
                    <a:pt x="113" y="334"/>
                  </a:lnTo>
                  <a:lnTo>
                    <a:pt x="119" y="325"/>
                  </a:lnTo>
                  <a:lnTo>
                    <a:pt x="135" y="319"/>
                  </a:lnTo>
                  <a:lnTo>
                    <a:pt x="150" y="308"/>
                  </a:lnTo>
                  <a:lnTo>
                    <a:pt x="150" y="288"/>
                  </a:lnTo>
                  <a:lnTo>
                    <a:pt x="131" y="293"/>
                  </a:lnTo>
                  <a:lnTo>
                    <a:pt x="141" y="283"/>
                  </a:lnTo>
                  <a:lnTo>
                    <a:pt x="143" y="278"/>
                  </a:lnTo>
                  <a:lnTo>
                    <a:pt x="141" y="270"/>
                  </a:lnTo>
                  <a:lnTo>
                    <a:pt x="150" y="259"/>
                  </a:lnTo>
                  <a:lnTo>
                    <a:pt x="140" y="260"/>
                  </a:lnTo>
                  <a:lnTo>
                    <a:pt x="134" y="271"/>
                  </a:lnTo>
                  <a:lnTo>
                    <a:pt x="128" y="266"/>
                  </a:lnTo>
                  <a:lnTo>
                    <a:pt x="127" y="259"/>
                  </a:lnTo>
                  <a:lnTo>
                    <a:pt x="122" y="260"/>
                  </a:lnTo>
                  <a:lnTo>
                    <a:pt x="120" y="255"/>
                  </a:lnTo>
                  <a:lnTo>
                    <a:pt x="119" y="245"/>
                  </a:lnTo>
                  <a:lnTo>
                    <a:pt x="116" y="228"/>
                  </a:lnTo>
                  <a:lnTo>
                    <a:pt x="108" y="227"/>
                  </a:lnTo>
                  <a:lnTo>
                    <a:pt x="95" y="232"/>
                  </a:lnTo>
                  <a:lnTo>
                    <a:pt x="90" y="227"/>
                  </a:lnTo>
                  <a:lnTo>
                    <a:pt x="81" y="226"/>
                  </a:lnTo>
                  <a:lnTo>
                    <a:pt x="69" y="226"/>
                  </a:lnTo>
                  <a:lnTo>
                    <a:pt x="59" y="228"/>
                  </a:lnTo>
                  <a:lnTo>
                    <a:pt x="49" y="235"/>
                  </a:lnTo>
                  <a:lnTo>
                    <a:pt x="37" y="238"/>
                  </a:lnTo>
                  <a:lnTo>
                    <a:pt x="32" y="232"/>
                  </a:lnTo>
                  <a:lnTo>
                    <a:pt x="33" y="219"/>
                  </a:lnTo>
                  <a:lnTo>
                    <a:pt x="48" y="218"/>
                  </a:lnTo>
                  <a:lnTo>
                    <a:pt x="66" y="213"/>
                  </a:lnTo>
                  <a:lnTo>
                    <a:pt x="73" y="207"/>
                  </a:lnTo>
                  <a:lnTo>
                    <a:pt x="85" y="207"/>
                  </a:lnTo>
                  <a:lnTo>
                    <a:pt x="96" y="197"/>
                  </a:lnTo>
                  <a:lnTo>
                    <a:pt x="102" y="205"/>
                  </a:lnTo>
                  <a:lnTo>
                    <a:pt x="111" y="196"/>
                  </a:lnTo>
                  <a:lnTo>
                    <a:pt x="122" y="200"/>
                  </a:lnTo>
                  <a:lnTo>
                    <a:pt x="144" y="201"/>
                  </a:lnTo>
                  <a:lnTo>
                    <a:pt x="152" y="178"/>
                  </a:lnTo>
                  <a:lnTo>
                    <a:pt x="146" y="180"/>
                  </a:lnTo>
                  <a:lnTo>
                    <a:pt x="140" y="191"/>
                  </a:lnTo>
                  <a:lnTo>
                    <a:pt x="133" y="187"/>
                  </a:lnTo>
                  <a:lnTo>
                    <a:pt x="111" y="184"/>
                  </a:lnTo>
                  <a:lnTo>
                    <a:pt x="111" y="176"/>
                  </a:lnTo>
                  <a:lnTo>
                    <a:pt x="118" y="167"/>
                  </a:lnTo>
                  <a:lnTo>
                    <a:pt x="125" y="165"/>
                  </a:lnTo>
                  <a:lnTo>
                    <a:pt x="130" y="159"/>
                  </a:lnTo>
                  <a:lnTo>
                    <a:pt x="147" y="147"/>
                  </a:lnTo>
                  <a:lnTo>
                    <a:pt x="147" y="144"/>
                  </a:lnTo>
                  <a:lnTo>
                    <a:pt x="138" y="137"/>
                  </a:lnTo>
                  <a:lnTo>
                    <a:pt x="131" y="143"/>
                  </a:lnTo>
                  <a:lnTo>
                    <a:pt x="124" y="143"/>
                  </a:lnTo>
                  <a:lnTo>
                    <a:pt x="124" y="137"/>
                  </a:lnTo>
                  <a:lnTo>
                    <a:pt x="119" y="133"/>
                  </a:lnTo>
                  <a:lnTo>
                    <a:pt x="119" y="136"/>
                  </a:lnTo>
                  <a:lnTo>
                    <a:pt x="116" y="127"/>
                  </a:lnTo>
                  <a:lnTo>
                    <a:pt x="112" y="126"/>
                  </a:lnTo>
                  <a:lnTo>
                    <a:pt x="90" y="124"/>
                  </a:lnTo>
                  <a:lnTo>
                    <a:pt x="82" y="127"/>
                  </a:lnTo>
                  <a:lnTo>
                    <a:pt x="71" y="138"/>
                  </a:lnTo>
                  <a:lnTo>
                    <a:pt x="64" y="138"/>
                  </a:lnTo>
                  <a:lnTo>
                    <a:pt x="48" y="147"/>
                  </a:lnTo>
                  <a:lnTo>
                    <a:pt x="42" y="147"/>
                  </a:lnTo>
                  <a:lnTo>
                    <a:pt x="25" y="137"/>
                  </a:lnTo>
                  <a:lnTo>
                    <a:pt x="0" y="144"/>
                  </a:lnTo>
                  <a:lnTo>
                    <a:pt x="4" y="132"/>
                  </a:lnTo>
                  <a:lnTo>
                    <a:pt x="9" y="122"/>
                  </a:lnTo>
                  <a:lnTo>
                    <a:pt x="15" y="127"/>
                  </a:lnTo>
                  <a:lnTo>
                    <a:pt x="34" y="136"/>
                  </a:lnTo>
                  <a:lnTo>
                    <a:pt x="43" y="130"/>
                  </a:lnTo>
                  <a:lnTo>
                    <a:pt x="31" y="125"/>
                  </a:lnTo>
                  <a:lnTo>
                    <a:pt x="34" y="124"/>
                  </a:lnTo>
                  <a:lnTo>
                    <a:pt x="36" y="116"/>
                  </a:lnTo>
                  <a:lnTo>
                    <a:pt x="26" y="110"/>
                  </a:lnTo>
                  <a:lnTo>
                    <a:pt x="21" y="97"/>
                  </a:lnTo>
                  <a:lnTo>
                    <a:pt x="44" y="108"/>
                  </a:lnTo>
                  <a:lnTo>
                    <a:pt x="53" y="120"/>
                  </a:lnTo>
                  <a:lnTo>
                    <a:pt x="70" y="116"/>
                  </a:lnTo>
                  <a:lnTo>
                    <a:pt x="63" y="111"/>
                  </a:lnTo>
                  <a:lnTo>
                    <a:pt x="68" y="108"/>
                  </a:lnTo>
                  <a:lnTo>
                    <a:pt x="69" y="100"/>
                  </a:lnTo>
                  <a:lnTo>
                    <a:pt x="50" y="103"/>
                  </a:lnTo>
                  <a:lnTo>
                    <a:pt x="41" y="92"/>
                  </a:lnTo>
                  <a:lnTo>
                    <a:pt x="42" y="88"/>
                  </a:lnTo>
                  <a:lnTo>
                    <a:pt x="53" y="86"/>
                  </a:lnTo>
                  <a:lnTo>
                    <a:pt x="44" y="78"/>
                  </a:lnTo>
                  <a:lnTo>
                    <a:pt x="37" y="65"/>
                  </a:lnTo>
                  <a:lnTo>
                    <a:pt x="38" y="67"/>
                  </a:lnTo>
                  <a:lnTo>
                    <a:pt x="52" y="73"/>
                  </a:lnTo>
                  <a:lnTo>
                    <a:pt x="54" y="71"/>
                  </a:lnTo>
                  <a:lnTo>
                    <a:pt x="47" y="59"/>
                  </a:lnTo>
                  <a:lnTo>
                    <a:pt x="58" y="63"/>
                  </a:lnTo>
                  <a:lnTo>
                    <a:pt x="50" y="51"/>
                  </a:lnTo>
                  <a:lnTo>
                    <a:pt x="58" y="47"/>
                  </a:lnTo>
                  <a:lnTo>
                    <a:pt x="77" y="57"/>
                  </a:lnTo>
                  <a:lnTo>
                    <a:pt x="77" y="73"/>
                  </a:lnTo>
                  <a:lnTo>
                    <a:pt x="80" y="74"/>
                  </a:lnTo>
                  <a:lnTo>
                    <a:pt x="87" y="77"/>
                  </a:lnTo>
                  <a:lnTo>
                    <a:pt x="93" y="70"/>
                  </a:lnTo>
                  <a:lnTo>
                    <a:pt x="102" y="79"/>
                  </a:lnTo>
                  <a:lnTo>
                    <a:pt x="104" y="93"/>
                  </a:lnTo>
                  <a:lnTo>
                    <a:pt x="108" y="81"/>
                  </a:lnTo>
                  <a:lnTo>
                    <a:pt x="113" y="93"/>
                  </a:lnTo>
                  <a:lnTo>
                    <a:pt x="119" y="79"/>
                  </a:lnTo>
                  <a:lnTo>
                    <a:pt x="112" y="66"/>
                  </a:lnTo>
                  <a:lnTo>
                    <a:pt x="113" y="60"/>
                  </a:lnTo>
                  <a:lnTo>
                    <a:pt x="97" y="51"/>
                  </a:lnTo>
                  <a:lnTo>
                    <a:pt x="89" y="44"/>
                  </a:lnTo>
                  <a:lnTo>
                    <a:pt x="95" y="33"/>
                  </a:lnTo>
                  <a:lnTo>
                    <a:pt x="103" y="40"/>
                  </a:lnTo>
                  <a:lnTo>
                    <a:pt x="108" y="40"/>
                  </a:lnTo>
                  <a:lnTo>
                    <a:pt x="112" y="38"/>
                  </a:lnTo>
                  <a:lnTo>
                    <a:pt x="103" y="29"/>
                  </a:lnTo>
                  <a:lnTo>
                    <a:pt x="101" y="24"/>
                  </a:lnTo>
                  <a:lnTo>
                    <a:pt x="95" y="24"/>
                  </a:lnTo>
                  <a:lnTo>
                    <a:pt x="85" y="30"/>
                  </a:lnTo>
                  <a:lnTo>
                    <a:pt x="76" y="27"/>
                  </a:lnTo>
                  <a:lnTo>
                    <a:pt x="76" y="25"/>
                  </a:lnTo>
                  <a:lnTo>
                    <a:pt x="80" y="18"/>
                  </a:lnTo>
                  <a:lnTo>
                    <a:pt x="77" y="9"/>
                  </a:lnTo>
                  <a:lnTo>
                    <a:pt x="87" y="11"/>
                  </a:lnTo>
                  <a:lnTo>
                    <a:pt x="87" y="6"/>
                  </a:lnTo>
                  <a:lnTo>
                    <a:pt x="97" y="16"/>
                  </a:lnTo>
                  <a:lnTo>
                    <a:pt x="103" y="13"/>
                  </a:lnTo>
                  <a:lnTo>
                    <a:pt x="109" y="17"/>
                  </a:lnTo>
                  <a:lnTo>
                    <a:pt x="114" y="14"/>
                  </a:lnTo>
                  <a:lnTo>
                    <a:pt x="124" y="33"/>
                  </a:lnTo>
                  <a:lnTo>
                    <a:pt x="139" y="36"/>
                  </a:lnTo>
                  <a:lnTo>
                    <a:pt x="145" y="47"/>
                  </a:lnTo>
                  <a:lnTo>
                    <a:pt x="155" y="60"/>
                  </a:lnTo>
                  <a:lnTo>
                    <a:pt x="166" y="63"/>
                  </a:lnTo>
                  <a:lnTo>
                    <a:pt x="173" y="71"/>
                  </a:lnTo>
                  <a:lnTo>
                    <a:pt x="163" y="78"/>
                  </a:lnTo>
                  <a:lnTo>
                    <a:pt x="174" y="86"/>
                  </a:lnTo>
                  <a:lnTo>
                    <a:pt x="176" y="100"/>
                  </a:lnTo>
                  <a:lnTo>
                    <a:pt x="171" y="104"/>
                  </a:lnTo>
                  <a:lnTo>
                    <a:pt x="170" y="109"/>
                  </a:lnTo>
                  <a:lnTo>
                    <a:pt x="166" y="114"/>
                  </a:lnTo>
                  <a:lnTo>
                    <a:pt x="152" y="106"/>
                  </a:lnTo>
                  <a:lnTo>
                    <a:pt x="156" y="117"/>
                  </a:lnTo>
                  <a:lnTo>
                    <a:pt x="170" y="124"/>
                  </a:lnTo>
                  <a:lnTo>
                    <a:pt x="168" y="133"/>
                  </a:lnTo>
                  <a:lnTo>
                    <a:pt x="174" y="126"/>
                  </a:lnTo>
                  <a:lnTo>
                    <a:pt x="177" y="140"/>
                  </a:lnTo>
                  <a:lnTo>
                    <a:pt x="172" y="146"/>
                  </a:lnTo>
                  <a:lnTo>
                    <a:pt x="181" y="149"/>
                  </a:lnTo>
                  <a:lnTo>
                    <a:pt x="182" y="157"/>
                  </a:lnTo>
                  <a:lnTo>
                    <a:pt x="182" y="175"/>
                  </a:lnTo>
                  <a:lnTo>
                    <a:pt x="189" y="162"/>
                  </a:lnTo>
                  <a:lnTo>
                    <a:pt x="189" y="152"/>
                  </a:lnTo>
                  <a:lnTo>
                    <a:pt x="202" y="151"/>
                  </a:lnTo>
                  <a:lnTo>
                    <a:pt x="202" y="127"/>
                  </a:lnTo>
                  <a:lnTo>
                    <a:pt x="206" y="116"/>
                  </a:lnTo>
                  <a:lnTo>
                    <a:pt x="215" y="117"/>
                  </a:lnTo>
                  <a:lnTo>
                    <a:pt x="217" y="127"/>
                  </a:lnTo>
                  <a:lnTo>
                    <a:pt x="222" y="137"/>
                  </a:lnTo>
                  <a:lnTo>
                    <a:pt x="229" y="127"/>
                  </a:lnTo>
                  <a:lnTo>
                    <a:pt x="232" y="113"/>
                  </a:lnTo>
                  <a:lnTo>
                    <a:pt x="233" y="97"/>
                  </a:lnTo>
                  <a:lnTo>
                    <a:pt x="229" y="72"/>
                  </a:lnTo>
                  <a:lnTo>
                    <a:pt x="227" y="59"/>
                  </a:lnTo>
                  <a:lnTo>
                    <a:pt x="233" y="56"/>
                  </a:lnTo>
                  <a:lnTo>
                    <a:pt x="240" y="59"/>
                  </a:lnTo>
                  <a:lnTo>
                    <a:pt x="256" y="76"/>
                  </a:lnTo>
                  <a:lnTo>
                    <a:pt x="265" y="95"/>
                  </a:lnTo>
                  <a:lnTo>
                    <a:pt x="269" y="106"/>
                  </a:lnTo>
                  <a:lnTo>
                    <a:pt x="275" y="106"/>
                  </a:lnTo>
                  <a:lnTo>
                    <a:pt x="281" y="104"/>
                  </a:lnTo>
                  <a:lnTo>
                    <a:pt x="284" y="88"/>
                  </a:lnTo>
                  <a:lnTo>
                    <a:pt x="283" y="76"/>
                  </a:lnTo>
                  <a:lnTo>
                    <a:pt x="280" y="66"/>
                  </a:lnTo>
                  <a:lnTo>
                    <a:pt x="292" y="61"/>
                  </a:lnTo>
                  <a:lnTo>
                    <a:pt x="299" y="65"/>
                  </a:lnTo>
                  <a:lnTo>
                    <a:pt x="305" y="54"/>
                  </a:lnTo>
                  <a:lnTo>
                    <a:pt x="318" y="45"/>
                  </a:lnTo>
                  <a:lnTo>
                    <a:pt x="318" y="55"/>
                  </a:lnTo>
                  <a:lnTo>
                    <a:pt x="321" y="55"/>
                  </a:lnTo>
                  <a:lnTo>
                    <a:pt x="323" y="61"/>
                  </a:lnTo>
                  <a:lnTo>
                    <a:pt x="331" y="63"/>
                  </a:lnTo>
                  <a:lnTo>
                    <a:pt x="333" y="77"/>
                  </a:lnTo>
                  <a:lnTo>
                    <a:pt x="340" y="84"/>
                  </a:lnTo>
                  <a:lnTo>
                    <a:pt x="346" y="95"/>
                  </a:lnTo>
                  <a:lnTo>
                    <a:pt x="349" y="111"/>
                  </a:lnTo>
                  <a:lnTo>
                    <a:pt x="353" y="117"/>
                  </a:lnTo>
                  <a:lnTo>
                    <a:pt x="355" y="103"/>
                  </a:lnTo>
                  <a:lnTo>
                    <a:pt x="355" y="89"/>
                  </a:lnTo>
                  <a:lnTo>
                    <a:pt x="353" y="81"/>
                  </a:lnTo>
                  <a:lnTo>
                    <a:pt x="344" y="60"/>
                  </a:lnTo>
                  <a:lnTo>
                    <a:pt x="344" y="50"/>
                  </a:lnTo>
                  <a:lnTo>
                    <a:pt x="349" y="47"/>
                  </a:lnTo>
                  <a:lnTo>
                    <a:pt x="360" y="50"/>
                  </a:lnTo>
                  <a:lnTo>
                    <a:pt x="370" y="59"/>
                  </a:lnTo>
                  <a:lnTo>
                    <a:pt x="377" y="72"/>
                  </a:lnTo>
                  <a:lnTo>
                    <a:pt x="387" y="70"/>
                  </a:lnTo>
                  <a:lnTo>
                    <a:pt x="392" y="65"/>
                  </a:lnTo>
                  <a:lnTo>
                    <a:pt x="397" y="55"/>
                  </a:lnTo>
                  <a:lnTo>
                    <a:pt x="397" y="49"/>
                  </a:lnTo>
                  <a:lnTo>
                    <a:pt x="410" y="46"/>
                  </a:lnTo>
                  <a:lnTo>
                    <a:pt x="412" y="56"/>
                  </a:lnTo>
                  <a:lnTo>
                    <a:pt x="424" y="57"/>
                  </a:lnTo>
                  <a:lnTo>
                    <a:pt x="432" y="51"/>
                  </a:lnTo>
                  <a:lnTo>
                    <a:pt x="444" y="50"/>
                  </a:lnTo>
                  <a:lnTo>
                    <a:pt x="444" y="28"/>
                  </a:lnTo>
                  <a:lnTo>
                    <a:pt x="441" y="16"/>
                  </a:lnTo>
                  <a:lnTo>
                    <a:pt x="437" y="7"/>
                  </a:lnTo>
                  <a:lnTo>
                    <a:pt x="448" y="8"/>
                  </a:lnTo>
                  <a:lnTo>
                    <a:pt x="456" y="0"/>
                  </a:lnTo>
                  <a:lnTo>
                    <a:pt x="464" y="1"/>
                  </a:lnTo>
                  <a:lnTo>
                    <a:pt x="468" y="13"/>
                  </a:lnTo>
                  <a:lnTo>
                    <a:pt x="480" y="19"/>
                  </a:lnTo>
                  <a:lnTo>
                    <a:pt x="482" y="31"/>
                  </a:lnTo>
                  <a:lnTo>
                    <a:pt x="479" y="36"/>
                  </a:lnTo>
                  <a:lnTo>
                    <a:pt x="495" y="49"/>
                  </a:lnTo>
                  <a:lnTo>
                    <a:pt x="501" y="49"/>
                  </a:lnTo>
                  <a:lnTo>
                    <a:pt x="504" y="44"/>
                  </a:lnTo>
                  <a:lnTo>
                    <a:pt x="502" y="36"/>
                  </a:lnTo>
                  <a:lnTo>
                    <a:pt x="518" y="36"/>
                  </a:lnTo>
                  <a:lnTo>
                    <a:pt x="523" y="23"/>
                  </a:lnTo>
                  <a:lnTo>
                    <a:pt x="530" y="20"/>
                  </a:lnTo>
                  <a:lnTo>
                    <a:pt x="543" y="19"/>
                  </a:lnTo>
                  <a:lnTo>
                    <a:pt x="547" y="23"/>
                  </a:lnTo>
                  <a:lnTo>
                    <a:pt x="532" y="30"/>
                  </a:lnTo>
                  <a:lnTo>
                    <a:pt x="515" y="59"/>
                  </a:lnTo>
                  <a:lnTo>
                    <a:pt x="518" y="67"/>
                  </a:lnTo>
                  <a:lnTo>
                    <a:pt x="523" y="72"/>
                  </a:lnTo>
                  <a:lnTo>
                    <a:pt x="538" y="63"/>
                  </a:lnTo>
                  <a:lnTo>
                    <a:pt x="542" y="82"/>
                  </a:lnTo>
                  <a:lnTo>
                    <a:pt x="536" y="99"/>
                  </a:lnTo>
                  <a:lnTo>
                    <a:pt x="536" y="109"/>
                  </a:lnTo>
                  <a:lnTo>
                    <a:pt x="560" y="106"/>
                  </a:lnTo>
                  <a:lnTo>
                    <a:pt x="559" y="115"/>
                  </a:lnTo>
                  <a:lnTo>
                    <a:pt x="560" y="124"/>
                  </a:lnTo>
                  <a:lnTo>
                    <a:pt x="576" y="129"/>
                  </a:lnTo>
                  <a:lnTo>
                    <a:pt x="577" y="115"/>
                  </a:lnTo>
                  <a:lnTo>
                    <a:pt x="582" y="120"/>
                  </a:lnTo>
                  <a:lnTo>
                    <a:pt x="593" y="147"/>
                  </a:lnTo>
                  <a:lnTo>
                    <a:pt x="592" y="159"/>
                  </a:lnTo>
                  <a:lnTo>
                    <a:pt x="586" y="165"/>
                  </a:lnTo>
                  <a:lnTo>
                    <a:pt x="592" y="180"/>
                  </a:lnTo>
                  <a:lnTo>
                    <a:pt x="600" y="179"/>
                  </a:lnTo>
                  <a:lnTo>
                    <a:pt x="603" y="174"/>
                  </a:lnTo>
                  <a:lnTo>
                    <a:pt x="603" y="189"/>
                  </a:lnTo>
                  <a:lnTo>
                    <a:pt x="600" y="202"/>
                  </a:lnTo>
                  <a:lnTo>
                    <a:pt x="591" y="206"/>
                  </a:lnTo>
                  <a:lnTo>
                    <a:pt x="591" y="217"/>
                  </a:lnTo>
                  <a:lnTo>
                    <a:pt x="587" y="219"/>
                  </a:lnTo>
                  <a:lnTo>
                    <a:pt x="580" y="229"/>
                  </a:lnTo>
                  <a:lnTo>
                    <a:pt x="560" y="234"/>
                  </a:lnTo>
                  <a:lnTo>
                    <a:pt x="560" y="244"/>
                  </a:lnTo>
                  <a:lnTo>
                    <a:pt x="550" y="243"/>
                  </a:lnTo>
                  <a:lnTo>
                    <a:pt x="553" y="246"/>
                  </a:lnTo>
                  <a:lnTo>
                    <a:pt x="548" y="253"/>
                  </a:lnTo>
                  <a:lnTo>
                    <a:pt x="555" y="254"/>
                  </a:lnTo>
                  <a:lnTo>
                    <a:pt x="565" y="246"/>
                  </a:lnTo>
                  <a:lnTo>
                    <a:pt x="555" y="270"/>
                  </a:lnTo>
                  <a:lnTo>
                    <a:pt x="545" y="282"/>
                  </a:lnTo>
                  <a:lnTo>
                    <a:pt x="532" y="287"/>
                  </a:lnTo>
                  <a:lnTo>
                    <a:pt x="528" y="299"/>
                  </a:lnTo>
                  <a:lnTo>
                    <a:pt x="516" y="292"/>
                  </a:lnTo>
                  <a:lnTo>
                    <a:pt x="516" y="285"/>
                  </a:lnTo>
                  <a:lnTo>
                    <a:pt x="510" y="278"/>
                  </a:lnTo>
                  <a:lnTo>
                    <a:pt x="504" y="277"/>
                  </a:lnTo>
                  <a:lnTo>
                    <a:pt x="501" y="291"/>
                  </a:lnTo>
                  <a:lnTo>
                    <a:pt x="488" y="300"/>
                  </a:lnTo>
                  <a:lnTo>
                    <a:pt x="483" y="309"/>
                  </a:lnTo>
                  <a:lnTo>
                    <a:pt x="467" y="325"/>
                  </a:lnTo>
                  <a:lnTo>
                    <a:pt x="450" y="337"/>
                  </a:lnTo>
                  <a:lnTo>
                    <a:pt x="437" y="345"/>
                  </a:lnTo>
                  <a:lnTo>
                    <a:pt x="423" y="343"/>
                  </a:lnTo>
                  <a:lnTo>
                    <a:pt x="413" y="347"/>
                  </a:lnTo>
                  <a:lnTo>
                    <a:pt x="410" y="341"/>
                  </a:lnTo>
                  <a:lnTo>
                    <a:pt x="404" y="346"/>
                  </a:lnTo>
                  <a:lnTo>
                    <a:pt x="401" y="351"/>
                  </a:lnTo>
                  <a:lnTo>
                    <a:pt x="401" y="359"/>
                  </a:lnTo>
                  <a:lnTo>
                    <a:pt x="385" y="364"/>
                  </a:lnTo>
                  <a:lnTo>
                    <a:pt x="356" y="394"/>
                  </a:lnTo>
                  <a:lnTo>
                    <a:pt x="332" y="402"/>
                  </a:lnTo>
                  <a:lnTo>
                    <a:pt x="324" y="409"/>
                  </a:lnTo>
                  <a:lnTo>
                    <a:pt x="310" y="404"/>
                  </a:lnTo>
                  <a:lnTo>
                    <a:pt x="302" y="407"/>
                  </a:lnTo>
                  <a:lnTo>
                    <a:pt x="291" y="399"/>
                  </a:lnTo>
                  <a:lnTo>
                    <a:pt x="279" y="396"/>
                  </a:lnTo>
                  <a:lnTo>
                    <a:pt x="260" y="388"/>
                  </a:lnTo>
                  <a:lnTo>
                    <a:pt x="251" y="38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" name="Freeform 62">
              <a:extLst>
                <a:ext uri="{FF2B5EF4-FFF2-40B4-BE49-F238E27FC236}">
                  <a16:creationId xmlns:a16="http://schemas.microsoft.com/office/drawing/2014/main" id="{2D7E4077-5B3A-06D0-D87A-4CB9087BB10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251510" y="3868509"/>
              <a:ext cx="38713" cy="50960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48" y="11"/>
                </a:cxn>
                <a:cxn ang="0">
                  <a:pos x="33" y="19"/>
                </a:cxn>
                <a:cxn ang="0">
                  <a:pos x="28" y="25"/>
                </a:cxn>
                <a:cxn ang="0">
                  <a:pos x="22" y="29"/>
                </a:cxn>
                <a:cxn ang="0">
                  <a:pos x="17" y="51"/>
                </a:cxn>
                <a:cxn ang="0">
                  <a:pos x="15" y="62"/>
                </a:cxn>
                <a:cxn ang="0">
                  <a:pos x="9" y="74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1" y="97"/>
                </a:cxn>
                <a:cxn ang="0">
                  <a:pos x="7" y="103"/>
                </a:cxn>
                <a:cxn ang="0">
                  <a:pos x="20" y="105"/>
                </a:cxn>
                <a:cxn ang="0">
                  <a:pos x="24" y="102"/>
                </a:cxn>
                <a:cxn ang="0">
                  <a:pos x="31" y="105"/>
                </a:cxn>
                <a:cxn ang="0">
                  <a:pos x="32" y="103"/>
                </a:cxn>
                <a:cxn ang="0">
                  <a:pos x="33" y="100"/>
                </a:cxn>
                <a:cxn ang="0">
                  <a:pos x="45" y="96"/>
                </a:cxn>
                <a:cxn ang="0">
                  <a:pos x="50" y="97"/>
                </a:cxn>
                <a:cxn ang="0">
                  <a:pos x="59" y="105"/>
                </a:cxn>
                <a:cxn ang="0">
                  <a:pos x="59" y="106"/>
                </a:cxn>
                <a:cxn ang="0">
                  <a:pos x="61" y="100"/>
                </a:cxn>
                <a:cxn ang="0">
                  <a:pos x="71" y="88"/>
                </a:cxn>
                <a:cxn ang="0">
                  <a:pos x="76" y="76"/>
                </a:cxn>
                <a:cxn ang="0">
                  <a:pos x="79" y="74"/>
                </a:cxn>
                <a:cxn ang="0">
                  <a:pos x="76" y="72"/>
                </a:cxn>
                <a:cxn ang="0">
                  <a:pos x="74" y="72"/>
                </a:cxn>
                <a:cxn ang="0">
                  <a:pos x="71" y="69"/>
                </a:cxn>
                <a:cxn ang="0">
                  <a:pos x="64" y="70"/>
                </a:cxn>
                <a:cxn ang="0">
                  <a:pos x="56" y="69"/>
                </a:cxn>
                <a:cxn ang="0">
                  <a:pos x="48" y="72"/>
                </a:cxn>
                <a:cxn ang="0">
                  <a:pos x="47" y="74"/>
                </a:cxn>
                <a:cxn ang="0">
                  <a:pos x="44" y="75"/>
                </a:cxn>
                <a:cxn ang="0">
                  <a:pos x="40" y="74"/>
                </a:cxn>
                <a:cxn ang="0">
                  <a:pos x="38" y="70"/>
                </a:cxn>
                <a:cxn ang="0">
                  <a:pos x="39" y="69"/>
                </a:cxn>
                <a:cxn ang="0">
                  <a:pos x="44" y="70"/>
                </a:cxn>
                <a:cxn ang="0">
                  <a:pos x="47" y="70"/>
                </a:cxn>
                <a:cxn ang="0">
                  <a:pos x="48" y="67"/>
                </a:cxn>
                <a:cxn ang="0">
                  <a:pos x="53" y="59"/>
                </a:cxn>
                <a:cxn ang="0">
                  <a:pos x="56" y="57"/>
                </a:cxn>
                <a:cxn ang="0">
                  <a:pos x="61" y="57"/>
                </a:cxn>
                <a:cxn ang="0">
                  <a:pos x="66" y="51"/>
                </a:cxn>
                <a:cxn ang="0">
                  <a:pos x="77" y="48"/>
                </a:cxn>
                <a:cxn ang="0">
                  <a:pos x="83" y="45"/>
                </a:cxn>
                <a:cxn ang="0">
                  <a:pos x="83" y="38"/>
                </a:cxn>
                <a:cxn ang="0">
                  <a:pos x="81" y="22"/>
                </a:cxn>
                <a:cxn ang="0">
                  <a:pos x="80" y="20"/>
                </a:cxn>
                <a:cxn ang="0">
                  <a:pos x="75" y="16"/>
                </a:cxn>
                <a:cxn ang="0">
                  <a:pos x="71" y="9"/>
                </a:cxn>
                <a:cxn ang="0">
                  <a:pos x="67" y="5"/>
                </a:cxn>
                <a:cxn ang="0">
                  <a:pos x="65" y="0"/>
                </a:cxn>
              </a:cxnLst>
              <a:rect l="0" t="0" r="r" b="b"/>
              <a:pathLst>
                <a:path w="83" h="106">
                  <a:moveTo>
                    <a:pt x="65" y="0"/>
                  </a:moveTo>
                  <a:lnTo>
                    <a:pt x="48" y="11"/>
                  </a:lnTo>
                  <a:lnTo>
                    <a:pt x="33" y="19"/>
                  </a:lnTo>
                  <a:lnTo>
                    <a:pt x="28" y="25"/>
                  </a:lnTo>
                  <a:lnTo>
                    <a:pt x="22" y="29"/>
                  </a:lnTo>
                  <a:lnTo>
                    <a:pt x="17" y="51"/>
                  </a:lnTo>
                  <a:lnTo>
                    <a:pt x="15" y="62"/>
                  </a:lnTo>
                  <a:lnTo>
                    <a:pt x="9" y="74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1" y="97"/>
                  </a:lnTo>
                  <a:lnTo>
                    <a:pt x="7" y="103"/>
                  </a:lnTo>
                  <a:lnTo>
                    <a:pt x="20" y="105"/>
                  </a:lnTo>
                  <a:lnTo>
                    <a:pt x="24" y="102"/>
                  </a:lnTo>
                  <a:lnTo>
                    <a:pt x="31" y="105"/>
                  </a:lnTo>
                  <a:lnTo>
                    <a:pt x="32" y="103"/>
                  </a:lnTo>
                  <a:lnTo>
                    <a:pt x="33" y="100"/>
                  </a:lnTo>
                  <a:lnTo>
                    <a:pt x="45" y="96"/>
                  </a:lnTo>
                  <a:lnTo>
                    <a:pt x="50" y="97"/>
                  </a:lnTo>
                  <a:lnTo>
                    <a:pt x="59" y="105"/>
                  </a:lnTo>
                  <a:lnTo>
                    <a:pt x="59" y="106"/>
                  </a:lnTo>
                  <a:lnTo>
                    <a:pt x="61" y="100"/>
                  </a:lnTo>
                  <a:lnTo>
                    <a:pt x="71" y="88"/>
                  </a:lnTo>
                  <a:lnTo>
                    <a:pt x="76" y="76"/>
                  </a:lnTo>
                  <a:lnTo>
                    <a:pt x="79" y="74"/>
                  </a:lnTo>
                  <a:lnTo>
                    <a:pt x="76" y="72"/>
                  </a:lnTo>
                  <a:lnTo>
                    <a:pt x="74" y="72"/>
                  </a:lnTo>
                  <a:lnTo>
                    <a:pt x="71" y="69"/>
                  </a:lnTo>
                  <a:lnTo>
                    <a:pt x="64" y="70"/>
                  </a:lnTo>
                  <a:lnTo>
                    <a:pt x="56" y="69"/>
                  </a:lnTo>
                  <a:lnTo>
                    <a:pt x="48" y="72"/>
                  </a:lnTo>
                  <a:lnTo>
                    <a:pt x="47" y="74"/>
                  </a:lnTo>
                  <a:lnTo>
                    <a:pt x="44" y="75"/>
                  </a:lnTo>
                  <a:lnTo>
                    <a:pt x="40" y="74"/>
                  </a:lnTo>
                  <a:lnTo>
                    <a:pt x="38" y="70"/>
                  </a:lnTo>
                  <a:lnTo>
                    <a:pt x="39" y="69"/>
                  </a:lnTo>
                  <a:lnTo>
                    <a:pt x="44" y="70"/>
                  </a:lnTo>
                  <a:lnTo>
                    <a:pt x="47" y="70"/>
                  </a:lnTo>
                  <a:lnTo>
                    <a:pt x="48" y="67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61" y="57"/>
                  </a:lnTo>
                  <a:lnTo>
                    <a:pt x="66" y="51"/>
                  </a:lnTo>
                  <a:lnTo>
                    <a:pt x="77" y="48"/>
                  </a:lnTo>
                  <a:lnTo>
                    <a:pt x="83" y="45"/>
                  </a:lnTo>
                  <a:lnTo>
                    <a:pt x="83" y="38"/>
                  </a:lnTo>
                  <a:lnTo>
                    <a:pt x="81" y="22"/>
                  </a:lnTo>
                  <a:lnTo>
                    <a:pt x="80" y="20"/>
                  </a:lnTo>
                  <a:lnTo>
                    <a:pt x="75" y="16"/>
                  </a:lnTo>
                  <a:lnTo>
                    <a:pt x="71" y="9"/>
                  </a:lnTo>
                  <a:lnTo>
                    <a:pt x="67" y="5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12" name="Group 63">
              <a:extLst>
                <a:ext uri="{FF2B5EF4-FFF2-40B4-BE49-F238E27FC236}">
                  <a16:creationId xmlns:a16="http://schemas.microsoft.com/office/drawing/2014/main" id="{34298D72-8182-86B4-7978-0E62CC60FC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26019" y="4488183"/>
              <a:ext cx="1065618" cy="988624"/>
              <a:chOff x="4325" y="2680"/>
              <a:chExt cx="444" cy="412"/>
            </a:xfrm>
            <a:grpFill/>
          </p:grpSpPr>
          <p:sp>
            <p:nvSpPr>
              <p:cNvPr id="261" name="Freeform 64">
                <a:extLst>
                  <a:ext uri="{FF2B5EF4-FFF2-40B4-BE49-F238E27FC236}">
                    <a16:creationId xmlns:a16="http://schemas.microsoft.com/office/drawing/2014/main" id="{1A57684B-7AAE-09BA-0053-00FD3AAC34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672" y="3049"/>
                <a:ext cx="40" cy="43"/>
              </a:xfrm>
              <a:custGeom>
                <a:avLst/>
                <a:gdLst/>
                <a:ahLst/>
                <a:cxnLst>
                  <a:cxn ang="0">
                    <a:pos x="4" y="4"/>
                  </a:cxn>
                  <a:cxn ang="0">
                    <a:pos x="20" y="11"/>
                  </a:cxn>
                  <a:cxn ang="0">
                    <a:pos x="30" y="7"/>
                  </a:cxn>
                  <a:cxn ang="0">
                    <a:pos x="68" y="32"/>
                  </a:cxn>
                  <a:cxn ang="0">
                    <a:pos x="105" y="36"/>
                  </a:cxn>
                  <a:cxn ang="0">
                    <a:pos x="127" y="23"/>
                  </a:cxn>
                  <a:cxn ang="0">
                    <a:pos x="148" y="22"/>
                  </a:cxn>
                  <a:cxn ang="0">
                    <a:pos x="165" y="13"/>
                  </a:cxn>
                  <a:cxn ang="0">
                    <a:pos x="176" y="7"/>
                  </a:cxn>
                  <a:cxn ang="0">
                    <a:pos x="193" y="22"/>
                  </a:cxn>
                  <a:cxn ang="0">
                    <a:pos x="198" y="54"/>
                  </a:cxn>
                  <a:cxn ang="0">
                    <a:pos x="196" y="85"/>
                  </a:cxn>
                  <a:cxn ang="0">
                    <a:pos x="201" y="109"/>
                  </a:cxn>
                  <a:cxn ang="0">
                    <a:pos x="198" y="112"/>
                  </a:cxn>
                  <a:cxn ang="0">
                    <a:pos x="194" y="94"/>
                  </a:cxn>
                  <a:cxn ang="0">
                    <a:pos x="182" y="119"/>
                  </a:cxn>
                  <a:cxn ang="0">
                    <a:pos x="177" y="135"/>
                  </a:cxn>
                  <a:cxn ang="0">
                    <a:pos x="172" y="157"/>
                  </a:cxn>
                  <a:cxn ang="0">
                    <a:pos x="156" y="155"/>
                  </a:cxn>
                  <a:cxn ang="0">
                    <a:pos x="154" y="167"/>
                  </a:cxn>
                  <a:cxn ang="0">
                    <a:pos x="143" y="179"/>
                  </a:cxn>
                  <a:cxn ang="0">
                    <a:pos x="137" y="184"/>
                  </a:cxn>
                  <a:cxn ang="0">
                    <a:pos x="127" y="187"/>
                  </a:cxn>
                  <a:cxn ang="0">
                    <a:pos x="124" y="206"/>
                  </a:cxn>
                  <a:cxn ang="0">
                    <a:pos x="111" y="216"/>
                  </a:cxn>
                  <a:cxn ang="0">
                    <a:pos x="99" y="209"/>
                  </a:cxn>
                  <a:cxn ang="0">
                    <a:pos x="83" y="208"/>
                  </a:cxn>
                  <a:cxn ang="0">
                    <a:pos x="69" y="201"/>
                  </a:cxn>
                  <a:cxn ang="0">
                    <a:pos x="80" y="193"/>
                  </a:cxn>
                  <a:cxn ang="0">
                    <a:pos x="62" y="188"/>
                  </a:cxn>
                  <a:cxn ang="0">
                    <a:pos x="41" y="157"/>
                  </a:cxn>
                  <a:cxn ang="0">
                    <a:pos x="25" y="107"/>
                  </a:cxn>
                  <a:cxn ang="0">
                    <a:pos x="45" y="118"/>
                  </a:cxn>
                  <a:cxn ang="0">
                    <a:pos x="25" y="92"/>
                  </a:cxn>
                  <a:cxn ang="0">
                    <a:pos x="2" y="24"/>
                  </a:cxn>
                </a:cxnLst>
                <a:rect l="0" t="0" r="r" b="b"/>
                <a:pathLst>
                  <a:path w="201" h="216">
                    <a:moveTo>
                      <a:pt x="2" y="0"/>
                    </a:moveTo>
                    <a:lnTo>
                      <a:pt x="4" y="4"/>
                    </a:lnTo>
                    <a:lnTo>
                      <a:pt x="13" y="6"/>
                    </a:lnTo>
                    <a:lnTo>
                      <a:pt x="20" y="11"/>
                    </a:lnTo>
                    <a:lnTo>
                      <a:pt x="26" y="7"/>
                    </a:lnTo>
                    <a:lnTo>
                      <a:pt x="30" y="7"/>
                    </a:lnTo>
                    <a:lnTo>
                      <a:pt x="43" y="13"/>
                    </a:lnTo>
                    <a:lnTo>
                      <a:pt x="68" y="32"/>
                    </a:lnTo>
                    <a:lnTo>
                      <a:pt x="100" y="36"/>
                    </a:lnTo>
                    <a:lnTo>
                      <a:pt x="105" y="36"/>
                    </a:lnTo>
                    <a:lnTo>
                      <a:pt x="116" y="28"/>
                    </a:lnTo>
                    <a:lnTo>
                      <a:pt x="127" y="23"/>
                    </a:lnTo>
                    <a:lnTo>
                      <a:pt x="137" y="24"/>
                    </a:lnTo>
                    <a:lnTo>
                      <a:pt x="148" y="22"/>
                    </a:lnTo>
                    <a:lnTo>
                      <a:pt x="159" y="11"/>
                    </a:lnTo>
                    <a:lnTo>
                      <a:pt x="165" y="13"/>
                    </a:lnTo>
                    <a:lnTo>
                      <a:pt x="172" y="16"/>
                    </a:lnTo>
                    <a:lnTo>
                      <a:pt x="176" y="7"/>
                    </a:lnTo>
                    <a:lnTo>
                      <a:pt x="185" y="11"/>
                    </a:lnTo>
                    <a:lnTo>
                      <a:pt x="193" y="22"/>
                    </a:lnTo>
                    <a:lnTo>
                      <a:pt x="197" y="44"/>
                    </a:lnTo>
                    <a:lnTo>
                      <a:pt x="198" y="54"/>
                    </a:lnTo>
                    <a:lnTo>
                      <a:pt x="196" y="65"/>
                    </a:lnTo>
                    <a:lnTo>
                      <a:pt x="196" y="85"/>
                    </a:lnTo>
                    <a:lnTo>
                      <a:pt x="198" y="103"/>
                    </a:lnTo>
                    <a:lnTo>
                      <a:pt x="201" y="109"/>
                    </a:lnTo>
                    <a:lnTo>
                      <a:pt x="198" y="122"/>
                    </a:lnTo>
                    <a:lnTo>
                      <a:pt x="198" y="112"/>
                    </a:lnTo>
                    <a:lnTo>
                      <a:pt x="197" y="102"/>
                    </a:lnTo>
                    <a:lnTo>
                      <a:pt x="194" y="94"/>
                    </a:lnTo>
                    <a:lnTo>
                      <a:pt x="192" y="101"/>
                    </a:lnTo>
                    <a:lnTo>
                      <a:pt x="182" y="119"/>
                    </a:lnTo>
                    <a:lnTo>
                      <a:pt x="182" y="134"/>
                    </a:lnTo>
                    <a:lnTo>
                      <a:pt x="177" y="135"/>
                    </a:lnTo>
                    <a:lnTo>
                      <a:pt x="177" y="153"/>
                    </a:lnTo>
                    <a:lnTo>
                      <a:pt x="172" y="157"/>
                    </a:lnTo>
                    <a:lnTo>
                      <a:pt x="166" y="157"/>
                    </a:lnTo>
                    <a:lnTo>
                      <a:pt x="156" y="155"/>
                    </a:lnTo>
                    <a:lnTo>
                      <a:pt x="154" y="158"/>
                    </a:lnTo>
                    <a:lnTo>
                      <a:pt x="154" y="167"/>
                    </a:lnTo>
                    <a:lnTo>
                      <a:pt x="150" y="176"/>
                    </a:lnTo>
                    <a:lnTo>
                      <a:pt x="143" y="179"/>
                    </a:lnTo>
                    <a:lnTo>
                      <a:pt x="140" y="190"/>
                    </a:lnTo>
                    <a:lnTo>
                      <a:pt x="137" y="184"/>
                    </a:lnTo>
                    <a:lnTo>
                      <a:pt x="131" y="182"/>
                    </a:lnTo>
                    <a:lnTo>
                      <a:pt x="127" y="187"/>
                    </a:lnTo>
                    <a:lnTo>
                      <a:pt x="124" y="198"/>
                    </a:lnTo>
                    <a:lnTo>
                      <a:pt x="124" y="206"/>
                    </a:lnTo>
                    <a:lnTo>
                      <a:pt x="117" y="215"/>
                    </a:lnTo>
                    <a:lnTo>
                      <a:pt x="111" y="216"/>
                    </a:lnTo>
                    <a:lnTo>
                      <a:pt x="105" y="211"/>
                    </a:lnTo>
                    <a:lnTo>
                      <a:pt x="99" y="209"/>
                    </a:lnTo>
                    <a:lnTo>
                      <a:pt x="94" y="212"/>
                    </a:lnTo>
                    <a:lnTo>
                      <a:pt x="83" y="208"/>
                    </a:lnTo>
                    <a:lnTo>
                      <a:pt x="73" y="208"/>
                    </a:lnTo>
                    <a:lnTo>
                      <a:pt x="69" y="201"/>
                    </a:lnTo>
                    <a:lnTo>
                      <a:pt x="77" y="200"/>
                    </a:lnTo>
                    <a:lnTo>
                      <a:pt x="80" y="193"/>
                    </a:lnTo>
                    <a:lnTo>
                      <a:pt x="70" y="193"/>
                    </a:lnTo>
                    <a:lnTo>
                      <a:pt x="62" y="188"/>
                    </a:lnTo>
                    <a:lnTo>
                      <a:pt x="49" y="165"/>
                    </a:lnTo>
                    <a:lnTo>
                      <a:pt x="41" y="157"/>
                    </a:lnTo>
                    <a:lnTo>
                      <a:pt x="37" y="151"/>
                    </a:lnTo>
                    <a:lnTo>
                      <a:pt x="25" y="107"/>
                    </a:lnTo>
                    <a:lnTo>
                      <a:pt x="37" y="129"/>
                    </a:lnTo>
                    <a:lnTo>
                      <a:pt x="45" y="118"/>
                    </a:lnTo>
                    <a:lnTo>
                      <a:pt x="37" y="113"/>
                    </a:lnTo>
                    <a:lnTo>
                      <a:pt x="25" y="92"/>
                    </a:lnTo>
                    <a:lnTo>
                      <a:pt x="0" y="39"/>
                    </a:lnTo>
                    <a:lnTo>
                      <a:pt x="2" y="2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2" name="Freeform 65">
                <a:extLst>
                  <a:ext uri="{FF2B5EF4-FFF2-40B4-BE49-F238E27FC236}">
                    <a16:creationId xmlns:a16="http://schemas.microsoft.com/office/drawing/2014/main" id="{05B1247B-5953-21BF-DBE8-51D703D06EA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325" y="2680"/>
                <a:ext cx="444" cy="347"/>
              </a:xfrm>
              <a:custGeom>
                <a:avLst/>
                <a:gdLst/>
                <a:ahLst/>
                <a:cxnLst>
                  <a:cxn ang="0">
                    <a:pos x="80" y="633"/>
                  </a:cxn>
                  <a:cxn ang="0">
                    <a:pos x="198" y="560"/>
                  </a:cxn>
                  <a:cxn ang="0">
                    <a:pos x="357" y="522"/>
                  </a:cxn>
                  <a:cxn ang="0">
                    <a:pos x="497" y="418"/>
                  </a:cxn>
                  <a:cxn ang="0">
                    <a:pos x="533" y="330"/>
                  </a:cxn>
                  <a:cxn ang="0">
                    <a:pos x="566" y="326"/>
                  </a:cxn>
                  <a:cxn ang="0">
                    <a:pos x="634" y="262"/>
                  </a:cxn>
                  <a:cxn ang="0">
                    <a:pos x="688" y="222"/>
                  </a:cxn>
                  <a:cxn ang="0">
                    <a:pos x="739" y="187"/>
                  </a:cxn>
                  <a:cxn ang="0">
                    <a:pos x="818" y="257"/>
                  </a:cxn>
                  <a:cxn ang="0">
                    <a:pos x="898" y="254"/>
                  </a:cxn>
                  <a:cxn ang="0">
                    <a:pos x="921" y="160"/>
                  </a:cxn>
                  <a:cxn ang="0">
                    <a:pos x="974" y="108"/>
                  </a:cxn>
                  <a:cxn ang="0">
                    <a:pos x="1045" y="48"/>
                  </a:cxn>
                  <a:cxn ang="0">
                    <a:pos x="1044" y="29"/>
                  </a:cxn>
                  <a:cxn ang="0">
                    <a:pos x="1116" y="65"/>
                  </a:cxn>
                  <a:cxn ang="0">
                    <a:pos x="1205" y="90"/>
                  </a:cxn>
                  <a:cxn ang="0">
                    <a:pos x="1264" y="90"/>
                  </a:cxn>
                  <a:cxn ang="0">
                    <a:pos x="1279" y="118"/>
                  </a:cxn>
                  <a:cxn ang="0">
                    <a:pos x="1243" y="165"/>
                  </a:cxn>
                  <a:cxn ang="0">
                    <a:pos x="1269" y="264"/>
                  </a:cxn>
                  <a:cxn ang="0">
                    <a:pos x="1384" y="339"/>
                  </a:cxn>
                  <a:cxn ang="0">
                    <a:pos x="1553" y="270"/>
                  </a:cxn>
                  <a:cxn ang="0">
                    <a:pos x="1575" y="72"/>
                  </a:cxn>
                  <a:cxn ang="0">
                    <a:pos x="1623" y="17"/>
                  </a:cxn>
                  <a:cxn ang="0">
                    <a:pos x="1667" y="171"/>
                  </a:cxn>
                  <a:cxn ang="0">
                    <a:pos x="1761" y="252"/>
                  </a:cxn>
                  <a:cxn ang="0">
                    <a:pos x="1806" y="416"/>
                  </a:cxn>
                  <a:cxn ang="0">
                    <a:pos x="1851" y="485"/>
                  </a:cxn>
                  <a:cxn ang="0">
                    <a:pos x="1954" y="540"/>
                  </a:cxn>
                  <a:cxn ang="0">
                    <a:pos x="1994" y="645"/>
                  </a:cxn>
                  <a:cxn ang="0">
                    <a:pos x="2054" y="661"/>
                  </a:cxn>
                  <a:cxn ang="0">
                    <a:pos x="2132" y="791"/>
                  </a:cxn>
                  <a:cxn ang="0">
                    <a:pos x="2191" y="911"/>
                  </a:cxn>
                  <a:cxn ang="0">
                    <a:pos x="2206" y="1090"/>
                  </a:cxn>
                  <a:cxn ang="0">
                    <a:pos x="2158" y="1285"/>
                  </a:cxn>
                  <a:cxn ang="0">
                    <a:pos x="2089" y="1365"/>
                  </a:cxn>
                  <a:cxn ang="0">
                    <a:pos x="2034" y="1506"/>
                  </a:cxn>
                  <a:cxn ang="0">
                    <a:pos x="2008" y="1625"/>
                  </a:cxn>
                  <a:cxn ang="0">
                    <a:pos x="1823" y="1705"/>
                  </a:cxn>
                  <a:cxn ang="0">
                    <a:pos x="1785" y="1704"/>
                  </a:cxn>
                  <a:cxn ang="0">
                    <a:pos x="1715" y="1661"/>
                  </a:cxn>
                  <a:cxn ang="0">
                    <a:pos x="1572" y="1674"/>
                  </a:cxn>
                  <a:cxn ang="0">
                    <a:pos x="1453" y="1530"/>
                  </a:cxn>
                  <a:cxn ang="0">
                    <a:pos x="1376" y="1406"/>
                  </a:cxn>
                  <a:cxn ang="0">
                    <a:pos x="1330" y="1443"/>
                  </a:cxn>
                  <a:cxn ang="0">
                    <a:pos x="1358" y="1317"/>
                  </a:cxn>
                  <a:cxn ang="0">
                    <a:pos x="1302" y="1370"/>
                  </a:cxn>
                  <a:cxn ang="0">
                    <a:pos x="1220" y="1433"/>
                  </a:cxn>
                  <a:cxn ang="0">
                    <a:pos x="1177" y="1335"/>
                  </a:cxn>
                  <a:cxn ang="0">
                    <a:pos x="1062" y="1253"/>
                  </a:cxn>
                  <a:cxn ang="0">
                    <a:pos x="779" y="1270"/>
                  </a:cxn>
                  <a:cxn ang="0">
                    <a:pos x="587" y="1354"/>
                  </a:cxn>
                  <a:cxn ang="0">
                    <a:pos x="419" y="1379"/>
                  </a:cxn>
                  <a:cxn ang="0">
                    <a:pos x="271" y="1452"/>
                  </a:cxn>
                  <a:cxn ang="0">
                    <a:pos x="130" y="1405"/>
                  </a:cxn>
                  <a:cxn ang="0">
                    <a:pos x="142" y="1286"/>
                  </a:cxn>
                  <a:cxn ang="0">
                    <a:pos x="66" y="1024"/>
                  </a:cxn>
                  <a:cxn ang="0">
                    <a:pos x="12" y="897"/>
                  </a:cxn>
                  <a:cxn ang="0">
                    <a:pos x="35" y="884"/>
                  </a:cxn>
                  <a:cxn ang="0">
                    <a:pos x="8" y="758"/>
                  </a:cxn>
                </a:cxnLst>
                <a:rect l="0" t="0" r="r" b="b"/>
                <a:pathLst>
                  <a:path w="2217" h="1736">
                    <a:moveTo>
                      <a:pt x="43" y="634"/>
                    </a:moveTo>
                    <a:lnTo>
                      <a:pt x="49" y="629"/>
                    </a:lnTo>
                    <a:lnTo>
                      <a:pt x="48" y="645"/>
                    </a:lnTo>
                    <a:lnTo>
                      <a:pt x="48" y="647"/>
                    </a:lnTo>
                    <a:lnTo>
                      <a:pt x="45" y="651"/>
                    </a:lnTo>
                    <a:lnTo>
                      <a:pt x="44" y="656"/>
                    </a:lnTo>
                    <a:lnTo>
                      <a:pt x="48" y="658"/>
                    </a:lnTo>
                    <a:lnTo>
                      <a:pt x="46" y="666"/>
                    </a:lnTo>
                    <a:lnTo>
                      <a:pt x="45" y="671"/>
                    </a:lnTo>
                    <a:lnTo>
                      <a:pt x="50" y="673"/>
                    </a:lnTo>
                    <a:lnTo>
                      <a:pt x="59" y="666"/>
                    </a:lnTo>
                    <a:lnTo>
                      <a:pt x="62" y="652"/>
                    </a:lnTo>
                    <a:lnTo>
                      <a:pt x="72" y="636"/>
                    </a:lnTo>
                    <a:lnTo>
                      <a:pt x="80" y="633"/>
                    </a:lnTo>
                    <a:lnTo>
                      <a:pt x="87" y="628"/>
                    </a:lnTo>
                    <a:lnTo>
                      <a:pt x="94" y="626"/>
                    </a:lnTo>
                    <a:lnTo>
                      <a:pt x="102" y="620"/>
                    </a:lnTo>
                    <a:lnTo>
                      <a:pt x="120" y="617"/>
                    </a:lnTo>
                    <a:lnTo>
                      <a:pt x="125" y="608"/>
                    </a:lnTo>
                    <a:lnTo>
                      <a:pt x="132" y="601"/>
                    </a:lnTo>
                    <a:lnTo>
                      <a:pt x="140" y="596"/>
                    </a:lnTo>
                    <a:lnTo>
                      <a:pt x="146" y="586"/>
                    </a:lnTo>
                    <a:lnTo>
                      <a:pt x="161" y="580"/>
                    </a:lnTo>
                    <a:lnTo>
                      <a:pt x="167" y="575"/>
                    </a:lnTo>
                    <a:lnTo>
                      <a:pt x="174" y="571"/>
                    </a:lnTo>
                    <a:lnTo>
                      <a:pt x="191" y="559"/>
                    </a:lnTo>
                    <a:lnTo>
                      <a:pt x="195" y="558"/>
                    </a:lnTo>
                    <a:lnTo>
                      <a:pt x="198" y="560"/>
                    </a:lnTo>
                    <a:lnTo>
                      <a:pt x="214" y="561"/>
                    </a:lnTo>
                    <a:lnTo>
                      <a:pt x="222" y="564"/>
                    </a:lnTo>
                    <a:lnTo>
                      <a:pt x="232" y="565"/>
                    </a:lnTo>
                    <a:lnTo>
                      <a:pt x="241" y="564"/>
                    </a:lnTo>
                    <a:lnTo>
                      <a:pt x="249" y="561"/>
                    </a:lnTo>
                    <a:lnTo>
                      <a:pt x="260" y="553"/>
                    </a:lnTo>
                    <a:lnTo>
                      <a:pt x="270" y="547"/>
                    </a:lnTo>
                    <a:lnTo>
                      <a:pt x="280" y="544"/>
                    </a:lnTo>
                    <a:lnTo>
                      <a:pt x="291" y="544"/>
                    </a:lnTo>
                    <a:lnTo>
                      <a:pt x="301" y="542"/>
                    </a:lnTo>
                    <a:lnTo>
                      <a:pt x="322" y="522"/>
                    </a:lnTo>
                    <a:lnTo>
                      <a:pt x="335" y="522"/>
                    </a:lnTo>
                    <a:lnTo>
                      <a:pt x="345" y="527"/>
                    </a:lnTo>
                    <a:lnTo>
                      <a:pt x="357" y="522"/>
                    </a:lnTo>
                    <a:lnTo>
                      <a:pt x="370" y="522"/>
                    </a:lnTo>
                    <a:lnTo>
                      <a:pt x="378" y="520"/>
                    </a:lnTo>
                    <a:lnTo>
                      <a:pt x="388" y="515"/>
                    </a:lnTo>
                    <a:lnTo>
                      <a:pt x="413" y="510"/>
                    </a:lnTo>
                    <a:lnTo>
                      <a:pt x="424" y="504"/>
                    </a:lnTo>
                    <a:lnTo>
                      <a:pt x="432" y="499"/>
                    </a:lnTo>
                    <a:lnTo>
                      <a:pt x="454" y="478"/>
                    </a:lnTo>
                    <a:lnTo>
                      <a:pt x="458" y="470"/>
                    </a:lnTo>
                    <a:lnTo>
                      <a:pt x="459" y="461"/>
                    </a:lnTo>
                    <a:lnTo>
                      <a:pt x="467" y="450"/>
                    </a:lnTo>
                    <a:lnTo>
                      <a:pt x="469" y="445"/>
                    </a:lnTo>
                    <a:lnTo>
                      <a:pt x="469" y="439"/>
                    </a:lnTo>
                    <a:lnTo>
                      <a:pt x="476" y="440"/>
                    </a:lnTo>
                    <a:lnTo>
                      <a:pt x="497" y="418"/>
                    </a:lnTo>
                    <a:lnTo>
                      <a:pt x="500" y="413"/>
                    </a:lnTo>
                    <a:lnTo>
                      <a:pt x="497" y="410"/>
                    </a:lnTo>
                    <a:lnTo>
                      <a:pt x="490" y="381"/>
                    </a:lnTo>
                    <a:lnTo>
                      <a:pt x="491" y="369"/>
                    </a:lnTo>
                    <a:lnTo>
                      <a:pt x="499" y="355"/>
                    </a:lnTo>
                    <a:lnTo>
                      <a:pt x="502" y="353"/>
                    </a:lnTo>
                    <a:lnTo>
                      <a:pt x="508" y="353"/>
                    </a:lnTo>
                    <a:lnTo>
                      <a:pt x="512" y="345"/>
                    </a:lnTo>
                    <a:lnTo>
                      <a:pt x="521" y="338"/>
                    </a:lnTo>
                    <a:lnTo>
                      <a:pt x="524" y="338"/>
                    </a:lnTo>
                    <a:lnTo>
                      <a:pt x="523" y="333"/>
                    </a:lnTo>
                    <a:lnTo>
                      <a:pt x="528" y="322"/>
                    </a:lnTo>
                    <a:lnTo>
                      <a:pt x="530" y="321"/>
                    </a:lnTo>
                    <a:lnTo>
                      <a:pt x="533" y="330"/>
                    </a:lnTo>
                    <a:lnTo>
                      <a:pt x="537" y="337"/>
                    </a:lnTo>
                    <a:lnTo>
                      <a:pt x="543" y="353"/>
                    </a:lnTo>
                    <a:lnTo>
                      <a:pt x="549" y="365"/>
                    </a:lnTo>
                    <a:lnTo>
                      <a:pt x="555" y="372"/>
                    </a:lnTo>
                    <a:lnTo>
                      <a:pt x="560" y="381"/>
                    </a:lnTo>
                    <a:lnTo>
                      <a:pt x="564" y="386"/>
                    </a:lnTo>
                    <a:lnTo>
                      <a:pt x="569" y="375"/>
                    </a:lnTo>
                    <a:lnTo>
                      <a:pt x="569" y="360"/>
                    </a:lnTo>
                    <a:lnTo>
                      <a:pt x="571" y="360"/>
                    </a:lnTo>
                    <a:lnTo>
                      <a:pt x="578" y="359"/>
                    </a:lnTo>
                    <a:lnTo>
                      <a:pt x="576" y="346"/>
                    </a:lnTo>
                    <a:lnTo>
                      <a:pt x="570" y="335"/>
                    </a:lnTo>
                    <a:lnTo>
                      <a:pt x="564" y="330"/>
                    </a:lnTo>
                    <a:lnTo>
                      <a:pt x="566" y="326"/>
                    </a:lnTo>
                    <a:lnTo>
                      <a:pt x="565" y="310"/>
                    </a:lnTo>
                    <a:lnTo>
                      <a:pt x="570" y="305"/>
                    </a:lnTo>
                    <a:lnTo>
                      <a:pt x="580" y="310"/>
                    </a:lnTo>
                    <a:lnTo>
                      <a:pt x="588" y="308"/>
                    </a:lnTo>
                    <a:lnTo>
                      <a:pt x="601" y="324"/>
                    </a:lnTo>
                    <a:lnTo>
                      <a:pt x="618" y="327"/>
                    </a:lnTo>
                    <a:lnTo>
                      <a:pt x="619" y="319"/>
                    </a:lnTo>
                    <a:lnTo>
                      <a:pt x="610" y="316"/>
                    </a:lnTo>
                    <a:lnTo>
                      <a:pt x="613" y="303"/>
                    </a:lnTo>
                    <a:lnTo>
                      <a:pt x="623" y="294"/>
                    </a:lnTo>
                    <a:lnTo>
                      <a:pt x="625" y="287"/>
                    </a:lnTo>
                    <a:lnTo>
                      <a:pt x="620" y="270"/>
                    </a:lnTo>
                    <a:lnTo>
                      <a:pt x="625" y="264"/>
                    </a:lnTo>
                    <a:lnTo>
                      <a:pt x="634" y="262"/>
                    </a:lnTo>
                    <a:lnTo>
                      <a:pt x="645" y="268"/>
                    </a:lnTo>
                    <a:lnTo>
                      <a:pt x="647" y="265"/>
                    </a:lnTo>
                    <a:lnTo>
                      <a:pt x="641" y="253"/>
                    </a:lnTo>
                    <a:lnTo>
                      <a:pt x="642" y="247"/>
                    </a:lnTo>
                    <a:lnTo>
                      <a:pt x="646" y="242"/>
                    </a:lnTo>
                    <a:lnTo>
                      <a:pt x="663" y="248"/>
                    </a:lnTo>
                    <a:lnTo>
                      <a:pt x="663" y="243"/>
                    </a:lnTo>
                    <a:lnTo>
                      <a:pt x="657" y="233"/>
                    </a:lnTo>
                    <a:lnTo>
                      <a:pt x="657" y="221"/>
                    </a:lnTo>
                    <a:lnTo>
                      <a:pt x="666" y="217"/>
                    </a:lnTo>
                    <a:lnTo>
                      <a:pt x="671" y="217"/>
                    </a:lnTo>
                    <a:lnTo>
                      <a:pt x="677" y="215"/>
                    </a:lnTo>
                    <a:lnTo>
                      <a:pt x="687" y="214"/>
                    </a:lnTo>
                    <a:lnTo>
                      <a:pt x="688" y="222"/>
                    </a:lnTo>
                    <a:lnTo>
                      <a:pt x="693" y="220"/>
                    </a:lnTo>
                    <a:lnTo>
                      <a:pt x="700" y="214"/>
                    </a:lnTo>
                    <a:lnTo>
                      <a:pt x="705" y="201"/>
                    </a:lnTo>
                    <a:lnTo>
                      <a:pt x="705" y="197"/>
                    </a:lnTo>
                    <a:lnTo>
                      <a:pt x="699" y="189"/>
                    </a:lnTo>
                    <a:lnTo>
                      <a:pt x="702" y="183"/>
                    </a:lnTo>
                    <a:lnTo>
                      <a:pt x="707" y="189"/>
                    </a:lnTo>
                    <a:lnTo>
                      <a:pt x="709" y="198"/>
                    </a:lnTo>
                    <a:lnTo>
                      <a:pt x="715" y="194"/>
                    </a:lnTo>
                    <a:lnTo>
                      <a:pt x="718" y="188"/>
                    </a:lnTo>
                    <a:lnTo>
                      <a:pt x="721" y="189"/>
                    </a:lnTo>
                    <a:lnTo>
                      <a:pt x="722" y="194"/>
                    </a:lnTo>
                    <a:lnTo>
                      <a:pt x="728" y="193"/>
                    </a:lnTo>
                    <a:lnTo>
                      <a:pt x="739" y="187"/>
                    </a:lnTo>
                    <a:lnTo>
                      <a:pt x="743" y="183"/>
                    </a:lnTo>
                    <a:lnTo>
                      <a:pt x="741" y="176"/>
                    </a:lnTo>
                    <a:lnTo>
                      <a:pt x="749" y="174"/>
                    </a:lnTo>
                    <a:lnTo>
                      <a:pt x="753" y="177"/>
                    </a:lnTo>
                    <a:lnTo>
                      <a:pt x="761" y="181"/>
                    </a:lnTo>
                    <a:lnTo>
                      <a:pt x="770" y="181"/>
                    </a:lnTo>
                    <a:lnTo>
                      <a:pt x="780" y="187"/>
                    </a:lnTo>
                    <a:lnTo>
                      <a:pt x="788" y="193"/>
                    </a:lnTo>
                    <a:lnTo>
                      <a:pt x="804" y="215"/>
                    </a:lnTo>
                    <a:lnTo>
                      <a:pt x="818" y="226"/>
                    </a:lnTo>
                    <a:lnTo>
                      <a:pt x="814" y="242"/>
                    </a:lnTo>
                    <a:lnTo>
                      <a:pt x="814" y="253"/>
                    </a:lnTo>
                    <a:lnTo>
                      <a:pt x="815" y="255"/>
                    </a:lnTo>
                    <a:lnTo>
                      <a:pt x="818" y="257"/>
                    </a:lnTo>
                    <a:lnTo>
                      <a:pt x="819" y="254"/>
                    </a:lnTo>
                    <a:lnTo>
                      <a:pt x="822" y="247"/>
                    </a:lnTo>
                    <a:lnTo>
                      <a:pt x="820" y="243"/>
                    </a:lnTo>
                    <a:lnTo>
                      <a:pt x="825" y="238"/>
                    </a:lnTo>
                    <a:lnTo>
                      <a:pt x="829" y="240"/>
                    </a:lnTo>
                    <a:lnTo>
                      <a:pt x="830" y="237"/>
                    </a:lnTo>
                    <a:lnTo>
                      <a:pt x="836" y="240"/>
                    </a:lnTo>
                    <a:lnTo>
                      <a:pt x="836" y="232"/>
                    </a:lnTo>
                    <a:lnTo>
                      <a:pt x="839" y="231"/>
                    </a:lnTo>
                    <a:lnTo>
                      <a:pt x="849" y="233"/>
                    </a:lnTo>
                    <a:lnTo>
                      <a:pt x="862" y="233"/>
                    </a:lnTo>
                    <a:lnTo>
                      <a:pt x="873" y="232"/>
                    </a:lnTo>
                    <a:lnTo>
                      <a:pt x="881" y="236"/>
                    </a:lnTo>
                    <a:lnTo>
                      <a:pt x="898" y="254"/>
                    </a:lnTo>
                    <a:lnTo>
                      <a:pt x="903" y="253"/>
                    </a:lnTo>
                    <a:lnTo>
                      <a:pt x="903" y="249"/>
                    </a:lnTo>
                    <a:lnTo>
                      <a:pt x="899" y="237"/>
                    </a:lnTo>
                    <a:lnTo>
                      <a:pt x="906" y="233"/>
                    </a:lnTo>
                    <a:lnTo>
                      <a:pt x="908" y="232"/>
                    </a:lnTo>
                    <a:lnTo>
                      <a:pt x="894" y="217"/>
                    </a:lnTo>
                    <a:lnTo>
                      <a:pt x="886" y="205"/>
                    </a:lnTo>
                    <a:lnTo>
                      <a:pt x="890" y="189"/>
                    </a:lnTo>
                    <a:lnTo>
                      <a:pt x="893" y="192"/>
                    </a:lnTo>
                    <a:lnTo>
                      <a:pt x="898" y="189"/>
                    </a:lnTo>
                    <a:lnTo>
                      <a:pt x="909" y="172"/>
                    </a:lnTo>
                    <a:lnTo>
                      <a:pt x="909" y="165"/>
                    </a:lnTo>
                    <a:lnTo>
                      <a:pt x="914" y="158"/>
                    </a:lnTo>
                    <a:lnTo>
                      <a:pt x="921" y="160"/>
                    </a:lnTo>
                    <a:lnTo>
                      <a:pt x="931" y="160"/>
                    </a:lnTo>
                    <a:lnTo>
                      <a:pt x="937" y="154"/>
                    </a:lnTo>
                    <a:lnTo>
                      <a:pt x="936" y="141"/>
                    </a:lnTo>
                    <a:lnTo>
                      <a:pt x="929" y="141"/>
                    </a:lnTo>
                    <a:lnTo>
                      <a:pt x="930" y="135"/>
                    </a:lnTo>
                    <a:lnTo>
                      <a:pt x="931" y="125"/>
                    </a:lnTo>
                    <a:lnTo>
                      <a:pt x="935" y="115"/>
                    </a:lnTo>
                    <a:lnTo>
                      <a:pt x="944" y="113"/>
                    </a:lnTo>
                    <a:lnTo>
                      <a:pt x="953" y="109"/>
                    </a:lnTo>
                    <a:lnTo>
                      <a:pt x="954" y="102"/>
                    </a:lnTo>
                    <a:lnTo>
                      <a:pt x="962" y="103"/>
                    </a:lnTo>
                    <a:lnTo>
                      <a:pt x="969" y="108"/>
                    </a:lnTo>
                    <a:lnTo>
                      <a:pt x="973" y="115"/>
                    </a:lnTo>
                    <a:lnTo>
                      <a:pt x="974" y="108"/>
                    </a:lnTo>
                    <a:lnTo>
                      <a:pt x="968" y="98"/>
                    </a:lnTo>
                    <a:lnTo>
                      <a:pt x="971" y="96"/>
                    </a:lnTo>
                    <a:lnTo>
                      <a:pt x="978" y="88"/>
                    </a:lnTo>
                    <a:lnTo>
                      <a:pt x="991" y="92"/>
                    </a:lnTo>
                    <a:lnTo>
                      <a:pt x="992" y="87"/>
                    </a:lnTo>
                    <a:lnTo>
                      <a:pt x="1003" y="90"/>
                    </a:lnTo>
                    <a:lnTo>
                      <a:pt x="1016" y="88"/>
                    </a:lnTo>
                    <a:lnTo>
                      <a:pt x="1026" y="91"/>
                    </a:lnTo>
                    <a:lnTo>
                      <a:pt x="1034" y="91"/>
                    </a:lnTo>
                    <a:lnTo>
                      <a:pt x="1054" y="85"/>
                    </a:lnTo>
                    <a:lnTo>
                      <a:pt x="1062" y="79"/>
                    </a:lnTo>
                    <a:lnTo>
                      <a:pt x="1062" y="55"/>
                    </a:lnTo>
                    <a:lnTo>
                      <a:pt x="1056" y="49"/>
                    </a:lnTo>
                    <a:lnTo>
                      <a:pt x="1045" y="48"/>
                    </a:lnTo>
                    <a:lnTo>
                      <a:pt x="1038" y="49"/>
                    </a:lnTo>
                    <a:lnTo>
                      <a:pt x="1030" y="44"/>
                    </a:lnTo>
                    <a:lnTo>
                      <a:pt x="1026" y="38"/>
                    </a:lnTo>
                    <a:lnTo>
                      <a:pt x="1017" y="34"/>
                    </a:lnTo>
                    <a:lnTo>
                      <a:pt x="1017" y="33"/>
                    </a:lnTo>
                    <a:lnTo>
                      <a:pt x="1021" y="32"/>
                    </a:lnTo>
                    <a:lnTo>
                      <a:pt x="1024" y="34"/>
                    </a:lnTo>
                    <a:lnTo>
                      <a:pt x="1027" y="29"/>
                    </a:lnTo>
                    <a:lnTo>
                      <a:pt x="1029" y="27"/>
                    </a:lnTo>
                    <a:lnTo>
                      <a:pt x="1032" y="31"/>
                    </a:lnTo>
                    <a:lnTo>
                      <a:pt x="1035" y="45"/>
                    </a:lnTo>
                    <a:lnTo>
                      <a:pt x="1039" y="38"/>
                    </a:lnTo>
                    <a:lnTo>
                      <a:pt x="1039" y="29"/>
                    </a:lnTo>
                    <a:lnTo>
                      <a:pt x="1044" y="29"/>
                    </a:lnTo>
                    <a:lnTo>
                      <a:pt x="1046" y="33"/>
                    </a:lnTo>
                    <a:lnTo>
                      <a:pt x="1051" y="32"/>
                    </a:lnTo>
                    <a:lnTo>
                      <a:pt x="1055" y="38"/>
                    </a:lnTo>
                    <a:lnTo>
                      <a:pt x="1059" y="43"/>
                    </a:lnTo>
                    <a:lnTo>
                      <a:pt x="1067" y="49"/>
                    </a:lnTo>
                    <a:lnTo>
                      <a:pt x="1070" y="42"/>
                    </a:lnTo>
                    <a:lnTo>
                      <a:pt x="1075" y="41"/>
                    </a:lnTo>
                    <a:lnTo>
                      <a:pt x="1080" y="44"/>
                    </a:lnTo>
                    <a:lnTo>
                      <a:pt x="1082" y="50"/>
                    </a:lnTo>
                    <a:lnTo>
                      <a:pt x="1089" y="58"/>
                    </a:lnTo>
                    <a:lnTo>
                      <a:pt x="1104" y="61"/>
                    </a:lnTo>
                    <a:lnTo>
                      <a:pt x="1108" y="61"/>
                    </a:lnTo>
                    <a:lnTo>
                      <a:pt x="1113" y="63"/>
                    </a:lnTo>
                    <a:lnTo>
                      <a:pt x="1116" y="65"/>
                    </a:lnTo>
                    <a:lnTo>
                      <a:pt x="1123" y="60"/>
                    </a:lnTo>
                    <a:lnTo>
                      <a:pt x="1126" y="59"/>
                    </a:lnTo>
                    <a:lnTo>
                      <a:pt x="1126" y="66"/>
                    </a:lnTo>
                    <a:lnTo>
                      <a:pt x="1131" y="69"/>
                    </a:lnTo>
                    <a:lnTo>
                      <a:pt x="1141" y="69"/>
                    </a:lnTo>
                    <a:lnTo>
                      <a:pt x="1151" y="76"/>
                    </a:lnTo>
                    <a:lnTo>
                      <a:pt x="1159" y="75"/>
                    </a:lnTo>
                    <a:lnTo>
                      <a:pt x="1167" y="79"/>
                    </a:lnTo>
                    <a:lnTo>
                      <a:pt x="1177" y="74"/>
                    </a:lnTo>
                    <a:lnTo>
                      <a:pt x="1179" y="74"/>
                    </a:lnTo>
                    <a:lnTo>
                      <a:pt x="1184" y="81"/>
                    </a:lnTo>
                    <a:lnTo>
                      <a:pt x="1195" y="81"/>
                    </a:lnTo>
                    <a:lnTo>
                      <a:pt x="1200" y="84"/>
                    </a:lnTo>
                    <a:lnTo>
                      <a:pt x="1205" y="90"/>
                    </a:lnTo>
                    <a:lnTo>
                      <a:pt x="1216" y="79"/>
                    </a:lnTo>
                    <a:lnTo>
                      <a:pt x="1221" y="76"/>
                    </a:lnTo>
                    <a:lnTo>
                      <a:pt x="1225" y="75"/>
                    </a:lnTo>
                    <a:lnTo>
                      <a:pt x="1234" y="76"/>
                    </a:lnTo>
                    <a:lnTo>
                      <a:pt x="1244" y="71"/>
                    </a:lnTo>
                    <a:lnTo>
                      <a:pt x="1238" y="82"/>
                    </a:lnTo>
                    <a:lnTo>
                      <a:pt x="1241" y="85"/>
                    </a:lnTo>
                    <a:lnTo>
                      <a:pt x="1243" y="86"/>
                    </a:lnTo>
                    <a:lnTo>
                      <a:pt x="1248" y="81"/>
                    </a:lnTo>
                    <a:lnTo>
                      <a:pt x="1249" y="85"/>
                    </a:lnTo>
                    <a:lnTo>
                      <a:pt x="1248" y="101"/>
                    </a:lnTo>
                    <a:lnTo>
                      <a:pt x="1249" y="104"/>
                    </a:lnTo>
                    <a:lnTo>
                      <a:pt x="1259" y="101"/>
                    </a:lnTo>
                    <a:lnTo>
                      <a:pt x="1264" y="90"/>
                    </a:lnTo>
                    <a:lnTo>
                      <a:pt x="1263" y="88"/>
                    </a:lnTo>
                    <a:lnTo>
                      <a:pt x="1264" y="79"/>
                    </a:lnTo>
                    <a:lnTo>
                      <a:pt x="1274" y="70"/>
                    </a:lnTo>
                    <a:lnTo>
                      <a:pt x="1276" y="72"/>
                    </a:lnTo>
                    <a:lnTo>
                      <a:pt x="1279" y="77"/>
                    </a:lnTo>
                    <a:lnTo>
                      <a:pt x="1280" y="92"/>
                    </a:lnTo>
                    <a:lnTo>
                      <a:pt x="1288" y="87"/>
                    </a:lnTo>
                    <a:lnTo>
                      <a:pt x="1295" y="87"/>
                    </a:lnTo>
                    <a:lnTo>
                      <a:pt x="1299" y="91"/>
                    </a:lnTo>
                    <a:lnTo>
                      <a:pt x="1297" y="96"/>
                    </a:lnTo>
                    <a:lnTo>
                      <a:pt x="1293" y="106"/>
                    </a:lnTo>
                    <a:lnTo>
                      <a:pt x="1287" y="115"/>
                    </a:lnTo>
                    <a:lnTo>
                      <a:pt x="1284" y="119"/>
                    </a:lnTo>
                    <a:lnTo>
                      <a:pt x="1279" y="118"/>
                    </a:lnTo>
                    <a:lnTo>
                      <a:pt x="1277" y="122"/>
                    </a:lnTo>
                    <a:lnTo>
                      <a:pt x="1284" y="130"/>
                    </a:lnTo>
                    <a:lnTo>
                      <a:pt x="1276" y="141"/>
                    </a:lnTo>
                    <a:lnTo>
                      <a:pt x="1272" y="144"/>
                    </a:lnTo>
                    <a:lnTo>
                      <a:pt x="1264" y="141"/>
                    </a:lnTo>
                    <a:lnTo>
                      <a:pt x="1263" y="136"/>
                    </a:lnTo>
                    <a:lnTo>
                      <a:pt x="1258" y="142"/>
                    </a:lnTo>
                    <a:lnTo>
                      <a:pt x="1259" y="151"/>
                    </a:lnTo>
                    <a:lnTo>
                      <a:pt x="1261" y="156"/>
                    </a:lnTo>
                    <a:lnTo>
                      <a:pt x="1258" y="152"/>
                    </a:lnTo>
                    <a:lnTo>
                      <a:pt x="1253" y="145"/>
                    </a:lnTo>
                    <a:lnTo>
                      <a:pt x="1248" y="144"/>
                    </a:lnTo>
                    <a:lnTo>
                      <a:pt x="1247" y="156"/>
                    </a:lnTo>
                    <a:lnTo>
                      <a:pt x="1243" y="165"/>
                    </a:lnTo>
                    <a:lnTo>
                      <a:pt x="1243" y="171"/>
                    </a:lnTo>
                    <a:lnTo>
                      <a:pt x="1253" y="168"/>
                    </a:lnTo>
                    <a:lnTo>
                      <a:pt x="1248" y="187"/>
                    </a:lnTo>
                    <a:lnTo>
                      <a:pt x="1248" y="190"/>
                    </a:lnTo>
                    <a:lnTo>
                      <a:pt x="1238" y="210"/>
                    </a:lnTo>
                    <a:lnTo>
                      <a:pt x="1234" y="221"/>
                    </a:lnTo>
                    <a:lnTo>
                      <a:pt x="1232" y="225"/>
                    </a:lnTo>
                    <a:lnTo>
                      <a:pt x="1228" y="231"/>
                    </a:lnTo>
                    <a:lnTo>
                      <a:pt x="1228" y="242"/>
                    </a:lnTo>
                    <a:lnTo>
                      <a:pt x="1234" y="246"/>
                    </a:lnTo>
                    <a:lnTo>
                      <a:pt x="1238" y="252"/>
                    </a:lnTo>
                    <a:lnTo>
                      <a:pt x="1245" y="251"/>
                    </a:lnTo>
                    <a:lnTo>
                      <a:pt x="1254" y="258"/>
                    </a:lnTo>
                    <a:lnTo>
                      <a:pt x="1269" y="264"/>
                    </a:lnTo>
                    <a:lnTo>
                      <a:pt x="1271" y="274"/>
                    </a:lnTo>
                    <a:lnTo>
                      <a:pt x="1275" y="283"/>
                    </a:lnTo>
                    <a:lnTo>
                      <a:pt x="1275" y="297"/>
                    </a:lnTo>
                    <a:lnTo>
                      <a:pt x="1285" y="290"/>
                    </a:lnTo>
                    <a:lnTo>
                      <a:pt x="1307" y="296"/>
                    </a:lnTo>
                    <a:lnTo>
                      <a:pt x="1320" y="295"/>
                    </a:lnTo>
                    <a:lnTo>
                      <a:pt x="1324" y="302"/>
                    </a:lnTo>
                    <a:lnTo>
                      <a:pt x="1335" y="308"/>
                    </a:lnTo>
                    <a:lnTo>
                      <a:pt x="1345" y="313"/>
                    </a:lnTo>
                    <a:lnTo>
                      <a:pt x="1355" y="319"/>
                    </a:lnTo>
                    <a:lnTo>
                      <a:pt x="1361" y="327"/>
                    </a:lnTo>
                    <a:lnTo>
                      <a:pt x="1370" y="334"/>
                    </a:lnTo>
                    <a:lnTo>
                      <a:pt x="1377" y="335"/>
                    </a:lnTo>
                    <a:lnTo>
                      <a:pt x="1384" y="339"/>
                    </a:lnTo>
                    <a:lnTo>
                      <a:pt x="1411" y="346"/>
                    </a:lnTo>
                    <a:lnTo>
                      <a:pt x="1421" y="354"/>
                    </a:lnTo>
                    <a:lnTo>
                      <a:pt x="1425" y="365"/>
                    </a:lnTo>
                    <a:lnTo>
                      <a:pt x="1430" y="371"/>
                    </a:lnTo>
                    <a:lnTo>
                      <a:pt x="1460" y="392"/>
                    </a:lnTo>
                    <a:lnTo>
                      <a:pt x="1475" y="398"/>
                    </a:lnTo>
                    <a:lnTo>
                      <a:pt x="1487" y="394"/>
                    </a:lnTo>
                    <a:lnTo>
                      <a:pt x="1498" y="389"/>
                    </a:lnTo>
                    <a:lnTo>
                      <a:pt x="1516" y="384"/>
                    </a:lnTo>
                    <a:lnTo>
                      <a:pt x="1521" y="377"/>
                    </a:lnTo>
                    <a:lnTo>
                      <a:pt x="1524" y="356"/>
                    </a:lnTo>
                    <a:lnTo>
                      <a:pt x="1537" y="333"/>
                    </a:lnTo>
                    <a:lnTo>
                      <a:pt x="1548" y="287"/>
                    </a:lnTo>
                    <a:lnTo>
                      <a:pt x="1553" y="270"/>
                    </a:lnTo>
                    <a:lnTo>
                      <a:pt x="1557" y="258"/>
                    </a:lnTo>
                    <a:lnTo>
                      <a:pt x="1560" y="246"/>
                    </a:lnTo>
                    <a:lnTo>
                      <a:pt x="1559" y="231"/>
                    </a:lnTo>
                    <a:lnTo>
                      <a:pt x="1553" y="213"/>
                    </a:lnTo>
                    <a:lnTo>
                      <a:pt x="1555" y="197"/>
                    </a:lnTo>
                    <a:lnTo>
                      <a:pt x="1553" y="165"/>
                    </a:lnTo>
                    <a:lnTo>
                      <a:pt x="1561" y="145"/>
                    </a:lnTo>
                    <a:lnTo>
                      <a:pt x="1560" y="128"/>
                    </a:lnTo>
                    <a:lnTo>
                      <a:pt x="1565" y="118"/>
                    </a:lnTo>
                    <a:lnTo>
                      <a:pt x="1566" y="108"/>
                    </a:lnTo>
                    <a:lnTo>
                      <a:pt x="1559" y="106"/>
                    </a:lnTo>
                    <a:lnTo>
                      <a:pt x="1560" y="95"/>
                    </a:lnTo>
                    <a:lnTo>
                      <a:pt x="1564" y="76"/>
                    </a:lnTo>
                    <a:lnTo>
                      <a:pt x="1575" y="72"/>
                    </a:lnTo>
                    <a:lnTo>
                      <a:pt x="1578" y="64"/>
                    </a:lnTo>
                    <a:lnTo>
                      <a:pt x="1583" y="45"/>
                    </a:lnTo>
                    <a:lnTo>
                      <a:pt x="1596" y="29"/>
                    </a:lnTo>
                    <a:lnTo>
                      <a:pt x="1596" y="16"/>
                    </a:lnTo>
                    <a:lnTo>
                      <a:pt x="1596" y="15"/>
                    </a:lnTo>
                    <a:lnTo>
                      <a:pt x="1599" y="11"/>
                    </a:lnTo>
                    <a:lnTo>
                      <a:pt x="1604" y="10"/>
                    </a:lnTo>
                    <a:lnTo>
                      <a:pt x="1613" y="5"/>
                    </a:lnTo>
                    <a:lnTo>
                      <a:pt x="1616" y="0"/>
                    </a:lnTo>
                    <a:lnTo>
                      <a:pt x="1623" y="2"/>
                    </a:lnTo>
                    <a:lnTo>
                      <a:pt x="1623" y="7"/>
                    </a:lnTo>
                    <a:lnTo>
                      <a:pt x="1624" y="16"/>
                    </a:lnTo>
                    <a:lnTo>
                      <a:pt x="1623" y="16"/>
                    </a:lnTo>
                    <a:lnTo>
                      <a:pt x="1623" y="17"/>
                    </a:lnTo>
                    <a:lnTo>
                      <a:pt x="1625" y="31"/>
                    </a:lnTo>
                    <a:lnTo>
                      <a:pt x="1625" y="58"/>
                    </a:lnTo>
                    <a:lnTo>
                      <a:pt x="1629" y="68"/>
                    </a:lnTo>
                    <a:lnTo>
                      <a:pt x="1639" y="68"/>
                    </a:lnTo>
                    <a:lnTo>
                      <a:pt x="1641" y="74"/>
                    </a:lnTo>
                    <a:lnTo>
                      <a:pt x="1640" y="88"/>
                    </a:lnTo>
                    <a:lnTo>
                      <a:pt x="1646" y="93"/>
                    </a:lnTo>
                    <a:lnTo>
                      <a:pt x="1650" y="103"/>
                    </a:lnTo>
                    <a:lnTo>
                      <a:pt x="1655" y="107"/>
                    </a:lnTo>
                    <a:lnTo>
                      <a:pt x="1656" y="122"/>
                    </a:lnTo>
                    <a:lnTo>
                      <a:pt x="1661" y="124"/>
                    </a:lnTo>
                    <a:lnTo>
                      <a:pt x="1663" y="139"/>
                    </a:lnTo>
                    <a:lnTo>
                      <a:pt x="1667" y="151"/>
                    </a:lnTo>
                    <a:lnTo>
                      <a:pt x="1667" y="171"/>
                    </a:lnTo>
                    <a:lnTo>
                      <a:pt x="1670" y="179"/>
                    </a:lnTo>
                    <a:lnTo>
                      <a:pt x="1672" y="189"/>
                    </a:lnTo>
                    <a:lnTo>
                      <a:pt x="1677" y="199"/>
                    </a:lnTo>
                    <a:lnTo>
                      <a:pt x="1684" y="208"/>
                    </a:lnTo>
                    <a:lnTo>
                      <a:pt x="1693" y="211"/>
                    </a:lnTo>
                    <a:lnTo>
                      <a:pt x="1705" y="200"/>
                    </a:lnTo>
                    <a:lnTo>
                      <a:pt x="1715" y="198"/>
                    </a:lnTo>
                    <a:lnTo>
                      <a:pt x="1723" y="199"/>
                    </a:lnTo>
                    <a:lnTo>
                      <a:pt x="1729" y="215"/>
                    </a:lnTo>
                    <a:lnTo>
                      <a:pt x="1739" y="219"/>
                    </a:lnTo>
                    <a:lnTo>
                      <a:pt x="1747" y="228"/>
                    </a:lnTo>
                    <a:lnTo>
                      <a:pt x="1755" y="232"/>
                    </a:lnTo>
                    <a:lnTo>
                      <a:pt x="1764" y="242"/>
                    </a:lnTo>
                    <a:lnTo>
                      <a:pt x="1761" y="252"/>
                    </a:lnTo>
                    <a:lnTo>
                      <a:pt x="1764" y="258"/>
                    </a:lnTo>
                    <a:lnTo>
                      <a:pt x="1763" y="276"/>
                    </a:lnTo>
                    <a:lnTo>
                      <a:pt x="1766" y="286"/>
                    </a:lnTo>
                    <a:lnTo>
                      <a:pt x="1766" y="295"/>
                    </a:lnTo>
                    <a:lnTo>
                      <a:pt x="1771" y="303"/>
                    </a:lnTo>
                    <a:lnTo>
                      <a:pt x="1771" y="319"/>
                    </a:lnTo>
                    <a:lnTo>
                      <a:pt x="1775" y="332"/>
                    </a:lnTo>
                    <a:lnTo>
                      <a:pt x="1787" y="349"/>
                    </a:lnTo>
                    <a:lnTo>
                      <a:pt x="1796" y="349"/>
                    </a:lnTo>
                    <a:lnTo>
                      <a:pt x="1797" y="361"/>
                    </a:lnTo>
                    <a:lnTo>
                      <a:pt x="1804" y="381"/>
                    </a:lnTo>
                    <a:lnTo>
                      <a:pt x="1807" y="393"/>
                    </a:lnTo>
                    <a:lnTo>
                      <a:pt x="1808" y="409"/>
                    </a:lnTo>
                    <a:lnTo>
                      <a:pt x="1806" y="416"/>
                    </a:lnTo>
                    <a:lnTo>
                      <a:pt x="1806" y="426"/>
                    </a:lnTo>
                    <a:lnTo>
                      <a:pt x="1808" y="437"/>
                    </a:lnTo>
                    <a:lnTo>
                      <a:pt x="1814" y="443"/>
                    </a:lnTo>
                    <a:lnTo>
                      <a:pt x="1819" y="445"/>
                    </a:lnTo>
                    <a:lnTo>
                      <a:pt x="1818" y="448"/>
                    </a:lnTo>
                    <a:lnTo>
                      <a:pt x="1822" y="445"/>
                    </a:lnTo>
                    <a:lnTo>
                      <a:pt x="1822" y="447"/>
                    </a:lnTo>
                    <a:lnTo>
                      <a:pt x="1819" y="452"/>
                    </a:lnTo>
                    <a:lnTo>
                      <a:pt x="1820" y="454"/>
                    </a:lnTo>
                    <a:lnTo>
                      <a:pt x="1820" y="461"/>
                    </a:lnTo>
                    <a:lnTo>
                      <a:pt x="1824" y="470"/>
                    </a:lnTo>
                    <a:lnTo>
                      <a:pt x="1838" y="475"/>
                    </a:lnTo>
                    <a:lnTo>
                      <a:pt x="1841" y="480"/>
                    </a:lnTo>
                    <a:lnTo>
                      <a:pt x="1851" y="485"/>
                    </a:lnTo>
                    <a:lnTo>
                      <a:pt x="1871" y="490"/>
                    </a:lnTo>
                    <a:lnTo>
                      <a:pt x="1874" y="489"/>
                    </a:lnTo>
                    <a:lnTo>
                      <a:pt x="1881" y="485"/>
                    </a:lnTo>
                    <a:lnTo>
                      <a:pt x="1884" y="502"/>
                    </a:lnTo>
                    <a:lnTo>
                      <a:pt x="1888" y="511"/>
                    </a:lnTo>
                    <a:lnTo>
                      <a:pt x="1893" y="515"/>
                    </a:lnTo>
                    <a:lnTo>
                      <a:pt x="1903" y="512"/>
                    </a:lnTo>
                    <a:lnTo>
                      <a:pt x="1911" y="517"/>
                    </a:lnTo>
                    <a:lnTo>
                      <a:pt x="1920" y="518"/>
                    </a:lnTo>
                    <a:lnTo>
                      <a:pt x="1925" y="527"/>
                    </a:lnTo>
                    <a:lnTo>
                      <a:pt x="1931" y="533"/>
                    </a:lnTo>
                    <a:lnTo>
                      <a:pt x="1937" y="529"/>
                    </a:lnTo>
                    <a:lnTo>
                      <a:pt x="1942" y="533"/>
                    </a:lnTo>
                    <a:lnTo>
                      <a:pt x="1954" y="540"/>
                    </a:lnTo>
                    <a:lnTo>
                      <a:pt x="1958" y="545"/>
                    </a:lnTo>
                    <a:lnTo>
                      <a:pt x="1960" y="556"/>
                    </a:lnTo>
                    <a:lnTo>
                      <a:pt x="1953" y="554"/>
                    </a:lnTo>
                    <a:lnTo>
                      <a:pt x="1952" y="566"/>
                    </a:lnTo>
                    <a:lnTo>
                      <a:pt x="1958" y="572"/>
                    </a:lnTo>
                    <a:lnTo>
                      <a:pt x="1968" y="574"/>
                    </a:lnTo>
                    <a:lnTo>
                      <a:pt x="1970" y="580"/>
                    </a:lnTo>
                    <a:lnTo>
                      <a:pt x="1978" y="588"/>
                    </a:lnTo>
                    <a:lnTo>
                      <a:pt x="1980" y="597"/>
                    </a:lnTo>
                    <a:lnTo>
                      <a:pt x="1983" y="603"/>
                    </a:lnTo>
                    <a:lnTo>
                      <a:pt x="1985" y="610"/>
                    </a:lnTo>
                    <a:lnTo>
                      <a:pt x="1992" y="612"/>
                    </a:lnTo>
                    <a:lnTo>
                      <a:pt x="1994" y="619"/>
                    </a:lnTo>
                    <a:lnTo>
                      <a:pt x="1994" y="645"/>
                    </a:lnTo>
                    <a:lnTo>
                      <a:pt x="1996" y="651"/>
                    </a:lnTo>
                    <a:lnTo>
                      <a:pt x="1997" y="658"/>
                    </a:lnTo>
                    <a:lnTo>
                      <a:pt x="2002" y="662"/>
                    </a:lnTo>
                    <a:lnTo>
                      <a:pt x="2005" y="671"/>
                    </a:lnTo>
                    <a:lnTo>
                      <a:pt x="2007" y="672"/>
                    </a:lnTo>
                    <a:lnTo>
                      <a:pt x="2011" y="669"/>
                    </a:lnTo>
                    <a:lnTo>
                      <a:pt x="2017" y="669"/>
                    </a:lnTo>
                    <a:lnTo>
                      <a:pt x="2017" y="655"/>
                    </a:lnTo>
                    <a:lnTo>
                      <a:pt x="2023" y="650"/>
                    </a:lnTo>
                    <a:lnTo>
                      <a:pt x="2027" y="660"/>
                    </a:lnTo>
                    <a:lnTo>
                      <a:pt x="2032" y="665"/>
                    </a:lnTo>
                    <a:lnTo>
                      <a:pt x="2043" y="669"/>
                    </a:lnTo>
                    <a:lnTo>
                      <a:pt x="2051" y="676"/>
                    </a:lnTo>
                    <a:lnTo>
                      <a:pt x="2054" y="661"/>
                    </a:lnTo>
                    <a:lnTo>
                      <a:pt x="2057" y="665"/>
                    </a:lnTo>
                    <a:lnTo>
                      <a:pt x="2059" y="671"/>
                    </a:lnTo>
                    <a:lnTo>
                      <a:pt x="2061" y="674"/>
                    </a:lnTo>
                    <a:lnTo>
                      <a:pt x="2065" y="690"/>
                    </a:lnTo>
                    <a:lnTo>
                      <a:pt x="2065" y="720"/>
                    </a:lnTo>
                    <a:lnTo>
                      <a:pt x="2068" y="733"/>
                    </a:lnTo>
                    <a:lnTo>
                      <a:pt x="2077" y="739"/>
                    </a:lnTo>
                    <a:lnTo>
                      <a:pt x="2083" y="748"/>
                    </a:lnTo>
                    <a:lnTo>
                      <a:pt x="2098" y="760"/>
                    </a:lnTo>
                    <a:lnTo>
                      <a:pt x="2110" y="760"/>
                    </a:lnTo>
                    <a:lnTo>
                      <a:pt x="2118" y="766"/>
                    </a:lnTo>
                    <a:lnTo>
                      <a:pt x="2124" y="774"/>
                    </a:lnTo>
                    <a:lnTo>
                      <a:pt x="2130" y="785"/>
                    </a:lnTo>
                    <a:lnTo>
                      <a:pt x="2132" y="791"/>
                    </a:lnTo>
                    <a:lnTo>
                      <a:pt x="2141" y="800"/>
                    </a:lnTo>
                    <a:lnTo>
                      <a:pt x="2151" y="802"/>
                    </a:lnTo>
                    <a:lnTo>
                      <a:pt x="2151" y="806"/>
                    </a:lnTo>
                    <a:lnTo>
                      <a:pt x="2163" y="824"/>
                    </a:lnTo>
                    <a:lnTo>
                      <a:pt x="2162" y="830"/>
                    </a:lnTo>
                    <a:lnTo>
                      <a:pt x="2173" y="835"/>
                    </a:lnTo>
                    <a:lnTo>
                      <a:pt x="2177" y="844"/>
                    </a:lnTo>
                    <a:lnTo>
                      <a:pt x="2178" y="862"/>
                    </a:lnTo>
                    <a:lnTo>
                      <a:pt x="2184" y="872"/>
                    </a:lnTo>
                    <a:lnTo>
                      <a:pt x="2186" y="876"/>
                    </a:lnTo>
                    <a:lnTo>
                      <a:pt x="2190" y="871"/>
                    </a:lnTo>
                    <a:lnTo>
                      <a:pt x="2191" y="886"/>
                    </a:lnTo>
                    <a:lnTo>
                      <a:pt x="2189" y="900"/>
                    </a:lnTo>
                    <a:lnTo>
                      <a:pt x="2191" y="911"/>
                    </a:lnTo>
                    <a:lnTo>
                      <a:pt x="2194" y="938"/>
                    </a:lnTo>
                    <a:lnTo>
                      <a:pt x="2197" y="948"/>
                    </a:lnTo>
                    <a:lnTo>
                      <a:pt x="2193" y="945"/>
                    </a:lnTo>
                    <a:lnTo>
                      <a:pt x="2191" y="952"/>
                    </a:lnTo>
                    <a:lnTo>
                      <a:pt x="2193" y="956"/>
                    </a:lnTo>
                    <a:lnTo>
                      <a:pt x="2194" y="963"/>
                    </a:lnTo>
                    <a:lnTo>
                      <a:pt x="2197" y="967"/>
                    </a:lnTo>
                    <a:lnTo>
                      <a:pt x="2200" y="979"/>
                    </a:lnTo>
                    <a:lnTo>
                      <a:pt x="2207" y="995"/>
                    </a:lnTo>
                    <a:lnTo>
                      <a:pt x="2216" y="1023"/>
                    </a:lnTo>
                    <a:lnTo>
                      <a:pt x="2217" y="1050"/>
                    </a:lnTo>
                    <a:lnTo>
                      <a:pt x="2215" y="1066"/>
                    </a:lnTo>
                    <a:lnTo>
                      <a:pt x="2211" y="1074"/>
                    </a:lnTo>
                    <a:lnTo>
                      <a:pt x="2206" y="1090"/>
                    </a:lnTo>
                    <a:lnTo>
                      <a:pt x="2204" y="1110"/>
                    </a:lnTo>
                    <a:lnTo>
                      <a:pt x="2199" y="1142"/>
                    </a:lnTo>
                    <a:lnTo>
                      <a:pt x="2196" y="1145"/>
                    </a:lnTo>
                    <a:lnTo>
                      <a:pt x="2189" y="1164"/>
                    </a:lnTo>
                    <a:lnTo>
                      <a:pt x="2188" y="1182"/>
                    </a:lnTo>
                    <a:lnTo>
                      <a:pt x="2190" y="1201"/>
                    </a:lnTo>
                    <a:lnTo>
                      <a:pt x="2186" y="1207"/>
                    </a:lnTo>
                    <a:lnTo>
                      <a:pt x="2186" y="1214"/>
                    </a:lnTo>
                    <a:lnTo>
                      <a:pt x="2172" y="1252"/>
                    </a:lnTo>
                    <a:lnTo>
                      <a:pt x="2167" y="1258"/>
                    </a:lnTo>
                    <a:lnTo>
                      <a:pt x="2162" y="1266"/>
                    </a:lnTo>
                    <a:lnTo>
                      <a:pt x="2156" y="1273"/>
                    </a:lnTo>
                    <a:lnTo>
                      <a:pt x="2156" y="1280"/>
                    </a:lnTo>
                    <a:lnTo>
                      <a:pt x="2158" y="1285"/>
                    </a:lnTo>
                    <a:lnTo>
                      <a:pt x="2153" y="1291"/>
                    </a:lnTo>
                    <a:lnTo>
                      <a:pt x="2145" y="1302"/>
                    </a:lnTo>
                    <a:lnTo>
                      <a:pt x="2137" y="1302"/>
                    </a:lnTo>
                    <a:lnTo>
                      <a:pt x="2135" y="1306"/>
                    </a:lnTo>
                    <a:lnTo>
                      <a:pt x="2141" y="1308"/>
                    </a:lnTo>
                    <a:lnTo>
                      <a:pt x="2130" y="1312"/>
                    </a:lnTo>
                    <a:lnTo>
                      <a:pt x="2123" y="1316"/>
                    </a:lnTo>
                    <a:lnTo>
                      <a:pt x="2120" y="1323"/>
                    </a:lnTo>
                    <a:lnTo>
                      <a:pt x="2114" y="1331"/>
                    </a:lnTo>
                    <a:lnTo>
                      <a:pt x="2108" y="1346"/>
                    </a:lnTo>
                    <a:lnTo>
                      <a:pt x="2100" y="1357"/>
                    </a:lnTo>
                    <a:lnTo>
                      <a:pt x="2094" y="1359"/>
                    </a:lnTo>
                    <a:lnTo>
                      <a:pt x="2091" y="1360"/>
                    </a:lnTo>
                    <a:lnTo>
                      <a:pt x="2089" y="1365"/>
                    </a:lnTo>
                    <a:lnTo>
                      <a:pt x="2097" y="1367"/>
                    </a:lnTo>
                    <a:lnTo>
                      <a:pt x="2096" y="1379"/>
                    </a:lnTo>
                    <a:lnTo>
                      <a:pt x="2091" y="1392"/>
                    </a:lnTo>
                    <a:lnTo>
                      <a:pt x="2088" y="1392"/>
                    </a:lnTo>
                    <a:lnTo>
                      <a:pt x="2087" y="1400"/>
                    </a:lnTo>
                    <a:lnTo>
                      <a:pt x="2078" y="1411"/>
                    </a:lnTo>
                    <a:lnTo>
                      <a:pt x="2065" y="1458"/>
                    </a:lnTo>
                    <a:lnTo>
                      <a:pt x="2065" y="1468"/>
                    </a:lnTo>
                    <a:lnTo>
                      <a:pt x="2056" y="1462"/>
                    </a:lnTo>
                    <a:lnTo>
                      <a:pt x="2049" y="1481"/>
                    </a:lnTo>
                    <a:lnTo>
                      <a:pt x="2044" y="1487"/>
                    </a:lnTo>
                    <a:lnTo>
                      <a:pt x="2041" y="1497"/>
                    </a:lnTo>
                    <a:lnTo>
                      <a:pt x="2038" y="1500"/>
                    </a:lnTo>
                    <a:lnTo>
                      <a:pt x="2034" y="1506"/>
                    </a:lnTo>
                    <a:lnTo>
                      <a:pt x="2033" y="1521"/>
                    </a:lnTo>
                    <a:lnTo>
                      <a:pt x="2029" y="1538"/>
                    </a:lnTo>
                    <a:lnTo>
                      <a:pt x="2033" y="1546"/>
                    </a:lnTo>
                    <a:lnTo>
                      <a:pt x="2030" y="1550"/>
                    </a:lnTo>
                    <a:lnTo>
                      <a:pt x="2029" y="1562"/>
                    </a:lnTo>
                    <a:lnTo>
                      <a:pt x="2023" y="1577"/>
                    </a:lnTo>
                    <a:lnTo>
                      <a:pt x="2021" y="1587"/>
                    </a:lnTo>
                    <a:lnTo>
                      <a:pt x="2021" y="1593"/>
                    </a:lnTo>
                    <a:lnTo>
                      <a:pt x="2024" y="1603"/>
                    </a:lnTo>
                    <a:lnTo>
                      <a:pt x="2024" y="1613"/>
                    </a:lnTo>
                    <a:lnTo>
                      <a:pt x="2023" y="1621"/>
                    </a:lnTo>
                    <a:lnTo>
                      <a:pt x="2021" y="1629"/>
                    </a:lnTo>
                    <a:lnTo>
                      <a:pt x="2012" y="1624"/>
                    </a:lnTo>
                    <a:lnTo>
                      <a:pt x="2008" y="1625"/>
                    </a:lnTo>
                    <a:lnTo>
                      <a:pt x="2007" y="1637"/>
                    </a:lnTo>
                    <a:lnTo>
                      <a:pt x="1987" y="1643"/>
                    </a:lnTo>
                    <a:lnTo>
                      <a:pt x="1932" y="1645"/>
                    </a:lnTo>
                    <a:lnTo>
                      <a:pt x="1920" y="1648"/>
                    </a:lnTo>
                    <a:lnTo>
                      <a:pt x="1898" y="1661"/>
                    </a:lnTo>
                    <a:lnTo>
                      <a:pt x="1888" y="1669"/>
                    </a:lnTo>
                    <a:lnTo>
                      <a:pt x="1874" y="1678"/>
                    </a:lnTo>
                    <a:lnTo>
                      <a:pt x="1868" y="1685"/>
                    </a:lnTo>
                    <a:lnTo>
                      <a:pt x="1866" y="1691"/>
                    </a:lnTo>
                    <a:lnTo>
                      <a:pt x="1854" y="1699"/>
                    </a:lnTo>
                    <a:lnTo>
                      <a:pt x="1847" y="1705"/>
                    </a:lnTo>
                    <a:lnTo>
                      <a:pt x="1844" y="1701"/>
                    </a:lnTo>
                    <a:lnTo>
                      <a:pt x="1830" y="1705"/>
                    </a:lnTo>
                    <a:lnTo>
                      <a:pt x="1823" y="1705"/>
                    </a:lnTo>
                    <a:lnTo>
                      <a:pt x="1819" y="1706"/>
                    </a:lnTo>
                    <a:lnTo>
                      <a:pt x="1818" y="1715"/>
                    </a:lnTo>
                    <a:lnTo>
                      <a:pt x="1822" y="1720"/>
                    </a:lnTo>
                    <a:lnTo>
                      <a:pt x="1825" y="1713"/>
                    </a:lnTo>
                    <a:lnTo>
                      <a:pt x="1831" y="1709"/>
                    </a:lnTo>
                    <a:lnTo>
                      <a:pt x="1836" y="1709"/>
                    </a:lnTo>
                    <a:lnTo>
                      <a:pt x="1833" y="1720"/>
                    </a:lnTo>
                    <a:lnTo>
                      <a:pt x="1831" y="1729"/>
                    </a:lnTo>
                    <a:lnTo>
                      <a:pt x="1826" y="1736"/>
                    </a:lnTo>
                    <a:lnTo>
                      <a:pt x="1813" y="1717"/>
                    </a:lnTo>
                    <a:lnTo>
                      <a:pt x="1808" y="1717"/>
                    </a:lnTo>
                    <a:lnTo>
                      <a:pt x="1799" y="1713"/>
                    </a:lnTo>
                    <a:lnTo>
                      <a:pt x="1796" y="1704"/>
                    </a:lnTo>
                    <a:lnTo>
                      <a:pt x="1785" y="1704"/>
                    </a:lnTo>
                    <a:lnTo>
                      <a:pt x="1777" y="1696"/>
                    </a:lnTo>
                    <a:lnTo>
                      <a:pt x="1776" y="1690"/>
                    </a:lnTo>
                    <a:lnTo>
                      <a:pt x="1779" y="1679"/>
                    </a:lnTo>
                    <a:lnTo>
                      <a:pt x="1772" y="1673"/>
                    </a:lnTo>
                    <a:lnTo>
                      <a:pt x="1760" y="1682"/>
                    </a:lnTo>
                    <a:lnTo>
                      <a:pt x="1750" y="1685"/>
                    </a:lnTo>
                    <a:lnTo>
                      <a:pt x="1739" y="1682"/>
                    </a:lnTo>
                    <a:lnTo>
                      <a:pt x="1736" y="1675"/>
                    </a:lnTo>
                    <a:lnTo>
                      <a:pt x="1749" y="1675"/>
                    </a:lnTo>
                    <a:lnTo>
                      <a:pt x="1752" y="1666"/>
                    </a:lnTo>
                    <a:lnTo>
                      <a:pt x="1750" y="1652"/>
                    </a:lnTo>
                    <a:lnTo>
                      <a:pt x="1741" y="1647"/>
                    </a:lnTo>
                    <a:lnTo>
                      <a:pt x="1725" y="1659"/>
                    </a:lnTo>
                    <a:lnTo>
                      <a:pt x="1715" y="1661"/>
                    </a:lnTo>
                    <a:lnTo>
                      <a:pt x="1728" y="1669"/>
                    </a:lnTo>
                    <a:lnTo>
                      <a:pt x="1729" y="1672"/>
                    </a:lnTo>
                    <a:lnTo>
                      <a:pt x="1721" y="1673"/>
                    </a:lnTo>
                    <a:lnTo>
                      <a:pt x="1710" y="1678"/>
                    </a:lnTo>
                    <a:lnTo>
                      <a:pt x="1699" y="1686"/>
                    </a:lnTo>
                    <a:lnTo>
                      <a:pt x="1690" y="1701"/>
                    </a:lnTo>
                    <a:lnTo>
                      <a:pt x="1672" y="1710"/>
                    </a:lnTo>
                    <a:lnTo>
                      <a:pt x="1658" y="1713"/>
                    </a:lnTo>
                    <a:lnTo>
                      <a:pt x="1655" y="1709"/>
                    </a:lnTo>
                    <a:lnTo>
                      <a:pt x="1635" y="1699"/>
                    </a:lnTo>
                    <a:lnTo>
                      <a:pt x="1616" y="1686"/>
                    </a:lnTo>
                    <a:lnTo>
                      <a:pt x="1607" y="1683"/>
                    </a:lnTo>
                    <a:lnTo>
                      <a:pt x="1593" y="1682"/>
                    </a:lnTo>
                    <a:lnTo>
                      <a:pt x="1572" y="1674"/>
                    </a:lnTo>
                    <a:lnTo>
                      <a:pt x="1564" y="1675"/>
                    </a:lnTo>
                    <a:lnTo>
                      <a:pt x="1555" y="1682"/>
                    </a:lnTo>
                    <a:lnTo>
                      <a:pt x="1548" y="1671"/>
                    </a:lnTo>
                    <a:lnTo>
                      <a:pt x="1529" y="1659"/>
                    </a:lnTo>
                    <a:lnTo>
                      <a:pt x="1511" y="1658"/>
                    </a:lnTo>
                    <a:lnTo>
                      <a:pt x="1496" y="1650"/>
                    </a:lnTo>
                    <a:lnTo>
                      <a:pt x="1486" y="1639"/>
                    </a:lnTo>
                    <a:lnTo>
                      <a:pt x="1481" y="1625"/>
                    </a:lnTo>
                    <a:lnTo>
                      <a:pt x="1470" y="1618"/>
                    </a:lnTo>
                    <a:lnTo>
                      <a:pt x="1458" y="1588"/>
                    </a:lnTo>
                    <a:lnTo>
                      <a:pt x="1457" y="1582"/>
                    </a:lnTo>
                    <a:lnTo>
                      <a:pt x="1462" y="1572"/>
                    </a:lnTo>
                    <a:lnTo>
                      <a:pt x="1463" y="1559"/>
                    </a:lnTo>
                    <a:lnTo>
                      <a:pt x="1453" y="1530"/>
                    </a:lnTo>
                    <a:lnTo>
                      <a:pt x="1430" y="1500"/>
                    </a:lnTo>
                    <a:lnTo>
                      <a:pt x="1437" y="1483"/>
                    </a:lnTo>
                    <a:lnTo>
                      <a:pt x="1436" y="1480"/>
                    </a:lnTo>
                    <a:lnTo>
                      <a:pt x="1421" y="1481"/>
                    </a:lnTo>
                    <a:lnTo>
                      <a:pt x="1406" y="1490"/>
                    </a:lnTo>
                    <a:lnTo>
                      <a:pt x="1389" y="1496"/>
                    </a:lnTo>
                    <a:lnTo>
                      <a:pt x="1379" y="1497"/>
                    </a:lnTo>
                    <a:lnTo>
                      <a:pt x="1372" y="1495"/>
                    </a:lnTo>
                    <a:lnTo>
                      <a:pt x="1379" y="1484"/>
                    </a:lnTo>
                    <a:lnTo>
                      <a:pt x="1387" y="1468"/>
                    </a:lnTo>
                    <a:lnTo>
                      <a:pt x="1390" y="1453"/>
                    </a:lnTo>
                    <a:lnTo>
                      <a:pt x="1390" y="1436"/>
                    </a:lnTo>
                    <a:lnTo>
                      <a:pt x="1384" y="1419"/>
                    </a:lnTo>
                    <a:lnTo>
                      <a:pt x="1376" y="1406"/>
                    </a:lnTo>
                    <a:lnTo>
                      <a:pt x="1368" y="1400"/>
                    </a:lnTo>
                    <a:lnTo>
                      <a:pt x="1356" y="1424"/>
                    </a:lnTo>
                    <a:lnTo>
                      <a:pt x="1356" y="1436"/>
                    </a:lnTo>
                    <a:lnTo>
                      <a:pt x="1352" y="1448"/>
                    </a:lnTo>
                    <a:lnTo>
                      <a:pt x="1350" y="1460"/>
                    </a:lnTo>
                    <a:lnTo>
                      <a:pt x="1349" y="1463"/>
                    </a:lnTo>
                    <a:lnTo>
                      <a:pt x="1340" y="1462"/>
                    </a:lnTo>
                    <a:lnTo>
                      <a:pt x="1329" y="1467"/>
                    </a:lnTo>
                    <a:lnTo>
                      <a:pt x="1317" y="1467"/>
                    </a:lnTo>
                    <a:lnTo>
                      <a:pt x="1307" y="1473"/>
                    </a:lnTo>
                    <a:lnTo>
                      <a:pt x="1301" y="1467"/>
                    </a:lnTo>
                    <a:lnTo>
                      <a:pt x="1306" y="1448"/>
                    </a:lnTo>
                    <a:lnTo>
                      <a:pt x="1319" y="1449"/>
                    </a:lnTo>
                    <a:lnTo>
                      <a:pt x="1330" y="1443"/>
                    </a:lnTo>
                    <a:lnTo>
                      <a:pt x="1334" y="1429"/>
                    </a:lnTo>
                    <a:lnTo>
                      <a:pt x="1335" y="1417"/>
                    </a:lnTo>
                    <a:lnTo>
                      <a:pt x="1333" y="1415"/>
                    </a:lnTo>
                    <a:lnTo>
                      <a:pt x="1333" y="1411"/>
                    </a:lnTo>
                    <a:lnTo>
                      <a:pt x="1334" y="1405"/>
                    </a:lnTo>
                    <a:lnTo>
                      <a:pt x="1334" y="1397"/>
                    </a:lnTo>
                    <a:lnTo>
                      <a:pt x="1339" y="1384"/>
                    </a:lnTo>
                    <a:lnTo>
                      <a:pt x="1345" y="1368"/>
                    </a:lnTo>
                    <a:lnTo>
                      <a:pt x="1351" y="1365"/>
                    </a:lnTo>
                    <a:lnTo>
                      <a:pt x="1357" y="1355"/>
                    </a:lnTo>
                    <a:lnTo>
                      <a:pt x="1357" y="1330"/>
                    </a:lnTo>
                    <a:lnTo>
                      <a:pt x="1363" y="1331"/>
                    </a:lnTo>
                    <a:lnTo>
                      <a:pt x="1362" y="1324"/>
                    </a:lnTo>
                    <a:lnTo>
                      <a:pt x="1358" y="1317"/>
                    </a:lnTo>
                    <a:lnTo>
                      <a:pt x="1358" y="1307"/>
                    </a:lnTo>
                    <a:lnTo>
                      <a:pt x="1355" y="1304"/>
                    </a:lnTo>
                    <a:lnTo>
                      <a:pt x="1355" y="1293"/>
                    </a:lnTo>
                    <a:lnTo>
                      <a:pt x="1350" y="1288"/>
                    </a:lnTo>
                    <a:lnTo>
                      <a:pt x="1347" y="1297"/>
                    </a:lnTo>
                    <a:lnTo>
                      <a:pt x="1347" y="1317"/>
                    </a:lnTo>
                    <a:lnTo>
                      <a:pt x="1342" y="1318"/>
                    </a:lnTo>
                    <a:lnTo>
                      <a:pt x="1335" y="1330"/>
                    </a:lnTo>
                    <a:lnTo>
                      <a:pt x="1330" y="1341"/>
                    </a:lnTo>
                    <a:lnTo>
                      <a:pt x="1324" y="1354"/>
                    </a:lnTo>
                    <a:lnTo>
                      <a:pt x="1323" y="1360"/>
                    </a:lnTo>
                    <a:lnTo>
                      <a:pt x="1318" y="1368"/>
                    </a:lnTo>
                    <a:lnTo>
                      <a:pt x="1307" y="1367"/>
                    </a:lnTo>
                    <a:lnTo>
                      <a:pt x="1302" y="1370"/>
                    </a:lnTo>
                    <a:lnTo>
                      <a:pt x="1301" y="1374"/>
                    </a:lnTo>
                    <a:lnTo>
                      <a:pt x="1287" y="1382"/>
                    </a:lnTo>
                    <a:lnTo>
                      <a:pt x="1282" y="1388"/>
                    </a:lnTo>
                    <a:lnTo>
                      <a:pt x="1275" y="1390"/>
                    </a:lnTo>
                    <a:lnTo>
                      <a:pt x="1269" y="1405"/>
                    </a:lnTo>
                    <a:lnTo>
                      <a:pt x="1259" y="1417"/>
                    </a:lnTo>
                    <a:lnTo>
                      <a:pt x="1249" y="1425"/>
                    </a:lnTo>
                    <a:lnTo>
                      <a:pt x="1245" y="1437"/>
                    </a:lnTo>
                    <a:lnTo>
                      <a:pt x="1252" y="1437"/>
                    </a:lnTo>
                    <a:lnTo>
                      <a:pt x="1252" y="1454"/>
                    </a:lnTo>
                    <a:lnTo>
                      <a:pt x="1245" y="1449"/>
                    </a:lnTo>
                    <a:lnTo>
                      <a:pt x="1238" y="1452"/>
                    </a:lnTo>
                    <a:lnTo>
                      <a:pt x="1229" y="1440"/>
                    </a:lnTo>
                    <a:lnTo>
                      <a:pt x="1220" y="1433"/>
                    </a:lnTo>
                    <a:lnTo>
                      <a:pt x="1214" y="1427"/>
                    </a:lnTo>
                    <a:lnTo>
                      <a:pt x="1205" y="1426"/>
                    </a:lnTo>
                    <a:lnTo>
                      <a:pt x="1205" y="1416"/>
                    </a:lnTo>
                    <a:lnTo>
                      <a:pt x="1221" y="1427"/>
                    </a:lnTo>
                    <a:lnTo>
                      <a:pt x="1222" y="1419"/>
                    </a:lnTo>
                    <a:lnTo>
                      <a:pt x="1220" y="1405"/>
                    </a:lnTo>
                    <a:lnTo>
                      <a:pt x="1214" y="1398"/>
                    </a:lnTo>
                    <a:lnTo>
                      <a:pt x="1211" y="1383"/>
                    </a:lnTo>
                    <a:lnTo>
                      <a:pt x="1204" y="1372"/>
                    </a:lnTo>
                    <a:lnTo>
                      <a:pt x="1195" y="1365"/>
                    </a:lnTo>
                    <a:lnTo>
                      <a:pt x="1190" y="1347"/>
                    </a:lnTo>
                    <a:lnTo>
                      <a:pt x="1186" y="1343"/>
                    </a:lnTo>
                    <a:lnTo>
                      <a:pt x="1183" y="1334"/>
                    </a:lnTo>
                    <a:lnTo>
                      <a:pt x="1177" y="1335"/>
                    </a:lnTo>
                    <a:lnTo>
                      <a:pt x="1166" y="1330"/>
                    </a:lnTo>
                    <a:lnTo>
                      <a:pt x="1156" y="1324"/>
                    </a:lnTo>
                    <a:lnTo>
                      <a:pt x="1150" y="1316"/>
                    </a:lnTo>
                    <a:lnTo>
                      <a:pt x="1150" y="1306"/>
                    </a:lnTo>
                    <a:lnTo>
                      <a:pt x="1155" y="1306"/>
                    </a:lnTo>
                    <a:lnTo>
                      <a:pt x="1156" y="1292"/>
                    </a:lnTo>
                    <a:lnTo>
                      <a:pt x="1135" y="1286"/>
                    </a:lnTo>
                    <a:lnTo>
                      <a:pt x="1114" y="1265"/>
                    </a:lnTo>
                    <a:lnTo>
                      <a:pt x="1108" y="1263"/>
                    </a:lnTo>
                    <a:lnTo>
                      <a:pt x="1110" y="1270"/>
                    </a:lnTo>
                    <a:lnTo>
                      <a:pt x="1100" y="1269"/>
                    </a:lnTo>
                    <a:lnTo>
                      <a:pt x="1091" y="1263"/>
                    </a:lnTo>
                    <a:lnTo>
                      <a:pt x="1069" y="1252"/>
                    </a:lnTo>
                    <a:lnTo>
                      <a:pt x="1062" y="1253"/>
                    </a:lnTo>
                    <a:lnTo>
                      <a:pt x="1054" y="1259"/>
                    </a:lnTo>
                    <a:lnTo>
                      <a:pt x="1051" y="1258"/>
                    </a:lnTo>
                    <a:lnTo>
                      <a:pt x="1045" y="1255"/>
                    </a:lnTo>
                    <a:lnTo>
                      <a:pt x="1017" y="1231"/>
                    </a:lnTo>
                    <a:lnTo>
                      <a:pt x="1006" y="1227"/>
                    </a:lnTo>
                    <a:lnTo>
                      <a:pt x="995" y="1226"/>
                    </a:lnTo>
                    <a:lnTo>
                      <a:pt x="974" y="1225"/>
                    </a:lnTo>
                    <a:lnTo>
                      <a:pt x="941" y="1230"/>
                    </a:lnTo>
                    <a:lnTo>
                      <a:pt x="899" y="1228"/>
                    </a:lnTo>
                    <a:lnTo>
                      <a:pt x="881" y="1228"/>
                    </a:lnTo>
                    <a:lnTo>
                      <a:pt x="840" y="1248"/>
                    </a:lnTo>
                    <a:lnTo>
                      <a:pt x="820" y="1261"/>
                    </a:lnTo>
                    <a:lnTo>
                      <a:pt x="795" y="1263"/>
                    </a:lnTo>
                    <a:lnTo>
                      <a:pt x="779" y="1270"/>
                    </a:lnTo>
                    <a:lnTo>
                      <a:pt x="758" y="1274"/>
                    </a:lnTo>
                    <a:lnTo>
                      <a:pt x="722" y="1273"/>
                    </a:lnTo>
                    <a:lnTo>
                      <a:pt x="710" y="1270"/>
                    </a:lnTo>
                    <a:lnTo>
                      <a:pt x="695" y="1274"/>
                    </a:lnTo>
                    <a:lnTo>
                      <a:pt x="685" y="1282"/>
                    </a:lnTo>
                    <a:lnTo>
                      <a:pt x="658" y="1297"/>
                    </a:lnTo>
                    <a:lnTo>
                      <a:pt x="642" y="1302"/>
                    </a:lnTo>
                    <a:lnTo>
                      <a:pt x="634" y="1309"/>
                    </a:lnTo>
                    <a:lnTo>
                      <a:pt x="625" y="1313"/>
                    </a:lnTo>
                    <a:lnTo>
                      <a:pt x="614" y="1314"/>
                    </a:lnTo>
                    <a:lnTo>
                      <a:pt x="602" y="1320"/>
                    </a:lnTo>
                    <a:lnTo>
                      <a:pt x="596" y="1333"/>
                    </a:lnTo>
                    <a:lnTo>
                      <a:pt x="592" y="1349"/>
                    </a:lnTo>
                    <a:lnTo>
                      <a:pt x="587" y="1354"/>
                    </a:lnTo>
                    <a:lnTo>
                      <a:pt x="581" y="1363"/>
                    </a:lnTo>
                    <a:lnTo>
                      <a:pt x="577" y="1372"/>
                    </a:lnTo>
                    <a:lnTo>
                      <a:pt x="558" y="1377"/>
                    </a:lnTo>
                    <a:lnTo>
                      <a:pt x="549" y="1377"/>
                    </a:lnTo>
                    <a:lnTo>
                      <a:pt x="539" y="1373"/>
                    </a:lnTo>
                    <a:lnTo>
                      <a:pt x="518" y="1376"/>
                    </a:lnTo>
                    <a:lnTo>
                      <a:pt x="496" y="1382"/>
                    </a:lnTo>
                    <a:lnTo>
                      <a:pt x="491" y="1374"/>
                    </a:lnTo>
                    <a:lnTo>
                      <a:pt x="486" y="1372"/>
                    </a:lnTo>
                    <a:lnTo>
                      <a:pt x="480" y="1374"/>
                    </a:lnTo>
                    <a:lnTo>
                      <a:pt x="464" y="1376"/>
                    </a:lnTo>
                    <a:lnTo>
                      <a:pt x="447" y="1372"/>
                    </a:lnTo>
                    <a:lnTo>
                      <a:pt x="435" y="1372"/>
                    </a:lnTo>
                    <a:lnTo>
                      <a:pt x="419" y="1379"/>
                    </a:lnTo>
                    <a:lnTo>
                      <a:pt x="376" y="1378"/>
                    </a:lnTo>
                    <a:lnTo>
                      <a:pt x="365" y="1383"/>
                    </a:lnTo>
                    <a:lnTo>
                      <a:pt x="355" y="1392"/>
                    </a:lnTo>
                    <a:lnTo>
                      <a:pt x="350" y="1399"/>
                    </a:lnTo>
                    <a:lnTo>
                      <a:pt x="352" y="1404"/>
                    </a:lnTo>
                    <a:lnTo>
                      <a:pt x="350" y="1405"/>
                    </a:lnTo>
                    <a:lnTo>
                      <a:pt x="344" y="1411"/>
                    </a:lnTo>
                    <a:lnTo>
                      <a:pt x="333" y="1414"/>
                    </a:lnTo>
                    <a:lnTo>
                      <a:pt x="316" y="1416"/>
                    </a:lnTo>
                    <a:lnTo>
                      <a:pt x="301" y="1426"/>
                    </a:lnTo>
                    <a:lnTo>
                      <a:pt x="292" y="1436"/>
                    </a:lnTo>
                    <a:lnTo>
                      <a:pt x="287" y="1443"/>
                    </a:lnTo>
                    <a:lnTo>
                      <a:pt x="280" y="1449"/>
                    </a:lnTo>
                    <a:lnTo>
                      <a:pt x="271" y="1452"/>
                    </a:lnTo>
                    <a:lnTo>
                      <a:pt x="261" y="1447"/>
                    </a:lnTo>
                    <a:lnTo>
                      <a:pt x="260" y="1458"/>
                    </a:lnTo>
                    <a:lnTo>
                      <a:pt x="253" y="1454"/>
                    </a:lnTo>
                    <a:lnTo>
                      <a:pt x="244" y="1458"/>
                    </a:lnTo>
                    <a:lnTo>
                      <a:pt x="238" y="1451"/>
                    </a:lnTo>
                    <a:lnTo>
                      <a:pt x="205" y="1453"/>
                    </a:lnTo>
                    <a:lnTo>
                      <a:pt x="190" y="1451"/>
                    </a:lnTo>
                    <a:lnTo>
                      <a:pt x="183" y="1443"/>
                    </a:lnTo>
                    <a:lnTo>
                      <a:pt x="174" y="1440"/>
                    </a:lnTo>
                    <a:lnTo>
                      <a:pt x="174" y="1441"/>
                    </a:lnTo>
                    <a:lnTo>
                      <a:pt x="163" y="1440"/>
                    </a:lnTo>
                    <a:lnTo>
                      <a:pt x="148" y="1424"/>
                    </a:lnTo>
                    <a:lnTo>
                      <a:pt x="141" y="1415"/>
                    </a:lnTo>
                    <a:lnTo>
                      <a:pt x="130" y="1405"/>
                    </a:lnTo>
                    <a:lnTo>
                      <a:pt x="120" y="1402"/>
                    </a:lnTo>
                    <a:lnTo>
                      <a:pt x="108" y="1399"/>
                    </a:lnTo>
                    <a:lnTo>
                      <a:pt x="105" y="1370"/>
                    </a:lnTo>
                    <a:lnTo>
                      <a:pt x="107" y="1357"/>
                    </a:lnTo>
                    <a:lnTo>
                      <a:pt x="107" y="1356"/>
                    </a:lnTo>
                    <a:lnTo>
                      <a:pt x="117" y="1360"/>
                    </a:lnTo>
                    <a:lnTo>
                      <a:pt x="125" y="1359"/>
                    </a:lnTo>
                    <a:lnTo>
                      <a:pt x="136" y="1343"/>
                    </a:lnTo>
                    <a:lnTo>
                      <a:pt x="142" y="1328"/>
                    </a:lnTo>
                    <a:lnTo>
                      <a:pt x="142" y="1318"/>
                    </a:lnTo>
                    <a:lnTo>
                      <a:pt x="137" y="1306"/>
                    </a:lnTo>
                    <a:lnTo>
                      <a:pt x="137" y="1291"/>
                    </a:lnTo>
                    <a:lnTo>
                      <a:pt x="139" y="1297"/>
                    </a:lnTo>
                    <a:lnTo>
                      <a:pt x="142" y="1286"/>
                    </a:lnTo>
                    <a:lnTo>
                      <a:pt x="141" y="1265"/>
                    </a:lnTo>
                    <a:lnTo>
                      <a:pt x="144" y="1248"/>
                    </a:lnTo>
                    <a:lnTo>
                      <a:pt x="141" y="1234"/>
                    </a:lnTo>
                    <a:lnTo>
                      <a:pt x="124" y="1196"/>
                    </a:lnTo>
                    <a:lnTo>
                      <a:pt x="121" y="1185"/>
                    </a:lnTo>
                    <a:lnTo>
                      <a:pt x="117" y="1178"/>
                    </a:lnTo>
                    <a:lnTo>
                      <a:pt x="109" y="1168"/>
                    </a:lnTo>
                    <a:lnTo>
                      <a:pt x="103" y="1150"/>
                    </a:lnTo>
                    <a:lnTo>
                      <a:pt x="98" y="1124"/>
                    </a:lnTo>
                    <a:lnTo>
                      <a:pt x="98" y="1092"/>
                    </a:lnTo>
                    <a:lnTo>
                      <a:pt x="94" y="1081"/>
                    </a:lnTo>
                    <a:lnTo>
                      <a:pt x="78" y="1053"/>
                    </a:lnTo>
                    <a:lnTo>
                      <a:pt x="76" y="1039"/>
                    </a:lnTo>
                    <a:lnTo>
                      <a:pt x="66" y="1024"/>
                    </a:lnTo>
                    <a:lnTo>
                      <a:pt x="54" y="1004"/>
                    </a:lnTo>
                    <a:lnTo>
                      <a:pt x="54" y="983"/>
                    </a:lnTo>
                    <a:lnTo>
                      <a:pt x="46" y="965"/>
                    </a:lnTo>
                    <a:lnTo>
                      <a:pt x="40" y="945"/>
                    </a:lnTo>
                    <a:lnTo>
                      <a:pt x="29" y="938"/>
                    </a:lnTo>
                    <a:lnTo>
                      <a:pt x="19" y="927"/>
                    </a:lnTo>
                    <a:lnTo>
                      <a:pt x="13" y="919"/>
                    </a:lnTo>
                    <a:lnTo>
                      <a:pt x="11" y="909"/>
                    </a:lnTo>
                    <a:lnTo>
                      <a:pt x="5" y="905"/>
                    </a:lnTo>
                    <a:lnTo>
                      <a:pt x="0" y="895"/>
                    </a:lnTo>
                    <a:lnTo>
                      <a:pt x="1" y="889"/>
                    </a:lnTo>
                    <a:lnTo>
                      <a:pt x="3" y="894"/>
                    </a:lnTo>
                    <a:lnTo>
                      <a:pt x="8" y="895"/>
                    </a:lnTo>
                    <a:lnTo>
                      <a:pt x="12" y="897"/>
                    </a:lnTo>
                    <a:lnTo>
                      <a:pt x="15" y="904"/>
                    </a:lnTo>
                    <a:lnTo>
                      <a:pt x="16" y="914"/>
                    </a:lnTo>
                    <a:lnTo>
                      <a:pt x="21" y="911"/>
                    </a:lnTo>
                    <a:lnTo>
                      <a:pt x="23" y="918"/>
                    </a:lnTo>
                    <a:lnTo>
                      <a:pt x="31" y="919"/>
                    </a:lnTo>
                    <a:lnTo>
                      <a:pt x="35" y="913"/>
                    </a:lnTo>
                    <a:lnTo>
                      <a:pt x="34" y="904"/>
                    </a:lnTo>
                    <a:lnTo>
                      <a:pt x="26" y="895"/>
                    </a:lnTo>
                    <a:lnTo>
                      <a:pt x="13" y="866"/>
                    </a:lnTo>
                    <a:lnTo>
                      <a:pt x="13" y="856"/>
                    </a:lnTo>
                    <a:lnTo>
                      <a:pt x="17" y="860"/>
                    </a:lnTo>
                    <a:lnTo>
                      <a:pt x="22" y="871"/>
                    </a:lnTo>
                    <a:lnTo>
                      <a:pt x="27" y="894"/>
                    </a:lnTo>
                    <a:lnTo>
                      <a:pt x="35" y="884"/>
                    </a:lnTo>
                    <a:lnTo>
                      <a:pt x="38" y="893"/>
                    </a:lnTo>
                    <a:lnTo>
                      <a:pt x="39" y="904"/>
                    </a:lnTo>
                    <a:lnTo>
                      <a:pt x="46" y="905"/>
                    </a:lnTo>
                    <a:lnTo>
                      <a:pt x="51" y="898"/>
                    </a:lnTo>
                    <a:lnTo>
                      <a:pt x="54" y="886"/>
                    </a:lnTo>
                    <a:lnTo>
                      <a:pt x="53" y="867"/>
                    </a:lnTo>
                    <a:lnTo>
                      <a:pt x="45" y="860"/>
                    </a:lnTo>
                    <a:lnTo>
                      <a:pt x="39" y="848"/>
                    </a:lnTo>
                    <a:lnTo>
                      <a:pt x="37" y="851"/>
                    </a:lnTo>
                    <a:lnTo>
                      <a:pt x="38" y="844"/>
                    </a:lnTo>
                    <a:lnTo>
                      <a:pt x="31" y="832"/>
                    </a:lnTo>
                    <a:lnTo>
                      <a:pt x="23" y="814"/>
                    </a:lnTo>
                    <a:lnTo>
                      <a:pt x="8" y="787"/>
                    </a:lnTo>
                    <a:lnTo>
                      <a:pt x="8" y="758"/>
                    </a:lnTo>
                    <a:lnTo>
                      <a:pt x="13" y="748"/>
                    </a:lnTo>
                    <a:lnTo>
                      <a:pt x="28" y="733"/>
                    </a:lnTo>
                    <a:lnTo>
                      <a:pt x="29" y="725"/>
                    </a:lnTo>
                    <a:lnTo>
                      <a:pt x="28" y="716"/>
                    </a:lnTo>
                    <a:lnTo>
                      <a:pt x="29" y="695"/>
                    </a:lnTo>
                    <a:lnTo>
                      <a:pt x="22" y="683"/>
                    </a:lnTo>
                    <a:lnTo>
                      <a:pt x="27" y="661"/>
                    </a:lnTo>
                    <a:lnTo>
                      <a:pt x="33" y="652"/>
                    </a:lnTo>
                    <a:lnTo>
                      <a:pt x="39" y="637"/>
                    </a:lnTo>
                    <a:lnTo>
                      <a:pt x="43" y="6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grpSp>
          <p:nvGrpSpPr>
            <p:cNvPr id="13" name="Group 66">
              <a:extLst>
                <a:ext uri="{FF2B5EF4-FFF2-40B4-BE49-F238E27FC236}">
                  <a16:creationId xmlns:a16="http://schemas.microsoft.com/office/drawing/2014/main" id="{183F2921-5BE7-CDB8-0F3D-C3051631F5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529863" y="5166970"/>
              <a:ext cx="315814" cy="426026"/>
              <a:chOff x="4910" y="2963"/>
              <a:chExt cx="131" cy="177"/>
            </a:xfrm>
            <a:grpFill/>
          </p:grpSpPr>
          <p:sp>
            <p:nvSpPr>
              <p:cNvPr id="259" name="Freeform 67">
                <a:extLst>
                  <a:ext uri="{FF2B5EF4-FFF2-40B4-BE49-F238E27FC236}">
                    <a16:creationId xmlns:a16="http://schemas.microsoft.com/office/drawing/2014/main" id="{6B07AA70-7A51-A19A-8BC4-6E35CFE25A3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10" y="3048"/>
                <a:ext cx="85" cy="92"/>
              </a:xfrm>
              <a:custGeom>
                <a:avLst/>
                <a:gdLst/>
                <a:ahLst/>
                <a:cxnLst>
                  <a:cxn ang="0">
                    <a:pos x="319" y="16"/>
                  </a:cxn>
                  <a:cxn ang="0">
                    <a:pos x="337" y="0"/>
                  </a:cxn>
                  <a:cxn ang="0">
                    <a:pos x="349" y="22"/>
                  </a:cxn>
                  <a:cxn ang="0">
                    <a:pos x="362" y="51"/>
                  </a:cxn>
                  <a:cxn ang="0">
                    <a:pos x="391" y="35"/>
                  </a:cxn>
                  <a:cxn ang="0">
                    <a:pos x="402" y="35"/>
                  </a:cxn>
                  <a:cxn ang="0">
                    <a:pos x="411" y="47"/>
                  </a:cxn>
                  <a:cxn ang="0">
                    <a:pos x="423" y="40"/>
                  </a:cxn>
                  <a:cxn ang="0">
                    <a:pos x="417" y="68"/>
                  </a:cxn>
                  <a:cxn ang="0">
                    <a:pos x="411" y="114"/>
                  </a:cxn>
                  <a:cxn ang="0">
                    <a:pos x="387" y="141"/>
                  </a:cxn>
                  <a:cxn ang="0">
                    <a:pos x="362" y="180"/>
                  </a:cxn>
                  <a:cxn ang="0">
                    <a:pos x="342" y="228"/>
                  </a:cxn>
                  <a:cxn ang="0">
                    <a:pos x="360" y="246"/>
                  </a:cxn>
                  <a:cxn ang="0">
                    <a:pos x="326" y="235"/>
                  </a:cxn>
                  <a:cxn ang="0">
                    <a:pos x="316" y="244"/>
                  </a:cxn>
                  <a:cxn ang="0">
                    <a:pos x="287" y="262"/>
                  </a:cxn>
                  <a:cxn ang="0">
                    <a:pos x="274" y="265"/>
                  </a:cxn>
                  <a:cxn ang="0">
                    <a:pos x="262" y="320"/>
                  </a:cxn>
                  <a:cxn ang="0">
                    <a:pos x="245" y="361"/>
                  </a:cxn>
                  <a:cxn ang="0">
                    <a:pos x="231" y="390"/>
                  </a:cxn>
                  <a:cxn ang="0">
                    <a:pos x="230" y="410"/>
                  </a:cxn>
                  <a:cxn ang="0">
                    <a:pos x="190" y="434"/>
                  </a:cxn>
                  <a:cxn ang="0">
                    <a:pos x="177" y="449"/>
                  </a:cxn>
                  <a:cxn ang="0">
                    <a:pos x="138" y="463"/>
                  </a:cxn>
                  <a:cxn ang="0">
                    <a:pos x="120" y="454"/>
                  </a:cxn>
                  <a:cxn ang="0">
                    <a:pos x="104" y="454"/>
                  </a:cxn>
                  <a:cxn ang="0">
                    <a:pos x="91" y="441"/>
                  </a:cxn>
                  <a:cxn ang="0">
                    <a:pos x="55" y="421"/>
                  </a:cxn>
                  <a:cxn ang="0">
                    <a:pos x="12" y="422"/>
                  </a:cxn>
                  <a:cxn ang="0">
                    <a:pos x="13" y="413"/>
                  </a:cxn>
                  <a:cxn ang="0">
                    <a:pos x="9" y="405"/>
                  </a:cxn>
                  <a:cxn ang="0">
                    <a:pos x="16" y="391"/>
                  </a:cxn>
                  <a:cxn ang="0">
                    <a:pos x="24" y="379"/>
                  </a:cxn>
                  <a:cxn ang="0">
                    <a:pos x="15" y="366"/>
                  </a:cxn>
                  <a:cxn ang="0">
                    <a:pos x="21" y="353"/>
                  </a:cxn>
                  <a:cxn ang="0">
                    <a:pos x="37" y="356"/>
                  </a:cxn>
                  <a:cxn ang="0">
                    <a:pos x="31" y="347"/>
                  </a:cxn>
                  <a:cxn ang="0">
                    <a:pos x="47" y="325"/>
                  </a:cxn>
                  <a:cxn ang="0">
                    <a:pos x="56" y="329"/>
                  </a:cxn>
                  <a:cxn ang="0">
                    <a:pos x="61" y="304"/>
                  </a:cxn>
                  <a:cxn ang="0">
                    <a:pos x="82" y="278"/>
                  </a:cxn>
                  <a:cxn ang="0">
                    <a:pos x="102" y="255"/>
                  </a:cxn>
                  <a:cxn ang="0">
                    <a:pos x="133" y="249"/>
                  </a:cxn>
                  <a:cxn ang="0">
                    <a:pos x="187" y="208"/>
                  </a:cxn>
                  <a:cxn ang="0">
                    <a:pos x="219" y="178"/>
                  </a:cxn>
                  <a:cxn ang="0">
                    <a:pos x="256" y="144"/>
                  </a:cxn>
                  <a:cxn ang="0">
                    <a:pos x="288" y="81"/>
                  </a:cxn>
                  <a:cxn ang="0">
                    <a:pos x="308" y="34"/>
                  </a:cxn>
                </a:cxnLst>
                <a:rect l="0" t="0" r="r" b="b"/>
                <a:pathLst>
                  <a:path w="424" h="463">
                    <a:moveTo>
                      <a:pt x="308" y="34"/>
                    </a:moveTo>
                    <a:lnTo>
                      <a:pt x="310" y="35"/>
                    </a:lnTo>
                    <a:lnTo>
                      <a:pt x="311" y="20"/>
                    </a:lnTo>
                    <a:lnTo>
                      <a:pt x="319" y="16"/>
                    </a:lnTo>
                    <a:lnTo>
                      <a:pt x="327" y="6"/>
                    </a:lnTo>
                    <a:lnTo>
                      <a:pt x="331" y="6"/>
                    </a:lnTo>
                    <a:lnTo>
                      <a:pt x="333" y="2"/>
                    </a:lnTo>
                    <a:lnTo>
                      <a:pt x="337" y="0"/>
                    </a:lnTo>
                    <a:lnTo>
                      <a:pt x="340" y="3"/>
                    </a:lnTo>
                    <a:lnTo>
                      <a:pt x="340" y="14"/>
                    </a:lnTo>
                    <a:lnTo>
                      <a:pt x="343" y="20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58" y="28"/>
                    </a:lnTo>
                    <a:lnTo>
                      <a:pt x="358" y="45"/>
                    </a:lnTo>
                    <a:lnTo>
                      <a:pt x="362" y="51"/>
                    </a:lnTo>
                    <a:lnTo>
                      <a:pt x="368" y="55"/>
                    </a:lnTo>
                    <a:lnTo>
                      <a:pt x="381" y="44"/>
                    </a:lnTo>
                    <a:lnTo>
                      <a:pt x="387" y="41"/>
                    </a:lnTo>
                    <a:lnTo>
                      <a:pt x="391" y="35"/>
                    </a:lnTo>
                    <a:lnTo>
                      <a:pt x="401" y="29"/>
                    </a:lnTo>
                    <a:lnTo>
                      <a:pt x="406" y="28"/>
                    </a:lnTo>
                    <a:lnTo>
                      <a:pt x="407" y="29"/>
                    </a:lnTo>
                    <a:lnTo>
                      <a:pt x="402" y="35"/>
                    </a:lnTo>
                    <a:lnTo>
                      <a:pt x="403" y="36"/>
                    </a:lnTo>
                    <a:lnTo>
                      <a:pt x="405" y="44"/>
                    </a:lnTo>
                    <a:lnTo>
                      <a:pt x="401" y="54"/>
                    </a:lnTo>
                    <a:lnTo>
                      <a:pt x="411" y="47"/>
                    </a:lnTo>
                    <a:lnTo>
                      <a:pt x="408" y="43"/>
                    </a:lnTo>
                    <a:lnTo>
                      <a:pt x="413" y="34"/>
                    </a:lnTo>
                    <a:lnTo>
                      <a:pt x="418" y="33"/>
                    </a:lnTo>
                    <a:lnTo>
                      <a:pt x="423" y="40"/>
                    </a:lnTo>
                    <a:lnTo>
                      <a:pt x="414" y="51"/>
                    </a:lnTo>
                    <a:lnTo>
                      <a:pt x="418" y="51"/>
                    </a:lnTo>
                    <a:lnTo>
                      <a:pt x="422" y="57"/>
                    </a:lnTo>
                    <a:lnTo>
                      <a:pt x="417" y="68"/>
                    </a:lnTo>
                    <a:lnTo>
                      <a:pt x="424" y="87"/>
                    </a:lnTo>
                    <a:lnTo>
                      <a:pt x="422" y="93"/>
                    </a:lnTo>
                    <a:lnTo>
                      <a:pt x="413" y="106"/>
                    </a:lnTo>
                    <a:lnTo>
                      <a:pt x="411" y="114"/>
                    </a:lnTo>
                    <a:lnTo>
                      <a:pt x="405" y="124"/>
                    </a:lnTo>
                    <a:lnTo>
                      <a:pt x="398" y="125"/>
                    </a:lnTo>
                    <a:lnTo>
                      <a:pt x="397" y="129"/>
                    </a:lnTo>
                    <a:lnTo>
                      <a:pt x="387" y="141"/>
                    </a:lnTo>
                    <a:lnTo>
                      <a:pt x="375" y="168"/>
                    </a:lnTo>
                    <a:lnTo>
                      <a:pt x="369" y="174"/>
                    </a:lnTo>
                    <a:lnTo>
                      <a:pt x="365" y="175"/>
                    </a:lnTo>
                    <a:lnTo>
                      <a:pt x="362" y="180"/>
                    </a:lnTo>
                    <a:lnTo>
                      <a:pt x="349" y="189"/>
                    </a:lnTo>
                    <a:lnTo>
                      <a:pt x="347" y="192"/>
                    </a:lnTo>
                    <a:lnTo>
                      <a:pt x="344" y="217"/>
                    </a:lnTo>
                    <a:lnTo>
                      <a:pt x="342" y="228"/>
                    </a:lnTo>
                    <a:lnTo>
                      <a:pt x="352" y="230"/>
                    </a:lnTo>
                    <a:lnTo>
                      <a:pt x="359" y="234"/>
                    </a:lnTo>
                    <a:lnTo>
                      <a:pt x="362" y="243"/>
                    </a:lnTo>
                    <a:lnTo>
                      <a:pt x="360" y="246"/>
                    </a:lnTo>
                    <a:lnTo>
                      <a:pt x="356" y="240"/>
                    </a:lnTo>
                    <a:lnTo>
                      <a:pt x="354" y="246"/>
                    </a:lnTo>
                    <a:lnTo>
                      <a:pt x="333" y="239"/>
                    </a:lnTo>
                    <a:lnTo>
                      <a:pt x="326" y="235"/>
                    </a:lnTo>
                    <a:lnTo>
                      <a:pt x="324" y="237"/>
                    </a:lnTo>
                    <a:lnTo>
                      <a:pt x="324" y="244"/>
                    </a:lnTo>
                    <a:lnTo>
                      <a:pt x="320" y="248"/>
                    </a:lnTo>
                    <a:lnTo>
                      <a:pt x="316" y="244"/>
                    </a:lnTo>
                    <a:lnTo>
                      <a:pt x="313" y="243"/>
                    </a:lnTo>
                    <a:lnTo>
                      <a:pt x="310" y="249"/>
                    </a:lnTo>
                    <a:lnTo>
                      <a:pt x="295" y="256"/>
                    </a:lnTo>
                    <a:lnTo>
                      <a:pt x="287" y="262"/>
                    </a:lnTo>
                    <a:lnTo>
                      <a:pt x="282" y="262"/>
                    </a:lnTo>
                    <a:lnTo>
                      <a:pt x="279" y="256"/>
                    </a:lnTo>
                    <a:lnTo>
                      <a:pt x="274" y="256"/>
                    </a:lnTo>
                    <a:lnTo>
                      <a:pt x="274" y="265"/>
                    </a:lnTo>
                    <a:lnTo>
                      <a:pt x="272" y="277"/>
                    </a:lnTo>
                    <a:lnTo>
                      <a:pt x="265" y="289"/>
                    </a:lnTo>
                    <a:lnTo>
                      <a:pt x="263" y="302"/>
                    </a:lnTo>
                    <a:lnTo>
                      <a:pt x="262" y="320"/>
                    </a:lnTo>
                    <a:lnTo>
                      <a:pt x="256" y="324"/>
                    </a:lnTo>
                    <a:lnTo>
                      <a:pt x="257" y="336"/>
                    </a:lnTo>
                    <a:lnTo>
                      <a:pt x="247" y="347"/>
                    </a:lnTo>
                    <a:lnTo>
                      <a:pt x="245" y="361"/>
                    </a:lnTo>
                    <a:lnTo>
                      <a:pt x="245" y="369"/>
                    </a:lnTo>
                    <a:lnTo>
                      <a:pt x="239" y="379"/>
                    </a:lnTo>
                    <a:lnTo>
                      <a:pt x="233" y="385"/>
                    </a:lnTo>
                    <a:lnTo>
                      <a:pt x="231" y="390"/>
                    </a:lnTo>
                    <a:lnTo>
                      <a:pt x="231" y="398"/>
                    </a:lnTo>
                    <a:lnTo>
                      <a:pt x="228" y="401"/>
                    </a:lnTo>
                    <a:lnTo>
                      <a:pt x="233" y="402"/>
                    </a:lnTo>
                    <a:lnTo>
                      <a:pt x="230" y="410"/>
                    </a:lnTo>
                    <a:lnTo>
                      <a:pt x="223" y="409"/>
                    </a:lnTo>
                    <a:lnTo>
                      <a:pt x="214" y="415"/>
                    </a:lnTo>
                    <a:lnTo>
                      <a:pt x="204" y="428"/>
                    </a:lnTo>
                    <a:lnTo>
                      <a:pt x="190" y="434"/>
                    </a:lnTo>
                    <a:lnTo>
                      <a:pt x="185" y="437"/>
                    </a:lnTo>
                    <a:lnTo>
                      <a:pt x="185" y="441"/>
                    </a:lnTo>
                    <a:lnTo>
                      <a:pt x="180" y="443"/>
                    </a:lnTo>
                    <a:lnTo>
                      <a:pt x="177" y="449"/>
                    </a:lnTo>
                    <a:lnTo>
                      <a:pt x="172" y="453"/>
                    </a:lnTo>
                    <a:lnTo>
                      <a:pt x="153" y="459"/>
                    </a:lnTo>
                    <a:lnTo>
                      <a:pt x="149" y="459"/>
                    </a:lnTo>
                    <a:lnTo>
                      <a:pt x="138" y="463"/>
                    </a:lnTo>
                    <a:lnTo>
                      <a:pt x="132" y="459"/>
                    </a:lnTo>
                    <a:lnTo>
                      <a:pt x="129" y="452"/>
                    </a:lnTo>
                    <a:lnTo>
                      <a:pt x="126" y="450"/>
                    </a:lnTo>
                    <a:lnTo>
                      <a:pt x="120" y="454"/>
                    </a:lnTo>
                    <a:lnTo>
                      <a:pt x="114" y="455"/>
                    </a:lnTo>
                    <a:lnTo>
                      <a:pt x="110" y="454"/>
                    </a:lnTo>
                    <a:lnTo>
                      <a:pt x="110" y="453"/>
                    </a:lnTo>
                    <a:lnTo>
                      <a:pt x="104" y="454"/>
                    </a:lnTo>
                    <a:lnTo>
                      <a:pt x="102" y="449"/>
                    </a:lnTo>
                    <a:lnTo>
                      <a:pt x="102" y="443"/>
                    </a:lnTo>
                    <a:lnTo>
                      <a:pt x="98" y="444"/>
                    </a:lnTo>
                    <a:lnTo>
                      <a:pt x="91" y="441"/>
                    </a:lnTo>
                    <a:lnTo>
                      <a:pt x="73" y="439"/>
                    </a:lnTo>
                    <a:lnTo>
                      <a:pt x="69" y="427"/>
                    </a:lnTo>
                    <a:lnTo>
                      <a:pt x="64" y="422"/>
                    </a:lnTo>
                    <a:lnTo>
                      <a:pt x="55" y="421"/>
                    </a:lnTo>
                    <a:lnTo>
                      <a:pt x="47" y="428"/>
                    </a:lnTo>
                    <a:lnTo>
                      <a:pt x="39" y="429"/>
                    </a:lnTo>
                    <a:lnTo>
                      <a:pt x="18" y="427"/>
                    </a:lnTo>
                    <a:lnTo>
                      <a:pt x="12" y="422"/>
                    </a:lnTo>
                    <a:lnTo>
                      <a:pt x="15" y="415"/>
                    </a:lnTo>
                    <a:lnTo>
                      <a:pt x="20" y="409"/>
                    </a:lnTo>
                    <a:lnTo>
                      <a:pt x="24" y="402"/>
                    </a:lnTo>
                    <a:lnTo>
                      <a:pt x="13" y="413"/>
                    </a:lnTo>
                    <a:lnTo>
                      <a:pt x="9" y="413"/>
                    </a:lnTo>
                    <a:lnTo>
                      <a:pt x="14" y="402"/>
                    </a:lnTo>
                    <a:lnTo>
                      <a:pt x="14" y="401"/>
                    </a:lnTo>
                    <a:lnTo>
                      <a:pt x="9" y="405"/>
                    </a:lnTo>
                    <a:lnTo>
                      <a:pt x="3" y="406"/>
                    </a:lnTo>
                    <a:lnTo>
                      <a:pt x="0" y="400"/>
                    </a:lnTo>
                    <a:lnTo>
                      <a:pt x="4" y="395"/>
                    </a:lnTo>
                    <a:lnTo>
                      <a:pt x="16" y="391"/>
                    </a:lnTo>
                    <a:lnTo>
                      <a:pt x="24" y="385"/>
                    </a:lnTo>
                    <a:lnTo>
                      <a:pt x="21" y="385"/>
                    </a:lnTo>
                    <a:lnTo>
                      <a:pt x="19" y="383"/>
                    </a:lnTo>
                    <a:lnTo>
                      <a:pt x="24" y="379"/>
                    </a:lnTo>
                    <a:lnTo>
                      <a:pt x="26" y="373"/>
                    </a:lnTo>
                    <a:lnTo>
                      <a:pt x="21" y="373"/>
                    </a:lnTo>
                    <a:lnTo>
                      <a:pt x="16" y="372"/>
                    </a:lnTo>
                    <a:lnTo>
                      <a:pt x="15" y="366"/>
                    </a:lnTo>
                    <a:lnTo>
                      <a:pt x="21" y="366"/>
                    </a:lnTo>
                    <a:lnTo>
                      <a:pt x="25" y="361"/>
                    </a:lnTo>
                    <a:lnTo>
                      <a:pt x="21" y="358"/>
                    </a:lnTo>
                    <a:lnTo>
                      <a:pt x="21" y="353"/>
                    </a:lnTo>
                    <a:lnTo>
                      <a:pt x="26" y="353"/>
                    </a:lnTo>
                    <a:lnTo>
                      <a:pt x="29" y="357"/>
                    </a:lnTo>
                    <a:lnTo>
                      <a:pt x="34" y="355"/>
                    </a:lnTo>
                    <a:lnTo>
                      <a:pt x="37" y="356"/>
                    </a:lnTo>
                    <a:lnTo>
                      <a:pt x="40" y="353"/>
                    </a:lnTo>
                    <a:lnTo>
                      <a:pt x="40" y="351"/>
                    </a:lnTo>
                    <a:lnTo>
                      <a:pt x="35" y="351"/>
                    </a:lnTo>
                    <a:lnTo>
                      <a:pt x="31" y="347"/>
                    </a:lnTo>
                    <a:lnTo>
                      <a:pt x="35" y="329"/>
                    </a:lnTo>
                    <a:lnTo>
                      <a:pt x="42" y="323"/>
                    </a:lnTo>
                    <a:lnTo>
                      <a:pt x="45" y="321"/>
                    </a:lnTo>
                    <a:lnTo>
                      <a:pt x="47" y="325"/>
                    </a:lnTo>
                    <a:lnTo>
                      <a:pt x="48" y="331"/>
                    </a:lnTo>
                    <a:lnTo>
                      <a:pt x="51" y="332"/>
                    </a:lnTo>
                    <a:lnTo>
                      <a:pt x="53" y="332"/>
                    </a:lnTo>
                    <a:lnTo>
                      <a:pt x="56" y="329"/>
                    </a:lnTo>
                    <a:lnTo>
                      <a:pt x="53" y="319"/>
                    </a:lnTo>
                    <a:lnTo>
                      <a:pt x="55" y="315"/>
                    </a:lnTo>
                    <a:lnTo>
                      <a:pt x="58" y="314"/>
                    </a:lnTo>
                    <a:lnTo>
                      <a:pt x="61" y="304"/>
                    </a:lnTo>
                    <a:lnTo>
                      <a:pt x="69" y="302"/>
                    </a:lnTo>
                    <a:lnTo>
                      <a:pt x="75" y="296"/>
                    </a:lnTo>
                    <a:lnTo>
                      <a:pt x="77" y="286"/>
                    </a:lnTo>
                    <a:lnTo>
                      <a:pt x="82" y="278"/>
                    </a:lnTo>
                    <a:lnTo>
                      <a:pt x="89" y="275"/>
                    </a:lnTo>
                    <a:lnTo>
                      <a:pt x="93" y="260"/>
                    </a:lnTo>
                    <a:lnTo>
                      <a:pt x="96" y="260"/>
                    </a:lnTo>
                    <a:lnTo>
                      <a:pt x="102" y="255"/>
                    </a:lnTo>
                    <a:lnTo>
                      <a:pt x="109" y="255"/>
                    </a:lnTo>
                    <a:lnTo>
                      <a:pt x="116" y="251"/>
                    </a:lnTo>
                    <a:lnTo>
                      <a:pt x="123" y="251"/>
                    </a:lnTo>
                    <a:lnTo>
                      <a:pt x="133" y="249"/>
                    </a:lnTo>
                    <a:lnTo>
                      <a:pt x="141" y="244"/>
                    </a:lnTo>
                    <a:lnTo>
                      <a:pt x="154" y="232"/>
                    </a:lnTo>
                    <a:lnTo>
                      <a:pt x="169" y="223"/>
                    </a:lnTo>
                    <a:lnTo>
                      <a:pt x="187" y="208"/>
                    </a:lnTo>
                    <a:lnTo>
                      <a:pt x="201" y="200"/>
                    </a:lnTo>
                    <a:lnTo>
                      <a:pt x="202" y="191"/>
                    </a:lnTo>
                    <a:lnTo>
                      <a:pt x="213" y="181"/>
                    </a:lnTo>
                    <a:lnTo>
                      <a:pt x="219" y="178"/>
                    </a:lnTo>
                    <a:lnTo>
                      <a:pt x="225" y="178"/>
                    </a:lnTo>
                    <a:lnTo>
                      <a:pt x="235" y="170"/>
                    </a:lnTo>
                    <a:lnTo>
                      <a:pt x="241" y="164"/>
                    </a:lnTo>
                    <a:lnTo>
                      <a:pt x="256" y="144"/>
                    </a:lnTo>
                    <a:lnTo>
                      <a:pt x="261" y="126"/>
                    </a:lnTo>
                    <a:lnTo>
                      <a:pt x="265" y="105"/>
                    </a:lnTo>
                    <a:lnTo>
                      <a:pt x="270" y="93"/>
                    </a:lnTo>
                    <a:lnTo>
                      <a:pt x="288" y="81"/>
                    </a:lnTo>
                    <a:lnTo>
                      <a:pt x="294" y="78"/>
                    </a:lnTo>
                    <a:lnTo>
                      <a:pt x="298" y="72"/>
                    </a:lnTo>
                    <a:lnTo>
                      <a:pt x="304" y="60"/>
                    </a:lnTo>
                    <a:lnTo>
                      <a:pt x="30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60" name="Freeform 68">
                <a:extLst>
                  <a:ext uri="{FF2B5EF4-FFF2-40B4-BE49-F238E27FC236}">
                    <a16:creationId xmlns:a16="http://schemas.microsoft.com/office/drawing/2014/main" id="{83D8D281-5478-26FB-5152-BFF4559FC63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78" y="2963"/>
                <a:ext cx="63" cy="99"/>
              </a:xfrm>
              <a:custGeom>
                <a:avLst/>
                <a:gdLst/>
                <a:ahLst/>
                <a:cxnLst>
                  <a:cxn ang="0">
                    <a:pos x="128" y="441"/>
                  </a:cxn>
                  <a:cxn ang="0">
                    <a:pos x="139" y="398"/>
                  </a:cxn>
                  <a:cxn ang="0">
                    <a:pos x="97" y="366"/>
                  </a:cxn>
                  <a:cxn ang="0">
                    <a:pos x="59" y="325"/>
                  </a:cxn>
                  <a:cxn ang="0">
                    <a:pos x="100" y="296"/>
                  </a:cxn>
                  <a:cxn ang="0">
                    <a:pos x="115" y="250"/>
                  </a:cxn>
                  <a:cxn ang="0">
                    <a:pos x="120" y="224"/>
                  </a:cxn>
                  <a:cxn ang="0">
                    <a:pos x="113" y="198"/>
                  </a:cxn>
                  <a:cxn ang="0">
                    <a:pos x="112" y="178"/>
                  </a:cxn>
                  <a:cxn ang="0">
                    <a:pos x="97" y="172"/>
                  </a:cxn>
                  <a:cxn ang="0">
                    <a:pos x="91" y="145"/>
                  </a:cxn>
                  <a:cxn ang="0">
                    <a:pos x="86" y="127"/>
                  </a:cxn>
                  <a:cxn ang="0">
                    <a:pos x="73" y="117"/>
                  </a:cxn>
                  <a:cxn ang="0">
                    <a:pos x="43" y="85"/>
                  </a:cxn>
                  <a:cxn ang="0">
                    <a:pos x="45" y="59"/>
                  </a:cxn>
                  <a:cxn ang="0">
                    <a:pos x="26" y="59"/>
                  </a:cxn>
                  <a:cxn ang="0">
                    <a:pos x="7" y="14"/>
                  </a:cxn>
                  <a:cxn ang="0">
                    <a:pos x="10" y="0"/>
                  </a:cxn>
                  <a:cxn ang="0">
                    <a:pos x="19" y="28"/>
                  </a:cxn>
                  <a:cxn ang="0">
                    <a:pos x="35" y="30"/>
                  </a:cxn>
                  <a:cxn ang="0">
                    <a:pos x="59" y="41"/>
                  </a:cxn>
                  <a:cxn ang="0">
                    <a:pos x="78" y="59"/>
                  </a:cxn>
                  <a:cxn ang="0">
                    <a:pos x="87" y="70"/>
                  </a:cxn>
                  <a:cxn ang="0">
                    <a:pos x="100" y="96"/>
                  </a:cxn>
                  <a:cxn ang="0">
                    <a:pos x="86" y="96"/>
                  </a:cxn>
                  <a:cxn ang="0">
                    <a:pos x="96" y="107"/>
                  </a:cxn>
                  <a:cxn ang="0">
                    <a:pos x="110" y="140"/>
                  </a:cxn>
                  <a:cxn ang="0">
                    <a:pos x="109" y="159"/>
                  </a:cxn>
                  <a:cxn ang="0">
                    <a:pos x="116" y="170"/>
                  </a:cxn>
                  <a:cxn ang="0">
                    <a:pos x="136" y="169"/>
                  </a:cxn>
                  <a:cxn ang="0">
                    <a:pos x="151" y="182"/>
                  </a:cxn>
                  <a:cxn ang="0">
                    <a:pos x="147" y="141"/>
                  </a:cxn>
                  <a:cxn ang="0">
                    <a:pos x="167" y="162"/>
                  </a:cxn>
                  <a:cxn ang="0">
                    <a:pos x="169" y="192"/>
                  </a:cxn>
                  <a:cxn ang="0">
                    <a:pos x="185" y="219"/>
                  </a:cxn>
                  <a:cxn ang="0">
                    <a:pos x="239" y="240"/>
                  </a:cxn>
                  <a:cxn ang="0">
                    <a:pos x="266" y="224"/>
                  </a:cxn>
                  <a:cxn ang="0">
                    <a:pos x="286" y="210"/>
                  </a:cxn>
                  <a:cxn ang="0">
                    <a:pos x="313" y="231"/>
                  </a:cxn>
                  <a:cxn ang="0">
                    <a:pos x="307" y="272"/>
                  </a:cxn>
                  <a:cxn ang="0">
                    <a:pos x="286" y="304"/>
                  </a:cxn>
                  <a:cxn ang="0">
                    <a:pos x="287" y="321"/>
                  </a:cxn>
                  <a:cxn ang="0">
                    <a:pos x="269" y="315"/>
                  </a:cxn>
                  <a:cxn ang="0">
                    <a:pos x="242" y="323"/>
                  </a:cxn>
                  <a:cxn ang="0">
                    <a:pos x="232" y="356"/>
                  </a:cxn>
                  <a:cxn ang="0">
                    <a:pos x="217" y="404"/>
                  </a:cxn>
                  <a:cxn ang="0">
                    <a:pos x="171" y="479"/>
                  </a:cxn>
                  <a:cxn ang="0">
                    <a:pos x="132" y="481"/>
                  </a:cxn>
                </a:cxnLst>
                <a:rect l="0" t="0" r="r" b="b"/>
                <a:pathLst>
                  <a:path w="313" h="495">
                    <a:moveTo>
                      <a:pt x="109" y="469"/>
                    </a:moveTo>
                    <a:lnTo>
                      <a:pt x="118" y="458"/>
                    </a:lnTo>
                    <a:lnTo>
                      <a:pt x="121" y="449"/>
                    </a:lnTo>
                    <a:lnTo>
                      <a:pt x="128" y="441"/>
                    </a:lnTo>
                    <a:lnTo>
                      <a:pt x="134" y="429"/>
                    </a:lnTo>
                    <a:lnTo>
                      <a:pt x="135" y="417"/>
                    </a:lnTo>
                    <a:lnTo>
                      <a:pt x="139" y="407"/>
                    </a:lnTo>
                    <a:lnTo>
                      <a:pt x="139" y="398"/>
                    </a:lnTo>
                    <a:lnTo>
                      <a:pt x="134" y="391"/>
                    </a:lnTo>
                    <a:lnTo>
                      <a:pt x="120" y="375"/>
                    </a:lnTo>
                    <a:lnTo>
                      <a:pt x="108" y="372"/>
                    </a:lnTo>
                    <a:lnTo>
                      <a:pt x="97" y="366"/>
                    </a:lnTo>
                    <a:lnTo>
                      <a:pt x="80" y="350"/>
                    </a:lnTo>
                    <a:lnTo>
                      <a:pt x="67" y="349"/>
                    </a:lnTo>
                    <a:lnTo>
                      <a:pt x="57" y="337"/>
                    </a:lnTo>
                    <a:lnTo>
                      <a:pt x="59" y="325"/>
                    </a:lnTo>
                    <a:lnTo>
                      <a:pt x="69" y="316"/>
                    </a:lnTo>
                    <a:lnTo>
                      <a:pt x="78" y="310"/>
                    </a:lnTo>
                    <a:lnTo>
                      <a:pt x="92" y="306"/>
                    </a:lnTo>
                    <a:lnTo>
                      <a:pt x="100" y="296"/>
                    </a:lnTo>
                    <a:lnTo>
                      <a:pt x="104" y="283"/>
                    </a:lnTo>
                    <a:lnTo>
                      <a:pt x="105" y="261"/>
                    </a:lnTo>
                    <a:lnTo>
                      <a:pt x="109" y="250"/>
                    </a:lnTo>
                    <a:lnTo>
                      <a:pt x="115" y="250"/>
                    </a:lnTo>
                    <a:lnTo>
                      <a:pt x="118" y="247"/>
                    </a:lnTo>
                    <a:lnTo>
                      <a:pt x="118" y="237"/>
                    </a:lnTo>
                    <a:lnTo>
                      <a:pt x="115" y="229"/>
                    </a:lnTo>
                    <a:lnTo>
                      <a:pt x="120" y="224"/>
                    </a:lnTo>
                    <a:lnTo>
                      <a:pt x="118" y="220"/>
                    </a:lnTo>
                    <a:lnTo>
                      <a:pt x="115" y="208"/>
                    </a:lnTo>
                    <a:lnTo>
                      <a:pt x="116" y="196"/>
                    </a:lnTo>
                    <a:lnTo>
                      <a:pt x="113" y="198"/>
                    </a:lnTo>
                    <a:lnTo>
                      <a:pt x="104" y="188"/>
                    </a:lnTo>
                    <a:lnTo>
                      <a:pt x="102" y="182"/>
                    </a:lnTo>
                    <a:lnTo>
                      <a:pt x="108" y="182"/>
                    </a:lnTo>
                    <a:lnTo>
                      <a:pt x="112" y="178"/>
                    </a:lnTo>
                    <a:lnTo>
                      <a:pt x="113" y="175"/>
                    </a:lnTo>
                    <a:lnTo>
                      <a:pt x="112" y="171"/>
                    </a:lnTo>
                    <a:lnTo>
                      <a:pt x="107" y="170"/>
                    </a:lnTo>
                    <a:lnTo>
                      <a:pt x="97" y="172"/>
                    </a:lnTo>
                    <a:lnTo>
                      <a:pt x="86" y="151"/>
                    </a:lnTo>
                    <a:lnTo>
                      <a:pt x="81" y="138"/>
                    </a:lnTo>
                    <a:lnTo>
                      <a:pt x="87" y="148"/>
                    </a:lnTo>
                    <a:lnTo>
                      <a:pt x="91" y="145"/>
                    </a:lnTo>
                    <a:lnTo>
                      <a:pt x="92" y="133"/>
                    </a:lnTo>
                    <a:lnTo>
                      <a:pt x="87" y="133"/>
                    </a:lnTo>
                    <a:lnTo>
                      <a:pt x="83" y="130"/>
                    </a:lnTo>
                    <a:lnTo>
                      <a:pt x="86" y="127"/>
                    </a:lnTo>
                    <a:lnTo>
                      <a:pt x="86" y="117"/>
                    </a:lnTo>
                    <a:lnTo>
                      <a:pt x="82" y="113"/>
                    </a:lnTo>
                    <a:lnTo>
                      <a:pt x="80" y="117"/>
                    </a:lnTo>
                    <a:lnTo>
                      <a:pt x="73" y="117"/>
                    </a:lnTo>
                    <a:lnTo>
                      <a:pt x="72" y="122"/>
                    </a:lnTo>
                    <a:lnTo>
                      <a:pt x="73" y="129"/>
                    </a:lnTo>
                    <a:lnTo>
                      <a:pt x="60" y="107"/>
                    </a:lnTo>
                    <a:lnTo>
                      <a:pt x="43" y="85"/>
                    </a:lnTo>
                    <a:lnTo>
                      <a:pt x="38" y="75"/>
                    </a:lnTo>
                    <a:lnTo>
                      <a:pt x="37" y="71"/>
                    </a:lnTo>
                    <a:lnTo>
                      <a:pt x="42" y="67"/>
                    </a:lnTo>
                    <a:lnTo>
                      <a:pt x="45" y="59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33" y="68"/>
                    </a:lnTo>
                    <a:lnTo>
                      <a:pt x="26" y="59"/>
                    </a:lnTo>
                    <a:lnTo>
                      <a:pt x="22" y="49"/>
                    </a:lnTo>
                    <a:lnTo>
                      <a:pt x="23" y="44"/>
                    </a:lnTo>
                    <a:lnTo>
                      <a:pt x="21" y="35"/>
                    </a:lnTo>
                    <a:lnTo>
                      <a:pt x="7" y="14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8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3" y="11"/>
                    </a:lnTo>
                    <a:lnTo>
                      <a:pt x="19" y="22"/>
                    </a:lnTo>
                    <a:lnTo>
                      <a:pt x="19" y="28"/>
                    </a:lnTo>
                    <a:lnTo>
                      <a:pt x="24" y="36"/>
                    </a:lnTo>
                    <a:lnTo>
                      <a:pt x="29" y="32"/>
                    </a:lnTo>
                    <a:lnTo>
                      <a:pt x="34" y="27"/>
                    </a:lnTo>
                    <a:lnTo>
                      <a:pt x="35" y="30"/>
                    </a:lnTo>
                    <a:lnTo>
                      <a:pt x="35" y="35"/>
                    </a:lnTo>
                    <a:lnTo>
                      <a:pt x="46" y="35"/>
                    </a:lnTo>
                    <a:lnTo>
                      <a:pt x="51" y="38"/>
                    </a:lnTo>
                    <a:lnTo>
                      <a:pt x="59" y="41"/>
                    </a:lnTo>
                    <a:lnTo>
                      <a:pt x="64" y="40"/>
                    </a:lnTo>
                    <a:lnTo>
                      <a:pt x="73" y="48"/>
                    </a:lnTo>
                    <a:lnTo>
                      <a:pt x="66" y="52"/>
                    </a:lnTo>
                    <a:lnTo>
                      <a:pt x="78" y="59"/>
                    </a:lnTo>
                    <a:lnTo>
                      <a:pt x="80" y="56"/>
                    </a:lnTo>
                    <a:lnTo>
                      <a:pt x="83" y="59"/>
                    </a:lnTo>
                    <a:lnTo>
                      <a:pt x="85" y="64"/>
                    </a:lnTo>
                    <a:lnTo>
                      <a:pt x="87" y="70"/>
                    </a:lnTo>
                    <a:lnTo>
                      <a:pt x="96" y="79"/>
                    </a:lnTo>
                    <a:lnTo>
                      <a:pt x="98" y="83"/>
                    </a:lnTo>
                    <a:lnTo>
                      <a:pt x="98" y="87"/>
                    </a:lnTo>
                    <a:lnTo>
                      <a:pt x="100" y="96"/>
                    </a:lnTo>
                    <a:lnTo>
                      <a:pt x="98" y="94"/>
                    </a:lnTo>
                    <a:lnTo>
                      <a:pt x="89" y="89"/>
                    </a:lnTo>
                    <a:lnTo>
                      <a:pt x="85" y="89"/>
                    </a:lnTo>
                    <a:lnTo>
                      <a:pt x="86" y="96"/>
                    </a:lnTo>
                    <a:lnTo>
                      <a:pt x="87" y="97"/>
                    </a:lnTo>
                    <a:lnTo>
                      <a:pt x="89" y="97"/>
                    </a:lnTo>
                    <a:lnTo>
                      <a:pt x="93" y="100"/>
                    </a:lnTo>
                    <a:lnTo>
                      <a:pt x="96" y="107"/>
                    </a:lnTo>
                    <a:lnTo>
                      <a:pt x="103" y="114"/>
                    </a:lnTo>
                    <a:lnTo>
                      <a:pt x="109" y="126"/>
                    </a:lnTo>
                    <a:lnTo>
                      <a:pt x="116" y="134"/>
                    </a:lnTo>
                    <a:lnTo>
                      <a:pt x="110" y="140"/>
                    </a:lnTo>
                    <a:lnTo>
                      <a:pt x="109" y="148"/>
                    </a:lnTo>
                    <a:lnTo>
                      <a:pt x="113" y="151"/>
                    </a:lnTo>
                    <a:lnTo>
                      <a:pt x="113" y="159"/>
                    </a:lnTo>
                    <a:lnTo>
                      <a:pt x="109" y="159"/>
                    </a:lnTo>
                    <a:lnTo>
                      <a:pt x="105" y="162"/>
                    </a:lnTo>
                    <a:lnTo>
                      <a:pt x="108" y="165"/>
                    </a:lnTo>
                    <a:lnTo>
                      <a:pt x="112" y="165"/>
                    </a:lnTo>
                    <a:lnTo>
                      <a:pt x="116" y="170"/>
                    </a:lnTo>
                    <a:lnTo>
                      <a:pt x="123" y="170"/>
                    </a:lnTo>
                    <a:lnTo>
                      <a:pt x="125" y="167"/>
                    </a:lnTo>
                    <a:lnTo>
                      <a:pt x="132" y="167"/>
                    </a:lnTo>
                    <a:lnTo>
                      <a:pt x="136" y="169"/>
                    </a:lnTo>
                    <a:lnTo>
                      <a:pt x="137" y="177"/>
                    </a:lnTo>
                    <a:lnTo>
                      <a:pt x="140" y="184"/>
                    </a:lnTo>
                    <a:lnTo>
                      <a:pt x="146" y="187"/>
                    </a:lnTo>
                    <a:lnTo>
                      <a:pt x="151" y="182"/>
                    </a:lnTo>
                    <a:lnTo>
                      <a:pt x="150" y="156"/>
                    </a:lnTo>
                    <a:lnTo>
                      <a:pt x="150" y="151"/>
                    </a:lnTo>
                    <a:lnTo>
                      <a:pt x="143" y="141"/>
                    </a:lnTo>
                    <a:lnTo>
                      <a:pt x="147" y="141"/>
                    </a:lnTo>
                    <a:lnTo>
                      <a:pt x="151" y="148"/>
                    </a:lnTo>
                    <a:lnTo>
                      <a:pt x="164" y="151"/>
                    </a:lnTo>
                    <a:lnTo>
                      <a:pt x="164" y="161"/>
                    </a:lnTo>
                    <a:lnTo>
                      <a:pt x="167" y="162"/>
                    </a:lnTo>
                    <a:lnTo>
                      <a:pt x="167" y="171"/>
                    </a:lnTo>
                    <a:lnTo>
                      <a:pt x="169" y="176"/>
                    </a:lnTo>
                    <a:lnTo>
                      <a:pt x="168" y="186"/>
                    </a:lnTo>
                    <a:lnTo>
                      <a:pt x="169" y="192"/>
                    </a:lnTo>
                    <a:lnTo>
                      <a:pt x="173" y="197"/>
                    </a:lnTo>
                    <a:lnTo>
                      <a:pt x="175" y="203"/>
                    </a:lnTo>
                    <a:lnTo>
                      <a:pt x="178" y="213"/>
                    </a:lnTo>
                    <a:lnTo>
                      <a:pt x="185" y="219"/>
                    </a:lnTo>
                    <a:lnTo>
                      <a:pt x="194" y="219"/>
                    </a:lnTo>
                    <a:lnTo>
                      <a:pt x="205" y="227"/>
                    </a:lnTo>
                    <a:lnTo>
                      <a:pt x="232" y="235"/>
                    </a:lnTo>
                    <a:lnTo>
                      <a:pt x="239" y="240"/>
                    </a:lnTo>
                    <a:lnTo>
                      <a:pt x="249" y="241"/>
                    </a:lnTo>
                    <a:lnTo>
                      <a:pt x="254" y="235"/>
                    </a:lnTo>
                    <a:lnTo>
                      <a:pt x="259" y="235"/>
                    </a:lnTo>
                    <a:lnTo>
                      <a:pt x="266" y="224"/>
                    </a:lnTo>
                    <a:lnTo>
                      <a:pt x="271" y="221"/>
                    </a:lnTo>
                    <a:lnTo>
                      <a:pt x="276" y="218"/>
                    </a:lnTo>
                    <a:lnTo>
                      <a:pt x="284" y="213"/>
                    </a:lnTo>
                    <a:lnTo>
                      <a:pt x="286" y="210"/>
                    </a:lnTo>
                    <a:lnTo>
                      <a:pt x="292" y="208"/>
                    </a:lnTo>
                    <a:lnTo>
                      <a:pt x="301" y="210"/>
                    </a:lnTo>
                    <a:lnTo>
                      <a:pt x="313" y="218"/>
                    </a:lnTo>
                    <a:lnTo>
                      <a:pt x="313" y="231"/>
                    </a:lnTo>
                    <a:lnTo>
                      <a:pt x="308" y="246"/>
                    </a:lnTo>
                    <a:lnTo>
                      <a:pt x="308" y="262"/>
                    </a:lnTo>
                    <a:lnTo>
                      <a:pt x="307" y="264"/>
                    </a:lnTo>
                    <a:lnTo>
                      <a:pt x="307" y="272"/>
                    </a:lnTo>
                    <a:lnTo>
                      <a:pt x="304" y="280"/>
                    </a:lnTo>
                    <a:lnTo>
                      <a:pt x="296" y="286"/>
                    </a:lnTo>
                    <a:lnTo>
                      <a:pt x="287" y="290"/>
                    </a:lnTo>
                    <a:lnTo>
                      <a:pt x="286" y="304"/>
                    </a:lnTo>
                    <a:lnTo>
                      <a:pt x="284" y="307"/>
                    </a:lnTo>
                    <a:lnTo>
                      <a:pt x="285" y="316"/>
                    </a:lnTo>
                    <a:lnTo>
                      <a:pt x="287" y="317"/>
                    </a:lnTo>
                    <a:lnTo>
                      <a:pt x="287" y="321"/>
                    </a:lnTo>
                    <a:lnTo>
                      <a:pt x="282" y="328"/>
                    </a:lnTo>
                    <a:lnTo>
                      <a:pt x="280" y="316"/>
                    </a:lnTo>
                    <a:lnTo>
                      <a:pt x="275" y="315"/>
                    </a:lnTo>
                    <a:lnTo>
                      <a:pt x="269" y="315"/>
                    </a:lnTo>
                    <a:lnTo>
                      <a:pt x="261" y="316"/>
                    </a:lnTo>
                    <a:lnTo>
                      <a:pt x="253" y="316"/>
                    </a:lnTo>
                    <a:lnTo>
                      <a:pt x="247" y="318"/>
                    </a:lnTo>
                    <a:lnTo>
                      <a:pt x="242" y="323"/>
                    </a:lnTo>
                    <a:lnTo>
                      <a:pt x="226" y="345"/>
                    </a:lnTo>
                    <a:lnTo>
                      <a:pt x="226" y="349"/>
                    </a:lnTo>
                    <a:lnTo>
                      <a:pt x="228" y="348"/>
                    </a:lnTo>
                    <a:lnTo>
                      <a:pt x="232" y="356"/>
                    </a:lnTo>
                    <a:lnTo>
                      <a:pt x="237" y="360"/>
                    </a:lnTo>
                    <a:lnTo>
                      <a:pt x="236" y="369"/>
                    </a:lnTo>
                    <a:lnTo>
                      <a:pt x="231" y="380"/>
                    </a:lnTo>
                    <a:lnTo>
                      <a:pt x="217" y="404"/>
                    </a:lnTo>
                    <a:lnTo>
                      <a:pt x="215" y="412"/>
                    </a:lnTo>
                    <a:lnTo>
                      <a:pt x="202" y="428"/>
                    </a:lnTo>
                    <a:lnTo>
                      <a:pt x="182" y="463"/>
                    </a:lnTo>
                    <a:lnTo>
                      <a:pt x="171" y="479"/>
                    </a:lnTo>
                    <a:lnTo>
                      <a:pt x="153" y="492"/>
                    </a:lnTo>
                    <a:lnTo>
                      <a:pt x="145" y="495"/>
                    </a:lnTo>
                    <a:lnTo>
                      <a:pt x="137" y="488"/>
                    </a:lnTo>
                    <a:lnTo>
                      <a:pt x="132" y="481"/>
                    </a:lnTo>
                    <a:lnTo>
                      <a:pt x="113" y="482"/>
                    </a:lnTo>
                    <a:lnTo>
                      <a:pt x="109" y="473"/>
                    </a:lnTo>
                    <a:lnTo>
                      <a:pt x="109" y="4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14" name="Freeform 69">
              <a:extLst>
                <a:ext uri="{FF2B5EF4-FFF2-40B4-BE49-F238E27FC236}">
                  <a16:creationId xmlns:a16="http://schemas.microsoft.com/office/drawing/2014/main" id="{C4D312B5-5AED-7B72-37E7-70A07F7A4EB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462625" y="4747059"/>
              <a:ext cx="77425" cy="63190"/>
            </a:xfrm>
            <a:custGeom>
              <a:avLst/>
              <a:gdLst/>
              <a:ahLst/>
              <a:cxnLst>
                <a:cxn ang="0">
                  <a:pos x="60" y="71"/>
                </a:cxn>
                <a:cxn ang="0">
                  <a:pos x="39" y="60"/>
                </a:cxn>
                <a:cxn ang="0">
                  <a:pos x="27" y="43"/>
                </a:cxn>
                <a:cxn ang="0">
                  <a:pos x="21" y="38"/>
                </a:cxn>
                <a:cxn ang="0">
                  <a:pos x="16" y="26"/>
                </a:cxn>
                <a:cxn ang="0">
                  <a:pos x="6" y="17"/>
                </a:cxn>
                <a:cxn ang="0">
                  <a:pos x="6" y="9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14" y="5"/>
                </a:cxn>
                <a:cxn ang="0">
                  <a:pos x="19" y="4"/>
                </a:cxn>
                <a:cxn ang="0">
                  <a:pos x="33" y="14"/>
                </a:cxn>
                <a:cxn ang="0">
                  <a:pos x="40" y="16"/>
                </a:cxn>
                <a:cxn ang="0">
                  <a:pos x="41" y="21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9" y="29"/>
                </a:cxn>
                <a:cxn ang="0">
                  <a:pos x="67" y="43"/>
                </a:cxn>
                <a:cxn ang="0">
                  <a:pos x="72" y="47"/>
                </a:cxn>
                <a:cxn ang="0">
                  <a:pos x="75" y="57"/>
                </a:cxn>
                <a:cxn ang="0">
                  <a:pos x="78" y="58"/>
                </a:cxn>
                <a:cxn ang="0">
                  <a:pos x="82" y="63"/>
                </a:cxn>
                <a:cxn ang="0">
                  <a:pos x="89" y="68"/>
                </a:cxn>
                <a:cxn ang="0">
                  <a:pos x="94" y="74"/>
                </a:cxn>
                <a:cxn ang="0">
                  <a:pos x="98" y="75"/>
                </a:cxn>
                <a:cxn ang="0">
                  <a:pos x="100" y="81"/>
                </a:cxn>
                <a:cxn ang="0">
                  <a:pos x="109" y="82"/>
                </a:cxn>
                <a:cxn ang="0">
                  <a:pos x="123" y="86"/>
                </a:cxn>
                <a:cxn ang="0">
                  <a:pos x="141" y="103"/>
                </a:cxn>
                <a:cxn ang="0">
                  <a:pos x="143" y="109"/>
                </a:cxn>
                <a:cxn ang="0">
                  <a:pos x="150" y="108"/>
                </a:cxn>
                <a:cxn ang="0">
                  <a:pos x="157" y="114"/>
                </a:cxn>
                <a:cxn ang="0">
                  <a:pos x="159" y="123"/>
                </a:cxn>
                <a:cxn ang="0">
                  <a:pos x="158" y="125"/>
                </a:cxn>
                <a:cxn ang="0">
                  <a:pos x="153" y="125"/>
                </a:cxn>
                <a:cxn ang="0">
                  <a:pos x="152" y="133"/>
                </a:cxn>
                <a:cxn ang="0">
                  <a:pos x="150" y="131"/>
                </a:cxn>
                <a:cxn ang="0">
                  <a:pos x="147" y="127"/>
                </a:cxn>
                <a:cxn ang="0">
                  <a:pos x="141" y="122"/>
                </a:cxn>
                <a:cxn ang="0">
                  <a:pos x="138" y="119"/>
                </a:cxn>
                <a:cxn ang="0">
                  <a:pos x="130" y="119"/>
                </a:cxn>
                <a:cxn ang="0">
                  <a:pos x="124" y="115"/>
                </a:cxn>
                <a:cxn ang="0">
                  <a:pos x="116" y="115"/>
                </a:cxn>
                <a:cxn ang="0">
                  <a:pos x="114" y="112"/>
                </a:cxn>
                <a:cxn ang="0">
                  <a:pos x="113" y="104"/>
                </a:cxn>
                <a:cxn ang="0">
                  <a:pos x="108" y="104"/>
                </a:cxn>
                <a:cxn ang="0">
                  <a:pos x="104" y="102"/>
                </a:cxn>
                <a:cxn ang="0">
                  <a:pos x="99" y="102"/>
                </a:cxn>
                <a:cxn ang="0">
                  <a:pos x="98" y="97"/>
                </a:cxn>
                <a:cxn ang="0">
                  <a:pos x="93" y="97"/>
                </a:cxn>
                <a:cxn ang="0">
                  <a:pos x="91" y="95"/>
                </a:cxn>
                <a:cxn ang="0">
                  <a:pos x="84" y="93"/>
                </a:cxn>
                <a:cxn ang="0">
                  <a:pos x="77" y="86"/>
                </a:cxn>
                <a:cxn ang="0">
                  <a:pos x="71" y="86"/>
                </a:cxn>
                <a:cxn ang="0">
                  <a:pos x="66" y="84"/>
                </a:cxn>
                <a:cxn ang="0">
                  <a:pos x="65" y="76"/>
                </a:cxn>
                <a:cxn ang="0">
                  <a:pos x="60" y="71"/>
                </a:cxn>
              </a:cxnLst>
              <a:rect l="0" t="0" r="r" b="b"/>
              <a:pathLst>
                <a:path w="159" h="133">
                  <a:moveTo>
                    <a:pt x="60" y="71"/>
                  </a:moveTo>
                  <a:lnTo>
                    <a:pt x="39" y="60"/>
                  </a:lnTo>
                  <a:lnTo>
                    <a:pt x="27" y="43"/>
                  </a:lnTo>
                  <a:lnTo>
                    <a:pt x="21" y="38"/>
                  </a:lnTo>
                  <a:lnTo>
                    <a:pt x="16" y="26"/>
                  </a:lnTo>
                  <a:lnTo>
                    <a:pt x="6" y="17"/>
                  </a:lnTo>
                  <a:lnTo>
                    <a:pt x="6" y="9"/>
                  </a:lnTo>
                  <a:lnTo>
                    <a:pt x="0" y="2"/>
                  </a:lnTo>
                  <a:lnTo>
                    <a:pt x="6" y="0"/>
                  </a:lnTo>
                  <a:lnTo>
                    <a:pt x="14" y="5"/>
                  </a:lnTo>
                  <a:lnTo>
                    <a:pt x="19" y="4"/>
                  </a:lnTo>
                  <a:lnTo>
                    <a:pt x="33" y="14"/>
                  </a:lnTo>
                  <a:lnTo>
                    <a:pt x="40" y="16"/>
                  </a:lnTo>
                  <a:lnTo>
                    <a:pt x="41" y="21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9" y="29"/>
                  </a:lnTo>
                  <a:lnTo>
                    <a:pt x="67" y="43"/>
                  </a:lnTo>
                  <a:lnTo>
                    <a:pt x="72" y="47"/>
                  </a:lnTo>
                  <a:lnTo>
                    <a:pt x="75" y="57"/>
                  </a:lnTo>
                  <a:lnTo>
                    <a:pt x="78" y="58"/>
                  </a:lnTo>
                  <a:lnTo>
                    <a:pt x="82" y="63"/>
                  </a:lnTo>
                  <a:lnTo>
                    <a:pt x="89" y="68"/>
                  </a:lnTo>
                  <a:lnTo>
                    <a:pt x="94" y="74"/>
                  </a:lnTo>
                  <a:lnTo>
                    <a:pt x="98" y="75"/>
                  </a:lnTo>
                  <a:lnTo>
                    <a:pt x="100" y="81"/>
                  </a:lnTo>
                  <a:lnTo>
                    <a:pt x="109" y="82"/>
                  </a:lnTo>
                  <a:lnTo>
                    <a:pt x="123" y="86"/>
                  </a:lnTo>
                  <a:lnTo>
                    <a:pt x="141" y="103"/>
                  </a:lnTo>
                  <a:lnTo>
                    <a:pt x="143" y="109"/>
                  </a:lnTo>
                  <a:lnTo>
                    <a:pt x="150" y="108"/>
                  </a:lnTo>
                  <a:lnTo>
                    <a:pt x="157" y="114"/>
                  </a:lnTo>
                  <a:lnTo>
                    <a:pt x="159" y="123"/>
                  </a:lnTo>
                  <a:lnTo>
                    <a:pt x="158" y="125"/>
                  </a:lnTo>
                  <a:lnTo>
                    <a:pt x="153" y="125"/>
                  </a:lnTo>
                  <a:lnTo>
                    <a:pt x="152" y="133"/>
                  </a:lnTo>
                  <a:lnTo>
                    <a:pt x="150" y="131"/>
                  </a:lnTo>
                  <a:lnTo>
                    <a:pt x="147" y="127"/>
                  </a:lnTo>
                  <a:lnTo>
                    <a:pt x="141" y="122"/>
                  </a:lnTo>
                  <a:lnTo>
                    <a:pt x="138" y="119"/>
                  </a:lnTo>
                  <a:lnTo>
                    <a:pt x="130" y="119"/>
                  </a:lnTo>
                  <a:lnTo>
                    <a:pt x="124" y="115"/>
                  </a:lnTo>
                  <a:lnTo>
                    <a:pt x="116" y="115"/>
                  </a:lnTo>
                  <a:lnTo>
                    <a:pt x="114" y="112"/>
                  </a:lnTo>
                  <a:lnTo>
                    <a:pt x="113" y="104"/>
                  </a:lnTo>
                  <a:lnTo>
                    <a:pt x="108" y="104"/>
                  </a:lnTo>
                  <a:lnTo>
                    <a:pt x="104" y="102"/>
                  </a:lnTo>
                  <a:lnTo>
                    <a:pt x="99" y="102"/>
                  </a:lnTo>
                  <a:lnTo>
                    <a:pt x="98" y="97"/>
                  </a:lnTo>
                  <a:lnTo>
                    <a:pt x="93" y="97"/>
                  </a:lnTo>
                  <a:lnTo>
                    <a:pt x="91" y="95"/>
                  </a:lnTo>
                  <a:lnTo>
                    <a:pt x="84" y="93"/>
                  </a:lnTo>
                  <a:lnTo>
                    <a:pt x="77" y="86"/>
                  </a:lnTo>
                  <a:lnTo>
                    <a:pt x="71" y="86"/>
                  </a:lnTo>
                  <a:lnTo>
                    <a:pt x="66" y="84"/>
                  </a:lnTo>
                  <a:lnTo>
                    <a:pt x="65" y="76"/>
                  </a:lnTo>
                  <a:lnTo>
                    <a:pt x="60" y="7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15" name="Group 70">
              <a:extLst>
                <a:ext uri="{FF2B5EF4-FFF2-40B4-BE49-F238E27FC236}">
                  <a16:creationId xmlns:a16="http://schemas.microsoft.com/office/drawing/2014/main" id="{259CC5AF-E025-A49D-1CB9-084843A2EE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5858" y="2987921"/>
              <a:ext cx="980042" cy="884665"/>
              <a:chOff x="2802" y="1979"/>
              <a:chExt cx="408" cy="369"/>
            </a:xfrm>
            <a:grpFill/>
          </p:grpSpPr>
          <p:sp>
            <p:nvSpPr>
              <p:cNvPr id="230" name="Freeform 71">
                <a:extLst>
                  <a:ext uri="{FF2B5EF4-FFF2-40B4-BE49-F238E27FC236}">
                    <a16:creationId xmlns:a16="http://schemas.microsoft.com/office/drawing/2014/main" id="{D909ACBC-C64C-1922-0351-806C0A61297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9" y="2082"/>
                <a:ext cx="19" cy="23"/>
              </a:xfrm>
              <a:custGeom>
                <a:avLst/>
                <a:gdLst/>
                <a:ahLst/>
                <a:cxnLst>
                  <a:cxn ang="0">
                    <a:pos x="39" y="96"/>
                  </a:cxn>
                  <a:cxn ang="0">
                    <a:pos x="45" y="93"/>
                  </a:cxn>
                  <a:cxn ang="0">
                    <a:pos x="55" y="83"/>
                  </a:cxn>
                  <a:cxn ang="0">
                    <a:pos x="58" y="78"/>
                  </a:cxn>
                  <a:cxn ang="0">
                    <a:pos x="53" y="75"/>
                  </a:cxn>
                  <a:cxn ang="0">
                    <a:pos x="58" y="68"/>
                  </a:cxn>
                  <a:cxn ang="0">
                    <a:pos x="72" y="62"/>
                  </a:cxn>
                  <a:cxn ang="0">
                    <a:pos x="79" y="62"/>
                  </a:cxn>
                  <a:cxn ang="0">
                    <a:pos x="77" y="59"/>
                  </a:cxn>
                  <a:cxn ang="0">
                    <a:pos x="74" y="53"/>
                  </a:cxn>
                  <a:cxn ang="0">
                    <a:pos x="77" y="48"/>
                  </a:cxn>
                  <a:cxn ang="0">
                    <a:pos x="87" y="42"/>
                  </a:cxn>
                  <a:cxn ang="0">
                    <a:pos x="91" y="38"/>
                  </a:cxn>
                  <a:cxn ang="0">
                    <a:pos x="91" y="34"/>
                  </a:cxn>
                  <a:cxn ang="0">
                    <a:pos x="88" y="25"/>
                  </a:cxn>
                  <a:cxn ang="0">
                    <a:pos x="85" y="19"/>
                  </a:cxn>
                  <a:cxn ang="0">
                    <a:pos x="77" y="15"/>
                  </a:cxn>
                  <a:cxn ang="0">
                    <a:pos x="81" y="10"/>
                  </a:cxn>
                  <a:cxn ang="0">
                    <a:pos x="85" y="9"/>
                  </a:cxn>
                  <a:cxn ang="0">
                    <a:pos x="84" y="4"/>
                  </a:cxn>
                  <a:cxn ang="0">
                    <a:pos x="77" y="0"/>
                  </a:cxn>
                  <a:cxn ang="0">
                    <a:pos x="72" y="4"/>
                  </a:cxn>
                  <a:cxn ang="0">
                    <a:pos x="58" y="14"/>
                  </a:cxn>
                  <a:cxn ang="0">
                    <a:pos x="41" y="29"/>
                  </a:cxn>
                  <a:cxn ang="0">
                    <a:pos x="27" y="54"/>
                  </a:cxn>
                  <a:cxn ang="0">
                    <a:pos x="25" y="58"/>
                  </a:cxn>
                  <a:cxn ang="0">
                    <a:pos x="17" y="73"/>
                  </a:cxn>
                  <a:cxn ang="0">
                    <a:pos x="11" y="85"/>
                  </a:cxn>
                  <a:cxn ang="0">
                    <a:pos x="1" y="106"/>
                  </a:cxn>
                  <a:cxn ang="0">
                    <a:pos x="2" y="113"/>
                  </a:cxn>
                  <a:cxn ang="0">
                    <a:pos x="16" y="116"/>
                  </a:cxn>
                  <a:cxn ang="0">
                    <a:pos x="21" y="113"/>
                  </a:cxn>
                  <a:cxn ang="0">
                    <a:pos x="27" y="101"/>
                  </a:cxn>
                  <a:cxn ang="0">
                    <a:pos x="31" y="100"/>
                  </a:cxn>
                </a:cxnLst>
                <a:rect l="0" t="0" r="r" b="b"/>
                <a:pathLst>
                  <a:path w="95" h="116">
                    <a:moveTo>
                      <a:pt x="32" y="102"/>
                    </a:moveTo>
                    <a:lnTo>
                      <a:pt x="39" y="96"/>
                    </a:lnTo>
                    <a:lnTo>
                      <a:pt x="44" y="95"/>
                    </a:lnTo>
                    <a:lnTo>
                      <a:pt x="45" y="93"/>
                    </a:lnTo>
                    <a:lnTo>
                      <a:pt x="52" y="88"/>
                    </a:lnTo>
                    <a:lnTo>
                      <a:pt x="55" y="83"/>
                    </a:lnTo>
                    <a:lnTo>
                      <a:pt x="58" y="83"/>
                    </a:lnTo>
                    <a:lnTo>
                      <a:pt x="58" y="78"/>
                    </a:lnTo>
                    <a:lnTo>
                      <a:pt x="53" y="75"/>
                    </a:lnTo>
                    <a:lnTo>
                      <a:pt x="53" y="75"/>
                    </a:lnTo>
                    <a:lnTo>
                      <a:pt x="55" y="69"/>
                    </a:lnTo>
                    <a:lnTo>
                      <a:pt x="58" y="68"/>
                    </a:lnTo>
                    <a:lnTo>
                      <a:pt x="59" y="63"/>
                    </a:lnTo>
                    <a:lnTo>
                      <a:pt x="72" y="62"/>
                    </a:lnTo>
                    <a:lnTo>
                      <a:pt x="77" y="63"/>
                    </a:lnTo>
                    <a:lnTo>
                      <a:pt x="79" y="62"/>
                    </a:lnTo>
                    <a:lnTo>
                      <a:pt x="80" y="62"/>
                    </a:lnTo>
                    <a:lnTo>
                      <a:pt x="77" y="59"/>
                    </a:lnTo>
                    <a:lnTo>
                      <a:pt x="72" y="56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7" y="48"/>
                    </a:lnTo>
                    <a:lnTo>
                      <a:pt x="82" y="47"/>
                    </a:lnTo>
                    <a:lnTo>
                      <a:pt x="87" y="42"/>
                    </a:lnTo>
                    <a:lnTo>
                      <a:pt x="90" y="42"/>
                    </a:lnTo>
                    <a:lnTo>
                      <a:pt x="91" y="38"/>
                    </a:lnTo>
                    <a:lnTo>
                      <a:pt x="95" y="36"/>
                    </a:lnTo>
                    <a:lnTo>
                      <a:pt x="91" y="34"/>
                    </a:lnTo>
                    <a:lnTo>
                      <a:pt x="92" y="30"/>
                    </a:lnTo>
                    <a:lnTo>
                      <a:pt x="88" y="25"/>
                    </a:lnTo>
                    <a:lnTo>
                      <a:pt x="90" y="21"/>
                    </a:lnTo>
                    <a:lnTo>
                      <a:pt x="85" y="19"/>
                    </a:lnTo>
                    <a:lnTo>
                      <a:pt x="84" y="15"/>
                    </a:lnTo>
                    <a:lnTo>
                      <a:pt x="77" y="15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5" y="9"/>
                    </a:lnTo>
                    <a:lnTo>
                      <a:pt x="85" y="7"/>
                    </a:lnTo>
                    <a:lnTo>
                      <a:pt x="84" y="4"/>
                    </a:lnTo>
                    <a:lnTo>
                      <a:pt x="79" y="4"/>
                    </a:lnTo>
                    <a:lnTo>
                      <a:pt x="77" y="0"/>
                    </a:lnTo>
                    <a:lnTo>
                      <a:pt x="75" y="0"/>
                    </a:lnTo>
                    <a:lnTo>
                      <a:pt x="72" y="4"/>
                    </a:lnTo>
                    <a:lnTo>
                      <a:pt x="55" y="4"/>
                    </a:lnTo>
                    <a:lnTo>
                      <a:pt x="58" y="14"/>
                    </a:lnTo>
                    <a:lnTo>
                      <a:pt x="48" y="21"/>
                    </a:lnTo>
                    <a:lnTo>
                      <a:pt x="41" y="29"/>
                    </a:lnTo>
                    <a:lnTo>
                      <a:pt x="33" y="53"/>
                    </a:lnTo>
                    <a:lnTo>
                      <a:pt x="27" y="54"/>
                    </a:lnTo>
                    <a:lnTo>
                      <a:pt x="27" y="58"/>
                    </a:lnTo>
                    <a:lnTo>
                      <a:pt x="25" y="58"/>
                    </a:lnTo>
                    <a:lnTo>
                      <a:pt x="22" y="63"/>
                    </a:lnTo>
                    <a:lnTo>
                      <a:pt x="17" y="73"/>
                    </a:lnTo>
                    <a:lnTo>
                      <a:pt x="16" y="77"/>
                    </a:lnTo>
                    <a:lnTo>
                      <a:pt x="11" y="85"/>
                    </a:lnTo>
                    <a:lnTo>
                      <a:pt x="6" y="99"/>
                    </a:lnTo>
                    <a:lnTo>
                      <a:pt x="1" y="106"/>
                    </a:lnTo>
                    <a:lnTo>
                      <a:pt x="0" y="111"/>
                    </a:lnTo>
                    <a:lnTo>
                      <a:pt x="2" y="113"/>
                    </a:lnTo>
                    <a:lnTo>
                      <a:pt x="14" y="112"/>
                    </a:lnTo>
                    <a:lnTo>
                      <a:pt x="16" y="116"/>
                    </a:lnTo>
                    <a:lnTo>
                      <a:pt x="18" y="116"/>
                    </a:lnTo>
                    <a:lnTo>
                      <a:pt x="21" y="113"/>
                    </a:lnTo>
                    <a:lnTo>
                      <a:pt x="26" y="115"/>
                    </a:lnTo>
                    <a:lnTo>
                      <a:pt x="27" y="101"/>
                    </a:lnTo>
                    <a:lnTo>
                      <a:pt x="29" y="99"/>
                    </a:lnTo>
                    <a:lnTo>
                      <a:pt x="31" y="100"/>
                    </a:lnTo>
                    <a:lnTo>
                      <a:pt x="32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31" name="Group 72">
                <a:extLst>
                  <a:ext uri="{FF2B5EF4-FFF2-40B4-BE49-F238E27FC236}">
                    <a16:creationId xmlns:a16="http://schemas.microsoft.com/office/drawing/2014/main" id="{258C81EA-B237-E573-E713-DE9E688EEE5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89" y="2101"/>
                <a:ext cx="17" cy="51"/>
                <a:chOff x="2889" y="2101"/>
                <a:chExt cx="17" cy="51"/>
              </a:xfrm>
              <a:grpFill/>
            </p:grpSpPr>
            <p:sp>
              <p:nvSpPr>
                <p:cNvPr id="256" name="Freeform 73">
                  <a:extLst>
                    <a:ext uri="{FF2B5EF4-FFF2-40B4-BE49-F238E27FC236}">
                      <a16:creationId xmlns:a16="http://schemas.microsoft.com/office/drawing/2014/main" id="{9E4DE768-6192-1E50-9491-D908AB1829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7" y="2111"/>
                  <a:ext cx="8" cy="16"/>
                </a:xfrm>
                <a:custGeom>
                  <a:avLst/>
                  <a:gdLst/>
                  <a:ahLst/>
                  <a:cxnLst>
                    <a:cxn ang="0">
                      <a:pos x="30" y="66"/>
                    </a:cxn>
                    <a:cxn ang="0">
                      <a:pos x="32" y="64"/>
                    </a:cxn>
                    <a:cxn ang="0">
                      <a:pos x="33" y="55"/>
                    </a:cxn>
                    <a:cxn ang="0">
                      <a:pos x="36" y="49"/>
                    </a:cxn>
                    <a:cxn ang="0">
                      <a:pos x="33" y="40"/>
                    </a:cxn>
                    <a:cxn ang="0">
                      <a:pos x="35" y="29"/>
                    </a:cxn>
                    <a:cxn ang="0">
                      <a:pos x="36" y="21"/>
                    </a:cxn>
                    <a:cxn ang="0">
                      <a:pos x="37" y="12"/>
                    </a:cxn>
                    <a:cxn ang="0">
                      <a:pos x="37" y="10"/>
                    </a:cxn>
                    <a:cxn ang="0">
                      <a:pos x="37" y="10"/>
                    </a:cxn>
                    <a:cxn ang="0">
                      <a:pos x="33" y="10"/>
                    </a:cxn>
                    <a:cxn ang="0">
                      <a:pos x="30" y="7"/>
                    </a:cxn>
                    <a:cxn ang="0">
                      <a:pos x="28" y="0"/>
                    </a:cxn>
                    <a:cxn ang="0">
                      <a:pos x="24" y="1"/>
                    </a:cxn>
                    <a:cxn ang="0">
                      <a:pos x="16" y="0"/>
                    </a:cxn>
                    <a:cxn ang="0">
                      <a:pos x="12" y="1"/>
                    </a:cxn>
                    <a:cxn ang="0">
                      <a:pos x="10" y="3"/>
                    </a:cxn>
                    <a:cxn ang="0">
                      <a:pos x="10" y="13"/>
                    </a:cxn>
                    <a:cxn ang="0">
                      <a:pos x="4" y="19"/>
                    </a:cxn>
                    <a:cxn ang="0">
                      <a:pos x="4" y="34"/>
                    </a:cxn>
                    <a:cxn ang="0">
                      <a:pos x="6" y="39"/>
                    </a:cxn>
                    <a:cxn ang="0">
                      <a:pos x="5" y="45"/>
                    </a:cxn>
                    <a:cxn ang="0">
                      <a:pos x="15" y="44"/>
                    </a:cxn>
                    <a:cxn ang="0">
                      <a:pos x="19" y="45"/>
                    </a:cxn>
                    <a:cxn ang="0">
                      <a:pos x="19" y="48"/>
                    </a:cxn>
                    <a:cxn ang="0">
                      <a:pos x="17" y="49"/>
                    </a:cxn>
                    <a:cxn ang="0">
                      <a:pos x="11" y="50"/>
                    </a:cxn>
                    <a:cxn ang="0">
                      <a:pos x="8" y="53"/>
                    </a:cxn>
                    <a:cxn ang="0">
                      <a:pos x="6" y="56"/>
                    </a:cxn>
                    <a:cxn ang="0">
                      <a:pos x="4" y="65"/>
                    </a:cxn>
                    <a:cxn ang="0">
                      <a:pos x="0" y="69"/>
                    </a:cxn>
                    <a:cxn ang="0">
                      <a:pos x="0" y="75"/>
                    </a:cxn>
                    <a:cxn ang="0">
                      <a:pos x="4" y="80"/>
                    </a:cxn>
                    <a:cxn ang="0">
                      <a:pos x="4" y="76"/>
                    </a:cxn>
                    <a:cxn ang="0">
                      <a:pos x="16" y="75"/>
                    </a:cxn>
                    <a:cxn ang="0">
                      <a:pos x="26" y="66"/>
                    </a:cxn>
                    <a:cxn ang="0">
                      <a:pos x="30" y="66"/>
                    </a:cxn>
                  </a:cxnLst>
                  <a:rect l="0" t="0" r="r" b="b"/>
                  <a:pathLst>
                    <a:path w="37" h="80">
                      <a:moveTo>
                        <a:pt x="30" y="66"/>
                      </a:moveTo>
                      <a:lnTo>
                        <a:pt x="32" y="64"/>
                      </a:lnTo>
                      <a:lnTo>
                        <a:pt x="33" y="55"/>
                      </a:lnTo>
                      <a:lnTo>
                        <a:pt x="36" y="49"/>
                      </a:lnTo>
                      <a:lnTo>
                        <a:pt x="33" y="40"/>
                      </a:lnTo>
                      <a:lnTo>
                        <a:pt x="35" y="29"/>
                      </a:lnTo>
                      <a:lnTo>
                        <a:pt x="36" y="21"/>
                      </a:lnTo>
                      <a:lnTo>
                        <a:pt x="37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3" y="10"/>
                      </a:lnTo>
                      <a:lnTo>
                        <a:pt x="30" y="7"/>
                      </a:lnTo>
                      <a:lnTo>
                        <a:pt x="28" y="0"/>
                      </a:lnTo>
                      <a:lnTo>
                        <a:pt x="24" y="1"/>
                      </a:lnTo>
                      <a:lnTo>
                        <a:pt x="16" y="0"/>
                      </a:lnTo>
                      <a:lnTo>
                        <a:pt x="12" y="1"/>
                      </a:lnTo>
                      <a:lnTo>
                        <a:pt x="10" y="3"/>
                      </a:lnTo>
                      <a:lnTo>
                        <a:pt x="10" y="13"/>
                      </a:lnTo>
                      <a:lnTo>
                        <a:pt x="4" y="19"/>
                      </a:lnTo>
                      <a:lnTo>
                        <a:pt x="4" y="34"/>
                      </a:lnTo>
                      <a:lnTo>
                        <a:pt x="6" y="39"/>
                      </a:lnTo>
                      <a:lnTo>
                        <a:pt x="5" y="45"/>
                      </a:lnTo>
                      <a:lnTo>
                        <a:pt x="15" y="44"/>
                      </a:lnTo>
                      <a:lnTo>
                        <a:pt x="19" y="45"/>
                      </a:lnTo>
                      <a:lnTo>
                        <a:pt x="19" y="48"/>
                      </a:lnTo>
                      <a:lnTo>
                        <a:pt x="17" y="49"/>
                      </a:lnTo>
                      <a:lnTo>
                        <a:pt x="11" y="50"/>
                      </a:lnTo>
                      <a:lnTo>
                        <a:pt x="8" y="53"/>
                      </a:lnTo>
                      <a:lnTo>
                        <a:pt x="6" y="56"/>
                      </a:lnTo>
                      <a:lnTo>
                        <a:pt x="4" y="65"/>
                      </a:lnTo>
                      <a:lnTo>
                        <a:pt x="0" y="69"/>
                      </a:lnTo>
                      <a:lnTo>
                        <a:pt x="0" y="75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16" y="75"/>
                      </a:lnTo>
                      <a:lnTo>
                        <a:pt x="26" y="66"/>
                      </a:lnTo>
                      <a:lnTo>
                        <a:pt x="30" y="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57" name="Freeform 74">
                  <a:extLst>
                    <a:ext uri="{FF2B5EF4-FFF2-40B4-BE49-F238E27FC236}">
                      <a16:creationId xmlns:a16="http://schemas.microsoft.com/office/drawing/2014/main" id="{E5E78550-1A48-AE64-505E-553951C4229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89" y="2124"/>
                  <a:ext cx="4" cy="5"/>
                </a:xfrm>
                <a:custGeom>
                  <a:avLst/>
                  <a:gdLst/>
                  <a:ahLst/>
                  <a:cxnLst>
                    <a:cxn ang="0">
                      <a:pos x="1" y="24"/>
                    </a:cxn>
                    <a:cxn ang="0">
                      <a:pos x="8" y="21"/>
                    </a:cxn>
                    <a:cxn ang="0">
                      <a:pos x="7" y="16"/>
                    </a:cxn>
                    <a:cxn ang="0">
                      <a:pos x="18" y="5"/>
                    </a:cxn>
                    <a:cxn ang="0">
                      <a:pos x="14" y="0"/>
                    </a:cxn>
                    <a:cxn ang="0">
                      <a:pos x="0" y="14"/>
                    </a:cxn>
                    <a:cxn ang="0">
                      <a:pos x="1" y="24"/>
                    </a:cxn>
                  </a:cxnLst>
                  <a:rect l="0" t="0" r="r" b="b"/>
                  <a:pathLst>
                    <a:path w="18" h="24">
                      <a:moveTo>
                        <a:pt x="1" y="24"/>
                      </a:moveTo>
                      <a:lnTo>
                        <a:pt x="8" y="21"/>
                      </a:lnTo>
                      <a:lnTo>
                        <a:pt x="7" y="16"/>
                      </a:lnTo>
                      <a:lnTo>
                        <a:pt x="18" y="5"/>
                      </a:lnTo>
                      <a:lnTo>
                        <a:pt x="14" y="0"/>
                      </a:lnTo>
                      <a:lnTo>
                        <a:pt x="0" y="14"/>
                      </a:lnTo>
                      <a:lnTo>
                        <a:pt x="1" y="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58" name="Freeform 75">
                  <a:extLst>
                    <a:ext uri="{FF2B5EF4-FFF2-40B4-BE49-F238E27FC236}">
                      <a16:creationId xmlns:a16="http://schemas.microsoft.com/office/drawing/2014/main" id="{6E8D5911-4592-9A25-21A1-742B0F6E69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0" y="2101"/>
                  <a:ext cx="16" cy="51"/>
                </a:xfrm>
                <a:custGeom>
                  <a:avLst/>
                  <a:gdLst/>
                  <a:ahLst/>
                  <a:cxnLst>
                    <a:cxn ang="0">
                      <a:pos x="45" y="242"/>
                    </a:cxn>
                    <a:cxn ang="0">
                      <a:pos x="55" y="178"/>
                    </a:cxn>
                    <a:cxn ang="0">
                      <a:pos x="70" y="140"/>
                    </a:cxn>
                    <a:cxn ang="0">
                      <a:pos x="71" y="119"/>
                    </a:cxn>
                    <a:cxn ang="0">
                      <a:pos x="65" y="115"/>
                    </a:cxn>
                    <a:cxn ang="0">
                      <a:pos x="43" y="125"/>
                    </a:cxn>
                    <a:cxn ang="0">
                      <a:pos x="39" y="124"/>
                    </a:cxn>
                    <a:cxn ang="0">
                      <a:pos x="43" y="114"/>
                    </a:cxn>
                    <a:cxn ang="0">
                      <a:pos x="47" y="102"/>
                    </a:cxn>
                    <a:cxn ang="0">
                      <a:pos x="56" y="98"/>
                    </a:cxn>
                    <a:cxn ang="0">
                      <a:pos x="58" y="94"/>
                    </a:cxn>
                    <a:cxn ang="0">
                      <a:pos x="44" y="94"/>
                    </a:cxn>
                    <a:cxn ang="0">
                      <a:pos x="43" y="83"/>
                    </a:cxn>
                    <a:cxn ang="0">
                      <a:pos x="49" y="62"/>
                    </a:cxn>
                    <a:cxn ang="0">
                      <a:pos x="51" y="50"/>
                    </a:cxn>
                    <a:cxn ang="0">
                      <a:pos x="63" y="50"/>
                    </a:cxn>
                    <a:cxn ang="0">
                      <a:pos x="69" y="56"/>
                    </a:cxn>
                    <a:cxn ang="0">
                      <a:pos x="76" y="59"/>
                    </a:cxn>
                    <a:cxn ang="0">
                      <a:pos x="81" y="33"/>
                    </a:cxn>
                    <a:cxn ang="0">
                      <a:pos x="80" y="22"/>
                    </a:cxn>
                    <a:cxn ang="0">
                      <a:pos x="81" y="13"/>
                    </a:cxn>
                    <a:cxn ang="0">
                      <a:pos x="80" y="1"/>
                    </a:cxn>
                    <a:cxn ang="0">
                      <a:pos x="76" y="2"/>
                    </a:cxn>
                    <a:cxn ang="0">
                      <a:pos x="70" y="14"/>
                    </a:cxn>
                    <a:cxn ang="0">
                      <a:pos x="65" y="17"/>
                    </a:cxn>
                    <a:cxn ang="0">
                      <a:pos x="51" y="14"/>
                    </a:cxn>
                    <a:cxn ang="0">
                      <a:pos x="47" y="17"/>
                    </a:cxn>
                    <a:cxn ang="0">
                      <a:pos x="39" y="41"/>
                    </a:cxn>
                    <a:cxn ang="0">
                      <a:pos x="29" y="80"/>
                    </a:cxn>
                    <a:cxn ang="0">
                      <a:pos x="13" y="113"/>
                    </a:cxn>
                    <a:cxn ang="0">
                      <a:pos x="6" y="129"/>
                    </a:cxn>
                    <a:cxn ang="0">
                      <a:pos x="0" y="137"/>
                    </a:cxn>
                    <a:cxn ang="0">
                      <a:pos x="4" y="148"/>
                    </a:cxn>
                    <a:cxn ang="0">
                      <a:pos x="39" y="251"/>
                    </a:cxn>
                  </a:cxnLst>
                  <a:rect l="0" t="0" r="r" b="b"/>
                  <a:pathLst>
                    <a:path w="81" h="251">
                      <a:moveTo>
                        <a:pt x="44" y="248"/>
                      </a:moveTo>
                      <a:lnTo>
                        <a:pt x="45" y="242"/>
                      </a:lnTo>
                      <a:lnTo>
                        <a:pt x="49" y="232"/>
                      </a:lnTo>
                      <a:lnTo>
                        <a:pt x="55" y="178"/>
                      </a:lnTo>
                      <a:lnTo>
                        <a:pt x="61" y="158"/>
                      </a:lnTo>
                      <a:lnTo>
                        <a:pt x="70" y="140"/>
                      </a:lnTo>
                      <a:lnTo>
                        <a:pt x="67" y="132"/>
                      </a:lnTo>
                      <a:lnTo>
                        <a:pt x="71" y="119"/>
                      </a:lnTo>
                      <a:lnTo>
                        <a:pt x="69" y="115"/>
                      </a:lnTo>
                      <a:lnTo>
                        <a:pt x="65" y="115"/>
                      </a:lnTo>
                      <a:lnTo>
                        <a:pt x="55" y="124"/>
                      </a:lnTo>
                      <a:lnTo>
                        <a:pt x="43" y="125"/>
                      </a:lnTo>
                      <a:lnTo>
                        <a:pt x="43" y="129"/>
                      </a:lnTo>
                      <a:lnTo>
                        <a:pt x="39" y="124"/>
                      </a:lnTo>
                      <a:lnTo>
                        <a:pt x="39" y="118"/>
                      </a:lnTo>
                      <a:lnTo>
                        <a:pt x="43" y="114"/>
                      </a:lnTo>
                      <a:lnTo>
                        <a:pt x="45" y="105"/>
                      </a:lnTo>
                      <a:lnTo>
                        <a:pt x="47" y="102"/>
                      </a:lnTo>
                      <a:lnTo>
                        <a:pt x="50" y="99"/>
                      </a:lnTo>
                      <a:lnTo>
                        <a:pt x="56" y="98"/>
                      </a:lnTo>
                      <a:lnTo>
                        <a:pt x="58" y="97"/>
                      </a:lnTo>
                      <a:lnTo>
                        <a:pt x="58" y="94"/>
                      </a:lnTo>
                      <a:lnTo>
                        <a:pt x="54" y="93"/>
                      </a:lnTo>
                      <a:lnTo>
                        <a:pt x="44" y="94"/>
                      </a:lnTo>
                      <a:lnTo>
                        <a:pt x="45" y="88"/>
                      </a:lnTo>
                      <a:lnTo>
                        <a:pt x="43" y="83"/>
                      </a:lnTo>
                      <a:lnTo>
                        <a:pt x="43" y="68"/>
                      </a:lnTo>
                      <a:lnTo>
                        <a:pt x="49" y="62"/>
                      </a:lnTo>
                      <a:lnTo>
                        <a:pt x="49" y="52"/>
                      </a:lnTo>
                      <a:lnTo>
                        <a:pt x="51" y="50"/>
                      </a:lnTo>
                      <a:lnTo>
                        <a:pt x="55" y="49"/>
                      </a:lnTo>
                      <a:lnTo>
                        <a:pt x="63" y="50"/>
                      </a:lnTo>
                      <a:lnTo>
                        <a:pt x="67" y="49"/>
                      </a:lnTo>
                      <a:lnTo>
                        <a:pt x="69" y="56"/>
                      </a:lnTo>
                      <a:lnTo>
                        <a:pt x="72" y="59"/>
                      </a:lnTo>
                      <a:lnTo>
                        <a:pt x="76" y="59"/>
                      </a:lnTo>
                      <a:lnTo>
                        <a:pt x="76" y="39"/>
                      </a:lnTo>
                      <a:lnTo>
                        <a:pt x="81" y="33"/>
                      </a:lnTo>
                      <a:lnTo>
                        <a:pt x="78" y="27"/>
                      </a:lnTo>
                      <a:lnTo>
                        <a:pt x="80" y="22"/>
                      </a:lnTo>
                      <a:lnTo>
                        <a:pt x="78" y="17"/>
                      </a:lnTo>
                      <a:lnTo>
                        <a:pt x="81" y="13"/>
                      </a:lnTo>
                      <a:lnTo>
                        <a:pt x="81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6" y="2"/>
                      </a:lnTo>
                      <a:lnTo>
                        <a:pt x="75" y="16"/>
                      </a:lnTo>
                      <a:lnTo>
                        <a:pt x="70" y="14"/>
                      </a:lnTo>
                      <a:lnTo>
                        <a:pt x="67" y="17"/>
                      </a:lnTo>
                      <a:lnTo>
                        <a:pt x="65" y="17"/>
                      </a:lnTo>
                      <a:lnTo>
                        <a:pt x="63" y="13"/>
                      </a:lnTo>
                      <a:lnTo>
                        <a:pt x="51" y="14"/>
                      </a:lnTo>
                      <a:lnTo>
                        <a:pt x="49" y="12"/>
                      </a:lnTo>
                      <a:lnTo>
                        <a:pt x="47" y="17"/>
                      </a:lnTo>
                      <a:lnTo>
                        <a:pt x="47" y="27"/>
                      </a:lnTo>
                      <a:lnTo>
                        <a:pt x="39" y="41"/>
                      </a:lnTo>
                      <a:lnTo>
                        <a:pt x="38" y="49"/>
                      </a:lnTo>
                      <a:lnTo>
                        <a:pt x="29" y="80"/>
                      </a:lnTo>
                      <a:lnTo>
                        <a:pt x="22" y="104"/>
                      </a:lnTo>
                      <a:lnTo>
                        <a:pt x="13" y="113"/>
                      </a:lnTo>
                      <a:lnTo>
                        <a:pt x="17" y="118"/>
                      </a:lnTo>
                      <a:lnTo>
                        <a:pt x="6" y="129"/>
                      </a:lnTo>
                      <a:lnTo>
                        <a:pt x="7" y="134"/>
                      </a:lnTo>
                      <a:lnTo>
                        <a:pt x="0" y="137"/>
                      </a:lnTo>
                      <a:lnTo>
                        <a:pt x="1" y="142"/>
                      </a:lnTo>
                      <a:lnTo>
                        <a:pt x="4" y="148"/>
                      </a:lnTo>
                      <a:lnTo>
                        <a:pt x="23" y="206"/>
                      </a:lnTo>
                      <a:lnTo>
                        <a:pt x="39" y="251"/>
                      </a:lnTo>
                      <a:lnTo>
                        <a:pt x="44" y="24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32" name="Freeform 76">
                <a:extLst>
                  <a:ext uri="{FF2B5EF4-FFF2-40B4-BE49-F238E27FC236}">
                    <a16:creationId xmlns:a16="http://schemas.microsoft.com/office/drawing/2014/main" id="{8233A4BA-05FF-2B19-989F-45CF856D64C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27" y="2143"/>
                <a:ext cx="19" cy="19"/>
              </a:xfrm>
              <a:custGeom>
                <a:avLst/>
                <a:gdLst/>
                <a:ahLst/>
                <a:cxnLst>
                  <a:cxn ang="0">
                    <a:pos x="96" y="95"/>
                  </a:cxn>
                  <a:cxn ang="0">
                    <a:pos x="94" y="84"/>
                  </a:cxn>
                  <a:cxn ang="0">
                    <a:pos x="90" y="81"/>
                  </a:cxn>
                  <a:cxn ang="0">
                    <a:pos x="86" y="73"/>
                  </a:cxn>
                  <a:cxn ang="0">
                    <a:pos x="81" y="52"/>
                  </a:cxn>
                  <a:cxn ang="0">
                    <a:pos x="73" y="48"/>
                  </a:cxn>
                  <a:cxn ang="0">
                    <a:pos x="62" y="47"/>
                  </a:cxn>
                  <a:cxn ang="0">
                    <a:pos x="64" y="42"/>
                  </a:cxn>
                  <a:cxn ang="0">
                    <a:pos x="67" y="39"/>
                  </a:cxn>
                  <a:cxn ang="0">
                    <a:pos x="73" y="36"/>
                  </a:cxn>
                  <a:cxn ang="0">
                    <a:pos x="85" y="33"/>
                  </a:cxn>
                  <a:cxn ang="0">
                    <a:pos x="92" y="26"/>
                  </a:cxn>
                  <a:cxn ang="0">
                    <a:pos x="92" y="22"/>
                  </a:cxn>
                  <a:cxn ang="0">
                    <a:pos x="90" y="18"/>
                  </a:cxn>
                  <a:cxn ang="0">
                    <a:pos x="79" y="11"/>
                  </a:cxn>
                  <a:cxn ang="0">
                    <a:pos x="78" y="6"/>
                  </a:cxn>
                  <a:cxn ang="0">
                    <a:pos x="79" y="5"/>
                  </a:cxn>
                  <a:cxn ang="0">
                    <a:pos x="67" y="1"/>
                  </a:cxn>
                  <a:cxn ang="0">
                    <a:pos x="53" y="0"/>
                  </a:cxn>
                  <a:cxn ang="0">
                    <a:pos x="38" y="6"/>
                  </a:cxn>
                  <a:cxn ang="0">
                    <a:pos x="26" y="23"/>
                  </a:cxn>
                  <a:cxn ang="0">
                    <a:pos x="16" y="43"/>
                  </a:cxn>
                  <a:cxn ang="0">
                    <a:pos x="0" y="59"/>
                  </a:cxn>
                  <a:cxn ang="0">
                    <a:pos x="4" y="61"/>
                  </a:cxn>
                  <a:cxn ang="0">
                    <a:pos x="26" y="65"/>
                  </a:cxn>
                  <a:cxn ang="0">
                    <a:pos x="46" y="73"/>
                  </a:cxn>
                  <a:cxn ang="0">
                    <a:pos x="53" y="80"/>
                  </a:cxn>
                  <a:cxn ang="0">
                    <a:pos x="63" y="95"/>
                  </a:cxn>
                  <a:cxn ang="0">
                    <a:pos x="96" y="95"/>
                  </a:cxn>
                </a:cxnLst>
                <a:rect l="0" t="0" r="r" b="b"/>
                <a:pathLst>
                  <a:path w="96" h="95">
                    <a:moveTo>
                      <a:pt x="96" y="95"/>
                    </a:moveTo>
                    <a:lnTo>
                      <a:pt x="94" y="84"/>
                    </a:lnTo>
                    <a:lnTo>
                      <a:pt x="90" y="81"/>
                    </a:lnTo>
                    <a:lnTo>
                      <a:pt x="86" y="73"/>
                    </a:lnTo>
                    <a:lnTo>
                      <a:pt x="81" y="52"/>
                    </a:lnTo>
                    <a:lnTo>
                      <a:pt x="73" y="48"/>
                    </a:lnTo>
                    <a:lnTo>
                      <a:pt x="62" y="47"/>
                    </a:lnTo>
                    <a:lnTo>
                      <a:pt x="64" y="42"/>
                    </a:lnTo>
                    <a:lnTo>
                      <a:pt x="67" y="39"/>
                    </a:lnTo>
                    <a:lnTo>
                      <a:pt x="73" y="36"/>
                    </a:lnTo>
                    <a:lnTo>
                      <a:pt x="85" y="33"/>
                    </a:lnTo>
                    <a:lnTo>
                      <a:pt x="92" y="26"/>
                    </a:lnTo>
                    <a:lnTo>
                      <a:pt x="92" y="22"/>
                    </a:lnTo>
                    <a:lnTo>
                      <a:pt x="90" y="18"/>
                    </a:lnTo>
                    <a:lnTo>
                      <a:pt x="79" y="11"/>
                    </a:lnTo>
                    <a:lnTo>
                      <a:pt x="78" y="6"/>
                    </a:lnTo>
                    <a:lnTo>
                      <a:pt x="79" y="5"/>
                    </a:lnTo>
                    <a:lnTo>
                      <a:pt x="67" y="1"/>
                    </a:lnTo>
                    <a:lnTo>
                      <a:pt x="53" y="0"/>
                    </a:lnTo>
                    <a:lnTo>
                      <a:pt x="38" y="6"/>
                    </a:lnTo>
                    <a:lnTo>
                      <a:pt x="26" y="23"/>
                    </a:lnTo>
                    <a:lnTo>
                      <a:pt x="16" y="43"/>
                    </a:lnTo>
                    <a:lnTo>
                      <a:pt x="0" y="59"/>
                    </a:lnTo>
                    <a:lnTo>
                      <a:pt x="4" y="61"/>
                    </a:lnTo>
                    <a:lnTo>
                      <a:pt x="26" y="65"/>
                    </a:lnTo>
                    <a:lnTo>
                      <a:pt x="46" y="73"/>
                    </a:lnTo>
                    <a:lnTo>
                      <a:pt x="53" y="80"/>
                    </a:lnTo>
                    <a:lnTo>
                      <a:pt x="63" y="95"/>
                    </a:lnTo>
                    <a:lnTo>
                      <a:pt x="96" y="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33" name="Group 77">
                <a:extLst>
                  <a:ext uri="{FF2B5EF4-FFF2-40B4-BE49-F238E27FC236}">
                    <a16:creationId xmlns:a16="http://schemas.microsoft.com/office/drawing/2014/main" id="{B35792FE-134A-82A5-7956-94A48C3A785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96" y="2116"/>
                <a:ext cx="231" cy="189"/>
                <a:chOff x="2896" y="2116"/>
                <a:chExt cx="231" cy="189"/>
              </a:xfrm>
              <a:grpFill/>
            </p:grpSpPr>
            <p:sp>
              <p:nvSpPr>
                <p:cNvPr id="254" name="Freeform 78">
                  <a:extLst>
                    <a:ext uri="{FF2B5EF4-FFF2-40B4-BE49-F238E27FC236}">
                      <a16:creationId xmlns:a16="http://schemas.microsoft.com/office/drawing/2014/main" id="{CDF44C30-5F12-2120-58A7-218261EA93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55" name="Freeform 79">
                  <a:extLst>
                    <a:ext uri="{FF2B5EF4-FFF2-40B4-BE49-F238E27FC236}">
                      <a16:creationId xmlns:a16="http://schemas.microsoft.com/office/drawing/2014/main" id="{95FF3CC0-D56C-FD2E-2BBE-5593B017660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234" name="Group 80">
                <a:extLst>
                  <a:ext uri="{FF2B5EF4-FFF2-40B4-BE49-F238E27FC236}">
                    <a16:creationId xmlns:a16="http://schemas.microsoft.com/office/drawing/2014/main" id="{2FEFB317-7E54-DEED-DD5A-94C655A2303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4" y="2276"/>
                <a:ext cx="114" cy="72"/>
                <a:chOff x="2984" y="2276"/>
                <a:chExt cx="114" cy="72"/>
              </a:xfrm>
              <a:grpFill/>
            </p:grpSpPr>
            <p:sp>
              <p:nvSpPr>
                <p:cNvPr id="252" name="Freeform 81">
                  <a:extLst>
                    <a:ext uri="{FF2B5EF4-FFF2-40B4-BE49-F238E27FC236}">
                      <a16:creationId xmlns:a16="http://schemas.microsoft.com/office/drawing/2014/main" id="{EA6E7ADB-AC1A-037F-9560-16DD1355F99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53" name="Freeform 82">
                  <a:extLst>
                    <a:ext uri="{FF2B5EF4-FFF2-40B4-BE49-F238E27FC236}">
                      <a16:creationId xmlns:a16="http://schemas.microsoft.com/office/drawing/2014/main" id="{526D4082-58F5-963C-E4E0-7DFA4BDE6B9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35" name="Freeform 83">
                <a:extLst>
                  <a:ext uri="{FF2B5EF4-FFF2-40B4-BE49-F238E27FC236}">
                    <a16:creationId xmlns:a16="http://schemas.microsoft.com/office/drawing/2014/main" id="{084EA728-010C-E2EC-17AD-CB807156567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4" y="2214"/>
                <a:ext cx="3" cy="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7" y="9"/>
                  </a:cxn>
                  <a:cxn ang="0">
                    <a:pos x="10" y="6"/>
                  </a:cxn>
                  <a:cxn ang="0">
                    <a:pos x="12" y="9"/>
                  </a:cxn>
                  <a:cxn ang="0">
                    <a:pos x="16" y="5"/>
                  </a:cxn>
                  <a:cxn ang="0">
                    <a:pos x="14" y="4"/>
                  </a:cxn>
                  <a:cxn ang="0">
                    <a:pos x="11" y="4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3" y="1"/>
                  </a:cxn>
                  <a:cxn ang="0">
                    <a:pos x="0" y="8"/>
                  </a:cxn>
                </a:cxnLst>
                <a:rect l="0" t="0" r="r" b="b"/>
                <a:pathLst>
                  <a:path w="16" h="9">
                    <a:moveTo>
                      <a:pt x="0" y="8"/>
                    </a:moveTo>
                    <a:lnTo>
                      <a:pt x="7" y="9"/>
                    </a:lnTo>
                    <a:lnTo>
                      <a:pt x="10" y="6"/>
                    </a:lnTo>
                    <a:lnTo>
                      <a:pt x="12" y="9"/>
                    </a:lnTo>
                    <a:lnTo>
                      <a:pt x="16" y="5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3" y="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36" name="Group 84">
                <a:extLst>
                  <a:ext uri="{FF2B5EF4-FFF2-40B4-BE49-F238E27FC236}">
                    <a16:creationId xmlns:a16="http://schemas.microsoft.com/office/drawing/2014/main" id="{4F8E0646-EF35-708C-59B6-8126E498D56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86" y="2189"/>
                <a:ext cx="85" cy="114"/>
                <a:chOff x="3086" y="2189"/>
                <a:chExt cx="85" cy="114"/>
              </a:xfrm>
              <a:grpFill/>
            </p:grpSpPr>
            <p:sp>
              <p:nvSpPr>
                <p:cNvPr id="250" name="Freeform 85">
                  <a:extLst>
                    <a:ext uri="{FF2B5EF4-FFF2-40B4-BE49-F238E27FC236}">
                      <a16:creationId xmlns:a16="http://schemas.microsoft.com/office/drawing/2014/main" id="{C6F1BF54-6277-A1B5-37AC-7F15F94E8A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30" y="218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19"/>
                    </a:cxn>
                    <a:cxn ang="0">
                      <a:pos x="3" y="25"/>
                    </a:cxn>
                    <a:cxn ang="0">
                      <a:pos x="2" y="27"/>
                    </a:cxn>
                    <a:cxn ang="0">
                      <a:pos x="3" y="31"/>
                    </a:cxn>
                    <a:cxn ang="0">
                      <a:pos x="1" y="36"/>
                    </a:cxn>
                    <a:cxn ang="0">
                      <a:pos x="3" y="37"/>
                    </a:cxn>
                    <a:cxn ang="0">
                      <a:pos x="11" y="40"/>
                    </a:cxn>
                    <a:cxn ang="0">
                      <a:pos x="12" y="36"/>
                    </a:cxn>
                    <a:cxn ang="0">
                      <a:pos x="17" y="27"/>
                    </a:cxn>
                    <a:cxn ang="0">
                      <a:pos x="17" y="18"/>
                    </a:cxn>
                    <a:cxn ang="0">
                      <a:pos x="15" y="15"/>
                    </a:cxn>
                    <a:cxn ang="0">
                      <a:pos x="15" y="11"/>
                    </a:cxn>
                    <a:cxn ang="0">
                      <a:pos x="18" y="9"/>
                    </a:cxn>
                    <a:cxn ang="0">
                      <a:pos x="19" y="4"/>
                    </a:cxn>
                    <a:cxn ang="0">
                      <a:pos x="15" y="0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9" h="40">
                      <a:moveTo>
                        <a:pt x="0" y="15"/>
                      </a:moveTo>
                      <a:lnTo>
                        <a:pt x="1" y="19"/>
                      </a:lnTo>
                      <a:lnTo>
                        <a:pt x="3" y="25"/>
                      </a:lnTo>
                      <a:lnTo>
                        <a:pt x="2" y="27"/>
                      </a:lnTo>
                      <a:lnTo>
                        <a:pt x="3" y="31"/>
                      </a:lnTo>
                      <a:lnTo>
                        <a:pt x="1" y="36"/>
                      </a:lnTo>
                      <a:lnTo>
                        <a:pt x="3" y="37"/>
                      </a:lnTo>
                      <a:lnTo>
                        <a:pt x="11" y="40"/>
                      </a:lnTo>
                      <a:lnTo>
                        <a:pt x="12" y="36"/>
                      </a:lnTo>
                      <a:lnTo>
                        <a:pt x="17" y="27"/>
                      </a:lnTo>
                      <a:lnTo>
                        <a:pt x="17" y="18"/>
                      </a:lnTo>
                      <a:lnTo>
                        <a:pt x="15" y="15"/>
                      </a:lnTo>
                      <a:lnTo>
                        <a:pt x="15" y="11"/>
                      </a:lnTo>
                      <a:lnTo>
                        <a:pt x="18" y="9"/>
                      </a:lnTo>
                      <a:lnTo>
                        <a:pt x="19" y="4"/>
                      </a:lnTo>
                      <a:lnTo>
                        <a:pt x="15" y="0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51" name="Freeform 86">
                  <a:extLst>
                    <a:ext uri="{FF2B5EF4-FFF2-40B4-BE49-F238E27FC236}">
                      <a16:creationId xmlns:a16="http://schemas.microsoft.com/office/drawing/2014/main" id="{028BDA2F-AF4C-B5E1-E578-FA8B761D1E4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6" y="2207"/>
                  <a:ext cx="85" cy="96"/>
                </a:xfrm>
                <a:custGeom>
                  <a:avLst/>
                  <a:gdLst/>
                  <a:ahLst/>
                  <a:cxnLst>
                    <a:cxn ang="0">
                      <a:pos x="203" y="0"/>
                    </a:cxn>
                    <a:cxn ang="0">
                      <a:pos x="187" y="59"/>
                    </a:cxn>
                    <a:cxn ang="0">
                      <a:pos x="203" y="170"/>
                    </a:cxn>
                    <a:cxn ang="0">
                      <a:pos x="0" y="345"/>
                    </a:cxn>
                    <a:cxn ang="0">
                      <a:pos x="83" y="474"/>
                    </a:cxn>
                    <a:cxn ang="0">
                      <a:pos x="107" y="466"/>
                    </a:cxn>
                    <a:cxn ang="0">
                      <a:pos x="137" y="459"/>
                    </a:cxn>
                    <a:cxn ang="0">
                      <a:pos x="154" y="464"/>
                    </a:cxn>
                    <a:cxn ang="0">
                      <a:pos x="165" y="460"/>
                    </a:cxn>
                    <a:cxn ang="0">
                      <a:pos x="179" y="447"/>
                    </a:cxn>
                    <a:cxn ang="0">
                      <a:pos x="180" y="436"/>
                    </a:cxn>
                    <a:cxn ang="0">
                      <a:pos x="186" y="425"/>
                    </a:cxn>
                    <a:cxn ang="0">
                      <a:pos x="224" y="407"/>
                    </a:cxn>
                    <a:cxn ang="0">
                      <a:pos x="241" y="404"/>
                    </a:cxn>
                    <a:cxn ang="0">
                      <a:pos x="253" y="382"/>
                    </a:cxn>
                    <a:cxn ang="0">
                      <a:pos x="262" y="361"/>
                    </a:cxn>
                    <a:cxn ang="0">
                      <a:pos x="278" y="352"/>
                    </a:cxn>
                    <a:cxn ang="0">
                      <a:pos x="289" y="348"/>
                    </a:cxn>
                    <a:cxn ang="0">
                      <a:pos x="309" y="346"/>
                    </a:cxn>
                    <a:cxn ang="0">
                      <a:pos x="319" y="337"/>
                    </a:cxn>
                    <a:cxn ang="0">
                      <a:pos x="314" y="325"/>
                    </a:cxn>
                    <a:cxn ang="0">
                      <a:pos x="312" y="303"/>
                    </a:cxn>
                    <a:cxn ang="0">
                      <a:pos x="314" y="285"/>
                    </a:cxn>
                    <a:cxn ang="0">
                      <a:pos x="335" y="256"/>
                    </a:cxn>
                    <a:cxn ang="0">
                      <a:pos x="342" y="255"/>
                    </a:cxn>
                    <a:cxn ang="0">
                      <a:pos x="347" y="262"/>
                    </a:cxn>
                    <a:cxn ang="0">
                      <a:pos x="355" y="261"/>
                    </a:cxn>
                    <a:cxn ang="0">
                      <a:pos x="369" y="239"/>
                    </a:cxn>
                    <a:cxn ang="0">
                      <a:pos x="382" y="216"/>
                    </a:cxn>
                    <a:cxn ang="0">
                      <a:pos x="416" y="178"/>
                    </a:cxn>
                    <a:cxn ang="0">
                      <a:pos x="422" y="161"/>
                    </a:cxn>
                    <a:cxn ang="0">
                      <a:pos x="427" y="143"/>
                    </a:cxn>
                    <a:cxn ang="0">
                      <a:pos x="419" y="137"/>
                    </a:cxn>
                    <a:cxn ang="0">
                      <a:pos x="406" y="131"/>
                    </a:cxn>
                    <a:cxn ang="0">
                      <a:pos x="391" y="111"/>
                    </a:cxn>
                    <a:cxn ang="0">
                      <a:pos x="382" y="103"/>
                    </a:cxn>
                    <a:cxn ang="0">
                      <a:pos x="375" y="92"/>
                    </a:cxn>
                    <a:cxn ang="0">
                      <a:pos x="366" y="79"/>
                    </a:cxn>
                    <a:cxn ang="0">
                      <a:pos x="347" y="73"/>
                    </a:cxn>
                    <a:cxn ang="0">
                      <a:pos x="315" y="63"/>
                    </a:cxn>
                    <a:cxn ang="0">
                      <a:pos x="285" y="51"/>
                    </a:cxn>
                    <a:cxn ang="0">
                      <a:pos x="266" y="40"/>
                    </a:cxn>
                    <a:cxn ang="0">
                      <a:pos x="252" y="23"/>
                    </a:cxn>
                    <a:cxn ang="0">
                      <a:pos x="241" y="12"/>
                    </a:cxn>
                  </a:cxnLst>
                  <a:rect l="0" t="0" r="r" b="b"/>
                  <a:pathLst>
                    <a:path w="427" h="482">
                      <a:moveTo>
                        <a:pt x="236" y="0"/>
                      </a:moveTo>
                      <a:lnTo>
                        <a:pt x="203" y="0"/>
                      </a:lnTo>
                      <a:lnTo>
                        <a:pt x="220" y="46"/>
                      </a:lnTo>
                      <a:lnTo>
                        <a:pt x="187" y="59"/>
                      </a:lnTo>
                      <a:lnTo>
                        <a:pt x="176" y="130"/>
                      </a:lnTo>
                      <a:lnTo>
                        <a:pt x="203" y="170"/>
                      </a:lnTo>
                      <a:lnTo>
                        <a:pt x="165" y="287"/>
                      </a:lnTo>
                      <a:lnTo>
                        <a:pt x="0" y="345"/>
                      </a:lnTo>
                      <a:lnTo>
                        <a:pt x="57" y="482"/>
                      </a:lnTo>
                      <a:lnTo>
                        <a:pt x="83" y="474"/>
                      </a:lnTo>
                      <a:lnTo>
                        <a:pt x="94" y="473"/>
                      </a:lnTo>
                      <a:lnTo>
                        <a:pt x="107" y="466"/>
                      </a:lnTo>
                      <a:lnTo>
                        <a:pt x="117" y="460"/>
                      </a:lnTo>
                      <a:lnTo>
                        <a:pt x="137" y="459"/>
                      </a:lnTo>
                      <a:lnTo>
                        <a:pt x="150" y="461"/>
                      </a:lnTo>
                      <a:lnTo>
                        <a:pt x="154" y="464"/>
                      </a:lnTo>
                      <a:lnTo>
                        <a:pt x="161" y="464"/>
                      </a:lnTo>
                      <a:lnTo>
                        <a:pt x="165" y="460"/>
                      </a:lnTo>
                      <a:lnTo>
                        <a:pt x="172" y="455"/>
                      </a:lnTo>
                      <a:lnTo>
                        <a:pt x="179" y="447"/>
                      </a:lnTo>
                      <a:lnTo>
                        <a:pt x="180" y="443"/>
                      </a:lnTo>
                      <a:lnTo>
                        <a:pt x="180" y="436"/>
                      </a:lnTo>
                      <a:lnTo>
                        <a:pt x="180" y="430"/>
                      </a:lnTo>
                      <a:lnTo>
                        <a:pt x="186" y="425"/>
                      </a:lnTo>
                      <a:lnTo>
                        <a:pt x="194" y="414"/>
                      </a:lnTo>
                      <a:lnTo>
                        <a:pt x="224" y="407"/>
                      </a:lnTo>
                      <a:lnTo>
                        <a:pt x="234" y="407"/>
                      </a:lnTo>
                      <a:lnTo>
                        <a:pt x="241" y="404"/>
                      </a:lnTo>
                      <a:lnTo>
                        <a:pt x="250" y="394"/>
                      </a:lnTo>
                      <a:lnTo>
                        <a:pt x="253" y="382"/>
                      </a:lnTo>
                      <a:lnTo>
                        <a:pt x="256" y="371"/>
                      </a:lnTo>
                      <a:lnTo>
                        <a:pt x="262" y="361"/>
                      </a:lnTo>
                      <a:lnTo>
                        <a:pt x="269" y="355"/>
                      </a:lnTo>
                      <a:lnTo>
                        <a:pt x="278" y="352"/>
                      </a:lnTo>
                      <a:lnTo>
                        <a:pt x="282" y="347"/>
                      </a:lnTo>
                      <a:lnTo>
                        <a:pt x="289" y="348"/>
                      </a:lnTo>
                      <a:lnTo>
                        <a:pt x="301" y="346"/>
                      </a:lnTo>
                      <a:lnTo>
                        <a:pt x="309" y="346"/>
                      </a:lnTo>
                      <a:lnTo>
                        <a:pt x="316" y="342"/>
                      </a:lnTo>
                      <a:lnTo>
                        <a:pt x="319" y="337"/>
                      </a:lnTo>
                      <a:lnTo>
                        <a:pt x="316" y="328"/>
                      </a:lnTo>
                      <a:lnTo>
                        <a:pt x="314" y="325"/>
                      </a:lnTo>
                      <a:lnTo>
                        <a:pt x="312" y="312"/>
                      </a:lnTo>
                      <a:lnTo>
                        <a:pt x="312" y="303"/>
                      </a:lnTo>
                      <a:lnTo>
                        <a:pt x="315" y="293"/>
                      </a:lnTo>
                      <a:lnTo>
                        <a:pt x="314" y="285"/>
                      </a:lnTo>
                      <a:lnTo>
                        <a:pt x="327" y="265"/>
                      </a:lnTo>
                      <a:lnTo>
                        <a:pt x="335" y="256"/>
                      </a:lnTo>
                      <a:lnTo>
                        <a:pt x="339" y="253"/>
                      </a:lnTo>
                      <a:lnTo>
                        <a:pt x="342" y="255"/>
                      </a:lnTo>
                      <a:lnTo>
                        <a:pt x="344" y="260"/>
                      </a:lnTo>
                      <a:lnTo>
                        <a:pt x="347" y="262"/>
                      </a:lnTo>
                      <a:lnTo>
                        <a:pt x="353" y="264"/>
                      </a:lnTo>
                      <a:lnTo>
                        <a:pt x="355" y="261"/>
                      </a:lnTo>
                      <a:lnTo>
                        <a:pt x="365" y="244"/>
                      </a:lnTo>
                      <a:lnTo>
                        <a:pt x="369" y="239"/>
                      </a:lnTo>
                      <a:lnTo>
                        <a:pt x="376" y="224"/>
                      </a:lnTo>
                      <a:lnTo>
                        <a:pt x="382" y="216"/>
                      </a:lnTo>
                      <a:lnTo>
                        <a:pt x="396" y="206"/>
                      </a:lnTo>
                      <a:lnTo>
                        <a:pt x="416" y="178"/>
                      </a:lnTo>
                      <a:lnTo>
                        <a:pt x="421" y="167"/>
                      </a:lnTo>
                      <a:lnTo>
                        <a:pt x="422" y="161"/>
                      </a:lnTo>
                      <a:lnTo>
                        <a:pt x="427" y="147"/>
                      </a:lnTo>
                      <a:lnTo>
                        <a:pt x="427" y="143"/>
                      </a:lnTo>
                      <a:lnTo>
                        <a:pt x="423" y="140"/>
                      </a:lnTo>
                      <a:lnTo>
                        <a:pt x="419" y="137"/>
                      </a:lnTo>
                      <a:lnTo>
                        <a:pt x="418" y="134"/>
                      </a:lnTo>
                      <a:lnTo>
                        <a:pt x="406" y="131"/>
                      </a:lnTo>
                      <a:lnTo>
                        <a:pt x="396" y="124"/>
                      </a:lnTo>
                      <a:lnTo>
                        <a:pt x="391" y="111"/>
                      </a:lnTo>
                      <a:lnTo>
                        <a:pt x="386" y="108"/>
                      </a:lnTo>
                      <a:lnTo>
                        <a:pt x="382" y="103"/>
                      </a:lnTo>
                      <a:lnTo>
                        <a:pt x="381" y="98"/>
                      </a:lnTo>
                      <a:lnTo>
                        <a:pt x="375" y="92"/>
                      </a:lnTo>
                      <a:lnTo>
                        <a:pt x="373" y="88"/>
                      </a:lnTo>
                      <a:lnTo>
                        <a:pt x="366" y="79"/>
                      </a:lnTo>
                      <a:lnTo>
                        <a:pt x="354" y="73"/>
                      </a:lnTo>
                      <a:lnTo>
                        <a:pt x="347" y="73"/>
                      </a:lnTo>
                      <a:lnTo>
                        <a:pt x="332" y="66"/>
                      </a:lnTo>
                      <a:lnTo>
                        <a:pt x="315" y="63"/>
                      </a:lnTo>
                      <a:lnTo>
                        <a:pt x="309" y="61"/>
                      </a:lnTo>
                      <a:lnTo>
                        <a:pt x="285" y="51"/>
                      </a:lnTo>
                      <a:lnTo>
                        <a:pt x="274" y="43"/>
                      </a:lnTo>
                      <a:lnTo>
                        <a:pt x="266" y="40"/>
                      </a:lnTo>
                      <a:lnTo>
                        <a:pt x="260" y="30"/>
                      </a:lnTo>
                      <a:lnTo>
                        <a:pt x="252" y="23"/>
                      </a:lnTo>
                      <a:lnTo>
                        <a:pt x="250" y="19"/>
                      </a:lnTo>
                      <a:lnTo>
                        <a:pt x="241" y="12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37" name="Freeform 87">
                <a:extLst>
                  <a:ext uri="{FF2B5EF4-FFF2-40B4-BE49-F238E27FC236}">
                    <a16:creationId xmlns:a16="http://schemas.microsoft.com/office/drawing/2014/main" id="{185EA58E-6F0F-E0CD-A26E-6D6307D1D81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69" y="2190"/>
                <a:ext cx="1" cy="3"/>
              </a:xfrm>
              <a:custGeom>
                <a:avLst/>
                <a:gdLst/>
                <a:ahLst/>
                <a:cxnLst>
                  <a:cxn ang="0">
                    <a:pos x="8" y="3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3" y="19"/>
                  </a:cxn>
                  <a:cxn ang="0">
                    <a:pos x="8" y="17"/>
                  </a:cxn>
                  <a:cxn ang="0">
                    <a:pos x="8" y="3"/>
                  </a:cxn>
                </a:cxnLst>
                <a:rect l="0" t="0" r="r" b="b"/>
                <a:pathLst>
                  <a:path w="8" h="19">
                    <a:moveTo>
                      <a:pt x="8" y="3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" y="19"/>
                    </a:lnTo>
                    <a:lnTo>
                      <a:pt x="8" y="17"/>
                    </a:lnTo>
                    <a:lnTo>
                      <a:pt x="8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38" name="Group 88">
                <a:extLst>
                  <a:ext uri="{FF2B5EF4-FFF2-40B4-BE49-F238E27FC236}">
                    <a16:creationId xmlns:a16="http://schemas.microsoft.com/office/drawing/2014/main" id="{8A1D80D8-1046-ED6C-45EA-95D18045E85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00" y="2012"/>
                <a:ext cx="210" cy="192"/>
                <a:chOff x="3000" y="2012"/>
                <a:chExt cx="210" cy="192"/>
              </a:xfrm>
              <a:grpFill/>
            </p:grpSpPr>
            <p:sp>
              <p:nvSpPr>
                <p:cNvPr id="248" name="Freeform 89">
                  <a:extLst>
                    <a:ext uri="{FF2B5EF4-FFF2-40B4-BE49-F238E27FC236}">
                      <a16:creationId xmlns:a16="http://schemas.microsoft.com/office/drawing/2014/main" id="{0AC164F1-53A4-8C4D-8C3E-B9741EE8FA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2" y="2182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50" y="2"/>
                    </a:cxn>
                    <a:cxn ang="0">
                      <a:pos x="45" y="0"/>
                    </a:cxn>
                    <a:cxn ang="0">
                      <a:pos x="27" y="2"/>
                    </a:cxn>
                    <a:cxn ang="0">
                      <a:pos x="23" y="10"/>
                    </a:cxn>
                    <a:cxn ang="0">
                      <a:pos x="12" y="18"/>
                    </a:cxn>
                    <a:cxn ang="0">
                      <a:pos x="0" y="22"/>
                    </a:cxn>
                    <a:cxn ang="0">
                      <a:pos x="1" y="26"/>
                    </a:cxn>
                    <a:cxn ang="0">
                      <a:pos x="27" y="19"/>
                    </a:cxn>
                    <a:cxn ang="0">
                      <a:pos x="50" y="2"/>
                    </a:cxn>
                  </a:cxnLst>
                  <a:rect l="0" t="0" r="r" b="b"/>
                  <a:pathLst>
                    <a:path w="50" h="26">
                      <a:moveTo>
                        <a:pt x="50" y="2"/>
                      </a:moveTo>
                      <a:lnTo>
                        <a:pt x="45" y="0"/>
                      </a:lnTo>
                      <a:lnTo>
                        <a:pt x="27" y="2"/>
                      </a:lnTo>
                      <a:lnTo>
                        <a:pt x="23" y="10"/>
                      </a:lnTo>
                      <a:lnTo>
                        <a:pt x="12" y="18"/>
                      </a:lnTo>
                      <a:lnTo>
                        <a:pt x="0" y="22"/>
                      </a:lnTo>
                      <a:lnTo>
                        <a:pt x="1" y="26"/>
                      </a:lnTo>
                      <a:lnTo>
                        <a:pt x="27" y="19"/>
                      </a:lnTo>
                      <a:lnTo>
                        <a:pt x="5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49" name="Freeform 90">
                  <a:extLst>
                    <a:ext uri="{FF2B5EF4-FFF2-40B4-BE49-F238E27FC236}">
                      <a16:creationId xmlns:a16="http://schemas.microsoft.com/office/drawing/2014/main" id="{E087B413-4EF7-81AC-5009-AC8395D6DE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0" y="2012"/>
                  <a:ext cx="210" cy="192"/>
                </a:xfrm>
                <a:custGeom>
                  <a:avLst/>
                  <a:gdLst/>
                  <a:ahLst/>
                  <a:cxnLst>
                    <a:cxn ang="0">
                      <a:pos x="920" y="957"/>
                    </a:cxn>
                    <a:cxn ang="0">
                      <a:pos x="836" y="944"/>
                    </a:cxn>
                    <a:cxn ang="0">
                      <a:pos x="792" y="933"/>
                    </a:cxn>
                    <a:cxn ang="0">
                      <a:pos x="717" y="912"/>
                    </a:cxn>
                    <a:cxn ang="0">
                      <a:pos x="673" y="839"/>
                    </a:cxn>
                    <a:cxn ang="0">
                      <a:pos x="610" y="865"/>
                    </a:cxn>
                    <a:cxn ang="0">
                      <a:pos x="551" y="868"/>
                    </a:cxn>
                    <a:cxn ang="0">
                      <a:pos x="511" y="859"/>
                    </a:cxn>
                    <a:cxn ang="0">
                      <a:pos x="462" y="822"/>
                    </a:cxn>
                    <a:cxn ang="0">
                      <a:pos x="400" y="794"/>
                    </a:cxn>
                    <a:cxn ang="0">
                      <a:pos x="351" y="713"/>
                    </a:cxn>
                    <a:cxn ang="0">
                      <a:pos x="323" y="661"/>
                    </a:cxn>
                    <a:cxn ang="0">
                      <a:pos x="292" y="661"/>
                    </a:cxn>
                    <a:cxn ang="0">
                      <a:pos x="270" y="632"/>
                    </a:cxn>
                    <a:cxn ang="0">
                      <a:pos x="252" y="640"/>
                    </a:cxn>
                    <a:cxn ang="0">
                      <a:pos x="237" y="653"/>
                    </a:cxn>
                    <a:cxn ang="0">
                      <a:pos x="188" y="595"/>
                    </a:cxn>
                    <a:cxn ang="0">
                      <a:pos x="172" y="506"/>
                    </a:cxn>
                    <a:cxn ang="0">
                      <a:pos x="111" y="466"/>
                    </a:cxn>
                    <a:cxn ang="0">
                      <a:pos x="82" y="422"/>
                    </a:cxn>
                    <a:cxn ang="0">
                      <a:pos x="72" y="393"/>
                    </a:cxn>
                    <a:cxn ang="0">
                      <a:pos x="100" y="328"/>
                    </a:cxn>
                    <a:cxn ang="0">
                      <a:pos x="102" y="278"/>
                    </a:cxn>
                    <a:cxn ang="0">
                      <a:pos x="40" y="213"/>
                    </a:cxn>
                    <a:cxn ang="0">
                      <a:pos x="12" y="118"/>
                    </a:cxn>
                    <a:cxn ang="0">
                      <a:pos x="0" y="34"/>
                    </a:cxn>
                    <a:cxn ang="0">
                      <a:pos x="38" y="16"/>
                    </a:cxn>
                    <a:cxn ang="0">
                      <a:pos x="121" y="68"/>
                    </a:cxn>
                    <a:cxn ang="0">
                      <a:pos x="166" y="27"/>
                    </a:cxn>
                    <a:cxn ang="0">
                      <a:pos x="227" y="57"/>
                    </a:cxn>
                    <a:cxn ang="0">
                      <a:pos x="232" y="85"/>
                    </a:cxn>
                    <a:cxn ang="0">
                      <a:pos x="260" y="123"/>
                    </a:cxn>
                    <a:cxn ang="0">
                      <a:pos x="303" y="171"/>
                    </a:cxn>
                    <a:cxn ang="0">
                      <a:pos x="357" y="203"/>
                    </a:cxn>
                    <a:cxn ang="0">
                      <a:pos x="497" y="207"/>
                    </a:cxn>
                    <a:cxn ang="0">
                      <a:pos x="543" y="207"/>
                    </a:cxn>
                    <a:cxn ang="0">
                      <a:pos x="600" y="135"/>
                    </a:cxn>
                    <a:cxn ang="0">
                      <a:pos x="664" y="121"/>
                    </a:cxn>
                    <a:cxn ang="0">
                      <a:pos x="722" y="119"/>
                    </a:cxn>
                    <a:cxn ang="0">
                      <a:pos x="804" y="150"/>
                    </a:cxn>
                    <a:cxn ang="0">
                      <a:pos x="851" y="187"/>
                    </a:cxn>
                    <a:cxn ang="0">
                      <a:pos x="936" y="230"/>
                    </a:cxn>
                    <a:cxn ang="0">
                      <a:pos x="935" y="321"/>
                    </a:cxn>
                    <a:cxn ang="0">
                      <a:pos x="895" y="398"/>
                    </a:cxn>
                    <a:cxn ang="0">
                      <a:pos x="899" y="470"/>
                    </a:cxn>
                    <a:cxn ang="0">
                      <a:pos x="909" y="546"/>
                    </a:cxn>
                    <a:cxn ang="0">
                      <a:pos x="960" y="586"/>
                    </a:cxn>
                    <a:cxn ang="0">
                      <a:pos x="915" y="676"/>
                    </a:cxn>
                    <a:cxn ang="0">
                      <a:pos x="986" y="759"/>
                    </a:cxn>
                    <a:cxn ang="0">
                      <a:pos x="1023" y="829"/>
                    </a:cxn>
                    <a:cxn ang="0">
                      <a:pos x="1033" y="866"/>
                    </a:cxn>
                    <a:cxn ang="0">
                      <a:pos x="970" y="902"/>
                    </a:cxn>
                  </a:cxnLst>
                  <a:rect l="0" t="0" r="r" b="b"/>
                  <a:pathLst>
                    <a:path w="1049" h="961">
                      <a:moveTo>
                        <a:pt x="957" y="958"/>
                      </a:moveTo>
                      <a:lnTo>
                        <a:pt x="954" y="957"/>
                      </a:lnTo>
                      <a:lnTo>
                        <a:pt x="947" y="961"/>
                      </a:lnTo>
                      <a:lnTo>
                        <a:pt x="932" y="960"/>
                      </a:lnTo>
                      <a:lnTo>
                        <a:pt x="920" y="957"/>
                      </a:lnTo>
                      <a:lnTo>
                        <a:pt x="903" y="951"/>
                      </a:lnTo>
                      <a:lnTo>
                        <a:pt x="895" y="944"/>
                      </a:lnTo>
                      <a:lnTo>
                        <a:pt x="889" y="949"/>
                      </a:lnTo>
                      <a:lnTo>
                        <a:pt x="855" y="947"/>
                      </a:lnTo>
                      <a:lnTo>
                        <a:pt x="836" y="944"/>
                      </a:lnTo>
                      <a:lnTo>
                        <a:pt x="825" y="939"/>
                      </a:lnTo>
                      <a:lnTo>
                        <a:pt x="820" y="941"/>
                      </a:lnTo>
                      <a:lnTo>
                        <a:pt x="818" y="945"/>
                      </a:lnTo>
                      <a:lnTo>
                        <a:pt x="806" y="938"/>
                      </a:lnTo>
                      <a:lnTo>
                        <a:pt x="792" y="933"/>
                      </a:lnTo>
                      <a:lnTo>
                        <a:pt x="775" y="933"/>
                      </a:lnTo>
                      <a:lnTo>
                        <a:pt x="755" y="930"/>
                      </a:lnTo>
                      <a:lnTo>
                        <a:pt x="744" y="926"/>
                      </a:lnTo>
                      <a:lnTo>
                        <a:pt x="726" y="925"/>
                      </a:lnTo>
                      <a:lnTo>
                        <a:pt x="717" y="912"/>
                      </a:lnTo>
                      <a:lnTo>
                        <a:pt x="710" y="893"/>
                      </a:lnTo>
                      <a:lnTo>
                        <a:pt x="705" y="869"/>
                      </a:lnTo>
                      <a:lnTo>
                        <a:pt x="697" y="852"/>
                      </a:lnTo>
                      <a:lnTo>
                        <a:pt x="683" y="843"/>
                      </a:lnTo>
                      <a:lnTo>
                        <a:pt x="673" y="839"/>
                      </a:lnTo>
                      <a:lnTo>
                        <a:pt x="665" y="838"/>
                      </a:lnTo>
                      <a:lnTo>
                        <a:pt x="645" y="847"/>
                      </a:lnTo>
                      <a:lnTo>
                        <a:pt x="625" y="853"/>
                      </a:lnTo>
                      <a:lnTo>
                        <a:pt x="619" y="860"/>
                      </a:lnTo>
                      <a:lnTo>
                        <a:pt x="610" y="865"/>
                      </a:lnTo>
                      <a:lnTo>
                        <a:pt x="600" y="865"/>
                      </a:lnTo>
                      <a:lnTo>
                        <a:pt x="584" y="875"/>
                      </a:lnTo>
                      <a:lnTo>
                        <a:pt x="573" y="877"/>
                      </a:lnTo>
                      <a:lnTo>
                        <a:pt x="559" y="874"/>
                      </a:lnTo>
                      <a:lnTo>
                        <a:pt x="551" y="868"/>
                      </a:lnTo>
                      <a:lnTo>
                        <a:pt x="537" y="865"/>
                      </a:lnTo>
                      <a:lnTo>
                        <a:pt x="523" y="868"/>
                      </a:lnTo>
                      <a:lnTo>
                        <a:pt x="516" y="868"/>
                      </a:lnTo>
                      <a:lnTo>
                        <a:pt x="507" y="856"/>
                      </a:lnTo>
                      <a:lnTo>
                        <a:pt x="511" y="859"/>
                      </a:lnTo>
                      <a:lnTo>
                        <a:pt x="509" y="854"/>
                      </a:lnTo>
                      <a:lnTo>
                        <a:pt x="502" y="849"/>
                      </a:lnTo>
                      <a:lnTo>
                        <a:pt x="470" y="838"/>
                      </a:lnTo>
                      <a:lnTo>
                        <a:pt x="462" y="826"/>
                      </a:lnTo>
                      <a:lnTo>
                        <a:pt x="462" y="822"/>
                      </a:lnTo>
                      <a:lnTo>
                        <a:pt x="453" y="812"/>
                      </a:lnTo>
                      <a:lnTo>
                        <a:pt x="438" y="805"/>
                      </a:lnTo>
                      <a:lnTo>
                        <a:pt x="425" y="800"/>
                      </a:lnTo>
                      <a:lnTo>
                        <a:pt x="409" y="799"/>
                      </a:lnTo>
                      <a:lnTo>
                        <a:pt x="400" y="794"/>
                      </a:lnTo>
                      <a:lnTo>
                        <a:pt x="392" y="785"/>
                      </a:lnTo>
                      <a:lnTo>
                        <a:pt x="384" y="762"/>
                      </a:lnTo>
                      <a:lnTo>
                        <a:pt x="374" y="745"/>
                      </a:lnTo>
                      <a:lnTo>
                        <a:pt x="371" y="730"/>
                      </a:lnTo>
                      <a:lnTo>
                        <a:pt x="351" y="713"/>
                      </a:lnTo>
                      <a:lnTo>
                        <a:pt x="347" y="699"/>
                      </a:lnTo>
                      <a:lnTo>
                        <a:pt x="342" y="689"/>
                      </a:lnTo>
                      <a:lnTo>
                        <a:pt x="334" y="685"/>
                      </a:lnTo>
                      <a:lnTo>
                        <a:pt x="324" y="669"/>
                      </a:lnTo>
                      <a:lnTo>
                        <a:pt x="323" y="661"/>
                      </a:lnTo>
                      <a:lnTo>
                        <a:pt x="319" y="655"/>
                      </a:lnTo>
                      <a:lnTo>
                        <a:pt x="313" y="651"/>
                      </a:lnTo>
                      <a:lnTo>
                        <a:pt x="301" y="656"/>
                      </a:lnTo>
                      <a:lnTo>
                        <a:pt x="293" y="664"/>
                      </a:lnTo>
                      <a:lnTo>
                        <a:pt x="292" y="661"/>
                      </a:lnTo>
                      <a:lnTo>
                        <a:pt x="286" y="659"/>
                      </a:lnTo>
                      <a:lnTo>
                        <a:pt x="283" y="654"/>
                      </a:lnTo>
                      <a:lnTo>
                        <a:pt x="276" y="649"/>
                      </a:lnTo>
                      <a:lnTo>
                        <a:pt x="271" y="642"/>
                      </a:lnTo>
                      <a:lnTo>
                        <a:pt x="270" y="632"/>
                      </a:lnTo>
                      <a:lnTo>
                        <a:pt x="265" y="627"/>
                      </a:lnTo>
                      <a:lnTo>
                        <a:pt x="256" y="624"/>
                      </a:lnTo>
                      <a:lnTo>
                        <a:pt x="252" y="628"/>
                      </a:lnTo>
                      <a:lnTo>
                        <a:pt x="254" y="634"/>
                      </a:lnTo>
                      <a:lnTo>
                        <a:pt x="252" y="640"/>
                      </a:lnTo>
                      <a:lnTo>
                        <a:pt x="253" y="646"/>
                      </a:lnTo>
                      <a:lnTo>
                        <a:pt x="244" y="646"/>
                      </a:lnTo>
                      <a:lnTo>
                        <a:pt x="243" y="656"/>
                      </a:lnTo>
                      <a:lnTo>
                        <a:pt x="240" y="655"/>
                      </a:lnTo>
                      <a:lnTo>
                        <a:pt x="237" y="653"/>
                      </a:lnTo>
                      <a:lnTo>
                        <a:pt x="217" y="638"/>
                      </a:lnTo>
                      <a:lnTo>
                        <a:pt x="210" y="630"/>
                      </a:lnTo>
                      <a:lnTo>
                        <a:pt x="205" y="622"/>
                      </a:lnTo>
                      <a:lnTo>
                        <a:pt x="201" y="602"/>
                      </a:lnTo>
                      <a:lnTo>
                        <a:pt x="188" y="595"/>
                      </a:lnTo>
                      <a:lnTo>
                        <a:pt x="189" y="574"/>
                      </a:lnTo>
                      <a:lnTo>
                        <a:pt x="193" y="547"/>
                      </a:lnTo>
                      <a:lnTo>
                        <a:pt x="186" y="533"/>
                      </a:lnTo>
                      <a:lnTo>
                        <a:pt x="179" y="521"/>
                      </a:lnTo>
                      <a:lnTo>
                        <a:pt x="172" y="506"/>
                      </a:lnTo>
                      <a:lnTo>
                        <a:pt x="163" y="497"/>
                      </a:lnTo>
                      <a:lnTo>
                        <a:pt x="150" y="493"/>
                      </a:lnTo>
                      <a:lnTo>
                        <a:pt x="140" y="488"/>
                      </a:lnTo>
                      <a:lnTo>
                        <a:pt x="126" y="477"/>
                      </a:lnTo>
                      <a:lnTo>
                        <a:pt x="111" y="466"/>
                      </a:lnTo>
                      <a:lnTo>
                        <a:pt x="99" y="460"/>
                      </a:lnTo>
                      <a:lnTo>
                        <a:pt x="99" y="449"/>
                      </a:lnTo>
                      <a:lnTo>
                        <a:pt x="93" y="435"/>
                      </a:lnTo>
                      <a:lnTo>
                        <a:pt x="86" y="429"/>
                      </a:lnTo>
                      <a:lnTo>
                        <a:pt x="82" y="422"/>
                      </a:lnTo>
                      <a:lnTo>
                        <a:pt x="73" y="422"/>
                      </a:lnTo>
                      <a:lnTo>
                        <a:pt x="67" y="417"/>
                      </a:lnTo>
                      <a:lnTo>
                        <a:pt x="65" y="401"/>
                      </a:lnTo>
                      <a:lnTo>
                        <a:pt x="68" y="400"/>
                      </a:lnTo>
                      <a:lnTo>
                        <a:pt x="72" y="393"/>
                      </a:lnTo>
                      <a:lnTo>
                        <a:pt x="76" y="368"/>
                      </a:lnTo>
                      <a:lnTo>
                        <a:pt x="80" y="360"/>
                      </a:lnTo>
                      <a:lnTo>
                        <a:pt x="88" y="358"/>
                      </a:lnTo>
                      <a:lnTo>
                        <a:pt x="87" y="349"/>
                      </a:lnTo>
                      <a:lnTo>
                        <a:pt x="100" y="328"/>
                      </a:lnTo>
                      <a:lnTo>
                        <a:pt x="109" y="317"/>
                      </a:lnTo>
                      <a:lnTo>
                        <a:pt x="104" y="299"/>
                      </a:lnTo>
                      <a:lnTo>
                        <a:pt x="110" y="285"/>
                      </a:lnTo>
                      <a:lnTo>
                        <a:pt x="116" y="278"/>
                      </a:lnTo>
                      <a:lnTo>
                        <a:pt x="102" y="278"/>
                      </a:lnTo>
                      <a:lnTo>
                        <a:pt x="80" y="273"/>
                      </a:lnTo>
                      <a:lnTo>
                        <a:pt x="68" y="262"/>
                      </a:lnTo>
                      <a:lnTo>
                        <a:pt x="62" y="240"/>
                      </a:lnTo>
                      <a:lnTo>
                        <a:pt x="50" y="230"/>
                      </a:lnTo>
                      <a:lnTo>
                        <a:pt x="40" y="213"/>
                      </a:lnTo>
                      <a:lnTo>
                        <a:pt x="35" y="180"/>
                      </a:lnTo>
                      <a:lnTo>
                        <a:pt x="34" y="164"/>
                      </a:lnTo>
                      <a:lnTo>
                        <a:pt x="22" y="147"/>
                      </a:lnTo>
                      <a:lnTo>
                        <a:pt x="8" y="139"/>
                      </a:lnTo>
                      <a:lnTo>
                        <a:pt x="12" y="118"/>
                      </a:lnTo>
                      <a:lnTo>
                        <a:pt x="10" y="102"/>
                      </a:lnTo>
                      <a:lnTo>
                        <a:pt x="10" y="85"/>
                      </a:lnTo>
                      <a:lnTo>
                        <a:pt x="8" y="58"/>
                      </a:lnTo>
                      <a:lnTo>
                        <a:pt x="1" y="41"/>
                      </a:lnTo>
                      <a:lnTo>
                        <a:pt x="0" y="34"/>
                      </a:lnTo>
                      <a:lnTo>
                        <a:pt x="14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4" y="11"/>
                      </a:lnTo>
                      <a:lnTo>
                        <a:pt x="38" y="16"/>
                      </a:lnTo>
                      <a:lnTo>
                        <a:pt x="70" y="62"/>
                      </a:lnTo>
                      <a:lnTo>
                        <a:pt x="86" y="65"/>
                      </a:lnTo>
                      <a:lnTo>
                        <a:pt x="99" y="68"/>
                      </a:lnTo>
                      <a:lnTo>
                        <a:pt x="104" y="68"/>
                      </a:lnTo>
                      <a:lnTo>
                        <a:pt x="121" y="68"/>
                      </a:lnTo>
                      <a:lnTo>
                        <a:pt x="127" y="68"/>
                      </a:lnTo>
                      <a:lnTo>
                        <a:pt x="138" y="65"/>
                      </a:lnTo>
                      <a:lnTo>
                        <a:pt x="150" y="53"/>
                      </a:lnTo>
                      <a:lnTo>
                        <a:pt x="156" y="37"/>
                      </a:lnTo>
                      <a:lnTo>
                        <a:pt x="166" y="27"/>
                      </a:lnTo>
                      <a:lnTo>
                        <a:pt x="178" y="19"/>
                      </a:lnTo>
                      <a:lnTo>
                        <a:pt x="204" y="13"/>
                      </a:lnTo>
                      <a:lnTo>
                        <a:pt x="221" y="22"/>
                      </a:lnTo>
                      <a:lnTo>
                        <a:pt x="220" y="36"/>
                      </a:lnTo>
                      <a:lnTo>
                        <a:pt x="227" y="57"/>
                      </a:lnTo>
                      <a:lnTo>
                        <a:pt x="212" y="65"/>
                      </a:lnTo>
                      <a:lnTo>
                        <a:pt x="209" y="70"/>
                      </a:lnTo>
                      <a:lnTo>
                        <a:pt x="220" y="77"/>
                      </a:lnTo>
                      <a:lnTo>
                        <a:pt x="224" y="81"/>
                      </a:lnTo>
                      <a:lnTo>
                        <a:pt x="232" y="85"/>
                      </a:lnTo>
                      <a:lnTo>
                        <a:pt x="240" y="92"/>
                      </a:lnTo>
                      <a:lnTo>
                        <a:pt x="247" y="95"/>
                      </a:lnTo>
                      <a:lnTo>
                        <a:pt x="254" y="95"/>
                      </a:lnTo>
                      <a:lnTo>
                        <a:pt x="258" y="94"/>
                      </a:lnTo>
                      <a:lnTo>
                        <a:pt x="260" y="123"/>
                      </a:lnTo>
                      <a:lnTo>
                        <a:pt x="265" y="142"/>
                      </a:lnTo>
                      <a:lnTo>
                        <a:pt x="270" y="155"/>
                      </a:lnTo>
                      <a:lnTo>
                        <a:pt x="282" y="165"/>
                      </a:lnTo>
                      <a:lnTo>
                        <a:pt x="293" y="167"/>
                      </a:lnTo>
                      <a:lnTo>
                        <a:pt x="303" y="171"/>
                      </a:lnTo>
                      <a:lnTo>
                        <a:pt x="318" y="170"/>
                      </a:lnTo>
                      <a:lnTo>
                        <a:pt x="329" y="171"/>
                      </a:lnTo>
                      <a:lnTo>
                        <a:pt x="336" y="176"/>
                      </a:lnTo>
                      <a:lnTo>
                        <a:pt x="344" y="192"/>
                      </a:lnTo>
                      <a:lnTo>
                        <a:pt x="357" y="203"/>
                      </a:lnTo>
                      <a:lnTo>
                        <a:pt x="377" y="214"/>
                      </a:lnTo>
                      <a:lnTo>
                        <a:pt x="411" y="225"/>
                      </a:lnTo>
                      <a:lnTo>
                        <a:pt x="423" y="226"/>
                      </a:lnTo>
                      <a:lnTo>
                        <a:pt x="479" y="209"/>
                      </a:lnTo>
                      <a:lnTo>
                        <a:pt x="497" y="207"/>
                      </a:lnTo>
                      <a:lnTo>
                        <a:pt x="519" y="202"/>
                      </a:lnTo>
                      <a:lnTo>
                        <a:pt x="516" y="205"/>
                      </a:lnTo>
                      <a:lnTo>
                        <a:pt x="502" y="208"/>
                      </a:lnTo>
                      <a:lnTo>
                        <a:pt x="519" y="210"/>
                      </a:lnTo>
                      <a:lnTo>
                        <a:pt x="543" y="207"/>
                      </a:lnTo>
                      <a:lnTo>
                        <a:pt x="543" y="187"/>
                      </a:lnTo>
                      <a:lnTo>
                        <a:pt x="534" y="166"/>
                      </a:lnTo>
                      <a:lnTo>
                        <a:pt x="548" y="166"/>
                      </a:lnTo>
                      <a:lnTo>
                        <a:pt x="566" y="162"/>
                      </a:lnTo>
                      <a:lnTo>
                        <a:pt x="600" y="135"/>
                      </a:lnTo>
                      <a:lnTo>
                        <a:pt x="615" y="121"/>
                      </a:lnTo>
                      <a:lnTo>
                        <a:pt x="631" y="117"/>
                      </a:lnTo>
                      <a:lnTo>
                        <a:pt x="642" y="117"/>
                      </a:lnTo>
                      <a:lnTo>
                        <a:pt x="653" y="121"/>
                      </a:lnTo>
                      <a:lnTo>
                        <a:pt x="664" y="121"/>
                      </a:lnTo>
                      <a:lnTo>
                        <a:pt x="669" y="116"/>
                      </a:lnTo>
                      <a:lnTo>
                        <a:pt x="672" y="107"/>
                      </a:lnTo>
                      <a:lnTo>
                        <a:pt x="686" y="105"/>
                      </a:lnTo>
                      <a:lnTo>
                        <a:pt x="707" y="107"/>
                      </a:lnTo>
                      <a:lnTo>
                        <a:pt x="722" y="119"/>
                      </a:lnTo>
                      <a:lnTo>
                        <a:pt x="731" y="131"/>
                      </a:lnTo>
                      <a:lnTo>
                        <a:pt x="769" y="143"/>
                      </a:lnTo>
                      <a:lnTo>
                        <a:pt x="782" y="150"/>
                      </a:lnTo>
                      <a:lnTo>
                        <a:pt x="793" y="153"/>
                      </a:lnTo>
                      <a:lnTo>
                        <a:pt x="804" y="150"/>
                      </a:lnTo>
                      <a:lnTo>
                        <a:pt x="819" y="153"/>
                      </a:lnTo>
                      <a:lnTo>
                        <a:pt x="828" y="158"/>
                      </a:lnTo>
                      <a:lnTo>
                        <a:pt x="837" y="171"/>
                      </a:lnTo>
                      <a:lnTo>
                        <a:pt x="841" y="183"/>
                      </a:lnTo>
                      <a:lnTo>
                        <a:pt x="851" y="187"/>
                      </a:lnTo>
                      <a:lnTo>
                        <a:pt x="867" y="197"/>
                      </a:lnTo>
                      <a:lnTo>
                        <a:pt x="889" y="215"/>
                      </a:lnTo>
                      <a:lnTo>
                        <a:pt x="905" y="225"/>
                      </a:lnTo>
                      <a:lnTo>
                        <a:pt x="931" y="225"/>
                      </a:lnTo>
                      <a:lnTo>
                        <a:pt x="936" y="230"/>
                      </a:lnTo>
                      <a:lnTo>
                        <a:pt x="936" y="267"/>
                      </a:lnTo>
                      <a:lnTo>
                        <a:pt x="939" y="278"/>
                      </a:lnTo>
                      <a:lnTo>
                        <a:pt x="937" y="291"/>
                      </a:lnTo>
                      <a:lnTo>
                        <a:pt x="935" y="305"/>
                      </a:lnTo>
                      <a:lnTo>
                        <a:pt x="935" y="321"/>
                      </a:lnTo>
                      <a:lnTo>
                        <a:pt x="930" y="343"/>
                      </a:lnTo>
                      <a:lnTo>
                        <a:pt x="916" y="365"/>
                      </a:lnTo>
                      <a:lnTo>
                        <a:pt x="916" y="380"/>
                      </a:lnTo>
                      <a:lnTo>
                        <a:pt x="895" y="388"/>
                      </a:lnTo>
                      <a:lnTo>
                        <a:pt x="895" y="398"/>
                      </a:lnTo>
                      <a:lnTo>
                        <a:pt x="895" y="418"/>
                      </a:lnTo>
                      <a:lnTo>
                        <a:pt x="909" y="423"/>
                      </a:lnTo>
                      <a:lnTo>
                        <a:pt x="910" y="434"/>
                      </a:lnTo>
                      <a:lnTo>
                        <a:pt x="903" y="452"/>
                      </a:lnTo>
                      <a:lnTo>
                        <a:pt x="899" y="470"/>
                      </a:lnTo>
                      <a:lnTo>
                        <a:pt x="901" y="482"/>
                      </a:lnTo>
                      <a:lnTo>
                        <a:pt x="907" y="498"/>
                      </a:lnTo>
                      <a:lnTo>
                        <a:pt x="910" y="516"/>
                      </a:lnTo>
                      <a:lnTo>
                        <a:pt x="907" y="533"/>
                      </a:lnTo>
                      <a:lnTo>
                        <a:pt x="909" y="546"/>
                      </a:lnTo>
                      <a:lnTo>
                        <a:pt x="919" y="557"/>
                      </a:lnTo>
                      <a:lnTo>
                        <a:pt x="931" y="560"/>
                      </a:lnTo>
                      <a:lnTo>
                        <a:pt x="943" y="560"/>
                      </a:lnTo>
                      <a:lnTo>
                        <a:pt x="954" y="570"/>
                      </a:lnTo>
                      <a:lnTo>
                        <a:pt x="960" y="586"/>
                      </a:lnTo>
                      <a:lnTo>
                        <a:pt x="960" y="601"/>
                      </a:lnTo>
                      <a:lnTo>
                        <a:pt x="954" y="618"/>
                      </a:lnTo>
                      <a:lnTo>
                        <a:pt x="931" y="646"/>
                      </a:lnTo>
                      <a:lnTo>
                        <a:pt x="919" y="671"/>
                      </a:lnTo>
                      <a:lnTo>
                        <a:pt x="915" y="676"/>
                      </a:lnTo>
                      <a:lnTo>
                        <a:pt x="923" y="686"/>
                      </a:lnTo>
                      <a:lnTo>
                        <a:pt x="937" y="698"/>
                      </a:lnTo>
                      <a:lnTo>
                        <a:pt x="958" y="741"/>
                      </a:lnTo>
                      <a:lnTo>
                        <a:pt x="970" y="751"/>
                      </a:lnTo>
                      <a:lnTo>
                        <a:pt x="986" y="759"/>
                      </a:lnTo>
                      <a:lnTo>
                        <a:pt x="1013" y="768"/>
                      </a:lnTo>
                      <a:lnTo>
                        <a:pt x="1018" y="774"/>
                      </a:lnTo>
                      <a:lnTo>
                        <a:pt x="1023" y="800"/>
                      </a:lnTo>
                      <a:lnTo>
                        <a:pt x="1024" y="815"/>
                      </a:lnTo>
                      <a:lnTo>
                        <a:pt x="1023" y="829"/>
                      </a:lnTo>
                      <a:lnTo>
                        <a:pt x="1043" y="833"/>
                      </a:lnTo>
                      <a:lnTo>
                        <a:pt x="1048" y="838"/>
                      </a:lnTo>
                      <a:lnTo>
                        <a:pt x="1049" y="848"/>
                      </a:lnTo>
                      <a:lnTo>
                        <a:pt x="1046" y="854"/>
                      </a:lnTo>
                      <a:lnTo>
                        <a:pt x="1033" y="866"/>
                      </a:lnTo>
                      <a:lnTo>
                        <a:pt x="1021" y="869"/>
                      </a:lnTo>
                      <a:lnTo>
                        <a:pt x="1006" y="875"/>
                      </a:lnTo>
                      <a:lnTo>
                        <a:pt x="992" y="880"/>
                      </a:lnTo>
                      <a:lnTo>
                        <a:pt x="979" y="890"/>
                      </a:lnTo>
                      <a:lnTo>
                        <a:pt x="970" y="902"/>
                      </a:lnTo>
                      <a:lnTo>
                        <a:pt x="959" y="931"/>
                      </a:lnTo>
                      <a:lnTo>
                        <a:pt x="957" y="944"/>
                      </a:lnTo>
                      <a:lnTo>
                        <a:pt x="957" y="9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39" name="Freeform 91">
                <a:extLst>
                  <a:ext uri="{FF2B5EF4-FFF2-40B4-BE49-F238E27FC236}">
                    <a16:creationId xmlns:a16="http://schemas.microsoft.com/office/drawing/2014/main" id="{3F8B1B2A-4ADD-914D-85A9-1C2CB91AFA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41" y="2045"/>
                <a:ext cx="107" cy="109"/>
              </a:xfrm>
              <a:custGeom>
                <a:avLst/>
                <a:gdLst/>
                <a:ahLst/>
                <a:cxnLst>
                  <a:cxn ang="0">
                    <a:pos x="527" y="500"/>
                  </a:cxn>
                  <a:cxn ang="0">
                    <a:pos x="510" y="490"/>
                  </a:cxn>
                  <a:cxn ang="0">
                    <a:pos x="505" y="494"/>
                  </a:cxn>
                  <a:cxn ang="0">
                    <a:pos x="479" y="489"/>
                  </a:cxn>
                  <a:cxn ang="0">
                    <a:pos x="452" y="512"/>
                  </a:cxn>
                  <a:cxn ang="0">
                    <a:pos x="426" y="548"/>
                  </a:cxn>
                  <a:cxn ang="0">
                    <a:pos x="265" y="515"/>
                  </a:cxn>
                  <a:cxn ang="0">
                    <a:pos x="263" y="472"/>
                  </a:cxn>
                  <a:cxn ang="0">
                    <a:pos x="232" y="467"/>
                  </a:cxn>
                  <a:cxn ang="0">
                    <a:pos x="218" y="444"/>
                  </a:cxn>
                  <a:cxn ang="0">
                    <a:pos x="100" y="376"/>
                  </a:cxn>
                  <a:cxn ang="0">
                    <a:pos x="0" y="278"/>
                  </a:cxn>
                  <a:cxn ang="0">
                    <a:pos x="58" y="237"/>
                  </a:cxn>
                  <a:cxn ang="0">
                    <a:pos x="95" y="220"/>
                  </a:cxn>
                  <a:cxn ang="0">
                    <a:pos x="111" y="209"/>
                  </a:cxn>
                  <a:cxn ang="0">
                    <a:pos x="133" y="180"/>
                  </a:cxn>
                  <a:cxn ang="0">
                    <a:pos x="140" y="73"/>
                  </a:cxn>
                  <a:cxn ang="0">
                    <a:pos x="189" y="31"/>
                  </a:cxn>
                  <a:cxn ang="0">
                    <a:pos x="229" y="0"/>
                  </a:cxn>
                  <a:cxn ang="0">
                    <a:pos x="279" y="10"/>
                  </a:cxn>
                  <a:cxn ang="0">
                    <a:pos x="306" y="20"/>
                  </a:cxn>
                  <a:cxn ang="0">
                    <a:pos x="329" y="14"/>
                  </a:cxn>
                  <a:cxn ang="0">
                    <a:pos x="344" y="64"/>
                  </a:cxn>
                  <a:cxn ang="0">
                    <a:pos x="362" y="96"/>
                  </a:cxn>
                  <a:cxn ang="0">
                    <a:pos x="396" y="112"/>
                  </a:cxn>
                  <a:cxn ang="0">
                    <a:pos x="404" y="119"/>
                  </a:cxn>
                  <a:cxn ang="0">
                    <a:pos x="403" y="152"/>
                  </a:cxn>
                  <a:cxn ang="0">
                    <a:pos x="381" y="184"/>
                  </a:cxn>
                  <a:cxn ang="0">
                    <a:pos x="374" y="195"/>
                  </a:cxn>
                  <a:cxn ang="0">
                    <a:pos x="366" y="227"/>
                  </a:cxn>
                  <a:cxn ang="0">
                    <a:pos x="359" y="236"/>
                  </a:cxn>
                  <a:cxn ang="0">
                    <a:pos x="367" y="256"/>
                  </a:cxn>
                  <a:cxn ang="0">
                    <a:pos x="380" y="264"/>
                  </a:cxn>
                  <a:cxn ang="0">
                    <a:pos x="393" y="283"/>
                  </a:cxn>
                  <a:cxn ang="0">
                    <a:pos x="405" y="301"/>
                  </a:cxn>
                  <a:cxn ang="0">
                    <a:pos x="432" y="322"/>
                  </a:cxn>
                  <a:cxn ang="0">
                    <a:pos x="457" y="331"/>
                  </a:cxn>
                  <a:cxn ang="0">
                    <a:pos x="473" y="355"/>
                  </a:cxn>
                  <a:cxn ang="0">
                    <a:pos x="487" y="381"/>
                  </a:cxn>
                  <a:cxn ang="0">
                    <a:pos x="482" y="429"/>
                  </a:cxn>
                  <a:cxn ang="0">
                    <a:pos x="499" y="456"/>
                  </a:cxn>
                  <a:cxn ang="0">
                    <a:pos x="511" y="472"/>
                  </a:cxn>
                  <a:cxn ang="0">
                    <a:pos x="534" y="489"/>
                  </a:cxn>
                </a:cxnLst>
                <a:rect l="0" t="0" r="r" b="b"/>
                <a:pathLst>
                  <a:path w="534" h="548">
                    <a:moveTo>
                      <a:pt x="534" y="489"/>
                    </a:moveTo>
                    <a:lnTo>
                      <a:pt x="527" y="500"/>
                    </a:lnTo>
                    <a:lnTo>
                      <a:pt x="520" y="495"/>
                    </a:lnTo>
                    <a:lnTo>
                      <a:pt x="510" y="490"/>
                    </a:lnTo>
                    <a:lnTo>
                      <a:pt x="507" y="491"/>
                    </a:lnTo>
                    <a:lnTo>
                      <a:pt x="505" y="494"/>
                    </a:lnTo>
                    <a:lnTo>
                      <a:pt x="493" y="490"/>
                    </a:lnTo>
                    <a:lnTo>
                      <a:pt x="479" y="489"/>
                    </a:lnTo>
                    <a:lnTo>
                      <a:pt x="463" y="495"/>
                    </a:lnTo>
                    <a:lnTo>
                      <a:pt x="452" y="512"/>
                    </a:lnTo>
                    <a:lnTo>
                      <a:pt x="442" y="532"/>
                    </a:lnTo>
                    <a:lnTo>
                      <a:pt x="426" y="548"/>
                    </a:lnTo>
                    <a:lnTo>
                      <a:pt x="328" y="543"/>
                    </a:lnTo>
                    <a:lnTo>
                      <a:pt x="265" y="515"/>
                    </a:lnTo>
                    <a:lnTo>
                      <a:pt x="263" y="511"/>
                    </a:lnTo>
                    <a:lnTo>
                      <a:pt x="263" y="472"/>
                    </a:lnTo>
                    <a:lnTo>
                      <a:pt x="261" y="469"/>
                    </a:lnTo>
                    <a:lnTo>
                      <a:pt x="232" y="467"/>
                    </a:lnTo>
                    <a:lnTo>
                      <a:pt x="224" y="449"/>
                    </a:lnTo>
                    <a:lnTo>
                      <a:pt x="218" y="444"/>
                    </a:lnTo>
                    <a:lnTo>
                      <a:pt x="162" y="423"/>
                    </a:lnTo>
                    <a:lnTo>
                      <a:pt x="100" y="376"/>
                    </a:lnTo>
                    <a:lnTo>
                      <a:pt x="16" y="353"/>
                    </a:lnTo>
                    <a:lnTo>
                      <a:pt x="0" y="278"/>
                    </a:lnTo>
                    <a:lnTo>
                      <a:pt x="43" y="248"/>
                    </a:lnTo>
                    <a:lnTo>
                      <a:pt x="58" y="237"/>
                    </a:lnTo>
                    <a:lnTo>
                      <a:pt x="73" y="232"/>
                    </a:lnTo>
                    <a:lnTo>
                      <a:pt x="95" y="220"/>
                    </a:lnTo>
                    <a:lnTo>
                      <a:pt x="107" y="213"/>
                    </a:lnTo>
                    <a:lnTo>
                      <a:pt x="111" y="209"/>
                    </a:lnTo>
                    <a:lnTo>
                      <a:pt x="123" y="204"/>
                    </a:lnTo>
                    <a:lnTo>
                      <a:pt x="133" y="180"/>
                    </a:lnTo>
                    <a:lnTo>
                      <a:pt x="136" y="143"/>
                    </a:lnTo>
                    <a:lnTo>
                      <a:pt x="140" y="73"/>
                    </a:lnTo>
                    <a:lnTo>
                      <a:pt x="171" y="60"/>
                    </a:lnTo>
                    <a:lnTo>
                      <a:pt x="189" y="31"/>
                    </a:lnTo>
                    <a:lnTo>
                      <a:pt x="204" y="22"/>
                    </a:lnTo>
                    <a:lnTo>
                      <a:pt x="229" y="0"/>
                    </a:lnTo>
                    <a:lnTo>
                      <a:pt x="249" y="9"/>
                    </a:lnTo>
                    <a:lnTo>
                      <a:pt x="279" y="10"/>
                    </a:lnTo>
                    <a:lnTo>
                      <a:pt x="297" y="9"/>
                    </a:lnTo>
                    <a:lnTo>
                      <a:pt x="306" y="20"/>
                    </a:lnTo>
                    <a:lnTo>
                      <a:pt x="322" y="22"/>
                    </a:lnTo>
                    <a:lnTo>
                      <a:pt x="329" y="14"/>
                    </a:lnTo>
                    <a:lnTo>
                      <a:pt x="334" y="47"/>
                    </a:lnTo>
                    <a:lnTo>
                      <a:pt x="344" y="64"/>
                    </a:lnTo>
                    <a:lnTo>
                      <a:pt x="356" y="74"/>
                    </a:lnTo>
                    <a:lnTo>
                      <a:pt x="362" y="96"/>
                    </a:lnTo>
                    <a:lnTo>
                      <a:pt x="374" y="107"/>
                    </a:lnTo>
                    <a:lnTo>
                      <a:pt x="396" y="112"/>
                    </a:lnTo>
                    <a:lnTo>
                      <a:pt x="410" y="112"/>
                    </a:lnTo>
                    <a:lnTo>
                      <a:pt x="404" y="119"/>
                    </a:lnTo>
                    <a:lnTo>
                      <a:pt x="398" y="133"/>
                    </a:lnTo>
                    <a:lnTo>
                      <a:pt x="403" y="152"/>
                    </a:lnTo>
                    <a:lnTo>
                      <a:pt x="394" y="162"/>
                    </a:lnTo>
                    <a:lnTo>
                      <a:pt x="381" y="184"/>
                    </a:lnTo>
                    <a:lnTo>
                      <a:pt x="382" y="192"/>
                    </a:lnTo>
                    <a:lnTo>
                      <a:pt x="374" y="195"/>
                    </a:lnTo>
                    <a:lnTo>
                      <a:pt x="370" y="202"/>
                    </a:lnTo>
                    <a:lnTo>
                      <a:pt x="366" y="227"/>
                    </a:lnTo>
                    <a:lnTo>
                      <a:pt x="362" y="234"/>
                    </a:lnTo>
                    <a:lnTo>
                      <a:pt x="359" y="236"/>
                    </a:lnTo>
                    <a:lnTo>
                      <a:pt x="361" y="251"/>
                    </a:lnTo>
                    <a:lnTo>
                      <a:pt x="367" y="256"/>
                    </a:lnTo>
                    <a:lnTo>
                      <a:pt x="376" y="256"/>
                    </a:lnTo>
                    <a:lnTo>
                      <a:pt x="380" y="264"/>
                    </a:lnTo>
                    <a:lnTo>
                      <a:pt x="387" y="269"/>
                    </a:lnTo>
                    <a:lnTo>
                      <a:pt x="393" y="283"/>
                    </a:lnTo>
                    <a:lnTo>
                      <a:pt x="393" y="294"/>
                    </a:lnTo>
                    <a:lnTo>
                      <a:pt x="405" y="301"/>
                    </a:lnTo>
                    <a:lnTo>
                      <a:pt x="420" y="311"/>
                    </a:lnTo>
                    <a:lnTo>
                      <a:pt x="432" y="322"/>
                    </a:lnTo>
                    <a:lnTo>
                      <a:pt x="444" y="327"/>
                    </a:lnTo>
                    <a:lnTo>
                      <a:pt x="457" y="331"/>
                    </a:lnTo>
                    <a:lnTo>
                      <a:pt x="466" y="340"/>
                    </a:lnTo>
                    <a:lnTo>
                      <a:pt x="473" y="355"/>
                    </a:lnTo>
                    <a:lnTo>
                      <a:pt x="480" y="367"/>
                    </a:lnTo>
                    <a:lnTo>
                      <a:pt x="487" y="381"/>
                    </a:lnTo>
                    <a:lnTo>
                      <a:pt x="483" y="408"/>
                    </a:lnTo>
                    <a:lnTo>
                      <a:pt x="482" y="429"/>
                    </a:lnTo>
                    <a:lnTo>
                      <a:pt x="495" y="436"/>
                    </a:lnTo>
                    <a:lnTo>
                      <a:pt x="499" y="456"/>
                    </a:lnTo>
                    <a:lnTo>
                      <a:pt x="504" y="464"/>
                    </a:lnTo>
                    <a:lnTo>
                      <a:pt x="511" y="472"/>
                    </a:lnTo>
                    <a:lnTo>
                      <a:pt x="531" y="487"/>
                    </a:lnTo>
                    <a:lnTo>
                      <a:pt x="534" y="4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40" name="Freeform 92">
                <a:extLst>
                  <a:ext uri="{FF2B5EF4-FFF2-40B4-BE49-F238E27FC236}">
                    <a16:creationId xmlns:a16="http://schemas.microsoft.com/office/drawing/2014/main" id="{A203D379-B7BE-3D32-F81B-5E096335DBB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2" y="2191"/>
                <a:ext cx="9" cy="20"/>
              </a:xfrm>
              <a:custGeom>
                <a:avLst/>
                <a:gdLst/>
                <a:ahLst/>
                <a:cxnLst>
                  <a:cxn ang="0">
                    <a:pos x="16" y="98"/>
                  </a:cxn>
                  <a:cxn ang="0">
                    <a:pos x="35" y="90"/>
                  </a:cxn>
                  <a:cxn ang="0">
                    <a:pos x="38" y="87"/>
                  </a:cxn>
                  <a:cxn ang="0">
                    <a:pos x="39" y="81"/>
                  </a:cxn>
                  <a:cxn ang="0">
                    <a:pos x="43" y="74"/>
                  </a:cxn>
                  <a:cxn ang="0">
                    <a:pos x="44" y="70"/>
                  </a:cxn>
                  <a:cxn ang="0">
                    <a:pos x="44" y="55"/>
                  </a:cxn>
                  <a:cxn ang="0">
                    <a:pos x="40" y="50"/>
                  </a:cxn>
                  <a:cxn ang="0">
                    <a:pos x="40" y="42"/>
                  </a:cxn>
                  <a:cxn ang="0">
                    <a:pos x="40" y="33"/>
                  </a:cxn>
                  <a:cxn ang="0">
                    <a:pos x="43" y="32"/>
                  </a:cxn>
                  <a:cxn ang="0">
                    <a:pos x="41" y="29"/>
                  </a:cxn>
                  <a:cxn ang="0">
                    <a:pos x="44" y="25"/>
                  </a:cxn>
                  <a:cxn ang="0">
                    <a:pos x="44" y="21"/>
                  </a:cxn>
                  <a:cxn ang="0">
                    <a:pos x="45" y="16"/>
                  </a:cxn>
                  <a:cxn ang="0">
                    <a:pos x="43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4" y="6"/>
                  </a:cxn>
                  <a:cxn ang="0">
                    <a:pos x="30" y="4"/>
                  </a:cxn>
                  <a:cxn ang="0">
                    <a:pos x="24" y="0"/>
                  </a:cxn>
                  <a:cxn ang="0">
                    <a:pos x="18" y="4"/>
                  </a:cxn>
                  <a:cxn ang="0">
                    <a:pos x="13" y="12"/>
                  </a:cxn>
                  <a:cxn ang="0">
                    <a:pos x="11" y="26"/>
                  </a:cxn>
                  <a:cxn ang="0">
                    <a:pos x="7" y="36"/>
                  </a:cxn>
                  <a:cxn ang="0">
                    <a:pos x="1" y="43"/>
                  </a:cxn>
                  <a:cxn ang="0">
                    <a:pos x="1" y="50"/>
                  </a:cxn>
                  <a:cxn ang="0">
                    <a:pos x="0" y="55"/>
                  </a:cxn>
                  <a:cxn ang="0">
                    <a:pos x="2" y="58"/>
                  </a:cxn>
                  <a:cxn ang="0">
                    <a:pos x="0" y="63"/>
                  </a:cxn>
                  <a:cxn ang="0">
                    <a:pos x="1" y="66"/>
                  </a:cxn>
                  <a:cxn ang="0">
                    <a:pos x="5" y="74"/>
                  </a:cxn>
                  <a:cxn ang="0">
                    <a:pos x="2" y="77"/>
                  </a:cxn>
                  <a:cxn ang="0">
                    <a:pos x="5" y="80"/>
                  </a:cxn>
                  <a:cxn ang="0">
                    <a:pos x="3" y="84"/>
                  </a:cxn>
                  <a:cxn ang="0">
                    <a:pos x="2" y="85"/>
                  </a:cxn>
                  <a:cxn ang="0">
                    <a:pos x="9" y="97"/>
                  </a:cxn>
                  <a:cxn ang="0">
                    <a:pos x="16" y="98"/>
                  </a:cxn>
                </a:cxnLst>
                <a:rect l="0" t="0" r="r" b="b"/>
                <a:pathLst>
                  <a:path w="45" h="98">
                    <a:moveTo>
                      <a:pt x="16" y="98"/>
                    </a:moveTo>
                    <a:lnTo>
                      <a:pt x="35" y="90"/>
                    </a:lnTo>
                    <a:lnTo>
                      <a:pt x="38" y="87"/>
                    </a:lnTo>
                    <a:lnTo>
                      <a:pt x="39" y="81"/>
                    </a:lnTo>
                    <a:lnTo>
                      <a:pt x="43" y="74"/>
                    </a:lnTo>
                    <a:lnTo>
                      <a:pt x="44" y="70"/>
                    </a:lnTo>
                    <a:lnTo>
                      <a:pt x="44" y="55"/>
                    </a:lnTo>
                    <a:lnTo>
                      <a:pt x="40" y="50"/>
                    </a:lnTo>
                    <a:lnTo>
                      <a:pt x="40" y="42"/>
                    </a:lnTo>
                    <a:lnTo>
                      <a:pt x="40" y="33"/>
                    </a:lnTo>
                    <a:lnTo>
                      <a:pt x="43" y="32"/>
                    </a:lnTo>
                    <a:lnTo>
                      <a:pt x="41" y="29"/>
                    </a:lnTo>
                    <a:lnTo>
                      <a:pt x="44" y="25"/>
                    </a:lnTo>
                    <a:lnTo>
                      <a:pt x="44" y="21"/>
                    </a:lnTo>
                    <a:lnTo>
                      <a:pt x="45" y="16"/>
                    </a:lnTo>
                    <a:lnTo>
                      <a:pt x="43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4" y="6"/>
                    </a:lnTo>
                    <a:lnTo>
                      <a:pt x="30" y="4"/>
                    </a:lnTo>
                    <a:lnTo>
                      <a:pt x="24" y="0"/>
                    </a:lnTo>
                    <a:lnTo>
                      <a:pt x="18" y="4"/>
                    </a:lnTo>
                    <a:lnTo>
                      <a:pt x="13" y="12"/>
                    </a:lnTo>
                    <a:lnTo>
                      <a:pt x="11" y="26"/>
                    </a:lnTo>
                    <a:lnTo>
                      <a:pt x="7" y="36"/>
                    </a:lnTo>
                    <a:lnTo>
                      <a:pt x="1" y="43"/>
                    </a:lnTo>
                    <a:lnTo>
                      <a:pt x="1" y="50"/>
                    </a:lnTo>
                    <a:lnTo>
                      <a:pt x="0" y="55"/>
                    </a:lnTo>
                    <a:lnTo>
                      <a:pt x="2" y="58"/>
                    </a:lnTo>
                    <a:lnTo>
                      <a:pt x="0" y="63"/>
                    </a:lnTo>
                    <a:lnTo>
                      <a:pt x="1" y="66"/>
                    </a:lnTo>
                    <a:lnTo>
                      <a:pt x="5" y="74"/>
                    </a:lnTo>
                    <a:lnTo>
                      <a:pt x="2" y="77"/>
                    </a:lnTo>
                    <a:lnTo>
                      <a:pt x="5" y="80"/>
                    </a:lnTo>
                    <a:lnTo>
                      <a:pt x="3" y="84"/>
                    </a:lnTo>
                    <a:lnTo>
                      <a:pt x="2" y="85"/>
                    </a:lnTo>
                    <a:lnTo>
                      <a:pt x="9" y="97"/>
                    </a:lnTo>
                    <a:lnTo>
                      <a:pt x="16" y="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41" name="Freeform 93">
                <a:extLst>
                  <a:ext uri="{FF2B5EF4-FFF2-40B4-BE49-F238E27FC236}">
                    <a16:creationId xmlns:a16="http://schemas.microsoft.com/office/drawing/2014/main" id="{71D44B78-6276-4179-7D0C-4ED047C0481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5" y="2192"/>
                <a:ext cx="58" cy="43"/>
              </a:xfrm>
              <a:custGeom>
                <a:avLst/>
                <a:gdLst/>
                <a:ahLst/>
                <a:cxnLst>
                  <a:cxn ang="0">
                    <a:pos x="217" y="215"/>
                  </a:cxn>
                  <a:cxn ang="0">
                    <a:pos x="36" y="136"/>
                  </a:cxn>
                  <a:cxn ang="0">
                    <a:pos x="0" y="92"/>
                  </a:cxn>
                  <a:cxn ang="0">
                    <a:pos x="17" y="89"/>
                  </a:cxn>
                  <a:cxn ang="0">
                    <a:pos x="20" y="95"/>
                  </a:cxn>
                  <a:cxn ang="0">
                    <a:pos x="17" y="107"/>
                  </a:cxn>
                  <a:cxn ang="0">
                    <a:pos x="30" y="109"/>
                  </a:cxn>
                  <a:cxn ang="0">
                    <a:pos x="35" y="107"/>
                  </a:cxn>
                  <a:cxn ang="0">
                    <a:pos x="41" y="122"/>
                  </a:cxn>
                  <a:cxn ang="0">
                    <a:pos x="70" y="124"/>
                  </a:cxn>
                  <a:cxn ang="0">
                    <a:pos x="79" y="118"/>
                  </a:cxn>
                  <a:cxn ang="0">
                    <a:pos x="110" y="114"/>
                  </a:cxn>
                  <a:cxn ang="0">
                    <a:pos x="125" y="118"/>
                  </a:cxn>
                  <a:cxn ang="0">
                    <a:pos x="159" y="119"/>
                  </a:cxn>
                  <a:cxn ang="0">
                    <a:pos x="169" y="109"/>
                  </a:cxn>
                  <a:cxn ang="0">
                    <a:pos x="180" y="106"/>
                  </a:cxn>
                  <a:cxn ang="0">
                    <a:pos x="186" y="102"/>
                  </a:cxn>
                  <a:cxn ang="0">
                    <a:pos x="184" y="97"/>
                  </a:cxn>
                  <a:cxn ang="0">
                    <a:pos x="192" y="95"/>
                  </a:cxn>
                  <a:cxn ang="0">
                    <a:pos x="195" y="91"/>
                  </a:cxn>
                  <a:cxn ang="0">
                    <a:pos x="197" y="84"/>
                  </a:cxn>
                  <a:cxn ang="0">
                    <a:pos x="201" y="76"/>
                  </a:cxn>
                  <a:cxn ang="0">
                    <a:pos x="213" y="65"/>
                  </a:cxn>
                  <a:cxn ang="0">
                    <a:pos x="219" y="59"/>
                  </a:cxn>
                  <a:cxn ang="0">
                    <a:pos x="233" y="48"/>
                  </a:cxn>
                  <a:cxn ang="0">
                    <a:pos x="238" y="43"/>
                  </a:cxn>
                  <a:cxn ang="0">
                    <a:pos x="240" y="39"/>
                  </a:cxn>
                  <a:cxn ang="0">
                    <a:pos x="245" y="32"/>
                  </a:cxn>
                  <a:cxn ang="0">
                    <a:pos x="249" y="27"/>
                  </a:cxn>
                  <a:cxn ang="0">
                    <a:pos x="270" y="10"/>
                  </a:cxn>
                  <a:cxn ang="0">
                    <a:pos x="275" y="4"/>
                  </a:cxn>
                  <a:cxn ang="0">
                    <a:pos x="276" y="12"/>
                  </a:cxn>
                  <a:cxn ang="0">
                    <a:pos x="275" y="21"/>
                  </a:cxn>
                  <a:cxn ang="0">
                    <a:pos x="285" y="25"/>
                  </a:cxn>
                  <a:cxn ang="0">
                    <a:pos x="287" y="64"/>
                  </a:cxn>
                  <a:cxn ang="0">
                    <a:pos x="255" y="73"/>
                  </a:cxn>
                  <a:cxn ang="0">
                    <a:pos x="239" y="132"/>
                  </a:cxn>
                </a:cxnLst>
                <a:rect l="0" t="0" r="r" b="b"/>
                <a:pathLst>
                  <a:path w="288" h="215">
                    <a:moveTo>
                      <a:pt x="228" y="203"/>
                    </a:moveTo>
                    <a:lnTo>
                      <a:pt x="217" y="215"/>
                    </a:lnTo>
                    <a:lnTo>
                      <a:pt x="52" y="184"/>
                    </a:lnTo>
                    <a:lnTo>
                      <a:pt x="36" y="136"/>
                    </a:lnTo>
                    <a:lnTo>
                      <a:pt x="3" y="107"/>
                    </a:lnTo>
                    <a:lnTo>
                      <a:pt x="0" y="92"/>
                    </a:lnTo>
                    <a:lnTo>
                      <a:pt x="19" y="84"/>
                    </a:lnTo>
                    <a:lnTo>
                      <a:pt x="17" y="89"/>
                    </a:lnTo>
                    <a:lnTo>
                      <a:pt x="17" y="92"/>
                    </a:lnTo>
                    <a:lnTo>
                      <a:pt x="20" y="95"/>
                    </a:lnTo>
                    <a:lnTo>
                      <a:pt x="17" y="100"/>
                    </a:lnTo>
                    <a:lnTo>
                      <a:pt x="17" y="107"/>
                    </a:lnTo>
                    <a:lnTo>
                      <a:pt x="24" y="107"/>
                    </a:lnTo>
                    <a:lnTo>
                      <a:pt x="30" y="109"/>
                    </a:lnTo>
                    <a:lnTo>
                      <a:pt x="34" y="107"/>
                    </a:lnTo>
                    <a:lnTo>
                      <a:pt x="35" y="107"/>
                    </a:lnTo>
                    <a:lnTo>
                      <a:pt x="36" y="118"/>
                    </a:lnTo>
                    <a:lnTo>
                      <a:pt x="41" y="122"/>
                    </a:lnTo>
                    <a:lnTo>
                      <a:pt x="55" y="124"/>
                    </a:lnTo>
                    <a:lnTo>
                      <a:pt x="70" y="124"/>
                    </a:lnTo>
                    <a:lnTo>
                      <a:pt x="73" y="123"/>
                    </a:lnTo>
                    <a:lnTo>
                      <a:pt x="79" y="118"/>
                    </a:lnTo>
                    <a:lnTo>
                      <a:pt x="88" y="112"/>
                    </a:lnTo>
                    <a:lnTo>
                      <a:pt x="110" y="114"/>
                    </a:lnTo>
                    <a:lnTo>
                      <a:pt x="119" y="118"/>
                    </a:lnTo>
                    <a:lnTo>
                      <a:pt x="125" y="118"/>
                    </a:lnTo>
                    <a:lnTo>
                      <a:pt x="135" y="121"/>
                    </a:lnTo>
                    <a:lnTo>
                      <a:pt x="159" y="119"/>
                    </a:lnTo>
                    <a:lnTo>
                      <a:pt x="164" y="116"/>
                    </a:lnTo>
                    <a:lnTo>
                      <a:pt x="169" y="109"/>
                    </a:lnTo>
                    <a:lnTo>
                      <a:pt x="178" y="107"/>
                    </a:lnTo>
                    <a:lnTo>
                      <a:pt x="180" y="106"/>
                    </a:lnTo>
                    <a:lnTo>
                      <a:pt x="185" y="103"/>
                    </a:lnTo>
                    <a:lnTo>
                      <a:pt x="186" y="102"/>
                    </a:lnTo>
                    <a:lnTo>
                      <a:pt x="184" y="98"/>
                    </a:lnTo>
                    <a:lnTo>
                      <a:pt x="184" y="97"/>
                    </a:lnTo>
                    <a:lnTo>
                      <a:pt x="184" y="96"/>
                    </a:lnTo>
                    <a:lnTo>
                      <a:pt x="192" y="95"/>
                    </a:lnTo>
                    <a:lnTo>
                      <a:pt x="191" y="92"/>
                    </a:lnTo>
                    <a:lnTo>
                      <a:pt x="195" y="91"/>
                    </a:lnTo>
                    <a:lnTo>
                      <a:pt x="194" y="87"/>
                    </a:lnTo>
                    <a:lnTo>
                      <a:pt x="197" y="84"/>
                    </a:lnTo>
                    <a:lnTo>
                      <a:pt x="197" y="80"/>
                    </a:lnTo>
                    <a:lnTo>
                      <a:pt x="201" y="76"/>
                    </a:lnTo>
                    <a:lnTo>
                      <a:pt x="211" y="73"/>
                    </a:lnTo>
                    <a:lnTo>
                      <a:pt x="213" y="65"/>
                    </a:lnTo>
                    <a:lnTo>
                      <a:pt x="217" y="63"/>
                    </a:lnTo>
                    <a:lnTo>
                      <a:pt x="219" y="59"/>
                    </a:lnTo>
                    <a:lnTo>
                      <a:pt x="228" y="53"/>
                    </a:lnTo>
                    <a:lnTo>
                      <a:pt x="233" y="48"/>
                    </a:lnTo>
                    <a:lnTo>
                      <a:pt x="237" y="46"/>
                    </a:lnTo>
                    <a:lnTo>
                      <a:pt x="238" y="43"/>
                    </a:lnTo>
                    <a:lnTo>
                      <a:pt x="239" y="42"/>
                    </a:lnTo>
                    <a:lnTo>
                      <a:pt x="240" y="39"/>
                    </a:lnTo>
                    <a:lnTo>
                      <a:pt x="245" y="35"/>
                    </a:lnTo>
                    <a:lnTo>
                      <a:pt x="245" y="32"/>
                    </a:lnTo>
                    <a:lnTo>
                      <a:pt x="248" y="31"/>
                    </a:lnTo>
                    <a:lnTo>
                      <a:pt x="249" y="27"/>
                    </a:lnTo>
                    <a:lnTo>
                      <a:pt x="259" y="21"/>
                    </a:lnTo>
                    <a:lnTo>
                      <a:pt x="270" y="10"/>
                    </a:lnTo>
                    <a:lnTo>
                      <a:pt x="274" y="0"/>
                    </a:lnTo>
                    <a:lnTo>
                      <a:pt x="275" y="4"/>
                    </a:lnTo>
                    <a:lnTo>
                      <a:pt x="277" y="10"/>
                    </a:lnTo>
                    <a:lnTo>
                      <a:pt x="276" y="12"/>
                    </a:lnTo>
                    <a:lnTo>
                      <a:pt x="277" y="16"/>
                    </a:lnTo>
                    <a:lnTo>
                      <a:pt x="275" y="21"/>
                    </a:lnTo>
                    <a:lnTo>
                      <a:pt x="277" y="22"/>
                    </a:lnTo>
                    <a:lnTo>
                      <a:pt x="285" y="25"/>
                    </a:lnTo>
                    <a:lnTo>
                      <a:pt x="288" y="31"/>
                    </a:lnTo>
                    <a:lnTo>
                      <a:pt x="287" y="64"/>
                    </a:lnTo>
                    <a:lnTo>
                      <a:pt x="288" y="73"/>
                    </a:lnTo>
                    <a:lnTo>
                      <a:pt x="255" y="73"/>
                    </a:lnTo>
                    <a:lnTo>
                      <a:pt x="272" y="119"/>
                    </a:lnTo>
                    <a:lnTo>
                      <a:pt x="239" y="132"/>
                    </a:lnTo>
                    <a:lnTo>
                      <a:pt x="228" y="2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42" name="Group 94">
                <a:extLst>
                  <a:ext uri="{FF2B5EF4-FFF2-40B4-BE49-F238E27FC236}">
                    <a16:creationId xmlns:a16="http://schemas.microsoft.com/office/drawing/2014/main" id="{EA26F874-5790-09C2-DD7F-7AD3C39FA2E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02" y="1979"/>
                <a:ext cx="205" cy="88"/>
                <a:chOff x="2802" y="1979"/>
                <a:chExt cx="205" cy="88"/>
              </a:xfrm>
              <a:grpFill/>
            </p:grpSpPr>
            <p:sp>
              <p:nvSpPr>
                <p:cNvPr id="246" name="Freeform 95">
                  <a:extLst>
                    <a:ext uri="{FF2B5EF4-FFF2-40B4-BE49-F238E27FC236}">
                      <a16:creationId xmlns:a16="http://schemas.microsoft.com/office/drawing/2014/main" id="{D1107745-F7B4-E721-046F-9535B0D8E1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3" y="1979"/>
                  <a:ext cx="204" cy="88"/>
                </a:xfrm>
                <a:custGeom>
                  <a:avLst/>
                  <a:gdLst/>
                  <a:ahLst/>
                  <a:cxnLst>
                    <a:cxn ang="0">
                      <a:pos x="552" y="379"/>
                    </a:cxn>
                    <a:cxn ang="0">
                      <a:pos x="503" y="390"/>
                    </a:cxn>
                    <a:cxn ang="0">
                      <a:pos x="460" y="379"/>
                    </a:cxn>
                    <a:cxn ang="0">
                      <a:pos x="408" y="418"/>
                    </a:cxn>
                    <a:cxn ang="0">
                      <a:pos x="341" y="409"/>
                    </a:cxn>
                    <a:cxn ang="0">
                      <a:pos x="283" y="370"/>
                    </a:cxn>
                    <a:cxn ang="0">
                      <a:pos x="245" y="391"/>
                    </a:cxn>
                    <a:cxn ang="0">
                      <a:pos x="196" y="417"/>
                    </a:cxn>
                    <a:cxn ang="0">
                      <a:pos x="164" y="381"/>
                    </a:cxn>
                    <a:cxn ang="0">
                      <a:pos x="143" y="380"/>
                    </a:cxn>
                    <a:cxn ang="0">
                      <a:pos x="107" y="386"/>
                    </a:cxn>
                    <a:cxn ang="0">
                      <a:pos x="79" y="378"/>
                    </a:cxn>
                    <a:cxn ang="0">
                      <a:pos x="118" y="362"/>
                    </a:cxn>
                    <a:cxn ang="0">
                      <a:pos x="67" y="355"/>
                    </a:cxn>
                    <a:cxn ang="0">
                      <a:pos x="64" y="325"/>
                    </a:cxn>
                    <a:cxn ang="0">
                      <a:pos x="52" y="312"/>
                    </a:cxn>
                    <a:cxn ang="0">
                      <a:pos x="37" y="283"/>
                    </a:cxn>
                    <a:cxn ang="0">
                      <a:pos x="10" y="268"/>
                    </a:cxn>
                    <a:cxn ang="0">
                      <a:pos x="22" y="246"/>
                    </a:cxn>
                    <a:cxn ang="0">
                      <a:pos x="52" y="260"/>
                    </a:cxn>
                    <a:cxn ang="0">
                      <a:pos x="44" y="226"/>
                    </a:cxn>
                    <a:cxn ang="0">
                      <a:pos x="43" y="186"/>
                    </a:cxn>
                    <a:cxn ang="0">
                      <a:pos x="3" y="160"/>
                    </a:cxn>
                    <a:cxn ang="0">
                      <a:pos x="35" y="122"/>
                    </a:cxn>
                    <a:cxn ang="0">
                      <a:pos x="91" y="126"/>
                    </a:cxn>
                    <a:cxn ang="0">
                      <a:pos x="108" y="123"/>
                    </a:cxn>
                    <a:cxn ang="0">
                      <a:pos x="151" y="111"/>
                    </a:cxn>
                    <a:cxn ang="0">
                      <a:pos x="196" y="94"/>
                    </a:cxn>
                    <a:cxn ang="0">
                      <a:pos x="167" y="83"/>
                    </a:cxn>
                    <a:cxn ang="0">
                      <a:pos x="180" y="66"/>
                    </a:cxn>
                    <a:cxn ang="0">
                      <a:pos x="253" y="74"/>
                    </a:cxn>
                    <a:cxn ang="0">
                      <a:pos x="318" y="41"/>
                    </a:cxn>
                    <a:cxn ang="0">
                      <a:pos x="398" y="7"/>
                    </a:cxn>
                    <a:cxn ang="0">
                      <a:pos x="493" y="0"/>
                    </a:cxn>
                    <a:cxn ang="0">
                      <a:pos x="533" y="35"/>
                    </a:cxn>
                    <a:cxn ang="0">
                      <a:pos x="623" y="80"/>
                    </a:cxn>
                    <a:cxn ang="0">
                      <a:pos x="693" y="77"/>
                    </a:cxn>
                    <a:cxn ang="0">
                      <a:pos x="838" y="40"/>
                    </a:cxn>
                    <a:cxn ang="0">
                      <a:pos x="887" y="43"/>
                    </a:cxn>
                    <a:cxn ang="0">
                      <a:pos x="919" y="42"/>
                    </a:cxn>
                    <a:cxn ang="0">
                      <a:pos x="958" y="89"/>
                    </a:cxn>
                    <a:cxn ang="0">
                      <a:pos x="990" y="143"/>
                    </a:cxn>
                    <a:cxn ang="0">
                      <a:pos x="1001" y="186"/>
                    </a:cxn>
                    <a:cxn ang="0">
                      <a:pos x="997" y="263"/>
                    </a:cxn>
                    <a:cxn ang="0">
                      <a:pos x="1022" y="341"/>
                    </a:cxn>
                    <a:cxn ang="0">
                      <a:pos x="942" y="336"/>
                    </a:cxn>
                    <a:cxn ang="0">
                      <a:pos x="887" y="342"/>
                    </a:cxn>
                    <a:cxn ang="0">
                      <a:pos x="820" y="354"/>
                    </a:cxn>
                    <a:cxn ang="0">
                      <a:pos x="767" y="368"/>
                    </a:cxn>
                    <a:cxn ang="0">
                      <a:pos x="678" y="366"/>
                    </a:cxn>
                    <a:cxn ang="0">
                      <a:pos x="626" y="380"/>
                    </a:cxn>
                    <a:cxn ang="0">
                      <a:pos x="597" y="379"/>
                    </a:cxn>
                    <a:cxn ang="0">
                      <a:pos x="578" y="370"/>
                    </a:cxn>
                    <a:cxn ang="0">
                      <a:pos x="579" y="408"/>
                    </a:cxn>
                    <a:cxn ang="0">
                      <a:pos x="560" y="418"/>
                    </a:cxn>
                    <a:cxn ang="0">
                      <a:pos x="542" y="435"/>
                    </a:cxn>
                  </a:cxnLst>
                  <a:rect l="0" t="0" r="r" b="b"/>
                  <a:pathLst>
                    <a:path w="1022" h="439">
                      <a:moveTo>
                        <a:pt x="538" y="424"/>
                      </a:moveTo>
                      <a:lnTo>
                        <a:pt x="535" y="411"/>
                      </a:lnTo>
                      <a:lnTo>
                        <a:pt x="538" y="395"/>
                      </a:lnTo>
                      <a:lnTo>
                        <a:pt x="548" y="389"/>
                      </a:lnTo>
                      <a:lnTo>
                        <a:pt x="552" y="379"/>
                      </a:lnTo>
                      <a:lnTo>
                        <a:pt x="543" y="370"/>
                      </a:lnTo>
                      <a:lnTo>
                        <a:pt x="526" y="378"/>
                      </a:lnTo>
                      <a:lnTo>
                        <a:pt x="524" y="389"/>
                      </a:lnTo>
                      <a:lnTo>
                        <a:pt x="516" y="391"/>
                      </a:lnTo>
                      <a:lnTo>
                        <a:pt x="503" y="390"/>
                      </a:lnTo>
                      <a:lnTo>
                        <a:pt x="493" y="381"/>
                      </a:lnTo>
                      <a:lnTo>
                        <a:pt x="484" y="376"/>
                      </a:lnTo>
                      <a:lnTo>
                        <a:pt x="477" y="374"/>
                      </a:lnTo>
                      <a:lnTo>
                        <a:pt x="471" y="374"/>
                      </a:lnTo>
                      <a:lnTo>
                        <a:pt x="460" y="379"/>
                      </a:lnTo>
                      <a:lnTo>
                        <a:pt x="441" y="397"/>
                      </a:lnTo>
                      <a:lnTo>
                        <a:pt x="436" y="406"/>
                      </a:lnTo>
                      <a:lnTo>
                        <a:pt x="427" y="407"/>
                      </a:lnTo>
                      <a:lnTo>
                        <a:pt x="419" y="414"/>
                      </a:lnTo>
                      <a:lnTo>
                        <a:pt x="408" y="418"/>
                      </a:lnTo>
                      <a:lnTo>
                        <a:pt x="397" y="417"/>
                      </a:lnTo>
                      <a:lnTo>
                        <a:pt x="379" y="422"/>
                      </a:lnTo>
                      <a:lnTo>
                        <a:pt x="369" y="427"/>
                      </a:lnTo>
                      <a:lnTo>
                        <a:pt x="350" y="421"/>
                      </a:lnTo>
                      <a:lnTo>
                        <a:pt x="341" y="409"/>
                      </a:lnTo>
                      <a:lnTo>
                        <a:pt x="337" y="402"/>
                      </a:lnTo>
                      <a:lnTo>
                        <a:pt x="331" y="397"/>
                      </a:lnTo>
                      <a:lnTo>
                        <a:pt x="321" y="391"/>
                      </a:lnTo>
                      <a:lnTo>
                        <a:pt x="295" y="379"/>
                      </a:lnTo>
                      <a:lnTo>
                        <a:pt x="283" y="370"/>
                      </a:lnTo>
                      <a:lnTo>
                        <a:pt x="267" y="368"/>
                      </a:lnTo>
                      <a:lnTo>
                        <a:pt x="257" y="370"/>
                      </a:lnTo>
                      <a:lnTo>
                        <a:pt x="248" y="370"/>
                      </a:lnTo>
                      <a:lnTo>
                        <a:pt x="245" y="379"/>
                      </a:lnTo>
                      <a:lnTo>
                        <a:pt x="245" y="391"/>
                      </a:lnTo>
                      <a:lnTo>
                        <a:pt x="242" y="396"/>
                      </a:lnTo>
                      <a:lnTo>
                        <a:pt x="240" y="407"/>
                      </a:lnTo>
                      <a:lnTo>
                        <a:pt x="220" y="412"/>
                      </a:lnTo>
                      <a:lnTo>
                        <a:pt x="207" y="417"/>
                      </a:lnTo>
                      <a:lnTo>
                        <a:pt x="196" y="417"/>
                      </a:lnTo>
                      <a:lnTo>
                        <a:pt x="186" y="414"/>
                      </a:lnTo>
                      <a:lnTo>
                        <a:pt x="176" y="409"/>
                      </a:lnTo>
                      <a:lnTo>
                        <a:pt x="167" y="401"/>
                      </a:lnTo>
                      <a:lnTo>
                        <a:pt x="164" y="386"/>
                      </a:lnTo>
                      <a:lnTo>
                        <a:pt x="164" y="381"/>
                      </a:lnTo>
                      <a:lnTo>
                        <a:pt x="156" y="378"/>
                      </a:lnTo>
                      <a:lnTo>
                        <a:pt x="154" y="382"/>
                      </a:lnTo>
                      <a:lnTo>
                        <a:pt x="155" y="386"/>
                      </a:lnTo>
                      <a:lnTo>
                        <a:pt x="151" y="386"/>
                      </a:lnTo>
                      <a:lnTo>
                        <a:pt x="143" y="380"/>
                      </a:lnTo>
                      <a:lnTo>
                        <a:pt x="137" y="374"/>
                      </a:lnTo>
                      <a:lnTo>
                        <a:pt x="134" y="373"/>
                      </a:lnTo>
                      <a:lnTo>
                        <a:pt x="119" y="374"/>
                      </a:lnTo>
                      <a:lnTo>
                        <a:pt x="117" y="380"/>
                      </a:lnTo>
                      <a:lnTo>
                        <a:pt x="107" y="386"/>
                      </a:lnTo>
                      <a:lnTo>
                        <a:pt x="105" y="386"/>
                      </a:lnTo>
                      <a:lnTo>
                        <a:pt x="108" y="379"/>
                      </a:lnTo>
                      <a:lnTo>
                        <a:pt x="107" y="375"/>
                      </a:lnTo>
                      <a:lnTo>
                        <a:pt x="73" y="385"/>
                      </a:lnTo>
                      <a:lnTo>
                        <a:pt x="79" y="378"/>
                      </a:lnTo>
                      <a:lnTo>
                        <a:pt x="87" y="371"/>
                      </a:lnTo>
                      <a:lnTo>
                        <a:pt x="101" y="371"/>
                      </a:lnTo>
                      <a:lnTo>
                        <a:pt x="108" y="368"/>
                      </a:lnTo>
                      <a:lnTo>
                        <a:pt x="110" y="366"/>
                      </a:lnTo>
                      <a:lnTo>
                        <a:pt x="118" y="362"/>
                      </a:lnTo>
                      <a:lnTo>
                        <a:pt x="122" y="357"/>
                      </a:lnTo>
                      <a:lnTo>
                        <a:pt x="113" y="355"/>
                      </a:lnTo>
                      <a:lnTo>
                        <a:pt x="92" y="360"/>
                      </a:lnTo>
                      <a:lnTo>
                        <a:pt x="69" y="360"/>
                      </a:lnTo>
                      <a:lnTo>
                        <a:pt x="67" y="355"/>
                      </a:lnTo>
                      <a:lnTo>
                        <a:pt x="79" y="344"/>
                      </a:lnTo>
                      <a:lnTo>
                        <a:pt x="71" y="336"/>
                      </a:lnTo>
                      <a:lnTo>
                        <a:pt x="68" y="333"/>
                      </a:lnTo>
                      <a:lnTo>
                        <a:pt x="63" y="333"/>
                      </a:lnTo>
                      <a:lnTo>
                        <a:pt x="64" y="325"/>
                      </a:lnTo>
                      <a:lnTo>
                        <a:pt x="69" y="321"/>
                      </a:lnTo>
                      <a:lnTo>
                        <a:pt x="71" y="316"/>
                      </a:lnTo>
                      <a:lnTo>
                        <a:pt x="64" y="317"/>
                      </a:lnTo>
                      <a:lnTo>
                        <a:pt x="57" y="320"/>
                      </a:lnTo>
                      <a:lnTo>
                        <a:pt x="52" y="312"/>
                      </a:lnTo>
                      <a:lnTo>
                        <a:pt x="59" y="309"/>
                      </a:lnTo>
                      <a:lnTo>
                        <a:pt x="60" y="300"/>
                      </a:lnTo>
                      <a:lnTo>
                        <a:pt x="56" y="290"/>
                      </a:lnTo>
                      <a:lnTo>
                        <a:pt x="51" y="287"/>
                      </a:lnTo>
                      <a:lnTo>
                        <a:pt x="37" y="283"/>
                      </a:lnTo>
                      <a:lnTo>
                        <a:pt x="30" y="277"/>
                      </a:lnTo>
                      <a:lnTo>
                        <a:pt x="20" y="279"/>
                      </a:lnTo>
                      <a:lnTo>
                        <a:pt x="16" y="277"/>
                      </a:lnTo>
                      <a:lnTo>
                        <a:pt x="10" y="271"/>
                      </a:lnTo>
                      <a:lnTo>
                        <a:pt x="10" y="268"/>
                      </a:lnTo>
                      <a:lnTo>
                        <a:pt x="16" y="266"/>
                      </a:lnTo>
                      <a:lnTo>
                        <a:pt x="17" y="256"/>
                      </a:lnTo>
                      <a:lnTo>
                        <a:pt x="16" y="251"/>
                      </a:lnTo>
                      <a:lnTo>
                        <a:pt x="19" y="245"/>
                      </a:lnTo>
                      <a:lnTo>
                        <a:pt x="22" y="246"/>
                      </a:lnTo>
                      <a:lnTo>
                        <a:pt x="28" y="262"/>
                      </a:lnTo>
                      <a:lnTo>
                        <a:pt x="35" y="263"/>
                      </a:lnTo>
                      <a:lnTo>
                        <a:pt x="43" y="262"/>
                      </a:lnTo>
                      <a:lnTo>
                        <a:pt x="54" y="262"/>
                      </a:lnTo>
                      <a:lnTo>
                        <a:pt x="52" y="260"/>
                      </a:lnTo>
                      <a:lnTo>
                        <a:pt x="42" y="255"/>
                      </a:lnTo>
                      <a:lnTo>
                        <a:pt x="37" y="246"/>
                      </a:lnTo>
                      <a:lnTo>
                        <a:pt x="38" y="239"/>
                      </a:lnTo>
                      <a:lnTo>
                        <a:pt x="47" y="231"/>
                      </a:lnTo>
                      <a:lnTo>
                        <a:pt x="44" y="226"/>
                      </a:lnTo>
                      <a:lnTo>
                        <a:pt x="38" y="220"/>
                      </a:lnTo>
                      <a:lnTo>
                        <a:pt x="38" y="214"/>
                      </a:lnTo>
                      <a:lnTo>
                        <a:pt x="32" y="206"/>
                      </a:lnTo>
                      <a:lnTo>
                        <a:pt x="33" y="195"/>
                      </a:lnTo>
                      <a:lnTo>
                        <a:pt x="43" y="186"/>
                      </a:lnTo>
                      <a:lnTo>
                        <a:pt x="41" y="182"/>
                      </a:lnTo>
                      <a:lnTo>
                        <a:pt x="25" y="186"/>
                      </a:lnTo>
                      <a:lnTo>
                        <a:pt x="0" y="186"/>
                      </a:lnTo>
                      <a:lnTo>
                        <a:pt x="0" y="181"/>
                      </a:lnTo>
                      <a:lnTo>
                        <a:pt x="3" y="160"/>
                      </a:lnTo>
                      <a:lnTo>
                        <a:pt x="8" y="150"/>
                      </a:lnTo>
                      <a:lnTo>
                        <a:pt x="14" y="149"/>
                      </a:lnTo>
                      <a:lnTo>
                        <a:pt x="20" y="138"/>
                      </a:lnTo>
                      <a:lnTo>
                        <a:pt x="27" y="132"/>
                      </a:lnTo>
                      <a:lnTo>
                        <a:pt x="35" y="122"/>
                      </a:lnTo>
                      <a:lnTo>
                        <a:pt x="48" y="123"/>
                      </a:lnTo>
                      <a:lnTo>
                        <a:pt x="63" y="118"/>
                      </a:lnTo>
                      <a:lnTo>
                        <a:pt x="68" y="123"/>
                      </a:lnTo>
                      <a:lnTo>
                        <a:pt x="80" y="127"/>
                      </a:lnTo>
                      <a:lnTo>
                        <a:pt x="91" y="126"/>
                      </a:lnTo>
                      <a:lnTo>
                        <a:pt x="87" y="112"/>
                      </a:lnTo>
                      <a:lnTo>
                        <a:pt x="96" y="113"/>
                      </a:lnTo>
                      <a:lnTo>
                        <a:pt x="102" y="117"/>
                      </a:lnTo>
                      <a:lnTo>
                        <a:pt x="101" y="122"/>
                      </a:lnTo>
                      <a:lnTo>
                        <a:pt x="108" y="123"/>
                      </a:lnTo>
                      <a:lnTo>
                        <a:pt x="122" y="121"/>
                      </a:lnTo>
                      <a:lnTo>
                        <a:pt x="149" y="121"/>
                      </a:lnTo>
                      <a:lnTo>
                        <a:pt x="161" y="120"/>
                      </a:lnTo>
                      <a:lnTo>
                        <a:pt x="160" y="113"/>
                      </a:lnTo>
                      <a:lnTo>
                        <a:pt x="151" y="111"/>
                      </a:lnTo>
                      <a:lnTo>
                        <a:pt x="150" y="107"/>
                      </a:lnTo>
                      <a:lnTo>
                        <a:pt x="160" y="104"/>
                      </a:lnTo>
                      <a:lnTo>
                        <a:pt x="204" y="100"/>
                      </a:lnTo>
                      <a:lnTo>
                        <a:pt x="204" y="96"/>
                      </a:lnTo>
                      <a:lnTo>
                        <a:pt x="196" y="94"/>
                      </a:lnTo>
                      <a:lnTo>
                        <a:pt x="189" y="96"/>
                      </a:lnTo>
                      <a:lnTo>
                        <a:pt x="176" y="94"/>
                      </a:lnTo>
                      <a:lnTo>
                        <a:pt x="173" y="90"/>
                      </a:lnTo>
                      <a:lnTo>
                        <a:pt x="170" y="89"/>
                      </a:lnTo>
                      <a:lnTo>
                        <a:pt x="167" y="83"/>
                      </a:lnTo>
                      <a:lnTo>
                        <a:pt x="161" y="79"/>
                      </a:lnTo>
                      <a:lnTo>
                        <a:pt x="164" y="73"/>
                      </a:lnTo>
                      <a:lnTo>
                        <a:pt x="170" y="62"/>
                      </a:lnTo>
                      <a:lnTo>
                        <a:pt x="171" y="66"/>
                      </a:lnTo>
                      <a:lnTo>
                        <a:pt x="180" y="66"/>
                      </a:lnTo>
                      <a:lnTo>
                        <a:pt x="193" y="69"/>
                      </a:lnTo>
                      <a:lnTo>
                        <a:pt x="231" y="68"/>
                      </a:lnTo>
                      <a:lnTo>
                        <a:pt x="242" y="72"/>
                      </a:lnTo>
                      <a:lnTo>
                        <a:pt x="248" y="75"/>
                      </a:lnTo>
                      <a:lnTo>
                        <a:pt x="253" y="74"/>
                      </a:lnTo>
                      <a:lnTo>
                        <a:pt x="274" y="77"/>
                      </a:lnTo>
                      <a:lnTo>
                        <a:pt x="288" y="70"/>
                      </a:lnTo>
                      <a:lnTo>
                        <a:pt x="295" y="57"/>
                      </a:lnTo>
                      <a:lnTo>
                        <a:pt x="307" y="51"/>
                      </a:lnTo>
                      <a:lnTo>
                        <a:pt x="318" y="41"/>
                      </a:lnTo>
                      <a:lnTo>
                        <a:pt x="332" y="36"/>
                      </a:lnTo>
                      <a:lnTo>
                        <a:pt x="343" y="26"/>
                      </a:lnTo>
                      <a:lnTo>
                        <a:pt x="355" y="19"/>
                      </a:lnTo>
                      <a:lnTo>
                        <a:pt x="381" y="9"/>
                      </a:lnTo>
                      <a:lnTo>
                        <a:pt x="398" y="7"/>
                      </a:lnTo>
                      <a:lnTo>
                        <a:pt x="414" y="5"/>
                      </a:lnTo>
                      <a:lnTo>
                        <a:pt x="436" y="8"/>
                      </a:lnTo>
                      <a:lnTo>
                        <a:pt x="473" y="8"/>
                      </a:lnTo>
                      <a:lnTo>
                        <a:pt x="485" y="2"/>
                      </a:lnTo>
                      <a:lnTo>
                        <a:pt x="493" y="0"/>
                      </a:lnTo>
                      <a:lnTo>
                        <a:pt x="499" y="3"/>
                      </a:lnTo>
                      <a:lnTo>
                        <a:pt x="499" y="10"/>
                      </a:lnTo>
                      <a:lnTo>
                        <a:pt x="506" y="21"/>
                      </a:lnTo>
                      <a:lnTo>
                        <a:pt x="520" y="29"/>
                      </a:lnTo>
                      <a:lnTo>
                        <a:pt x="533" y="35"/>
                      </a:lnTo>
                      <a:lnTo>
                        <a:pt x="546" y="26"/>
                      </a:lnTo>
                      <a:lnTo>
                        <a:pt x="553" y="37"/>
                      </a:lnTo>
                      <a:lnTo>
                        <a:pt x="560" y="58"/>
                      </a:lnTo>
                      <a:lnTo>
                        <a:pt x="587" y="61"/>
                      </a:lnTo>
                      <a:lnTo>
                        <a:pt x="623" y="80"/>
                      </a:lnTo>
                      <a:lnTo>
                        <a:pt x="629" y="77"/>
                      </a:lnTo>
                      <a:lnTo>
                        <a:pt x="635" y="74"/>
                      </a:lnTo>
                      <a:lnTo>
                        <a:pt x="656" y="84"/>
                      </a:lnTo>
                      <a:lnTo>
                        <a:pt x="677" y="83"/>
                      </a:lnTo>
                      <a:lnTo>
                        <a:pt x="693" y="77"/>
                      </a:lnTo>
                      <a:lnTo>
                        <a:pt x="724" y="72"/>
                      </a:lnTo>
                      <a:lnTo>
                        <a:pt x="758" y="80"/>
                      </a:lnTo>
                      <a:lnTo>
                        <a:pt x="779" y="79"/>
                      </a:lnTo>
                      <a:lnTo>
                        <a:pt x="820" y="51"/>
                      </a:lnTo>
                      <a:lnTo>
                        <a:pt x="838" y="40"/>
                      </a:lnTo>
                      <a:lnTo>
                        <a:pt x="840" y="35"/>
                      </a:lnTo>
                      <a:lnTo>
                        <a:pt x="847" y="41"/>
                      </a:lnTo>
                      <a:lnTo>
                        <a:pt x="855" y="41"/>
                      </a:lnTo>
                      <a:lnTo>
                        <a:pt x="868" y="37"/>
                      </a:lnTo>
                      <a:lnTo>
                        <a:pt x="887" y="43"/>
                      </a:lnTo>
                      <a:lnTo>
                        <a:pt x="893" y="43"/>
                      </a:lnTo>
                      <a:lnTo>
                        <a:pt x="898" y="36"/>
                      </a:lnTo>
                      <a:lnTo>
                        <a:pt x="903" y="32"/>
                      </a:lnTo>
                      <a:lnTo>
                        <a:pt x="911" y="35"/>
                      </a:lnTo>
                      <a:lnTo>
                        <a:pt x="919" y="42"/>
                      </a:lnTo>
                      <a:lnTo>
                        <a:pt x="930" y="58"/>
                      </a:lnTo>
                      <a:lnTo>
                        <a:pt x="935" y="59"/>
                      </a:lnTo>
                      <a:lnTo>
                        <a:pt x="944" y="69"/>
                      </a:lnTo>
                      <a:lnTo>
                        <a:pt x="951" y="75"/>
                      </a:lnTo>
                      <a:lnTo>
                        <a:pt x="958" y="89"/>
                      </a:lnTo>
                      <a:lnTo>
                        <a:pt x="960" y="109"/>
                      </a:lnTo>
                      <a:lnTo>
                        <a:pt x="963" y="123"/>
                      </a:lnTo>
                      <a:lnTo>
                        <a:pt x="971" y="133"/>
                      </a:lnTo>
                      <a:lnTo>
                        <a:pt x="982" y="137"/>
                      </a:lnTo>
                      <a:lnTo>
                        <a:pt x="990" y="143"/>
                      </a:lnTo>
                      <a:lnTo>
                        <a:pt x="1000" y="153"/>
                      </a:lnTo>
                      <a:lnTo>
                        <a:pt x="1008" y="156"/>
                      </a:lnTo>
                      <a:lnTo>
                        <a:pt x="1012" y="161"/>
                      </a:lnTo>
                      <a:lnTo>
                        <a:pt x="1003" y="179"/>
                      </a:lnTo>
                      <a:lnTo>
                        <a:pt x="1001" y="186"/>
                      </a:lnTo>
                      <a:lnTo>
                        <a:pt x="987" y="195"/>
                      </a:lnTo>
                      <a:lnTo>
                        <a:pt x="988" y="202"/>
                      </a:lnTo>
                      <a:lnTo>
                        <a:pt x="995" y="219"/>
                      </a:lnTo>
                      <a:lnTo>
                        <a:pt x="997" y="246"/>
                      </a:lnTo>
                      <a:lnTo>
                        <a:pt x="997" y="263"/>
                      </a:lnTo>
                      <a:lnTo>
                        <a:pt x="999" y="279"/>
                      </a:lnTo>
                      <a:lnTo>
                        <a:pt x="995" y="300"/>
                      </a:lnTo>
                      <a:lnTo>
                        <a:pt x="1009" y="308"/>
                      </a:lnTo>
                      <a:lnTo>
                        <a:pt x="1021" y="325"/>
                      </a:lnTo>
                      <a:lnTo>
                        <a:pt x="1022" y="341"/>
                      </a:lnTo>
                      <a:lnTo>
                        <a:pt x="1015" y="348"/>
                      </a:lnTo>
                      <a:lnTo>
                        <a:pt x="1000" y="347"/>
                      </a:lnTo>
                      <a:lnTo>
                        <a:pt x="990" y="336"/>
                      </a:lnTo>
                      <a:lnTo>
                        <a:pt x="973" y="337"/>
                      </a:lnTo>
                      <a:lnTo>
                        <a:pt x="942" y="336"/>
                      </a:lnTo>
                      <a:lnTo>
                        <a:pt x="922" y="327"/>
                      </a:lnTo>
                      <a:lnTo>
                        <a:pt x="897" y="348"/>
                      </a:lnTo>
                      <a:lnTo>
                        <a:pt x="888" y="349"/>
                      </a:lnTo>
                      <a:lnTo>
                        <a:pt x="887" y="347"/>
                      </a:lnTo>
                      <a:lnTo>
                        <a:pt x="887" y="342"/>
                      </a:lnTo>
                      <a:lnTo>
                        <a:pt x="883" y="339"/>
                      </a:lnTo>
                      <a:lnTo>
                        <a:pt x="881" y="337"/>
                      </a:lnTo>
                      <a:lnTo>
                        <a:pt x="872" y="344"/>
                      </a:lnTo>
                      <a:lnTo>
                        <a:pt x="855" y="352"/>
                      </a:lnTo>
                      <a:lnTo>
                        <a:pt x="820" y="354"/>
                      </a:lnTo>
                      <a:lnTo>
                        <a:pt x="810" y="351"/>
                      </a:lnTo>
                      <a:lnTo>
                        <a:pt x="801" y="351"/>
                      </a:lnTo>
                      <a:lnTo>
                        <a:pt x="785" y="355"/>
                      </a:lnTo>
                      <a:lnTo>
                        <a:pt x="775" y="364"/>
                      </a:lnTo>
                      <a:lnTo>
                        <a:pt x="767" y="368"/>
                      </a:lnTo>
                      <a:lnTo>
                        <a:pt x="754" y="371"/>
                      </a:lnTo>
                      <a:lnTo>
                        <a:pt x="750" y="375"/>
                      </a:lnTo>
                      <a:lnTo>
                        <a:pt x="716" y="381"/>
                      </a:lnTo>
                      <a:lnTo>
                        <a:pt x="689" y="378"/>
                      </a:lnTo>
                      <a:lnTo>
                        <a:pt x="678" y="366"/>
                      </a:lnTo>
                      <a:lnTo>
                        <a:pt x="671" y="365"/>
                      </a:lnTo>
                      <a:lnTo>
                        <a:pt x="657" y="366"/>
                      </a:lnTo>
                      <a:lnTo>
                        <a:pt x="648" y="373"/>
                      </a:lnTo>
                      <a:lnTo>
                        <a:pt x="634" y="378"/>
                      </a:lnTo>
                      <a:lnTo>
                        <a:pt x="626" y="380"/>
                      </a:lnTo>
                      <a:lnTo>
                        <a:pt x="622" y="384"/>
                      </a:lnTo>
                      <a:lnTo>
                        <a:pt x="607" y="381"/>
                      </a:lnTo>
                      <a:lnTo>
                        <a:pt x="598" y="384"/>
                      </a:lnTo>
                      <a:lnTo>
                        <a:pt x="597" y="381"/>
                      </a:lnTo>
                      <a:lnTo>
                        <a:pt x="597" y="379"/>
                      </a:lnTo>
                      <a:lnTo>
                        <a:pt x="597" y="378"/>
                      </a:lnTo>
                      <a:lnTo>
                        <a:pt x="597" y="378"/>
                      </a:lnTo>
                      <a:lnTo>
                        <a:pt x="592" y="374"/>
                      </a:lnTo>
                      <a:lnTo>
                        <a:pt x="583" y="373"/>
                      </a:lnTo>
                      <a:lnTo>
                        <a:pt x="578" y="370"/>
                      </a:lnTo>
                      <a:lnTo>
                        <a:pt x="573" y="381"/>
                      </a:lnTo>
                      <a:lnTo>
                        <a:pt x="571" y="382"/>
                      </a:lnTo>
                      <a:lnTo>
                        <a:pt x="571" y="387"/>
                      </a:lnTo>
                      <a:lnTo>
                        <a:pt x="569" y="396"/>
                      </a:lnTo>
                      <a:lnTo>
                        <a:pt x="579" y="408"/>
                      </a:lnTo>
                      <a:lnTo>
                        <a:pt x="579" y="411"/>
                      </a:lnTo>
                      <a:lnTo>
                        <a:pt x="576" y="412"/>
                      </a:lnTo>
                      <a:lnTo>
                        <a:pt x="569" y="412"/>
                      </a:lnTo>
                      <a:lnTo>
                        <a:pt x="560" y="414"/>
                      </a:lnTo>
                      <a:lnTo>
                        <a:pt x="560" y="418"/>
                      </a:lnTo>
                      <a:lnTo>
                        <a:pt x="560" y="427"/>
                      </a:lnTo>
                      <a:lnTo>
                        <a:pt x="554" y="432"/>
                      </a:lnTo>
                      <a:lnTo>
                        <a:pt x="551" y="433"/>
                      </a:lnTo>
                      <a:lnTo>
                        <a:pt x="548" y="439"/>
                      </a:lnTo>
                      <a:lnTo>
                        <a:pt x="542" y="435"/>
                      </a:lnTo>
                      <a:lnTo>
                        <a:pt x="540" y="432"/>
                      </a:lnTo>
                      <a:lnTo>
                        <a:pt x="536" y="432"/>
                      </a:lnTo>
                      <a:lnTo>
                        <a:pt x="538" y="4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47" name="Freeform 96">
                  <a:extLst>
                    <a:ext uri="{FF2B5EF4-FFF2-40B4-BE49-F238E27FC236}">
                      <a16:creationId xmlns:a16="http://schemas.microsoft.com/office/drawing/2014/main" id="{AD9BB491-4F6D-ED8E-6119-7B308A2DE07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2" y="1980"/>
                  <a:ext cx="33" cy="28"/>
                </a:xfrm>
                <a:custGeom>
                  <a:avLst/>
                  <a:gdLst/>
                  <a:ahLst/>
                  <a:cxnLst>
                    <a:cxn ang="0">
                      <a:pos x="108" y="8"/>
                    </a:cxn>
                    <a:cxn ang="0">
                      <a:pos x="100" y="6"/>
                    </a:cxn>
                    <a:cxn ang="0">
                      <a:pos x="77" y="10"/>
                    </a:cxn>
                    <a:cxn ang="0">
                      <a:pos x="59" y="0"/>
                    </a:cxn>
                    <a:cxn ang="0">
                      <a:pos x="39" y="8"/>
                    </a:cxn>
                    <a:cxn ang="0">
                      <a:pos x="25" y="10"/>
                    </a:cxn>
                    <a:cxn ang="0">
                      <a:pos x="16" y="18"/>
                    </a:cxn>
                    <a:cxn ang="0">
                      <a:pos x="19" y="24"/>
                    </a:cxn>
                    <a:cxn ang="0">
                      <a:pos x="28" y="31"/>
                    </a:cxn>
                    <a:cxn ang="0">
                      <a:pos x="27" y="42"/>
                    </a:cxn>
                    <a:cxn ang="0">
                      <a:pos x="16" y="51"/>
                    </a:cxn>
                    <a:cxn ang="0">
                      <a:pos x="14" y="67"/>
                    </a:cxn>
                    <a:cxn ang="0">
                      <a:pos x="10" y="81"/>
                    </a:cxn>
                    <a:cxn ang="0">
                      <a:pos x="0" y="96"/>
                    </a:cxn>
                    <a:cxn ang="0">
                      <a:pos x="3" y="100"/>
                    </a:cxn>
                    <a:cxn ang="0">
                      <a:pos x="10" y="104"/>
                    </a:cxn>
                    <a:cxn ang="0">
                      <a:pos x="43" y="100"/>
                    </a:cxn>
                    <a:cxn ang="0">
                      <a:pos x="36" y="107"/>
                    </a:cxn>
                    <a:cxn ang="0">
                      <a:pos x="21" y="113"/>
                    </a:cxn>
                    <a:cxn ang="0">
                      <a:pos x="10" y="120"/>
                    </a:cxn>
                    <a:cxn ang="0">
                      <a:pos x="9" y="127"/>
                    </a:cxn>
                    <a:cxn ang="0">
                      <a:pos x="9" y="140"/>
                    </a:cxn>
                    <a:cxn ang="0">
                      <a:pos x="17" y="137"/>
                    </a:cxn>
                    <a:cxn ang="0">
                      <a:pos x="23" y="127"/>
                    </a:cxn>
                    <a:cxn ang="0">
                      <a:pos x="33" y="118"/>
                    </a:cxn>
                    <a:cxn ang="0">
                      <a:pos x="58" y="101"/>
                    </a:cxn>
                    <a:cxn ang="0">
                      <a:pos x="76" y="86"/>
                    </a:cxn>
                    <a:cxn ang="0">
                      <a:pos x="85" y="75"/>
                    </a:cxn>
                    <a:cxn ang="0">
                      <a:pos x="97" y="75"/>
                    </a:cxn>
                    <a:cxn ang="0">
                      <a:pos x="108" y="73"/>
                    </a:cxn>
                    <a:cxn ang="0">
                      <a:pos x="124" y="73"/>
                    </a:cxn>
                    <a:cxn ang="0">
                      <a:pos x="138" y="74"/>
                    </a:cxn>
                    <a:cxn ang="0">
                      <a:pos x="145" y="78"/>
                    </a:cxn>
                    <a:cxn ang="0">
                      <a:pos x="160" y="73"/>
                    </a:cxn>
                    <a:cxn ang="0">
                      <a:pos x="166" y="64"/>
                    </a:cxn>
                    <a:cxn ang="0">
                      <a:pos x="166" y="56"/>
                    </a:cxn>
                    <a:cxn ang="0">
                      <a:pos x="156" y="54"/>
                    </a:cxn>
                    <a:cxn ang="0">
                      <a:pos x="139" y="48"/>
                    </a:cxn>
                    <a:cxn ang="0">
                      <a:pos x="125" y="42"/>
                    </a:cxn>
                    <a:cxn ang="0">
                      <a:pos x="117" y="36"/>
                    </a:cxn>
                    <a:cxn ang="0">
                      <a:pos x="109" y="27"/>
                    </a:cxn>
                    <a:cxn ang="0">
                      <a:pos x="107" y="16"/>
                    </a:cxn>
                    <a:cxn ang="0">
                      <a:pos x="108" y="8"/>
                    </a:cxn>
                  </a:cxnLst>
                  <a:rect l="0" t="0" r="r" b="b"/>
                  <a:pathLst>
                    <a:path w="166" h="140">
                      <a:moveTo>
                        <a:pt x="108" y="8"/>
                      </a:moveTo>
                      <a:lnTo>
                        <a:pt x="100" y="6"/>
                      </a:lnTo>
                      <a:lnTo>
                        <a:pt x="77" y="10"/>
                      </a:lnTo>
                      <a:lnTo>
                        <a:pt x="59" y="0"/>
                      </a:lnTo>
                      <a:lnTo>
                        <a:pt x="39" y="8"/>
                      </a:lnTo>
                      <a:lnTo>
                        <a:pt x="25" y="10"/>
                      </a:lnTo>
                      <a:lnTo>
                        <a:pt x="16" y="18"/>
                      </a:lnTo>
                      <a:lnTo>
                        <a:pt x="19" y="24"/>
                      </a:lnTo>
                      <a:lnTo>
                        <a:pt x="28" y="31"/>
                      </a:lnTo>
                      <a:lnTo>
                        <a:pt x="27" y="42"/>
                      </a:lnTo>
                      <a:lnTo>
                        <a:pt x="16" y="51"/>
                      </a:lnTo>
                      <a:lnTo>
                        <a:pt x="14" y="67"/>
                      </a:lnTo>
                      <a:lnTo>
                        <a:pt x="10" y="81"/>
                      </a:lnTo>
                      <a:lnTo>
                        <a:pt x="0" y="96"/>
                      </a:lnTo>
                      <a:lnTo>
                        <a:pt x="3" y="100"/>
                      </a:lnTo>
                      <a:lnTo>
                        <a:pt x="10" y="104"/>
                      </a:lnTo>
                      <a:lnTo>
                        <a:pt x="43" y="100"/>
                      </a:lnTo>
                      <a:lnTo>
                        <a:pt x="36" y="107"/>
                      </a:lnTo>
                      <a:lnTo>
                        <a:pt x="21" y="113"/>
                      </a:lnTo>
                      <a:lnTo>
                        <a:pt x="10" y="120"/>
                      </a:lnTo>
                      <a:lnTo>
                        <a:pt x="9" y="127"/>
                      </a:lnTo>
                      <a:lnTo>
                        <a:pt x="9" y="140"/>
                      </a:lnTo>
                      <a:lnTo>
                        <a:pt x="17" y="137"/>
                      </a:lnTo>
                      <a:lnTo>
                        <a:pt x="23" y="127"/>
                      </a:lnTo>
                      <a:lnTo>
                        <a:pt x="33" y="118"/>
                      </a:lnTo>
                      <a:lnTo>
                        <a:pt x="58" y="101"/>
                      </a:lnTo>
                      <a:lnTo>
                        <a:pt x="76" y="86"/>
                      </a:lnTo>
                      <a:lnTo>
                        <a:pt x="85" y="75"/>
                      </a:lnTo>
                      <a:lnTo>
                        <a:pt x="97" y="75"/>
                      </a:lnTo>
                      <a:lnTo>
                        <a:pt x="108" y="73"/>
                      </a:lnTo>
                      <a:lnTo>
                        <a:pt x="124" y="73"/>
                      </a:lnTo>
                      <a:lnTo>
                        <a:pt x="138" y="74"/>
                      </a:lnTo>
                      <a:lnTo>
                        <a:pt x="145" y="78"/>
                      </a:lnTo>
                      <a:lnTo>
                        <a:pt x="160" y="73"/>
                      </a:lnTo>
                      <a:lnTo>
                        <a:pt x="166" y="64"/>
                      </a:lnTo>
                      <a:lnTo>
                        <a:pt x="166" y="56"/>
                      </a:lnTo>
                      <a:lnTo>
                        <a:pt x="156" y="54"/>
                      </a:lnTo>
                      <a:lnTo>
                        <a:pt x="139" y="48"/>
                      </a:lnTo>
                      <a:lnTo>
                        <a:pt x="125" y="42"/>
                      </a:lnTo>
                      <a:lnTo>
                        <a:pt x="117" y="36"/>
                      </a:lnTo>
                      <a:lnTo>
                        <a:pt x="109" y="27"/>
                      </a:lnTo>
                      <a:lnTo>
                        <a:pt x="107" y="16"/>
                      </a:lnTo>
                      <a:lnTo>
                        <a:pt x="108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43" name="Freeform 97">
                <a:extLst>
                  <a:ext uri="{FF2B5EF4-FFF2-40B4-BE49-F238E27FC236}">
                    <a16:creationId xmlns:a16="http://schemas.microsoft.com/office/drawing/2014/main" id="{2AED94E9-487F-5B05-8400-A6923887443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8" y="2100"/>
                <a:ext cx="47" cy="54"/>
              </a:xfrm>
              <a:custGeom>
                <a:avLst/>
                <a:gdLst/>
                <a:ahLst/>
                <a:cxnLst>
                  <a:cxn ang="0">
                    <a:pos x="215" y="94"/>
                  </a:cxn>
                  <a:cxn ang="0">
                    <a:pos x="231" y="75"/>
                  </a:cxn>
                  <a:cxn ang="0">
                    <a:pos x="215" y="0"/>
                  </a:cxn>
                  <a:cxn ang="0">
                    <a:pos x="165" y="26"/>
                  </a:cxn>
                  <a:cxn ang="0">
                    <a:pos x="141" y="39"/>
                  </a:cxn>
                  <a:cxn ang="0">
                    <a:pos x="96" y="67"/>
                  </a:cxn>
                  <a:cxn ang="0">
                    <a:pos x="87" y="69"/>
                  </a:cxn>
                  <a:cxn ang="0">
                    <a:pos x="75" y="67"/>
                  </a:cxn>
                  <a:cxn ang="0">
                    <a:pos x="70" y="65"/>
                  </a:cxn>
                  <a:cxn ang="0">
                    <a:pos x="62" y="55"/>
                  </a:cxn>
                  <a:cxn ang="0">
                    <a:pos x="54" y="51"/>
                  </a:cxn>
                  <a:cxn ang="0">
                    <a:pos x="48" y="43"/>
                  </a:cxn>
                  <a:cxn ang="0">
                    <a:pos x="44" y="42"/>
                  </a:cxn>
                  <a:cxn ang="0">
                    <a:pos x="32" y="44"/>
                  </a:cxn>
                  <a:cxn ang="0">
                    <a:pos x="32" y="64"/>
                  </a:cxn>
                  <a:cxn ang="0">
                    <a:pos x="32" y="66"/>
                  </a:cxn>
                  <a:cxn ang="0">
                    <a:pos x="31" y="75"/>
                  </a:cxn>
                  <a:cxn ang="0">
                    <a:pos x="30" y="82"/>
                  </a:cxn>
                  <a:cxn ang="0">
                    <a:pos x="28" y="94"/>
                  </a:cxn>
                  <a:cxn ang="0">
                    <a:pos x="31" y="103"/>
                  </a:cxn>
                  <a:cxn ang="0">
                    <a:pos x="28" y="109"/>
                  </a:cxn>
                  <a:cxn ang="0">
                    <a:pos x="27" y="118"/>
                  </a:cxn>
                  <a:cxn ang="0">
                    <a:pos x="25" y="120"/>
                  </a:cxn>
                  <a:cxn ang="0">
                    <a:pos x="27" y="124"/>
                  </a:cxn>
                  <a:cxn ang="0">
                    <a:pos x="23" y="137"/>
                  </a:cxn>
                  <a:cxn ang="0">
                    <a:pos x="26" y="145"/>
                  </a:cxn>
                  <a:cxn ang="0">
                    <a:pos x="17" y="163"/>
                  </a:cxn>
                  <a:cxn ang="0">
                    <a:pos x="11" y="183"/>
                  </a:cxn>
                  <a:cxn ang="0">
                    <a:pos x="5" y="236"/>
                  </a:cxn>
                  <a:cxn ang="0">
                    <a:pos x="1" y="247"/>
                  </a:cxn>
                  <a:cxn ang="0">
                    <a:pos x="0" y="253"/>
                  </a:cxn>
                  <a:cxn ang="0">
                    <a:pos x="0" y="253"/>
                  </a:cxn>
                  <a:cxn ang="0">
                    <a:pos x="3" y="261"/>
                  </a:cxn>
                  <a:cxn ang="0">
                    <a:pos x="64" y="269"/>
                  </a:cxn>
                  <a:cxn ang="0">
                    <a:pos x="81" y="252"/>
                  </a:cxn>
                  <a:cxn ang="0">
                    <a:pos x="82" y="248"/>
                  </a:cxn>
                  <a:cxn ang="0">
                    <a:pos x="97" y="223"/>
                  </a:cxn>
                  <a:cxn ang="0">
                    <a:pos x="139" y="217"/>
                  </a:cxn>
                  <a:cxn ang="0">
                    <a:pos x="140" y="207"/>
                  </a:cxn>
                  <a:cxn ang="0">
                    <a:pos x="146" y="191"/>
                  </a:cxn>
                  <a:cxn ang="0">
                    <a:pos x="168" y="179"/>
                  </a:cxn>
                  <a:cxn ang="0">
                    <a:pos x="170" y="178"/>
                  </a:cxn>
                  <a:cxn ang="0">
                    <a:pos x="117" y="124"/>
                  </a:cxn>
                  <a:cxn ang="0">
                    <a:pos x="108" y="118"/>
                  </a:cxn>
                  <a:cxn ang="0">
                    <a:pos x="149" y="108"/>
                  </a:cxn>
                  <a:cxn ang="0">
                    <a:pos x="215" y="94"/>
                  </a:cxn>
                </a:cxnLst>
                <a:rect l="0" t="0" r="r" b="b"/>
                <a:pathLst>
                  <a:path w="231" h="269">
                    <a:moveTo>
                      <a:pt x="215" y="94"/>
                    </a:moveTo>
                    <a:lnTo>
                      <a:pt x="231" y="75"/>
                    </a:lnTo>
                    <a:lnTo>
                      <a:pt x="215" y="0"/>
                    </a:lnTo>
                    <a:lnTo>
                      <a:pt x="165" y="26"/>
                    </a:lnTo>
                    <a:lnTo>
                      <a:pt x="141" y="39"/>
                    </a:lnTo>
                    <a:lnTo>
                      <a:pt x="96" y="67"/>
                    </a:lnTo>
                    <a:lnTo>
                      <a:pt x="87" y="69"/>
                    </a:lnTo>
                    <a:lnTo>
                      <a:pt x="75" y="67"/>
                    </a:lnTo>
                    <a:lnTo>
                      <a:pt x="70" y="65"/>
                    </a:lnTo>
                    <a:lnTo>
                      <a:pt x="62" y="55"/>
                    </a:lnTo>
                    <a:lnTo>
                      <a:pt x="54" y="51"/>
                    </a:lnTo>
                    <a:lnTo>
                      <a:pt x="48" y="43"/>
                    </a:lnTo>
                    <a:lnTo>
                      <a:pt x="44" y="42"/>
                    </a:lnTo>
                    <a:lnTo>
                      <a:pt x="32" y="44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1" y="75"/>
                    </a:lnTo>
                    <a:lnTo>
                      <a:pt x="30" y="82"/>
                    </a:lnTo>
                    <a:lnTo>
                      <a:pt x="28" y="94"/>
                    </a:lnTo>
                    <a:lnTo>
                      <a:pt x="31" y="103"/>
                    </a:lnTo>
                    <a:lnTo>
                      <a:pt x="28" y="109"/>
                    </a:lnTo>
                    <a:lnTo>
                      <a:pt x="27" y="118"/>
                    </a:lnTo>
                    <a:lnTo>
                      <a:pt x="25" y="120"/>
                    </a:lnTo>
                    <a:lnTo>
                      <a:pt x="27" y="124"/>
                    </a:lnTo>
                    <a:lnTo>
                      <a:pt x="23" y="137"/>
                    </a:lnTo>
                    <a:lnTo>
                      <a:pt x="26" y="145"/>
                    </a:lnTo>
                    <a:lnTo>
                      <a:pt x="17" y="163"/>
                    </a:lnTo>
                    <a:lnTo>
                      <a:pt x="11" y="183"/>
                    </a:lnTo>
                    <a:lnTo>
                      <a:pt x="5" y="236"/>
                    </a:lnTo>
                    <a:lnTo>
                      <a:pt x="1" y="247"/>
                    </a:lnTo>
                    <a:lnTo>
                      <a:pt x="0" y="253"/>
                    </a:lnTo>
                    <a:lnTo>
                      <a:pt x="0" y="253"/>
                    </a:lnTo>
                    <a:lnTo>
                      <a:pt x="3" y="261"/>
                    </a:lnTo>
                    <a:lnTo>
                      <a:pt x="64" y="269"/>
                    </a:lnTo>
                    <a:lnTo>
                      <a:pt x="81" y="252"/>
                    </a:lnTo>
                    <a:lnTo>
                      <a:pt x="82" y="248"/>
                    </a:lnTo>
                    <a:lnTo>
                      <a:pt x="97" y="223"/>
                    </a:lnTo>
                    <a:lnTo>
                      <a:pt x="139" y="217"/>
                    </a:lnTo>
                    <a:lnTo>
                      <a:pt x="140" y="207"/>
                    </a:lnTo>
                    <a:lnTo>
                      <a:pt x="146" y="191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17" y="124"/>
                    </a:lnTo>
                    <a:lnTo>
                      <a:pt x="108" y="118"/>
                    </a:lnTo>
                    <a:lnTo>
                      <a:pt x="149" y="108"/>
                    </a:lnTo>
                    <a:lnTo>
                      <a:pt x="215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44" name="Freeform 98">
                <a:extLst>
                  <a:ext uri="{FF2B5EF4-FFF2-40B4-BE49-F238E27FC236}">
                    <a16:creationId xmlns:a16="http://schemas.microsoft.com/office/drawing/2014/main" id="{23F021C5-B092-4664-9DF0-CCE5D9B9F41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05" y="2047"/>
                <a:ext cx="77" cy="67"/>
              </a:xfrm>
              <a:custGeom>
                <a:avLst/>
                <a:gdLst/>
                <a:ahLst/>
                <a:cxnLst>
                  <a:cxn ang="0">
                    <a:pos x="241" y="227"/>
                  </a:cxn>
                  <a:cxn ang="0">
                    <a:pos x="290" y="203"/>
                  </a:cxn>
                  <a:cxn ang="0">
                    <a:pos x="316" y="170"/>
                  </a:cxn>
                  <a:cxn ang="0">
                    <a:pos x="354" y="50"/>
                  </a:cxn>
                  <a:cxn ang="0">
                    <a:pos x="378" y="12"/>
                  </a:cxn>
                  <a:cxn ang="0">
                    <a:pos x="373" y="2"/>
                  </a:cxn>
                  <a:cxn ang="0">
                    <a:pos x="345" y="15"/>
                  </a:cxn>
                  <a:cxn ang="0">
                    <a:pos x="291" y="14"/>
                  </a:cxn>
                  <a:cxn ang="0">
                    <a:pos x="257" y="31"/>
                  </a:cxn>
                  <a:cxn ang="0">
                    <a:pos x="206" y="45"/>
                  </a:cxn>
                  <a:cxn ang="0">
                    <a:pos x="161" y="28"/>
                  </a:cxn>
                  <a:cxn ang="0">
                    <a:pos x="124" y="41"/>
                  </a:cxn>
                  <a:cxn ang="0">
                    <a:pos x="97" y="44"/>
                  </a:cxn>
                  <a:cxn ang="0">
                    <a:pos x="87" y="42"/>
                  </a:cxn>
                  <a:cxn ang="0">
                    <a:pos x="73" y="36"/>
                  </a:cxn>
                  <a:cxn ang="0">
                    <a:pos x="61" y="45"/>
                  </a:cxn>
                  <a:cxn ang="0">
                    <a:pos x="68" y="71"/>
                  </a:cxn>
                  <a:cxn ang="0">
                    <a:pos x="59" y="75"/>
                  </a:cxn>
                  <a:cxn ang="0">
                    <a:pos x="50" y="90"/>
                  </a:cxn>
                  <a:cxn ang="0">
                    <a:pos x="38" y="102"/>
                  </a:cxn>
                  <a:cxn ang="0">
                    <a:pos x="26" y="95"/>
                  </a:cxn>
                  <a:cxn ang="0">
                    <a:pos x="23" y="123"/>
                  </a:cxn>
                  <a:cxn ang="0">
                    <a:pos x="26" y="167"/>
                  </a:cxn>
                  <a:cxn ang="0">
                    <a:pos x="48" y="174"/>
                  </a:cxn>
                  <a:cxn ang="0">
                    <a:pos x="57" y="179"/>
                  </a:cxn>
                  <a:cxn ang="0">
                    <a:pos x="53" y="183"/>
                  </a:cxn>
                  <a:cxn ang="0">
                    <a:pos x="50" y="189"/>
                  </a:cxn>
                  <a:cxn ang="0">
                    <a:pos x="63" y="195"/>
                  </a:cxn>
                  <a:cxn ang="0">
                    <a:pos x="64" y="208"/>
                  </a:cxn>
                  <a:cxn ang="0">
                    <a:pos x="63" y="216"/>
                  </a:cxn>
                  <a:cxn ang="0">
                    <a:pos x="50" y="222"/>
                  </a:cxn>
                  <a:cxn ang="0">
                    <a:pos x="45" y="230"/>
                  </a:cxn>
                  <a:cxn ang="0">
                    <a:pos x="52" y="236"/>
                  </a:cxn>
                  <a:cxn ang="0">
                    <a:pos x="32" y="237"/>
                  </a:cxn>
                  <a:cxn ang="0">
                    <a:pos x="26" y="249"/>
                  </a:cxn>
                  <a:cxn ang="0">
                    <a:pos x="31" y="257"/>
                  </a:cxn>
                  <a:cxn ang="0">
                    <a:pos x="18" y="267"/>
                  </a:cxn>
                  <a:cxn ang="0">
                    <a:pos x="5" y="276"/>
                  </a:cxn>
                  <a:cxn ang="0">
                    <a:pos x="4" y="295"/>
                  </a:cxn>
                  <a:cxn ang="0">
                    <a:pos x="0" y="312"/>
                  </a:cxn>
                  <a:cxn ang="0">
                    <a:pos x="22" y="319"/>
                  </a:cxn>
                  <a:cxn ang="0">
                    <a:pos x="43" y="335"/>
                  </a:cxn>
                  <a:cxn ang="0">
                    <a:pos x="109" y="307"/>
                  </a:cxn>
                </a:cxnLst>
                <a:rect l="0" t="0" r="r" b="b"/>
                <a:pathLst>
                  <a:path w="387" h="337">
                    <a:moveTo>
                      <a:pt x="183" y="268"/>
                    </a:moveTo>
                    <a:lnTo>
                      <a:pt x="226" y="238"/>
                    </a:lnTo>
                    <a:lnTo>
                      <a:pt x="241" y="227"/>
                    </a:lnTo>
                    <a:lnTo>
                      <a:pt x="256" y="222"/>
                    </a:lnTo>
                    <a:lnTo>
                      <a:pt x="278" y="210"/>
                    </a:lnTo>
                    <a:lnTo>
                      <a:pt x="290" y="203"/>
                    </a:lnTo>
                    <a:lnTo>
                      <a:pt x="294" y="199"/>
                    </a:lnTo>
                    <a:lnTo>
                      <a:pt x="306" y="194"/>
                    </a:lnTo>
                    <a:lnTo>
                      <a:pt x="316" y="170"/>
                    </a:lnTo>
                    <a:lnTo>
                      <a:pt x="319" y="133"/>
                    </a:lnTo>
                    <a:lnTo>
                      <a:pt x="323" y="63"/>
                    </a:lnTo>
                    <a:lnTo>
                      <a:pt x="354" y="50"/>
                    </a:lnTo>
                    <a:lnTo>
                      <a:pt x="372" y="21"/>
                    </a:lnTo>
                    <a:lnTo>
                      <a:pt x="387" y="12"/>
                    </a:lnTo>
                    <a:lnTo>
                      <a:pt x="378" y="12"/>
                    </a:lnTo>
                    <a:lnTo>
                      <a:pt x="377" y="10"/>
                    </a:lnTo>
                    <a:lnTo>
                      <a:pt x="377" y="5"/>
                    </a:lnTo>
                    <a:lnTo>
                      <a:pt x="373" y="2"/>
                    </a:lnTo>
                    <a:lnTo>
                      <a:pt x="371" y="0"/>
                    </a:lnTo>
                    <a:lnTo>
                      <a:pt x="362" y="7"/>
                    </a:lnTo>
                    <a:lnTo>
                      <a:pt x="345" y="15"/>
                    </a:lnTo>
                    <a:lnTo>
                      <a:pt x="310" y="17"/>
                    </a:lnTo>
                    <a:lnTo>
                      <a:pt x="300" y="14"/>
                    </a:lnTo>
                    <a:lnTo>
                      <a:pt x="291" y="14"/>
                    </a:lnTo>
                    <a:lnTo>
                      <a:pt x="275" y="18"/>
                    </a:lnTo>
                    <a:lnTo>
                      <a:pt x="265" y="27"/>
                    </a:lnTo>
                    <a:lnTo>
                      <a:pt x="257" y="31"/>
                    </a:lnTo>
                    <a:lnTo>
                      <a:pt x="244" y="34"/>
                    </a:lnTo>
                    <a:lnTo>
                      <a:pt x="238" y="38"/>
                    </a:lnTo>
                    <a:lnTo>
                      <a:pt x="206" y="45"/>
                    </a:lnTo>
                    <a:lnTo>
                      <a:pt x="179" y="41"/>
                    </a:lnTo>
                    <a:lnTo>
                      <a:pt x="168" y="31"/>
                    </a:lnTo>
                    <a:lnTo>
                      <a:pt x="161" y="28"/>
                    </a:lnTo>
                    <a:lnTo>
                      <a:pt x="147" y="29"/>
                    </a:lnTo>
                    <a:lnTo>
                      <a:pt x="138" y="36"/>
                    </a:lnTo>
                    <a:lnTo>
                      <a:pt x="124" y="41"/>
                    </a:lnTo>
                    <a:lnTo>
                      <a:pt x="116" y="43"/>
                    </a:lnTo>
                    <a:lnTo>
                      <a:pt x="112" y="47"/>
                    </a:lnTo>
                    <a:lnTo>
                      <a:pt x="97" y="44"/>
                    </a:lnTo>
                    <a:lnTo>
                      <a:pt x="88" y="47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2" y="37"/>
                    </a:lnTo>
                    <a:lnTo>
                      <a:pt x="73" y="36"/>
                    </a:lnTo>
                    <a:lnTo>
                      <a:pt x="68" y="33"/>
                    </a:lnTo>
                    <a:lnTo>
                      <a:pt x="63" y="44"/>
                    </a:lnTo>
                    <a:lnTo>
                      <a:pt x="61" y="45"/>
                    </a:lnTo>
                    <a:lnTo>
                      <a:pt x="61" y="50"/>
                    </a:lnTo>
                    <a:lnTo>
                      <a:pt x="59" y="59"/>
                    </a:lnTo>
                    <a:lnTo>
                      <a:pt x="68" y="71"/>
                    </a:lnTo>
                    <a:lnTo>
                      <a:pt x="69" y="74"/>
                    </a:lnTo>
                    <a:lnTo>
                      <a:pt x="66" y="75"/>
                    </a:lnTo>
                    <a:lnTo>
                      <a:pt x="59" y="75"/>
                    </a:lnTo>
                    <a:lnTo>
                      <a:pt x="50" y="77"/>
                    </a:lnTo>
                    <a:lnTo>
                      <a:pt x="50" y="81"/>
                    </a:lnTo>
                    <a:lnTo>
                      <a:pt x="50" y="90"/>
                    </a:lnTo>
                    <a:lnTo>
                      <a:pt x="44" y="95"/>
                    </a:lnTo>
                    <a:lnTo>
                      <a:pt x="41" y="96"/>
                    </a:lnTo>
                    <a:lnTo>
                      <a:pt x="38" y="102"/>
                    </a:lnTo>
                    <a:lnTo>
                      <a:pt x="32" y="98"/>
                    </a:lnTo>
                    <a:lnTo>
                      <a:pt x="30" y="95"/>
                    </a:lnTo>
                    <a:lnTo>
                      <a:pt x="26" y="95"/>
                    </a:lnTo>
                    <a:lnTo>
                      <a:pt x="26" y="106"/>
                    </a:lnTo>
                    <a:lnTo>
                      <a:pt x="21" y="119"/>
                    </a:lnTo>
                    <a:lnTo>
                      <a:pt x="23" y="123"/>
                    </a:lnTo>
                    <a:lnTo>
                      <a:pt x="28" y="136"/>
                    </a:lnTo>
                    <a:lnTo>
                      <a:pt x="28" y="155"/>
                    </a:lnTo>
                    <a:lnTo>
                      <a:pt x="26" y="167"/>
                    </a:lnTo>
                    <a:lnTo>
                      <a:pt x="28" y="178"/>
                    </a:lnTo>
                    <a:lnTo>
                      <a:pt x="45" y="178"/>
                    </a:lnTo>
                    <a:lnTo>
                      <a:pt x="48" y="174"/>
                    </a:lnTo>
                    <a:lnTo>
                      <a:pt x="50" y="174"/>
                    </a:lnTo>
                    <a:lnTo>
                      <a:pt x="52" y="179"/>
                    </a:lnTo>
                    <a:lnTo>
                      <a:pt x="57" y="179"/>
                    </a:lnTo>
                    <a:lnTo>
                      <a:pt x="58" y="181"/>
                    </a:lnTo>
                    <a:lnTo>
                      <a:pt x="58" y="183"/>
                    </a:lnTo>
                    <a:lnTo>
                      <a:pt x="53" y="183"/>
                    </a:lnTo>
                    <a:lnTo>
                      <a:pt x="53" y="185"/>
                    </a:lnTo>
                    <a:lnTo>
                      <a:pt x="50" y="187"/>
                    </a:lnTo>
                    <a:lnTo>
                      <a:pt x="50" y="189"/>
                    </a:lnTo>
                    <a:lnTo>
                      <a:pt x="57" y="189"/>
                    </a:lnTo>
                    <a:lnTo>
                      <a:pt x="58" y="193"/>
                    </a:lnTo>
                    <a:lnTo>
                      <a:pt x="63" y="195"/>
                    </a:lnTo>
                    <a:lnTo>
                      <a:pt x="61" y="199"/>
                    </a:lnTo>
                    <a:lnTo>
                      <a:pt x="65" y="204"/>
                    </a:lnTo>
                    <a:lnTo>
                      <a:pt x="64" y="208"/>
                    </a:lnTo>
                    <a:lnTo>
                      <a:pt x="66" y="210"/>
                    </a:lnTo>
                    <a:lnTo>
                      <a:pt x="64" y="212"/>
                    </a:lnTo>
                    <a:lnTo>
                      <a:pt x="63" y="216"/>
                    </a:lnTo>
                    <a:lnTo>
                      <a:pt x="60" y="216"/>
                    </a:lnTo>
                    <a:lnTo>
                      <a:pt x="55" y="221"/>
                    </a:lnTo>
                    <a:lnTo>
                      <a:pt x="50" y="222"/>
                    </a:lnTo>
                    <a:lnTo>
                      <a:pt x="50" y="226"/>
                    </a:lnTo>
                    <a:lnTo>
                      <a:pt x="47" y="227"/>
                    </a:lnTo>
                    <a:lnTo>
                      <a:pt x="45" y="230"/>
                    </a:lnTo>
                    <a:lnTo>
                      <a:pt x="50" y="233"/>
                    </a:lnTo>
                    <a:lnTo>
                      <a:pt x="52" y="236"/>
                    </a:lnTo>
                    <a:lnTo>
                      <a:pt x="52" y="236"/>
                    </a:lnTo>
                    <a:lnTo>
                      <a:pt x="50" y="237"/>
                    </a:lnTo>
                    <a:lnTo>
                      <a:pt x="45" y="236"/>
                    </a:lnTo>
                    <a:lnTo>
                      <a:pt x="32" y="237"/>
                    </a:lnTo>
                    <a:lnTo>
                      <a:pt x="31" y="242"/>
                    </a:lnTo>
                    <a:lnTo>
                      <a:pt x="28" y="243"/>
                    </a:lnTo>
                    <a:lnTo>
                      <a:pt x="26" y="249"/>
                    </a:lnTo>
                    <a:lnTo>
                      <a:pt x="26" y="249"/>
                    </a:lnTo>
                    <a:lnTo>
                      <a:pt x="31" y="252"/>
                    </a:lnTo>
                    <a:lnTo>
                      <a:pt x="31" y="257"/>
                    </a:lnTo>
                    <a:lnTo>
                      <a:pt x="28" y="257"/>
                    </a:lnTo>
                    <a:lnTo>
                      <a:pt x="25" y="263"/>
                    </a:lnTo>
                    <a:lnTo>
                      <a:pt x="18" y="267"/>
                    </a:lnTo>
                    <a:lnTo>
                      <a:pt x="17" y="270"/>
                    </a:lnTo>
                    <a:lnTo>
                      <a:pt x="12" y="270"/>
                    </a:lnTo>
                    <a:lnTo>
                      <a:pt x="5" y="276"/>
                    </a:lnTo>
                    <a:lnTo>
                      <a:pt x="5" y="286"/>
                    </a:lnTo>
                    <a:lnTo>
                      <a:pt x="2" y="290"/>
                    </a:lnTo>
                    <a:lnTo>
                      <a:pt x="4" y="295"/>
                    </a:lnTo>
                    <a:lnTo>
                      <a:pt x="2" y="300"/>
                    </a:lnTo>
                    <a:lnTo>
                      <a:pt x="5" y="306"/>
                    </a:lnTo>
                    <a:lnTo>
                      <a:pt x="0" y="312"/>
                    </a:lnTo>
                    <a:lnTo>
                      <a:pt x="12" y="310"/>
                    </a:lnTo>
                    <a:lnTo>
                      <a:pt x="16" y="311"/>
                    </a:lnTo>
                    <a:lnTo>
                      <a:pt x="22" y="319"/>
                    </a:lnTo>
                    <a:lnTo>
                      <a:pt x="30" y="324"/>
                    </a:lnTo>
                    <a:lnTo>
                      <a:pt x="38" y="333"/>
                    </a:lnTo>
                    <a:lnTo>
                      <a:pt x="43" y="335"/>
                    </a:lnTo>
                    <a:lnTo>
                      <a:pt x="55" y="337"/>
                    </a:lnTo>
                    <a:lnTo>
                      <a:pt x="63" y="335"/>
                    </a:lnTo>
                    <a:lnTo>
                      <a:pt x="109" y="307"/>
                    </a:lnTo>
                    <a:lnTo>
                      <a:pt x="133" y="294"/>
                    </a:lnTo>
                    <a:lnTo>
                      <a:pt x="183" y="2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45" name="Freeform 99">
                <a:extLst>
                  <a:ext uri="{FF2B5EF4-FFF2-40B4-BE49-F238E27FC236}">
                    <a16:creationId xmlns:a16="http://schemas.microsoft.com/office/drawing/2014/main" id="{2C58D02A-5F76-2EE6-05BB-5D9F3C46E7F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1" y="2069"/>
                <a:ext cx="25" cy="15"/>
              </a:xfrm>
              <a:custGeom>
                <a:avLst/>
                <a:gdLst/>
                <a:ahLst/>
                <a:cxnLst>
                  <a:cxn ang="0">
                    <a:pos x="92" y="16"/>
                  </a:cxn>
                  <a:cxn ang="0">
                    <a:pos x="106" y="11"/>
                  </a:cxn>
                  <a:cxn ang="0">
                    <a:pos x="112" y="5"/>
                  </a:cxn>
                  <a:cxn ang="0">
                    <a:pos x="122" y="0"/>
                  </a:cxn>
                  <a:cxn ang="0">
                    <a:pos x="126" y="0"/>
                  </a:cxn>
                  <a:cxn ang="0">
                    <a:pos x="123" y="9"/>
                  </a:cxn>
                  <a:cxn ang="0">
                    <a:pos x="115" y="17"/>
                  </a:cxn>
                  <a:cxn ang="0">
                    <a:pos x="107" y="21"/>
                  </a:cxn>
                  <a:cxn ang="0">
                    <a:pos x="96" y="37"/>
                  </a:cxn>
                  <a:cxn ang="0">
                    <a:pos x="99" y="43"/>
                  </a:cxn>
                  <a:cxn ang="0">
                    <a:pos x="92" y="52"/>
                  </a:cxn>
                  <a:cxn ang="0">
                    <a:pos x="80" y="54"/>
                  </a:cxn>
                  <a:cxn ang="0">
                    <a:pos x="69" y="64"/>
                  </a:cxn>
                  <a:cxn ang="0">
                    <a:pos x="53" y="68"/>
                  </a:cxn>
                  <a:cxn ang="0">
                    <a:pos x="43" y="75"/>
                  </a:cxn>
                  <a:cxn ang="0">
                    <a:pos x="25" y="72"/>
                  </a:cxn>
                  <a:cxn ang="0">
                    <a:pos x="13" y="66"/>
                  </a:cxn>
                  <a:cxn ang="0">
                    <a:pos x="5" y="57"/>
                  </a:cxn>
                  <a:cxn ang="0">
                    <a:pos x="0" y="45"/>
                  </a:cxn>
                  <a:cxn ang="0">
                    <a:pos x="13" y="42"/>
                  </a:cxn>
                  <a:cxn ang="0">
                    <a:pos x="21" y="37"/>
                  </a:cxn>
                  <a:cxn ang="0">
                    <a:pos x="31" y="36"/>
                  </a:cxn>
                  <a:cxn ang="0">
                    <a:pos x="38" y="33"/>
                  </a:cxn>
                  <a:cxn ang="0">
                    <a:pos x="40" y="25"/>
                  </a:cxn>
                  <a:cxn ang="0">
                    <a:pos x="43" y="26"/>
                  </a:cxn>
                  <a:cxn ang="0">
                    <a:pos x="63" y="25"/>
                  </a:cxn>
                  <a:cxn ang="0">
                    <a:pos x="92" y="16"/>
                  </a:cxn>
                </a:cxnLst>
                <a:rect l="0" t="0" r="r" b="b"/>
                <a:pathLst>
                  <a:path w="126" h="75">
                    <a:moveTo>
                      <a:pt x="92" y="16"/>
                    </a:moveTo>
                    <a:lnTo>
                      <a:pt x="106" y="11"/>
                    </a:lnTo>
                    <a:lnTo>
                      <a:pt x="112" y="5"/>
                    </a:lnTo>
                    <a:lnTo>
                      <a:pt x="122" y="0"/>
                    </a:lnTo>
                    <a:lnTo>
                      <a:pt x="126" y="0"/>
                    </a:lnTo>
                    <a:lnTo>
                      <a:pt x="123" y="9"/>
                    </a:lnTo>
                    <a:lnTo>
                      <a:pt x="115" y="17"/>
                    </a:lnTo>
                    <a:lnTo>
                      <a:pt x="107" y="21"/>
                    </a:lnTo>
                    <a:lnTo>
                      <a:pt x="96" y="37"/>
                    </a:lnTo>
                    <a:lnTo>
                      <a:pt x="99" y="43"/>
                    </a:lnTo>
                    <a:lnTo>
                      <a:pt x="92" y="52"/>
                    </a:lnTo>
                    <a:lnTo>
                      <a:pt x="80" y="54"/>
                    </a:lnTo>
                    <a:lnTo>
                      <a:pt x="69" y="64"/>
                    </a:lnTo>
                    <a:lnTo>
                      <a:pt x="53" y="68"/>
                    </a:lnTo>
                    <a:lnTo>
                      <a:pt x="43" y="75"/>
                    </a:lnTo>
                    <a:lnTo>
                      <a:pt x="25" y="72"/>
                    </a:lnTo>
                    <a:lnTo>
                      <a:pt x="13" y="66"/>
                    </a:lnTo>
                    <a:lnTo>
                      <a:pt x="5" y="57"/>
                    </a:lnTo>
                    <a:lnTo>
                      <a:pt x="0" y="45"/>
                    </a:lnTo>
                    <a:lnTo>
                      <a:pt x="13" y="42"/>
                    </a:lnTo>
                    <a:lnTo>
                      <a:pt x="21" y="37"/>
                    </a:lnTo>
                    <a:lnTo>
                      <a:pt x="31" y="36"/>
                    </a:lnTo>
                    <a:lnTo>
                      <a:pt x="38" y="33"/>
                    </a:lnTo>
                    <a:lnTo>
                      <a:pt x="40" y="25"/>
                    </a:lnTo>
                    <a:lnTo>
                      <a:pt x="43" y="26"/>
                    </a:lnTo>
                    <a:lnTo>
                      <a:pt x="63" y="25"/>
                    </a:lnTo>
                    <a:lnTo>
                      <a:pt x="92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16" name="Freeform 100">
              <a:extLst>
                <a:ext uri="{FF2B5EF4-FFF2-40B4-BE49-F238E27FC236}">
                  <a16:creationId xmlns:a16="http://schemas.microsoft.com/office/drawing/2014/main" id="{4A3A85B0-9CF3-A2D6-87A6-155B43AFF91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292260" y="3014420"/>
              <a:ext cx="81500" cy="83574"/>
            </a:xfrm>
            <a:custGeom>
              <a:avLst/>
              <a:gdLst/>
              <a:ahLst/>
              <a:cxnLst>
                <a:cxn ang="0">
                  <a:pos x="77" y="118"/>
                </a:cxn>
                <a:cxn ang="0">
                  <a:pos x="68" y="107"/>
                </a:cxn>
                <a:cxn ang="0">
                  <a:pos x="64" y="102"/>
                </a:cxn>
                <a:cxn ang="0">
                  <a:pos x="56" y="99"/>
                </a:cxn>
                <a:cxn ang="0">
                  <a:pos x="46" y="89"/>
                </a:cxn>
                <a:cxn ang="0">
                  <a:pos x="38" y="83"/>
                </a:cxn>
                <a:cxn ang="0">
                  <a:pos x="27" y="79"/>
                </a:cxn>
                <a:cxn ang="0">
                  <a:pos x="19" y="69"/>
                </a:cxn>
                <a:cxn ang="0">
                  <a:pos x="16" y="55"/>
                </a:cxn>
                <a:cxn ang="0">
                  <a:pos x="14" y="35"/>
                </a:cxn>
                <a:cxn ang="0">
                  <a:pos x="7" y="21"/>
                </a:cxn>
                <a:cxn ang="0">
                  <a:pos x="0" y="15"/>
                </a:cxn>
                <a:cxn ang="0">
                  <a:pos x="21" y="14"/>
                </a:cxn>
                <a:cxn ang="0">
                  <a:pos x="28" y="9"/>
                </a:cxn>
                <a:cxn ang="0">
                  <a:pos x="44" y="8"/>
                </a:cxn>
                <a:cxn ang="0">
                  <a:pos x="51" y="4"/>
                </a:cxn>
                <a:cxn ang="0">
                  <a:pos x="67" y="7"/>
                </a:cxn>
                <a:cxn ang="0">
                  <a:pos x="76" y="5"/>
                </a:cxn>
                <a:cxn ang="0">
                  <a:pos x="86" y="0"/>
                </a:cxn>
                <a:cxn ang="0">
                  <a:pos x="87" y="0"/>
                </a:cxn>
                <a:cxn ang="0">
                  <a:pos x="89" y="8"/>
                </a:cxn>
                <a:cxn ang="0">
                  <a:pos x="99" y="20"/>
                </a:cxn>
                <a:cxn ang="0">
                  <a:pos x="107" y="21"/>
                </a:cxn>
                <a:cxn ang="0">
                  <a:pos x="114" y="26"/>
                </a:cxn>
                <a:cxn ang="0">
                  <a:pos x="115" y="34"/>
                </a:cxn>
                <a:cxn ang="0">
                  <a:pos x="110" y="40"/>
                </a:cxn>
                <a:cxn ang="0">
                  <a:pos x="110" y="48"/>
                </a:cxn>
                <a:cxn ang="0">
                  <a:pos x="113" y="56"/>
                </a:cxn>
                <a:cxn ang="0">
                  <a:pos x="118" y="63"/>
                </a:cxn>
                <a:cxn ang="0">
                  <a:pos x="123" y="68"/>
                </a:cxn>
                <a:cxn ang="0">
                  <a:pos x="137" y="77"/>
                </a:cxn>
                <a:cxn ang="0">
                  <a:pos x="138" y="84"/>
                </a:cxn>
                <a:cxn ang="0">
                  <a:pos x="135" y="93"/>
                </a:cxn>
                <a:cxn ang="0">
                  <a:pos x="126" y="94"/>
                </a:cxn>
                <a:cxn ang="0">
                  <a:pos x="129" y="101"/>
                </a:cxn>
                <a:cxn ang="0">
                  <a:pos x="138" y="113"/>
                </a:cxn>
                <a:cxn ang="0">
                  <a:pos x="153" y="122"/>
                </a:cxn>
                <a:cxn ang="0">
                  <a:pos x="161" y="122"/>
                </a:cxn>
                <a:cxn ang="0">
                  <a:pos x="168" y="123"/>
                </a:cxn>
                <a:cxn ang="0">
                  <a:pos x="164" y="131"/>
                </a:cxn>
                <a:cxn ang="0">
                  <a:pos x="163" y="139"/>
                </a:cxn>
                <a:cxn ang="0">
                  <a:pos x="169" y="144"/>
                </a:cxn>
                <a:cxn ang="0">
                  <a:pos x="168" y="152"/>
                </a:cxn>
                <a:cxn ang="0">
                  <a:pos x="161" y="154"/>
                </a:cxn>
                <a:cxn ang="0">
                  <a:pos x="166" y="160"/>
                </a:cxn>
                <a:cxn ang="0">
                  <a:pos x="169" y="168"/>
                </a:cxn>
                <a:cxn ang="0">
                  <a:pos x="170" y="175"/>
                </a:cxn>
                <a:cxn ang="0">
                  <a:pos x="164" y="175"/>
                </a:cxn>
                <a:cxn ang="0">
                  <a:pos x="147" y="175"/>
                </a:cxn>
                <a:cxn ang="0">
                  <a:pos x="142" y="175"/>
                </a:cxn>
                <a:cxn ang="0">
                  <a:pos x="141" y="150"/>
                </a:cxn>
                <a:cxn ang="0">
                  <a:pos x="137" y="143"/>
                </a:cxn>
                <a:cxn ang="0">
                  <a:pos x="132" y="136"/>
                </a:cxn>
                <a:cxn ang="0">
                  <a:pos x="129" y="128"/>
                </a:cxn>
                <a:cxn ang="0">
                  <a:pos x="121" y="126"/>
                </a:cxn>
                <a:cxn ang="0">
                  <a:pos x="114" y="128"/>
                </a:cxn>
                <a:cxn ang="0">
                  <a:pos x="107" y="128"/>
                </a:cxn>
                <a:cxn ang="0">
                  <a:pos x="99" y="125"/>
                </a:cxn>
                <a:cxn ang="0">
                  <a:pos x="94" y="117"/>
                </a:cxn>
                <a:cxn ang="0">
                  <a:pos x="87" y="116"/>
                </a:cxn>
                <a:cxn ang="0">
                  <a:pos x="77" y="118"/>
                </a:cxn>
              </a:cxnLst>
              <a:rect l="0" t="0" r="r" b="b"/>
              <a:pathLst>
                <a:path w="170" h="175">
                  <a:moveTo>
                    <a:pt x="77" y="118"/>
                  </a:moveTo>
                  <a:lnTo>
                    <a:pt x="68" y="107"/>
                  </a:lnTo>
                  <a:lnTo>
                    <a:pt x="64" y="102"/>
                  </a:lnTo>
                  <a:lnTo>
                    <a:pt x="56" y="99"/>
                  </a:lnTo>
                  <a:lnTo>
                    <a:pt x="46" y="89"/>
                  </a:lnTo>
                  <a:lnTo>
                    <a:pt x="38" y="83"/>
                  </a:lnTo>
                  <a:lnTo>
                    <a:pt x="27" y="79"/>
                  </a:lnTo>
                  <a:lnTo>
                    <a:pt x="19" y="69"/>
                  </a:lnTo>
                  <a:lnTo>
                    <a:pt x="16" y="55"/>
                  </a:lnTo>
                  <a:lnTo>
                    <a:pt x="14" y="35"/>
                  </a:lnTo>
                  <a:lnTo>
                    <a:pt x="7" y="21"/>
                  </a:lnTo>
                  <a:lnTo>
                    <a:pt x="0" y="15"/>
                  </a:lnTo>
                  <a:lnTo>
                    <a:pt x="21" y="14"/>
                  </a:lnTo>
                  <a:lnTo>
                    <a:pt x="28" y="9"/>
                  </a:lnTo>
                  <a:lnTo>
                    <a:pt x="44" y="8"/>
                  </a:lnTo>
                  <a:lnTo>
                    <a:pt x="51" y="4"/>
                  </a:lnTo>
                  <a:lnTo>
                    <a:pt x="67" y="7"/>
                  </a:lnTo>
                  <a:lnTo>
                    <a:pt x="76" y="5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9" y="8"/>
                  </a:lnTo>
                  <a:lnTo>
                    <a:pt x="99" y="20"/>
                  </a:lnTo>
                  <a:lnTo>
                    <a:pt x="107" y="21"/>
                  </a:lnTo>
                  <a:lnTo>
                    <a:pt x="114" y="26"/>
                  </a:lnTo>
                  <a:lnTo>
                    <a:pt x="115" y="34"/>
                  </a:lnTo>
                  <a:lnTo>
                    <a:pt x="110" y="40"/>
                  </a:lnTo>
                  <a:lnTo>
                    <a:pt x="110" y="48"/>
                  </a:lnTo>
                  <a:lnTo>
                    <a:pt x="113" y="56"/>
                  </a:lnTo>
                  <a:lnTo>
                    <a:pt x="118" y="63"/>
                  </a:lnTo>
                  <a:lnTo>
                    <a:pt x="123" y="68"/>
                  </a:lnTo>
                  <a:lnTo>
                    <a:pt x="137" y="77"/>
                  </a:lnTo>
                  <a:lnTo>
                    <a:pt x="138" y="84"/>
                  </a:lnTo>
                  <a:lnTo>
                    <a:pt x="135" y="93"/>
                  </a:lnTo>
                  <a:lnTo>
                    <a:pt x="126" y="94"/>
                  </a:lnTo>
                  <a:lnTo>
                    <a:pt x="129" y="101"/>
                  </a:lnTo>
                  <a:lnTo>
                    <a:pt x="138" y="113"/>
                  </a:lnTo>
                  <a:lnTo>
                    <a:pt x="153" y="122"/>
                  </a:lnTo>
                  <a:lnTo>
                    <a:pt x="161" y="122"/>
                  </a:lnTo>
                  <a:lnTo>
                    <a:pt x="168" y="123"/>
                  </a:lnTo>
                  <a:lnTo>
                    <a:pt x="164" y="131"/>
                  </a:lnTo>
                  <a:lnTo>
                    <a:pt x="163" y="139"/>
                  </a:lnTo>
                  <a:lnTo>
                    <a:pt x="169" y="144"/>
                  </a:lnTo>
                  <a:lnTo>
                    <a:pt x="168" y="152"/>
                  </a:lnTo>
                  <a:lnTo>
                    <a:pt x="161" y="154"/>
                  </a:lnTo>
                  <a:lnTo>
                    <a:pt x="166" y="160"/>
                  </a:lnTo>
                  <a:lnTo>
                    <a:pt x="169" y="168"/>
                  </a:lnTo>
                  <a:lnTo>
                    <a:pt x="170" y="175"/>
                  </a:lnTo>
                  <a:lnTo>
                    <a:pt x="164" y="175"/>
                  </a:lnTo>
                  <a:lnTo>
                    <a:pt x="147" y="175"/>
                  </a:lnTo>
                  <a:lnTo>
                    <a:pt x="142" y="175"/>
                  </a:lnTo>
                  <a:lnTo>
                    <a:pt x="141" y="150"/>
                  </a:lnTo>
                  <a:lnTo>
                    <a:pt x="137" y="143"/>
                  </a:lnTo>
                  <a:lnTo>
                    <a:pt x="132" y="136"/>
                  </a:lnTo>
                  <a:lnTo>
                    <a:pt x="129" y="128"/>
                  </a:lnTo>
                  <a:lnTo>
                    <a:pt x="121" y="126"/>
                  </a:lnTo>
                  <a:lnTo>
                    <a:pt x="114" y="128"/>
                  </a:lnTo>
                  <a:lnTo>
                    <a:pt x="107" y="128"/>
                  </a:lnTo>
                  <a:lnTo>
                    <a:pt x="99" y="125"/>
                  </a:lnTo>
                  <a:lnTo>
                    <a:pt x="94" y="117"/>
                  </a:lnTo>
                  <a:lnTo>
                    <a:pt x="87" y="116"/>
                  </a:lnTo>
                  <a:lnTo>
                    <a:pt x="77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7" name="Freeform 101">
              <a:extLst>
                <a:ext uri="{FF2B5EF4-FFF2-40B4-BE49-F238E27FC236}">
                  <a16:creationId xmlns:a16="http://schemas.microsoft.com/office/drawing/2014/main" id="{34192BC3-E9EB-F39D-8904-4B4793F6C59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373760" y="2451821"/>
              <a:ext cx="1069693" cy="570752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8" name="Freeform 102">
              <a:extLst>
                <a:ext uri="{FF2B5EF4-FFF2-40B4-BE49-F238E27FC236}">
                  <a16:creationId xmlns:a16="http://schemas.microsoft.com/office/drawing/2014/main" id="{BC90A7E1-2600-1C35-74A5-B910DA1EC97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198534" y="2934922"/>
              <a:ext cx="177263" cy="85613"/>
            </a:xfrm>
            <a:custGeom>
              <a:avLst/>
              <a:gdLst/>
              <a:ahLst/>
              <a:cxnLst>
                <a:cxn ang="0">
                  <a:pos x="94" y="154"/>
                </a:cxn>
                <a:cxn ang="0">
                  <a:pos x="115" y="150"/>
                </a:cxn>
                <a:cxn ang="0">
                  <a:pos x="140" y="156"/>
                </a:cxn>
                <a:cxn ang="0">
                  <a:pos x="150" y="145"/>
                </a:cxn>
                <a:cxn ang="0">
                  <a:pos x="166" y="155"/>
                </a:cxn>
                <a:cxn ang="0">
                  <a:pos x="182" y="172"/>
                </a:cxn>
                <a:cxn ang="0">
                  <a:pos x="212" y="181"/>
                </a:cxn>
                <a:cxn ang="0">
                  <a:pos x="235" y="175"/>
                </a:cxn>
                <a:cxn ang="0">
                  <a:pos x="258" y="174"/>
                </a:cxn>
                <a:cxn ang="0">
                  <a:pos x="277" y="167"/>
                </a:cxn>
                <a:cxn ang="0">
                  <a:pos x="296" y="156"/>
                </a:cxn>
                <a:cxn ang="0">
                  <a:pos x="311" y="160"/>
                </a:cxn>
                <a:cxn ang="0">
                  <a:pos x="332" y="174"/>
                </a:cxn>
                <a:cxn ang="0">
                  <a:pos x="355" y="179"/>
                </a:cxn>
                <a:cxn ang="0">
                  <a:pos x="368" y="174"/>
                </a:cxn>
                <a:cxn ang="0">
                  <a:pos x="352" y="156"/>
                </a:cxn>
                <a:cxn ang="0">
                  <a:pos x="343" y="143"/>
                </a:cxn>
                <a:cxn ang="0">
                  <a:pos x="355" y="124"/>
                </a:cxn>
                <a:cxn ang="0">
                  <a:pos x="352" y="121"/>
                </a:cxn>
                <a:cxn ang="0">
                  <a:pos x="329" y="111"/>
                </a:cxn>
                <a:cxn ang="0">
                  <a:pos x="321" y="86"/>
                </a:cxn>
                <a:cxn ang="0">
                  <a:pos x="310" y="75"/>
                </a:cxn>
                <a:cxn ang="0">
                  <a:pos x="295" y="72"/>
                </a:cxn>
                <a:cxn ang="0">
                  <a:pos x="274" y="63"/>
                </a:cxn>
                <a:cxn ang="0">
                  <a:pos x="261" y="59"/>
                </a:cxn>
                <a:cxn ang="0">
                  <a:pos x="237" y="66"/>
                </a:cxn>
                <a:cxn ang="0">
                  <a:pos x="223" y="73"/>
                </a:cxn>
                <a:cxn ang="0">
                  <a:pos x="213" y="61"/>
                </a:cxn>
                <a:cxn ang="0">
                  <a:pos x="171" y="34"/>
                </a:cxn>
                <a:cxn ang="0">
                  <a:pos x="148" y="29"/>
                </a:cxn>
                <a:cxn ang="0">
                  <a:pos x="108" y="26"/>
                </a:cxn>
                <a:cxn ang="0">
                  <a:pos x="76" y="15"/>
                </a:cxn>
                <a:cxn ang="0">
                  <a:pos x="54" y="7"/>
                </a:cxn>
                <a:cxn ang="0">
                  <a:pos x="31" y="3"/>
                </a:cxn>
                <a:cxn ang="0">
                  <a:pos x="15" y="2"/>
                </a:cxn>
                <a:cxn ang="0">
                  <a:pos x="5" y="11"/>
                </a:cxn>
                <a:cxn ang="0">
                  <a:pos x="21" y="27"/>
                </a:cxn>
                <a:cxn ang="0">
                  <a:pos x="56" y="39"/>
                </a:cxn>
                <a:cxn ang="0">
                  <a:pos x="78" y="57"/>
                </a:cxn>
                <a:cxn ang="0">
                  <a:pos x="87" y="82"/>
                </a:cxn>
                <a:cxn ang="0">
                  <a:pos x="100" y="113"/>
                </a:cxn>
                <a:cxn ang="0">
                  <a:pos x="99" y="138"/>
                </a:cxn>
                <a:cxn ang="0">
                  <a:pos x="87" y="148"/>
                </a:cxn>
              </a:cxnLst>
              <a:rect l="0" t="0" r="r" b="b"/>
              <a:pathLst>
                <a:path w="368" h="182">
                  <a:moveTo>
                    <a:pt x="87" y="148"/>
                  </a:moveTo>
                  <a:lnTo>
                    <a:pt x="94" y="154"/>
                  </a:lnTo>
                  <a:lnTo>
                    <a:pt x="102" y="154"/>
                  </a:lnTo>
                  <a:lnTo>
                    <a:pt x="115" y="150"/>
                  </a:lnTo>
                  <a:lnTo>
                    <a:pt x="134" y="156"/>
                  </a:lnTo>
                  <a:lnTo>
                    <a:pt x="140" y="156"/>
                  </a:lnTo>
                  <a:lnTo>
                    <a:pt x="145" y="149"/>
                  </a:lnTo>
                  <a:lnTo>
                    <a:pt x="150" y="145"/>
                  </a:lnTo>
                  <a:lnTo>
                    <a:pt x="158" y="148"/>
                  </a:lnTo>
                  <a:lnTo>
                    <a:pt x="166" y="155"/>
                  </a:lnTo>
                  <a:lnTo>
                    <a:pt x="177" y="171"/>
                  </a:lnTo>
                  <a:lnTo>
                    <a:pt x="182" y="172"/>
                  </a:lnTo>
                  <a:lnTo>
                    <a:pt x="191" y="182"/>
                  </a:lnTo>
                  <a:lnTo>
                    <a:pt x="212" y="181"/>
                  </a:lnTo>
                  <a:lnTo>
                    <a:pt x="219" y="176"/>
                  </a:lnTo>
                  <a:lnTo>
                    <a:pt x="235" y="175"/>
                  </a:lnTo>
                  <a:lnTo>
                    <a:pt x="242" y="171"/>
                  </a:lnTo>
                  <a:lnTo>
                    <a:pt x="258" y="174"/>
                  </a:lnTo>
                  <a:lnTo>
                    <a:pt x="267" y="172"/>
                  </a:lnTo>
                  <a:lnTo>
                    <a:pt x="277" y="167"/>
                  </a:lnTo>
                  <a:lnTo>
                    <a:pt x="282" y="166"/>
                  </a:lnTo>
                  <a:lnTo>
                    <a:pt x="296" y="156"/>
                  </a:lnTo>
                  <a:lnTo>
                    <a:pt x="304" y="158"/>
                  </a:lnTo>
                  <a:lnTo>
                    <a:pt x="311" y="160"/>
                  </a:lnTo>
                  <a:lnTo>
                    <a:pt x="317" y="166"/>
                  </a:lnTo>
                  <a:lnTo>
                    <a:pt x="332" y="174"/>
                  </a:lnTo>
                  <a:lnTo>
                    <a:pt x="341" y="172"/>
                  </a:lnTo>
                  <a:lnTo>
                    <a:pt x="355" y="179"/>
                  </a:lnTo>
                  <a:lnTo>
                    <a:pt x="364" y="180"/>
                  </a:lnTo>
                  <a:lnTo>
                    <a:pt x="368" y="174"/>
                  </a:lnTo>
                  <a:lnTo>
                    <a:pt x="365" y="166"/>
                  </a:lnTo>
                  <a:lnTo>
                    <a:pt x="352" y="156"/>
                  </a:lnTo>
                  <a:lnTo>
                    <a:pt x="349" y="149"/>
                  </a:lnTo>
                  <a:lnTo>
                    <a:pt x="343" y="143"/>
                  </a:lnTo>
                  <a:lnTo>
                    <a:pt x="344" y="134"/>
                  </a:lnTo>
                  <a:lnTo>
                    <a:pt x="355" y="124"/>
                  </a:lnTo>
                  <a:lnTo>
                    <a:pt x="357" y="124"/>
                  </a:lnTo>
                  <a:lnTo>
                    <a:pt x="352" y="121"/>
                  </a:lnTo>
                  <a:lnTo>
                    <a:pt x="345" y="116"/>
                  </a:lnTo>
                  <a:lnTo>
                    <a:pt x="329" y="111"/>
                  </a:lnTo>
                  <a:lnTo>
                    <a:pt x="317" y="101"/>
                  </a:lnTo>
                  <a:lnTo>
                    <a:pt x="321" y="86"/>
                  </a:lnTo>
                  <a:lnTo>
                    <a:pt x="317" y="79"/>
                  </a:lnTo>
                  <a:lnTo>
                    <a:pt x="310" y="75"/>
                  </a:lnTo>
                  <a:lnTo>
                    <a:pt x="302" y="75"/>
                  </a:lnTo>
                  <a:lnTo>
                    <a:pt x="295" y="72"/>
                  </a:lnTo>
                  <a:lnTo>
                    <a:pt x="290" y="66"/>
                  </a:lnTo>
                  <a:lnTo>
                    <a:pt x="274" y="63"/>
                  </a:lnTo>
                  <a:lnTo>
                    <a:pt x="267" y="64"/>
                  </a:lnTo>
                  <a:lnTo>
                    <a:pt x="261" y="59"/>
                  </a:lnTo>
                  <a:lnTo>
                    <a:pt x="252" y="59"/>
                  </a:lnTo>
                  <a:lnTo>
                    <a:pt x="237" y="66"/>
                  </a:lnTo>
                  <a:lnTo>
                    <a:pt x="231" y="70"/>
                  </a:lnTo>
                  <a:lnTo>
                    <a:pt x="223" y="73"/>
                  </a:lnTo>
                  <a:lnTo>
                    <a:pt x="215" y="69"/>
                  </a:lnTo>
                  <a:lnTo>
                    <a:pt x="213" y="61"/>
                  </a:lnTo>
                  <a:lnTo>
                    <a:pt x="175" y="39"/>
                  </a:lnTo>
                  <a:lnTo>
                    <a:pt x="171" y="34"/>
                  </a:lnTo>
                  <a:lnTo>
                    <a:pt x="164" y="29"/>
                  </a:lnTo>
                  <a:lnTo>
                    <a:pt x="148" y="29"/>
                  </a:lnTo>
                  <a:lnTo>
                    <a:pt x="132" y="24"/>
                  </a:lnTo>
                  <a:lnTo>
                    <a:pt x="108" y="26"/>
                  </a:lnTo>
                  <a:lnTo>
                    <a:pt x="99" y="25"/>
                  </a:lnTo>
                  <a:lnTo>
                    <a:pt x="76" y="15"/>
                  </a:lnTo>
                  <a:lnTo>
                    <a:pt x="60" y="13"/>
                  </a:lnTo>
                  <a:lnTo>
                    <a:pt x="54" y="7"/>
                  </a:lnTo>
                  <a:lnTo>
                    <a:pt x="40" y="2"/>
                  </a:lnTo>
                  <a:lnTo>
                    <a:pt x="31" y="3"/>
                  </a:lnTo>
                  <a:lnTo>
                    <a:pt x="24" y="0"/>
                  </a:lnTo>
                  <a:lnTo>
                    <a:pt x="15" y="2"/>
                  </a:lnTo>
                  <a:lnTo>
                    <a:pt x="0" y="7"/>
                  </a:lnTo>
                  <a:lnTo>
                    <a:pt x="5" y="11"/>
                  </a:lnTo>
                  <a:lnTo>
                    <a:pt x="14" y="18"/>
                  </a:lnTo>
                  <a:lnTo>
                    <a:pt x="21" y="27"/>
                  </a:lnTo>
                  <a:lnTo>
                    <a:pt x="31" y="32"/>
                  </a:lnTo>
                  <a:lnTo>
                    <a:pt x="56" y="39"/>
                  </a:lnTo>
                  <a:lnTo>
                    <a:pt x="67" y="51"/>
                  </a:lnTo>
                  <a:lnTo>
                    <a:pt x="78" y="57"/>
                  </a:lnTo>
                  <a:lnTo>
                    <a:pt x="84" y="68"/>
                  </a:lnTo>
                  <a:lnTo>
                    <a:pt x="87" y="82"/>
                  </a:lnTo>
                  <a:lnTo>
                    <a:pt x="91" y="104"/>
                  </a:lnTo>
                  <a:lnTo>
                    <a:pt x="100" y="113"/>
                  </a:lnTo>
                  <a:lnTo>
                    <a:pt x="100" y="124"/>
                  </a:lnTo>
                  <a:lnTo>
                    <a:pt x="99" y="138"/>
                  </a:lnTo>
                  <a:lnTo>
                    <a:pt x="92" y="145"/>
                  </a:lnTo>
                  <a:lnTo>
                    <a:pt x="87" y="14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9" name="Freeform 103">
              <a:extLst>
                <a:ext uri="{FF2B5EF4-FFF2-40B4-BE49-F238E27FC236}">
                  <a16:creationId xmlns:a16="http://schemas.microsoft.com/office/drawing/2014/main" id="{DD174CE9-06E8-DB9A-1067-796944E8F56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622336" y="2859501"/>
              <a:ext cx="452327" cy="293530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0" name="Freeform 104">
              <a:extLst>
                <a:ext uri="{FF2B5EF4-FFF2-40B4-BE49-F238E27FC236}">
                  <a16:creationId xmlns:a16="http://schemas.microsoft.com/office/drawing/2014/main" id="{3405FF5F-986A-A0A6-589B-2D1FEC86009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28611" y="2961421"/>
              <a:ext cx="374902" cy="258877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1" name="Freeform 105">
              <a:extLst>
                <a:ext uri="{FF2B5EF4-FFF2-40B4-BE49-F238E27FC236}">
                  <a16:creationId xmlns:a16="http://schemas.microsoft.com/office/drawing/2014/main" id="{FF5807D7-BB13-8B05-1294-4B8051CE9E5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70751" y="2947153"/>
              <a:ext cx="291364" cy="138611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2" name="Freeform 106">
              <a:extLst>
                <a:ext uri="{FF2B5EF4-FFF2-40B4-BE49-F238E27FC236}">
                  <a16:creationId xmlns:a16="http://schemas.microsoft.com/office/drawing/2014/main" id="{642F9E70-D7A7-DBD6-A73C-0890497E7D9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23888" y="3022573"/>
              <a:ext cx="197638" cy="148803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23" name="Group 107">
              <a:extLst>
                <a:ext uri="{FF2B5EF4-FFF2-40B4-BE49-F238E27FC236}">
                  <a16:creationId xmlns:a16="http://schemas.microsoft.com/office/drawing/2014/main" id="{1BBE9747-DC91-9A32-1EC9-6D3DAB74F4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26897" y="2994036"/>
              <a:ext cx="146701" cy="118227"/>
              <a:chOff x="3007" y="1982"/>
              <a:chExt cx="61" cy="49"/>
            </a:xfrm>
            <a:grpFill/>
          </p:grpSpPr>
          <p:sp>
            <p:nvSpPr>
              <p:cNvPr id="228" name="Freeform 108">
                <a:extLst>
                  <a:ext uri="{FF2B5EF4-FFF2-40B4-BE49-F238E27FC236}">
                    <a16:creationId xmlns:a16="http://schemas.microsoft.com/office/drawing/2014/main" id="{C27C2271-E66E-4CA4-CAE8-775199F2FE2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7" y="2013"/>
                <a:ext cx="13" cy="12"/>
              </a:xfrm>
              <a:custGeom>
                <a:avLst/>
                <a:gdLst/>
                <a:ahLst/>
                <a:cxnLst>
                  <a:cxn ang="0">
                    <a:pos x="65" y="59"/>
                  </a:cxn>
                  <a:cxn ang="0">
                    <a:pos x="52" y="56"/>
                  </a:cxn>
                  <a:cxn ang="0">
                    <a:pos x="36" y="53"/>
                  </a:cxn>
                  <a:cxn ang="0">
                    <a:pos x="4" y="7"/>
                  </a:cxn>
                  <a:cxn ang="0">
                    <a:pos x="0" y="2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22" y="9"/>
                  </a:cxn>
                  <a:cxn ang="0">
                    <a:pos x="30" y="12"/>
                  </a:cxn>
                  <a:cxn ang="0">
                    <a:pos x="37" y="13"/>
                  </a:cxn>
                  <a:cxn ang="0">
                    <a:pos x="44" y="10"/>
                  </a:cxn>
                  <a:cxn ang="0">
                    <a:pos x="52" y="12"/>
                  </a:cxn>
                  <a:cxn ang="0">
                    <a:pos x="55" y="20"/>
                  </a:cxn>
                  <a:cxn ang="0">
                    <a:pos x="60" y="27"/>
                  </a:cxn>
                  <a:cxn ang="0">
                    <a:pos x="64" y="34"/>
                  </a:cxn>
                  <a:cxn ang="0">
                    <a:pos x="65" y="59"/>
                  </a:cxn>
                </a:cxnLst>
                <a:rect l="0" t="0" r="r" b="b"/>
                <a:pathLst>
                  <a:path w="65" h="59">
                    <a:moveTo>
                      <a:pt x="65" y="59"/>
                    </a:moveTo>
                    <a:lnTo>
                      <a:pt x="52" y="56"/>
                    </a:lnTo>
                    <a:lnTo>
                      <a:pt x="36" y="53"/>
                    </a:lnTo>
                    <a:lnTo>
                      <a:pt x="4" y="7"/>
                    </a:lnTo>
                    <a:lnTo>
                      <a:pt x="0" y="2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22" y="9"/>
                    </a:lnTo>
                    <a:lnTo>
                      <a:pt x="30" y="12"/>
                    </a:lnTo>
                    <a:lnTo>
                      <a:pt x="37" y="13"/>
                    </a:lnTo>
                    <a:lnTo>
                      <a:pt x="44" y="10"/>
                    </a:lnTo>
                    <a:lnTo>
                      <a:pt x="52" y="12"/>
                    </a:lnTo>
                    <a:lnTo>
                      <a:pt x="55" y="20"/>
                    </a:lnTo>
                    <a:lnTo>
                      <a:pt x="60" y="27"/>
                    </a:lnTo>
                    <a:lnTo>
                      <a:pt x="64" y="34"/>
                    </a:lnTo>
                    <a:lnTo>
                      <a:pt x="65" y="5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9" name="Freeform 109">
                <a:extLst>
                  <a:ext uri="{FF2B5EF4-FFF2-40B4-BE49-F238E27FC236}">
                    <a16:creationId xmlns:a16="http://schemas.microsoft.com/office/drawing/2014/main" id="{AFFE25BD-92B8-69D7-4BF0-F36EC6F36A5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9" y="1982"/>
                <a:ext cx="59" cy="49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24" name="Freeform 110">
              <a:extLst>
                <a:ext uri="{FF2B5EF4-FFF2-40B4-BE49-F238E27FC236}">
                  <a16:creationId xmlns:a16="http://schemas.microsoft.com/office/drawing/2014/main" id="{1DA6D8E2-CEEE-CFA8-FBA4-0B54C066F11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17613" y="3055188"/>
              <a:ext cx="6113" cy="8154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4" y="12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1" y="13"/>
                </a:cxn>
                <a:cxn ang="0">
                  <a:pos x="3" y="21"/>
                </a:cxn>
                <a:cxn ang="0">
                  <a:pos x="12" y="22"/>
                </a:cxn>
                <a:cxn ang="0">
                  <a:pos x="16" y="19"/>
                </a:cxn>
              </a:cxnLst>
              <a:rect l="0" t="0" r="r" b="b"/>
              <a:pathLst>
                <a:path w="16" h="22">
                  <a:moveTo>
                    <a:pt x="16" y="19"/>
                  </a:moveTo>
                  <a:lnTo>
                    <a:pt x="14" y="12"/>
                  </a:lnTo>
                  <a:lnTo>
                    <a:pt x="5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3" y="21"/>
                  </a:lnTo>
                  <a:lnTo>
                    <a:pt x="12" y="22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5" name="Freeform 111">
              <a:extLst>
                <a:ext uri="{FF2B5EF4-FFF2-40B4-BE49-F238E27FC236}">
                  <a16:creationId xmlns:a16="http://schemas.microsoft.com/office/drawing/2014/main" id="{3DA6185B-4A9B-70D7-1945-8623C5F623B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33913" y="3059265"/>
              <a:ext cx="6113" cy="4077"/>
            </a:xfrm>
            <a:custGeom>
              <a:avLst/>
              <a:gdLst/>
              <a:ahLst/>
              <a:cxnLst>
                <a:cxn ang="0">
                  <a:pos x="15" y="4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4" y="6"/>
                </a:cxn>
                <a:cxn ang="0">
                  <a:pos x="15" y="4"/>
                </a:cxn>
              </a:cxnLst>
              <a:rect l="0" t="0" r="r" b="b"/>
              <a:pathLst>
                <a:path w="15" h="9">
                  <a:moveTo>
                    <a:pt x="15" y="4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4" y="6"/>
                  </a:lnTo>
                  <a:lnTo>
                    <a:pt x="1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6" name="Freeform 112">
              <a:extLst>
                <a:ext uri="{FF2B5EF4-FFF2-40B4-BE49-F238E27FC236}">
                  <a16:creationId xmlns:a16="http://schemas.microsoft.com/office/drawing/2014/main" id="{9BAD225F-9CEE-305C-C448-E0EDA76A7BF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05388" y="3063341"/>
              <a:ext cx="4075" cy="611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2" y="8"/>
                </a:cxn>
                <a:cxn ang="0">
                  <a:pos x="11" y="8"/>
                </a:cxn>
                <a:cxn ang="0">
                  <a:pos x="12" y="6"/>
                </a:cxn>
              </a:cxnLst>
              <a:rect l="0" t="0" r="r" b="b"/>
              <a:pathLst>
                <a:path w="12" h="8">
                  <a:moveTo>
                    <a:pt x="12" y="6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7" name="Freeform 113">
              <a:extLst>
                <a:ext uri="{FF2B5EF4-FFF2-40B4-BE49-F238E27FC236}">
                  <a16:creationId xmlns:a16="http://schemas.microsoft.com/office/drawing/2014/main" id="{6A8E1028-831F-57E9-2AFF-0672EFD351E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740512" y="3112263"/>
              <a:ext cx="378977" cy="287414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8" name="Freeform 114">
              <a:extLst>
                <a:ext uri="{FF2B5EF4-FFF2-40B4-BE49-F238E27FC236}">
                  <a16:creationId xmlns:a16="http://schemas.microsoft.com/office/drawing/2014/main" id="{26592B00-742D-3FC4-AB6C-1BC14E633E5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657392" y="4058080"/>
              <a:ext cx="285251" cy="303722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5" y="3"/>
                </a:cxn>
                <a:cxn ang="0">
                  <a:pos x="62" y="19"/>
                </a:cxn>
                <a:cxn ang="0">
                  <a:pos x="100" y="19"/>
                </a:cxn>
                <a:cxn ang="0">
                  <a:pos x="130" y="26"/>
                </a:cxn>
                <a:cxn ang="0">
                  <a:pos x="151" y="51"/>
                </a:cxn>
                <a:cxn ang="0">
                  <a:pos x="168" y="72"/>
                </a:cxn>
                <a:cxn ang="0">
                  <a:pos x="196" y="102"/>
                </a:cxn>
                <a:cxn ang="0">
                  <a:pos x="251" y="136"/>
                </a:cxn>
                <a:cxn ang="0">
                  <a:pos x="277" y="159"/>
                </a:cxn>
                <a:cxn ang="0">
                  <a:pos x="302" y="190"/>
                </a:cxn>
                <a:cxn ang="0">
                  <a:pos x="311" y="184"/>
                </a:cxn>
                <a:cxn ang="0">
                  <a:pos x="338" y="211"/>
                </a:cxn>
                <a:cxn ang="0">
                  <a:pos x="355" y="217"/>
                </a:cxn>
                <a:cxn ang="0">
                  <a:pos x="382" y="242"/>
                </a:cxn>
                <a:cxn ang="0">
                  <a:pos x="391" y="236"/>
                </a:cxn>
                <a:cxn ang="0">
                  <a:pos x="423" y="247"/>
                </a:cxn>
                <a:cxn ang="0">
                  <a:pos x="431" y="259"/>
                </a:cxn>
                <a:cxn ang="0">
                  <a:pos x="425" y="270"/>
                </a:cxn>
                <a:cxn ang="0">
                  <a:pos x="417" y="290"/>
                </a:cxn>
                <a:cxn ang="0">
                  <a:pos x="430" y="287"/>
                </a:cxn>
                <a:cxn ang="0">
                  <a:pos x="453" y="281"/>
                </a:cxn>
                <a:cxn ang="0">
                  <a:pos x="467" y="303"/>
                </a:cxn>
                <a:cxn ang="0">
                  <a:pos x="463" y="320"/>
                </a:cxn>
                <a:cxn ang="0">
                  <a:pos x="450" y="344"/>
                </a:cxn>
                <a:cxn ang="0">
                  <a:pos x="474" y="361"/>
                </a:cxn>
                <a:cxn ang="0">
                  <a:pos x="490" y="363"/>
                </a:cxn>
                <a:cxn ang="0">
                  <a:pos x="509" y="384"/>
                </a:cxn>
                <a:cxn ang="0">
                  <a:pos x="510" y="409"/>
                </a:cxn>
                <a:cxn ang="0">
                  <a:pos x="532" y="420"/>
                </a:cxn>
                <a:cxn ang="0">
                  <a:pos x="542" y="435"/>
                </a:cxn>
                <a:cxn ang="0">
                  <a:pos x="570" y="440"/>
                </a:cxn>
                <a:cxn ang="0">
                  <a:pos x="584" y="462"/>
                </a:cxn>
                <a:cxn ang="0">
                  <a:pos x="591" y="487"/>
                </a:cxn>
                <a:cxn ang="0">
                  <a:pos x="587" y="512"/>
                </a:cxn>
                <a:cxn ang="0">
                  <a:pos x="582" y="548"/>
                </a:cxn>
                <a:cxn ang="0">
                  <a:pos x="581" y="613"/>
                </a:cxn>
                <a:cxn ang="0">
                  <a:pos x="563" y="613"/>
                </a:cxn>
                <a:cxn ang="0">
                  <a:pos x="549" y="619"/>
                </a:cxn>
                <a:cxn ang="0">
                  <a:pos x="516" y="608"/>
                </a:cxn>
                <a:cxn ang="0">
                  <a:pos x="508" y="618"/>
                </a:cxn>
                <a:cxn ang="0">
                  <a:pos x="478" y="586"/>
                </a:cxn>
                <a:cxn ang="0">
                  <a:pos x="455" y="571"/>
                </a:cxn>
                <a:cxn ang="0">
                  <a:pos x="409" y="535"/>
                </a:cxn>
                <a:cxn ang="0">
                  <a:pos x="388" y="508"/>
                </a:cxn>
                <a:cxn ang="0">
                  <a:pos x="363" y="484"/>
                </a:cxn>
                <a:cxn ang="0">
                  <a:pos x="312" y="426"/>
                </a:cxn>
                <a:cxn ang="0">
                  <a:pos x="286" y="355"/>
                </a:cxn>
                <a:cxn ang="0">
                  <a:pos x="264" y="328"/>
                </a:cxn>
                <a:cxn ang="0">
                  <a:pos x="232" y="293"/>
                </a:cxn>
                <a:cxn ang="0">
                  <a:pos x="221" y="291"/>
                </a:cxn>
                <a:cxn ang="0">
                  <a:pos x="205" y="237"/>
                </a:cxn>
                <a:cxn ang="0">
                  <a:pos x="191" y="205"/>
                </a:cxn>
                <a:cxn ang="0">
                  <a:pos x="151" y="182"/>
                </a:cxn>
                <a:cxn ang="0">
                  <a:pos x="123" y="146"/>
                </a:cxn>
                <a:cxn ang="0">
                  <a:pos x="105" y="118"/>
                </a:cxn>
                <a:cxn ang="0">
                  <a:pos x="76" y="103"/>
                </a:cxn>
                <a:cxn ang="0">
                  <a:pos x="51" y="77"/>
                </a:cxn>
                <a:cxn ang="0">
                  <a:pos x="12" y="39"/>
                </a:cxn>
                <a:cxn ang="0">
                  <a:pos x="0" y="1"/>
                </a:cxn>
              </a:cxnLst>
              <a:rect l="0" t="0" r="r" b="b"/>
              <a:pathLst>
                <a:path w="594" h="626">
                  <a:moveTo>
                    <a:pt x="0" y="1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5" y="3"/>
                  </a:lnTo>
                  <a:lnTo>
                    <a:pt x="42" y="16"/>
                  </a:lnTo>
                  <a:lnTo>
                    <a:pt x="55" y="17"/>
                  </a:lnTo>
                  <a:lnTo>
                    <a:pt x="62" y="19"/>
                  </a:lnTo>
                  <a:lnTo>
                    <a:pt x="74" y="21"/>
                  </a:lnTo>
                  <a:lnTo>
                    <a:pt x="91" y="18"/>
                  </a:lnTo>
                  <a:lnTo>
                    <a:pt x="100" y="19"/>
                  </a:lnTo>
                  <a:lnTo>
                    <a:pt x="110" y="24"/>
                  </a:lnTo>
                  <a:lnTo>
                    <a:pt x="122" y="23"/>
                  </a:lnTo>
                  <a:lnTo>
                    <a:pt x="130" y="26"/>
                  </a:lnTo>
                  <a:lnTo>
                    <a:pt x="146" y="38"/>
                  </a:lnTo>
                  <a:lnTo>
                    <a:pt x="150" y="45"/>
                  </a:lnTo>
                  <a:lnTo>
                    <a:pt x="151" y="51"/>
                  </a:lnTo>
                  <a:lnTo>
                    <a:pt x="155" y="56"/>
                  </a:lnTo>
                  <a:lnTo>
                    <a:pt x="161" y="60"/>
                  </a:lnTo>
                  <a:lnTo>
                    <a:pt x="168" y="72"/>
                  </a:lnTo>
                  <a:lnTo>
                    <a:pt x="171" y="80"/>
                  </a:lnTo>
                  <a:lnTo>
                    <a:pt x="184" y="89"/>
                  </a:lnTo>
                  <a:lnTo>
                    <a:pt x="196" y="102"/>
                  </a:lnTo>
                  <a:lnTo>
                    <a:pt x="230" y="118"/>
                  </a:lnTo>
                  <a:lnTo>
                    <a:pt x="237" y="125"/>
                  </a:lnTo>
                  <a:lnTo>
                    <a:pt x="251" y="136"/>
                  </a:lnTo>
                  <a:lnTo>
                    <a:pt x="259" y="146"/>
                  </a:lnTo>
                  <a:lnTo>
                    <a:pt x="263" y="157"/>
                  </a:lnTo>
                  <a:lnTo>
                    <a:pt x="277" y="159"/>
                  </a:lnTo>
                  <a:lnTo>
                    <a:pt x="282" y="172"/>
                  </a:lnTo>
                  <a:lnTo>
                    <a:pt x="296" y="187"/>
                  </a:lnTo>
                  <a:lnTo>
                    <a:pt x="302" y="190"/>
                  </a:lnTo>
                  <a:lnTo>
                    <a:pt x="307" y="193"/>
                  </a:lnTo>
                  <a:lnTo>
                    <a:pt x="309" y="189"/>
                  </a:lnTo>
                  <a:lnTo>
                    <a:pt x="311" y="184"/>
                  </a:lnTo>
                  <a:lnTo>
                    <a:pt x="320" y="184"/>
                  </a:lnTo>
                  <a:lnTo>
                    <a:pt x="327" y="189"/>
                  </a:lnTo>
                  <a:lnTo>
                    <a:pt x="338" y="211"/>
                  </a:lnTo>
                  <a:lnTo>
                    <a:pt x="345" y="215"/>
                  </a:lnTo>
                  <a:lnTo>
                    <a:pt x="350" y="216"/>
                  </a:lnTo>
                  <a:lnTo>
                    <a:pt x="355" y="217"/>
                  </a:lnTo>
                  <a:lnTo>
                    <a:pt x="371" y="226"/>
                  </a:lnTo>
                  <a:lnTo>
                    <a:pt x="376" y="231"/>
                  </a:lnTo>
                  <a:lnTo>
                    <a:pt x="382" y="242"/>
                  </a:lnTo>
                  <a:lnTo>
                    <a:pt x="386" y="244"/>
                  </a:lnTo>
                  <a:lnTo>
                    <a:pt x="387" y="233"/>
                  </a:lnTo>
                  <a:lnTo>
                    <a:pt x="391" y="236"/>
                  </a:lnTo>
                  <a:lnTo>
                    <a:pt x="396" y="243"/>
                  </a:lnTo>
                  <a:lnTo>
                    <a:pt x="403" y="248"/>
                  </a:lnTo>
                  <a:lnTo>
                    <a:pt x="423" y="247"/>
                  </a:lnTo>
                  <a:lnTo>
                    <a:pt x="430" y="250"/>
                  </a:lnTo>
                  <a:lnTo>
                    <a:pt x="433" y="254"/>
                  </a:lnTo>
                  <a:lnTo>
                    <a:pt x="431" y="259"/>
                  </a:lnTo>
                  <a:lnTo>
                    <a:pt x="428" y="263"/>
                  </a:lnTo>
                  <a:lnTo>
                    <a:pt x="424" y="263"/>
                  </a:lnTo>
                  <a:lnTo>
                    <a:pt x="425" y="270"/>
                  </a:lnTo>
                  <a:lnTo>
                    <a:pt x="429" y="276"/>
                  </a:lnTo>
                  <a:lnTo>
                    <a:pt x="429" y="282"/>
                  </a:lnTo>
                  <a:lnTo>
                    <a:pt x="417" y="290"/>
                  </a:lnTo>
                  <a:lnTo>
                    <a:pt x="415" y="292"/>
                  </a:lnTo>
                  <a:lnTo>
                    <a:pt x="417" y="293"/>
                  </a:lnTo>
                  <a:lnTo>
                    <a:pt x="430" y="287"/>
                  </a:lnTo>
                  <a:lnTo>
                    <a:pt x="438" y="282"/>
                  </a:lnTo>
                  <a:lnTo>
                    <a:pt x="449" y="279"/>
                  </a:lnTo>
                  <a:lnTo>
                    <a:pt x="453" y="281"/>
                  </a:lnTo>
                  <a:lnTo>
                    <a:pt x="462" y="288"/>
                  </a:lnTo>
                  <a:lnTo>
                    <a:pt x="466" y="297"/>
                  </a:lnTo>
                  <a:lnTo>
                    <a:pt x="467" y="303"/>
                  </a:lnTo>
                  <a:lnTo>
                    <a:pt x="453" y="317"/>
                  </a:lnTo>
                  <a:lnTo>
                    <a:pt x="457" y="319"/>
                  </a:lnTo>
                  <a:lnTo>
                    <a:pt x="463" y="320"/>
                  </a:lnTo>
                  <a:lnTo>
                    <a:pt x="461" y="328"/>
                  </a:lnTo>
                  <a:lnTo>
                    <a:pt x="453" y="334"/>
                  </a:lnTo>
                  <a:lnTo>
                    <a:pt x="450" y="344"/>
                  </a:lnTo>
                  <a:lnTo>
                    <a:pt x="455" y="351"/>
                  </a:lnTo>
                  <a:lnTo>
                    <a:pt x="466" y="357"/>
                  </a:lnTo>
                  <a:lnTo>
                    <a:pt x="474" y="361"/>
                  </a:lnTo>
                  <a:lnTo>
                    <a:pt x="482" y="361"/>
                  </a:lnTo>
                  <a:lnTo>
                    <a:pt x="487" y="365"/>
                  </a:lnTo>
                  <a:lnTo>
                    <a:pt x="490" y="363"/>
                  </a:lnTo>
                  <a:lnTo>
                    <a:pt x="501" y="365"/>
                  </a:lnTo>
                  <a:lnTo>
                    <a:pt x="506" y="376"/>
                  </a:lnTo>
                  <a:lnTo>
                    <a:pt x="509" y="384"/>
                  </a:lnTo>
                  <a:lnTo>
                    <a:pt x="510" y="394"/>
                  </a:lnTo>
                  <a:lnTo>
                    <a:pt x="512" y="401"/>
                  </a:lnTo>
                  <a:lnTo>
                    <a:pt x="510" y="409"/>
                  </a:lnTo>
                  <a:lnTo>
                    <a:pt x="516" y="410"/>
                  </a:lnTo>
                  <a:lnTo>
                    <a:pt x="526" y="414"/>
                  </a:lnTo>
                  <a:lnTo>
                    <a:pt x="532" y="420"/>
                  </a:lnTo>
                  <a:lnTo>
                    <a:pt x="526" y="435"/>
                  </a:lnTo>
                  <a:lnTo>
                    <a:pt x="533" y="436"/>
                  </a:lnTo>
                  <a:lnTo>
                    <a:pt x="542" y="435"/>
                  </a:lnTo>
                  <a:lnTo>
                    <a:pt x="552" y="435"/>
                  </a:lnTo>
                  <a:lnTo>
                    <a:pt x="560" y="436"/>
                  </a:lnTo>
                  <a:lnTo>
                    <a:pt x="570" y="440"/>
                  </a:lnTo>
                  <a:lnTo>
                    <a:pt x="573" y="446"/>
                  </a:lnTo>
                  <a:lnTo>
                    <a:pt x="580" y="454"/>
                  </a:lnTo>
                  <a:lnTo>
                    <a:pt x="584" y="462"/>
                  </a:lnTo>
                  <a:lnTo>
                    <a:pt x="591" y="469"/>
                  </a:lnTo>
                  <a:lnTo>
                    <a:pt x="594" y="478"/>
                  </a:lnTo>
                  <a:lnTo>
                    <a:pt x="591" y="487"/>
                  </a:lnTo>
                  <a:lnTo>
                    <a:pt x="585" y="501"/>
                  </a:lnTo>
                  <a:lnTo>
                    <a:pt x="584" y="510"/>
                  </a:lnTo>
                  <a:lnTo>
                    <a:pt x="587" y="512"/>
                  </a:lnTo>
                  <a:lnTo>
                    <a:pt x="589" y="518"/>
                  </a:lnTo>
                  <a:lnTo>
                    <a:pt x="585" y="530"/>
                  </a:lnTo>
                  <a:lnTo>
                    <a:pt x="582" y="548"/>
                  </a:lnTo>
                  <a:lnTo>
                    <a:pt x="584" y="556"/>
                  </a:lnTo>
                  <a:lnTo>
                    <a:pt x="584" y="594"/>
                  </a:lnTo>
                  <a:lnTo>
                    <a:pt x="581" y="613"/>
                  </a:lnTo>
                  <a:lnTo>
                    <a:pt x="579" y="623"/>
                  </a:lnTo>
                  <a:lnTo>
                    <a:pt x="574" y="623"/>
                  </a:lnTo>
                  <a:lnTo>
                    <a:pt x="563" y="613"/>
                  </a:lnTo>
                  <a:lnTo>
                    <a:pt x="554" y="607"/>
                  </a:lnTo>
                  <a:lnTo>
                    <a:pt x="552" y="610"/>
                  </a:lnTo>
                  <a:lnTo>
                    <a:pt x="549" y="619"/>
                  </a:lnTo>
                  <a:lnTo>
                    <a:pt x="543" y="621"/>
                  </a:lnTo>
                  <a:lnTo>
                    <a:pt x="524" y="607"/>
                  </a:lnTo>
                  <a:lnTo>
                    <a:pt x="516" y="608"/>
                  </a:lnTo>
                  <a:lnTo>
                    <a:pt x="524" y="624"/>
                  </a:lnTo>
                  <a:lnTo>
                    <a:pt x="519" y="626"/>
                  </a:lnTo>
                  <a:lnTo>
                    <a:pt x="508" y="618"/>
                  </a:lnTo>
                  <a:lnTo>
                    <a:pt x="500" y="609"/>
                  </a:lnTo>
                  <a:lnTo>
                    <a:pt x="484" y="596"/>
                  </a:lnTo>
                  <a:lnTo>
                    <a:pt x="478" y="586"/>
                  </a:lnTo>
                  <a:lnTo>
                    <a:pt x="471" y="577"/>
                  </a:lnTo>
                  <a:lnTo>
                    <a:pt x="461" y="572"/>
                  </a:lnTo>
                  <a:lnTo>
                    <a:pt x="455" y="571"/>
                  </a:lnTo>
                  <a:lnTo>
                    <a:pt x="436" y="554"/>
                  </a:lnTo>
                  <a:lnTo>
                    <a:pt x="419" y="543"/>
                  </a:lnTo>
                  <a:lnTo>
                    <a:pt x="409" y="535"/>
                  </a:lnTo>
                  <a:lnTo>
                    <a:pt x="399" y="532"/>
                  </a:lnTo>
                  <a:lnTo>
                    <a:pt x="392" y="522"/>
                  </a:lnTo>
                  <a:lnTo>
                    <a:pt x="388" y="508"/>
                  </a:lnTo>
                  <a:lnTo>
                    <a:pt x="383" y="501"/>
                  </a:lnTo>
                  <a:lnTo>
                    <a:pt x="371" y="495"/>
                  </a:lnTo>
                  <a:lnTo>
                    <a:pt x="363" y="484"/>
                  </a:lnTo>
                  <a:lnTo>
                    <a:pt x="339" y="457"/>
                  </a:lnTo>
                  <a:lnTo>
                    <a:pt x="317" y="433"/>
                  </a:lnTo>
                  <a:lnTo>
                    <a:pt x="312" y="426"/>
                  </a:lnTo>
                  <a:lnTo>
                    <a:pt x="311" y="409"/>
                  </a:lnTo>
                  <a:lnTo>
                    <a:pt x="288" y="366"/>
                  </a:lnTo>
                  <a:lnTo>
                    <a:pt x="286" y="355"/>
                  </a:lnTo>
                  <a:lnTo>
                    <a:pt x="278" y="341"/>
                  </a:lnTo>
                  <a:lnTo>
                    <a:pt x="272" y="336"/>
                  </a:lnTo>
                  <a:lnTo>
                    <a:pt x="264" y="328"/>
                  </a:lnTo>
                  <a:lnTo>
                    <a:pt x="258" y="323"/>
                  </a:lnTo>
                  <a:lnTo>
                    <a:pt x="250" y="306"/>
                  </a:lnTo>
                  <a:lnTo>
                    <a:pt x="232" y="293"/>
                  </a:lnTo>
                  <a:lnTo>
                    <a:pt x="225" y="293"/>
                  </a:lnTo>
                  <a:lnTo>
                    <a:pt x="223" y="292"/>
                  </a:lnTo>
                  <a:lnTo>
                    <a:pt x="221" y="291"/>
                  </a:lnTo>
                  <a:lnTo>
                    <a:pt x="216" y="270"/>
                  </a:lnTo>
                  <a:lnTo>
                    <a:pt x="210" y="248"/>
                  </a:lnTo>
                  <a:lnTo>
                    <a:pt x="205" y="237"/>
                  </a:lnTo>
                  <a:lnTo>
                    <a:pt x="198" y="225"/>
                  </a:lnTo>
                  <a:lnTo>
                    <a:pt x="198" y="215"/>
                  </a:lnTo>
                  <a:lnTo>
                    <a:pt x="191" y="205"/>
                  </a:lnTo>
                  <a:lnTo>
                    <a:pt x="181" y="195"/>
                  </a:lnTo>
                  <a:lnTo>
                    <a:pt x="161" y="185"/>
                  </a:lnTo>
                  <a:lnTo>
                    <a:pt x="151" y="182"/>
                  </a:lnTo>
                  <a:lnTo>
                    <a:pt x="139" y="179"/>
                  </a:lnTo>
                  <a:lnTo>
                    <a:pt x="130" y="148"/>
                  </a:lnTo>
                  <a:lnTo>
                    <a:pt x="123" y="146"/>
                  </a:lnTo>
                  <a:lnTo>
                    <a:pt x="121" y="140"/>
                  </a:lnTo>
                  <a:lnTo>
                    <a:pt x="116" y="136"/>
                  </a:lnTo>
                  <a:lnTo>
                    <a:pt x="105" y="118"/>
                  </a:lnTo>
                  <a:lnTo>
                    <a:pt x="94" y="108"/>
                  </a:lnTo>
                  <a:lnTo>
                    <a:pt x="86" y="103"/>
                  </a:lnTo>
                  <a:lnTo>
                    <a:pt x="76" y="103"/>
                  </a:lnTo>
                  <a:lnTo>
                    <a:pt x="65" y="93"/>
                  </a:lnTo>
                  <a:lnTo>
                    <a:pt x="57" y="83"/>
                  </a:lnTo>
                  <a:lnTo>
                    <a:pt x="51" y="77"/>
                  </a:lnTo>
                  <a:lnTo>
                    <a:pt x="41" y="71"/>
                  </a:lnTo>
                  <a:lnTo>
                    <a:pt x="19" y="46"/>
                  </a:lnTo>
                  <a:lnTo>
                    <a:pt x="12" y="39"/>
                  </a:lnTo>
                  <a:lnTo>
                    <a:pt x="4" y="22"/>
                  </a:lnTo>
                  <a:lnTo>
                    <a:pt x="3" y="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29" name="Freeform 115">
              <a:extLst>
                <a:ext uri="{FF2B5EF4-FFF2-40B4-BE49-F238E27FC236}">
                  <a16:creationId xmlns:a16="http://schemas.microsoft.com/office/drawing/2014/main" id="{72D14DBF-9EE7-6249-BD05-B687781EBC4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22268" y="4361802"/>
              <a:ext cx="242464" cy="75421"/>
            </a:xfrm>
            <a:custGeom>
              <a:avLst/>
              <a:gdLst/>
              <a:ahLst/>
              <a:cxnLst>
                <a:cxn ang="0">
                  <a:pos x="364" y="129"/>
                </a:cxn>
                <a:cxn ang="0">
                  <a:pos x="334" y="130"/>
                </a:cxn>
                <a:cxn ang="0">
                  <a:pos x="326" y="124"/>
                </a:cxn>
                <a:cxn ang="0">
                  <a:pos x="314" y="126"/>
                </a:cxn>
                <a:cxn ang="0">
                  <a:pos x="288" y="120"/>
                </a:cxn>
                <a:cxn ang="0">
                  <a:pos x="272" y="110"/>
                </a:cxn>
                <a:cxn ang="0">
                  <a:pos x="257" y="102"/>
                </a:cxn>
                <a:cxn ang="0">
                  <a:pos x="231" y="99"/>
                </a:cxn>
                <a:cxn ang="0">
                  <a:pos x="212" y="97"/>
                </a:cxn>
                <a:cxn ang="0">
                  <a:pos x="203" y="99"/>
                </a:cxn>
                <a:cxn ang="0">
                  <a:pos x="191" y="96"/>
                </a:cxn>
                <a:cxn ang="0">
                  <a:pos x="181" y="103"/>
                </a:cxn>
                <a:cxn ang="0">
                  <a:pos x="142" y="96"/>
                </a:cxn>
                <a:cxn ang="0">
                  <a:pos x="116" y="87"/>
                </a:cxn>
                <a:cxn ang="0">
                  <a:pos x="85" y="83"/>
                </a:cxn>
                <a:cxn ang="0">
                  <a:pos x="67" y="76"/>
                </a:cxn>
                <a:cxn ang="0">
                  <a:pos x="72" y="60"/>
                </a:cxn>
                <a:cxn ang="0">
                  <a:pos x="62" y="59"/>
                </a:cxn>
                <a:cxn ang="0">
                  <a:pos x="24" y="50"/>
                </a:cxn>
                <a:cxn ang="0">
                  <a:pos x="6" y="46"/>
                </a:cxn>
                <a:cxn ang="0">
                  <a:pos x="3" y="38"/>
                </a:cxn>
                <a:cxn ang="0">
                  <a:pos x="9" y="41"/>
                </a:cxn>
                <a:cxn ang="0">
                  <a:pos x="20" y="38"/>
                </a:cxn>
                <a:cxn ang="0">
                  <a:pos x="29" y="30"/>
                </a:cxn>
                <a:cxn ang="0">
                  <a:pos x="36" y="14"/>
                </a:cxn>
                <a:cxn ang="0">
                  <a:pos x="53" y="1"/>
                </a:cxn>
                <a:cxn ang="0">
                  <a:pos x="102" y="0"/>
                </a:cxn>
                <a:cxn ang="0">
                  <a:pos x="119" y="7"/>
                </a:cxn>
                <a:cxn ang="0">
                  <a:pos x="132" y="16"/>
                </a:cxn>
                <a:cxn ang="0">
                  <a:pos x="154" y="18"/>
                </a:cxn>
                <a:cxn ang="0">
                  <a:pos x="177" y="33"/>
                </a:cxn>
                <a:cxn ang="0">
                  <a:pos x="196" y="49"/>
                </a:cxn>
                <a:cxn ang="0">
                  <a:pos x="228" y="49"/>
                </a:cxn>
                <a:cxn ang="0">
                  <a:pos x="261" y="53"/>
                </a:cxn>
                <a:cxn ang="0">
                  <a:pos x="279" y="56"/>
                </a:cxn>
                <a:cxn ang="0">
                  <a:pos x="295" y="39"/>
                </a:cxn>
                <a:cxn ang="0">
                  <a:pos x="304" y="25"/>
                </a:cxn>
                <a:cxn ang="0">
                  <a:pos x="317" y="35"/>
                </a:cxn>
                <a:cxn ang="0">
                  <a:pos x="333" y="41"/>
                </a:cxn>
                <a:cxn ang="0">
                  <a:pos x="347" y="40"/>
                </a:cxn>
                <a:cxn ang="0">
                  <a:pos x="358" y="45"/>
                </a:cxn>
                <a:cxn ang="0">
                  <a:pos x="373" y="51"/>
                </a:cxn>
                <a:cxn ang="0">
                  <a:pos x="397" y="55"/>
                </a:cxn>
                <a:cxn ang="0">
                  <a:pos x="412" y="75"/>
                </a:cxn>
                <a:cxn ang="0">
                  <a:pos x="424" y="96"/>
                </a:cxn>
                <a:cxn ang="0">
                  <a:pos x="456" y="97"/>
                </a:cxn>
                <a:cxn ang="0">
                  <a:pos x="481" y="94"/>
                </a:cxn>
                <a:cxn ang="0">
                  <a:pos x="499" y="103"/>
                </a:cxn>
                <a:cxn ang="0">
                  <a:pos x="497" y="136"/>
                </a:cxn>
                <a:cxn ang="0">
                  <a:pos x="503" y="148"/>
                </a:cxn>
                <a:cxn ang="0">
                  <a:pos x="502" y="156"/>
                </a:cxn>
                <a:cxn ang="0">
                  <a:pos x="462" y="141"/>
                </a:cxn>
                <a:cxn ang="0">
                  <a:pos x="433" y="130"/>
                </a:cxn>
                <a:cxn ang="0">
                  <a:pos x="392" y="136"/>
                </a:cxn>
                <a:cxn ang="0">
                  <a:pos x="374" y="129"/>
                </a:cxn>
              </a:cxnLst>
              <a:rect l="0" t="0" r="r" b="b"/>
              <a:pathLst>
                <a:path w="506" h="158">
                  <a:moveTo>
                    <a:pt x="374" y="129"/>
                  </a:moveTo>
                  <a:lnTo>
                    <a:pt x="364" y="129"/>
                  </a:lnTo>
                  <a:lnTo>
                    <a:pt x="353" y="135"/>
                  </a:lnTo>
                  <a:lnTo>
                    <a:pt x="334" y="130"/>
                  </a:lnTo>
                  <a:lnTo>
                    <a:pt x="330" y="127"/>
                  </a:lnTo>
                  <a:lnTo>
                    <a:pt x="326" y="124"/>
                  </a:lnTo>
                  <a:lnTo>
                    <a:pt x="323" y="126"/>
                  </a:lnTo>
                  <a:lnTo>
                    <a:pt x="314" y="126"/>
                  </a:lnTo>
                  <a:lnTo>
                    <a:pt x="304" y="125"/>
                  </a:lnTo>
                  <a:lnTo>
                    <a:pt x="288" y="120"/>
                  </a:lnTo>
                  <a:lnTo>
                    <a:pt x="279" y="115"/>
                  </a:lnTo>
                  <a:lnTo>
                    <a:pt x="272" y="110"/>
                  </a:lnTo>
                  <a:lnTo>
                    <a:pt x="266" y="105"/>
                  </a:lnTo>
                  <a:lnTo>
                    <a:pt x="257" y="102"/>
                  </a:lnTo>
                  <a:lnTo>
                    <a:pt x="242" y="99"/>
                  </a:lnTo>
                  <a:lnTo>
                    <a:pt x="231" y="99"/>
                  </a:lnTo>
                  <a:lnTo>
                    <a:pt x="217" y="96"/>
                  </a:lnTo>
                  <a:lnTo>
                    <a:pt x="212" y="97"/>
                  </a:lnTo>
                  <a:lnTo>
                    <a:pt x="208" y="99"/>
                  </a:lnTo>
                  <a:lnTo>
                    <a:pt x="203" y="99"/>
                  </a:lnTo>
                  <a:lnTo>
                    <a:pt x="201" y="96"/>
                  </a:lnTo>
                  <a:lnTo>
                    <a:pt x="191" y="96"/>
                  </a:lnTo>
                  <a:lnTo>
                    <a:pt x="186" y="100"/>
                  </a:lnTo>
                  <a:lnTo>
                    <a:pt x="181" y="103"/>
                  </a:lnTo>
                  <a:lnTo>
                    <a:pt x="177" y="103"/>
                  </a:lnTo>
                  <a:lnTo>
                    <a:pt x="142" y="96"/>
                  </a:lnTo>
                  <a:lnTo>
                    <a:pt x="129" y="89"/>
                  </a:lnTo>
                  <a:lnTo>
                    <a:pt x="116" y="87"/>
                  </a:lnTo>
                  <a:lnTo>
                    <a:pt x="95" y="86"/>
                  </a:lnTo>
                  <a:lnTo>
                    <a:pt x="85" y="83"/>
                  </a:lnTo>
                  <a:lnTo>
                    <a:pt x="79" y="80"/>
                  </a:lnTo>
                  <a:lnTo>
                    <a:pt x="67" y="76"/>
                  </a:lnTo>
                  <a:lnTo>
                    <a:pt x="63" y="72"/>
                  </a:lnTo>
                  <a:lnTo>
                    <a:pt x="72" y="60"/>
                  </a:lnTo>
                  <a:lnTo>
                    <a:pt x="70" y="59"/>
                  </a:lnTo>
                  <a:lnTo>
                    <a:pt x="62" y="59"/>
                  </a:lnTo>
                  <a:lnTo>
                    <a:pt x="42" y="50"/>
                  </a:lnTo>
                  <a:lnTo>
                    <a:pt x="24" y="50"/>
                  </a:lnTo>
                  <a:lnTo>
                    <a:pt x="18" y="48"/>
                  </a:lnTo>
                  <a:lnTo>
                    <a:pt x="6" y="46"/>
                  </a:lnTo>
                  <a:lnTo>
                    <a:pt x="0" y="40"/>
                  </a:lnTo>
                  <a:lnTo>
                    <a:pt x="3" y="38"/>
                  </a:lnTo>
                  <a:lnTo>
                    <a:pt x="5" y="39"/>
                  </a:lnTo>
                  <a:lnTo>
                    <a:pt x="9" y="41"/>
                  </a:lnTo>
                  <a:lnTo>
                    <a:pt x="15" y="41"/>
                  </a:lnTo>
                  <a:lnTo>
                    <a:pt x="20" y="38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36" y="14"/>
                  </a:lnTo>
                  <a:lnTo>
                    <a:pt x="41" y="5"/>
                  </a:lnTo>
                  <a:lnTo>
                    <a:pt x="53" y="1"/>
                  </a:lnTo>
                  <a:lnTo>
                    <a:pt x="89" y="7"/>
                  </a:lnTo>
                  <a:lnTo>
                    <a:pt x="102" y="0"/>
                  </a:lnTo>
                  <a:lnTo>
                    <a:pt x="113" y="0"/>
                  </a:lnTo>
                  <a:lnTo>
                    <a:pt x="119" y="7"/>
                  </a:lnTo>
                  <a:lnTo>
                    <a:pt x="122" y="14"/>
                  </a:lnTo>
                  <a:lnTo>
                    <a:pt x="132" y="16"/>
                  </a:lnTo>
                  <a:lnTo>
                    <a:pt x="140" y="14"/>
                  </a:lnTo>
                  <a:lnTo>
                    <a:pt x="154" y="18"/>
                  </a:lnTo>
                  <a:lnTo>
                    <a:pt x="164" y="19"/>
                  </a:lnTo>
                  <a:lnTo>
                    <a:pt x="177" y="33"/>
                  </a:lnTo>
                  <a:lnTo>
                    <a:pt x="186" y="46"/>
                  </a:lnTo>
                  <a:lnTo>
                    <a:pt x="196" y="49"/>
                  </a:lnTo>
                  <a:lnTo>
                    <a:pt x="207" y="48"/>
                  </a:lnTo>
                  <a:lnTo>
                    <a:pt x="228" y="49"/>
                  </a:lnTo>
                  <a:lnTo>
                    <a:pt x="234" y="48"/>
                  </a:lnTo>
                  <a:lnTo>
                    <a:pt x="261" y="53"/>
                  </a:lnTo>
                  <a:lnTo>
                    <a:pt x="271" y="54"/>
                  </a:lnTo>
                  <a:lnTo>
                    <a:pt x="279" y="56"/>
                  </a:lnTo>
                  <a:lnTo>
                    <a:pt x="287" y="54"/>
                  </a:lnTo>
                  <a:lnTo>
                    <a:pt x="295" y="39"/>
                  </a:lnTo>
                  <a:lnTo>
                    <a:pt x="296" y="32"/>
                  </a:lnTo>
                  <a:lnTo>
                    <a:pt x="304" y="25"/>
                  </a:lnTo>
                  <a:lnTo>
                    <a:pt x="311" y="27"/>
                  </a:lnTo>
                  <a:lnTo>
                    <a:pt x="317" y="35"/>
                  </a:lnTo>
                  <a:lnTo>
                    <a:pt x="323" y="41"/>
                  </a:lnTo>
                  <a:lnTo>
                    <a:pt x="333" y="41"/>
                  </a:lnTo>
                  <a:lnTo>
                    <a:pt x="342" y="37"/>
                  </a:lnTo>
                  <a:lnTo>
                    <a:pt x="347" y="40"/>
                  </a:lnTo>
                  <a:lnTo>
                    <a:pt x="353" y="41"/>
                  </a:lnTo>
                  <a:lnTo>
                    <a:pt x="358" y="45"/>
                  </a:lnTo>
                  <a:lnTo>
                    <a:pt x="365" y="46"/>
                  </a:lnTo>
                  <a:lnTo>
                    <a:pt x="373" y="51"/>
                  </a:lnTo>
                  <a:lnTo>
                    <a:pt x="390" y="50"/>
                  </a:lnTo>
                  <a:lnTo>
                    <a:pt x="397" y="55"/>
                  </a:lnTo>
                  <a:lnTo>
                    <a:pt x="404" y="70"/>
                  </a:lnTo>
                  <a:lnTo>
                    <a:pt x="412" y="75"/>
                  </a:lnTo>
                  <a:lnTo>
                    <a:pt x="414" y="91"/>
                  </a:lnTo>
                  <a:lnTo>
                    <a:pt x="424" y="96"/>
                  </a:lnTo>
                  <a:lnTo>
                    <a:pt x="435" y="99"/>
                  </a:lnTo>
                  <a:lnTo>
                    <a:pt x="456" y="97"/>
                  </a:lnTo>
                  <a:lnTo>
                    <a:pt x="467" y="97"/>
                  </a:lnTo>
                  <a:lnTo>
                    <a:pt x="481" y="94"/>
                  </a:lnTo>
                  <a:lnTo>
                    <a:pt x="492" y="97"/>
                  </a:lnTo>
                  <a:lnTo>
                    <a:pt x="499" y="103"/>
                  </a:lnTo>
                  <a:lnTo>
                    <a:pt x="500" y="116"/>
                  </a:lnTo>
                  <a:lnTo>
                    <a:pt x="497" y="136"/>
                  </a:lnTo>
                  <a:lnTo>
                    <a:pt x="499" y="143"/>
                  </a:lnTo>
                  <a:lnTo>
                    <a:pt x="503" y="148"/>
                  </a:lnTo>
                  <a:lnTo>
                    <a:pt x="506" y="158"/>
                  </a:lnTo>
                  <a:lnTo>
                    <a:pt x="502" y="156"/>
                  </a:lnTo>
                  <a:lnTo>
                    <a:pt x="495" y="150"/>
                  </a:lnTo>
                  <a:lnTo>
                    <a:pt x="462" y="141"/>
                  </a:lnTo>
                  <a:lnTo>
                    <a:pt x="446" y="135"/>
                  </a:lnTo>
                  <a:lnTo>
                    <a:pt x="433" y="130"/>
                  </a:lnTo>
                  <a:lnTo>
                    <a:pt x="406" y="138"/>
                  </a:lnTo>
                  <a:lnTo>
                    <a:pt x="392" y="136"/>
                  </a:lnTo>
                  <a:lnTo>
                    <a:pt x="381" y="131"/>
                  </a:lnTo>
                  <a:lnTo>
                    <a:pt x="374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0" name="Freeform 116">
              <a:extLst>
                <a:ext uri="{FF2B5EF4-FFF2-40B4-BE49-F238E27FC236}">
                  <a16:creationId xmlns:a16="http://schemas.microsoft.com/office/drawing/2014/main" id="{55F9CF3D-E05C-0360-8F81-D17834C3FA2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18031" y="4092733"/>
              <a:ext cx="260801" cy="222186"/>
            </a:xfrm>
            <a:custGeom>
              <a:avLst/>
              <a:gdLst/>
              <a:ahLst/>
              <a:cxnLst>
                <a:cxn ang="0">
                  <a:pos x="474" y="15"/>
                </a:cxn>
                <a:cxn ang="0">
                  <a:pos x="471" y="22"/>
                </a:cxn>
                <a:cxn ang="0">
                  <a:pos x="485" y="38"/>
                </a:cxn>
                <a:cxn ang="0">
                  <a:pos x="470" y="42"/>
                </a:cxn>
                <a:cxn ang="0">
                  <a:pos x="460" y="57"/>
                </a:cxn>
                <a:cxn ang="0">
                  <a:pos x="461" y="67"/>
                </a:cxn>
                <a:cxn ang="0">
                  <a:pos x="475" y="80"/>
                </a:cxn>
                <a:cxn ang="0">
                  <a:pos x="493" y="121"/>
                </a:cxn>
                <a:cxn ang="0">
                  <a:pos x="490" y="132"/>
                </a:cxn>
                <a:cxn ang="0">
                  <a:pos x="547" y="186"/>
                </a:cxn>
                <a:cxn ang="0">
                  <a:pos x="519" y="194"/>
                </a:cxn>
                <a:cxn ang="0">
                  <a:pos x="495" y="186"/>
                </a:cxn>
                <a:cxn ang="0">
                  <a:pos x="486" y="202"/>
                </a:cxn>
                <a:cxn ang="0">
                  <a:pos x="471" y="228"/>
                </a:cxn>
                <a:cxn ang="0">
                  <a:pos x="468" y="266"/>
                </a:cxn>
                <a:cxn ang="0">
                  <a:pos x="438" y="311"/>
                </a:cxn>
                <a:cxn ang="0">
                  <a:pos x="402" y="336"/>
                </a:cxn>
                <a:cxn ang="0">
                  <a:pos x="411" y="350"/>
                </a:cxn>
                <a:cxn ang="0">
                  <a:pos x="417" y="381"/>
                </a:cxn>
                <a:cxn ang="0">
                  <a:pos x="407" y="393"/>
                </a:cxn>
                <a:cxn ang="0">
                  <a:pos x="398" y="407"/>
                </a:cxn>
                <a:cxn ang="0">
                  <a:pos x="394" y="417"/>
                </a:cxn>
                <a:cxn ang="0">
                  <a:pos x="374" y="441"/>
                </a:cxn>
                <a:cxn ang="0">
                  <a:pos x="324" y="465"/>
                </a:cxn>
                <a:cxn ang="0">
                  <a:pos x="308" y="433"/>
                </a:cxn>
                <a:cxn ang="0">
                  <a:pos x="293" y="423"/>
                </a:cxn>
                <a:cxn ang="0">
                  <a:pos x="262" y="428"/>
                </a:cxn>
                <a:cxn ang="0">
                  <a:pos x="240" y="414"/>
                </a:cxn>
                <a:cxn ang="0">
                  <a:pos x="221" y="408"/>
                </a:cxn>
                <a:cxn ang="0">
                  <a:pos x="201" y="424"/>
                </a:cxn>
                <a:cxn ang="0">
                  <a:pos x="174" y="427"/>
                </a:cxn>
                <a:cxn ang="0">
                  <a:pos x="160" y="430"/>
                </a:cxn>
                <a:cxn ang="0">
                  <a:pos x="146" y="398"/>
                </a:cxn>
                <a:cxn ang="0">
                  <a:pos x="129" y="398"/>
                </a:cxn>
                <a:cxn ang="0">
                  <a:pos x="110" y="406"/>
                </a:cxn>
                <a:cxn ang="0">
                  <a:pos x="84" y="397"/>
                </a:cxn>
                <a:cxn ang="0">
                  <a:pos x="70" y="387"/>
                </a:cxn>
                <a:cxn ang="0">
                  <a:pos x="62" y="353"/>
                </a:cxn>
                <a:cxn ang="0">
                  <a:pos x="59" y="333"/>
                </a:cxn>
                <a:cxn ang="0">
                  <a:pos x="55" y="305"/>
                </a:cxn>
                <a:cxn ang="0">
                  <a:pos x="39" y="278"/>
                </a:cxn>
                <a:cxn ang="0">
                  <a:pos x="18" y="268"/>
                </a:cxn>
                <a:cxn ang="0">
                  <a:pos x="11" y="233"/>
                </a:cxn>
                <a:cxn ang="0">
                  <a:pos x="1" y="214"/>
                </a:cxn>
                <a:cxn ang="0">
                  <a:pos x="7" y="163"/>
                </a:cxn>
                <a:cxn ang="0">
                  <a:pos x="25" y="134"/>
                </a:cxn>
                <a:cxn ang="0">
                  <a:pos x="60" y="174"/>
                </a:cxn>
                <a:cxn ang="0">
                  <a:pos x="99" y="185"/>
                </a:cxn>
                <a:cxn ang="0">
                  <a:pos x="129" y="186"/>
                </a:cxn>
                <a:cxn ang="0">
                  <a:pos x="156" y="183"/>
                </a:cxn>
                <a:cxn ang="0">
                  <a:pos x="184" y="155"/>
                </a:cxn>
                <a:cxn ang="0">
                  <a:pos x="217" y="166"/>
                </a:cxn>
                <a:cxn ang="0">
                  <a:pos x="253" y="174"/>
                </a:cxn>
                <a:cxn ang="0">
                  <a:pos x="285" y="163"/>
                </a:cxn>
                <a:cxn ang="0">
                  <a:pos x="308" y="147"/>
                </a:cxn>
                <a:cxn ang="0">
                  <a:pos x="330" y="90"/>
                </a:cxn>
                <a:cxn ang="0">
                  <a:pos x="363" y="27"/>
                </a:cxn>
                <a:cxn ang="0">
                  <a:pos x="394" y="0"/>
                </a:cxn>
                <a:cxn ang="0">
                  <a:pos x="468" y="11"/>
                </a:cxn>
              </a:cxnLst>
              <a:rect l="0" t="0" r="r" b="b"/>
              <a:pathLst>
                <a:path w="547" h="467">
                  <a:moveTo>
                    <a:pt x="472" y="11"/>
                  </a:moveTo>
                  <a:lnTo>
                    <a:pt x="475" y="13"/>
                  </a:lnTo>
                  <a:lnTo>
                    <a:pt x="474" y="15"/>
                  </a:lnTo>
                  <a:lnTo>
                    <a:pt x="469" y="18"/>
                  </a:lnTo>
                  <a:lnTo>
                    <a:pt x="464" y="19"/>
                  </a:lnTo>
                  <a:lnTo>
                    <a:pt x="471" y="22"/>
                  </a:lnTo>
                  <a:lnTo>
                    <a:pt x="477" y="27"/>
                  </a:lnTo>
                  <a:lnTo>
                    <a:pt x="485" y="30"/>
                  </a:lnTo>
                  <a:lnTo>
                    <a:pt x="485" y="38"/>
                  </a:lnTo>
                  <a:lnTo>
                    <a:pt x="479" y="41"/>
                  </a:lnTo>
                  <a:lnTo>
                    <a:pt x="471" y="40"/>
                  </a:lnTo>
                  <a:lnTo>
                    <a:pt x="470" y="42"/>
                  </a:lnTo>
                  <a:lnTo>
                    <a:pt x="457" y="43"/>
                  </a:lnTo>
                  <a:lnTo>
                    <a:pt x="453" y="47"/>
                  </a:lnTo>
                  <a:lnTo>
                    <a:pt x="460" y="57"/>
                  </a:lnTo>
                  <a:lnTo>
                    <a:pt x="464" y="59"/>
                  </a:lnTo>
                  <a:lnTo>
                    <a:pt x="465" y="63"/>
                  </a:lnTo>
                  <a:lnTo>
                    <a:pt x="461" y="67"/>
                  </a:lnTo>
                  <a:lnTo>
                    <a:pt x="464" y="70"/>
                  </a:lnTo>
                  <a:lnTo>
                    <a:pt x="470" y="75"/>
                  </a:lnTo>
                  <a:lnTo>
                    <a:pt x="475" y="80"/>
                  </a:lnTo>
                  <a:lnTo>
                    <a:pt x="479" y="88"/>
                  </a:lnTo>
                  <a:lnTo>
                    <a:pt x="496" y="116"/>
                  </a:lnTo>
                  <a:lnTo>
                    <a:pt x="493" y="121"/>
                  </a:lnTo>
                  <a:lnTo>
                    <a:pt x="492" y="124"/>
                  </a:lnTo>
                  <a:lnTo>
                    <a:pt x="490" y="127"/>
                  </a:lnTo>
                  <a:lnTo>
                    <a:pt x="490" y="132"/>
                  </a:lnTo>
                  <a:lnTo>
                    <a:pt x="491" y="137"/>
                  </a:lnTo>
                  <a:lnTo>
                    <a:pt x="541" y="180"/>
                  </a:lnTo>
                  <a:lnTo>
                    <a:pt x="547" y="186"/>
                  </a:lnTo>
                  <a:lnTo>
                    <a:pt x="547" y="191"/>
                  </a:lnTo>
                  <a:lnTo>
                    <a:pt x="538" y="193"/>
                  </a:lnTo>
                  <a:lnTo>
                    <a:pt x="519" y="194"/>
                  </a:lnTo>
                  <a:lnTo>
                    <a:pt x="504" y="191"/>
                  </a:lnTo>
                  <a:lnTo>
                    <a:pt x="496" y="181"/>
                  </a:lnTo>
                  <a:lnTo>
                    <a:pt x="495" y="186"/>
                  </a:lnTo>
                  <a:lnTo>
                    <a:pt x="497" y="194"/>
                  </a:lnTo>
                  <a:lnTo>
                    <a:pt x="496" y="197"/>
                  </a:lnTo>
                  <a:lnTo>
                    <a:pt x="486" y="202"/>
                  </a:lnTo>
                  <a:lnTo>
                    <a:pt x="479" y="212"/>
                  </a:lnTo>
                  <a:lnTo>
                    <a:pt x="474" y="219"/>
                  </a:lnTo>
                  <a:lnTo>
                    <a:pt x="471" y="228"/>
                  </a:lnTo>
                  <a:lnTo>
                    <a:pt x="471" y="240"/>
                  </a:lnTo>
                  <a:lnTo>
                    <a:pt x="468" y="248"/>
                  </a:lnTo>
                  <a:lnTo>
                    <a:pt x="468" y="266"/>
                  </a:lnTo>
                  <a:lnTo>
                    <a:pt x="460" y="276"/>
                  </a:lnTo>
                  <a:lnTo>
                    <a:pt x="447" y="304"/>
                  </a:lnTo>
                  <a:lnTo>
                    <a:pt x="438" y="311"/>
                  </a:lnTo>
                  <a:lnTo>
                    <a:pt x="433" y="309"/>
                  </a:lnTo>
                  <a:lnTo>
                    <a:pt x="427" y="316"/>
                  </a:lnTo>
                  <a:lnTo>
                    <a:pt x="402" y="336"/>
                  </a:lnTo>
                  <a:lnTo>
                    <a:pt x="404" y="339"/>
                  </a:lnTo>
                  <a:lnTo>
                    <a:pt x="410" y="341"/>
                  </a:lnTo>
                  <a:lnTo>
                    <a:pt x="411" y="350"/>
                  </a:lnTo>
                  <a:lnTo>
                    <a:pt x="411" y="358"/>
                  </a:lnTo>
                  <a:lnTo>
                    <a:pt x="422" y="363"/>
                  </a:lnTo>
                  <a:lnTo>
                    <a:pt x="417" y="381"/>
                  </a:lnTo>
                  <a:lnTo>
                    <a:pt x="411" y="377"/>
                  </a:lnTo>
                  <a:lnTo>
                    <a:pt x="409" y="381"/>
                  </a:lnTo>
                  <a:lnTo>
                    <a:pt x="407" y="393"/>
                  </a:lnTo>
                  <a:lnTo>
                    <a:pt x="404" y="401"/>
                  </a:lnTo>
                  <a:lnTo>
                    <a:pt x="399" y="402"/>
                  </a:lnTo>
                  <a:lnTo>
                    <a:pt x="398" y="407"/>
                  </a:lnTo>
                  <a:lnTo>
                    <a:pt x="398" y="412"/>
                  </a:lnTo>
                  <a:lnTo>
                    <a:pt x="396" y="416"/>
                  </a:lnTo>
                  <a:lnTo>
                    <a:pt x="394" y="417"/>
                  </a:lnTo>
                  <a:lnTo>
                    <a:pt x="390" y="420"/>
                  </a:lnTo>
                  <a:lnTo>
                    <a:pt x="387" y="433"/>
                  </a:lnTo>
                  <a:lnTo>
                    <a:pt x="374" y="441"/>
                  </a:lnTo>
                  <a:lnTo>
                    <a:pt x="371" y="441"/>
                  </a:lnTo>
                  <a:lnTo>
                    <a:pt x="361" y="447"/>
                  </a:lnTo>
                  <a:lnTo>
                    <a:pt x="324" y="465"/>
                  </a:lnTo>
                  <a:lnTo>
                    <a:pt x="315" y="467"/>
                  </a:lnTo>
                  <a:lnTo>
                    <a:pt x="310" y="443"/>
                  </a:lnTo>
                  <a:lnTo>
                    <a:pt x="308" y="433"/>
                  </a:lnTo>
                  <a:lnTo>
                    <a:pt x="304" y="430"/>
                  </a:lnTo>
                  <a:lnTo>
                    <a:pt x="301" y="430"/>
                  </a:lnTo>
                  <a:lnTo>
                    <a:pt x="293" y="423"/>
                  </a:lnTo>
                  <a:lnTo>
                    <a:pt x="280" y="423"/>
                  </a:lnTo>
                  <a:lnTo>
                    <a:pt x="271" y="427"/>
                  </a:lnTo>
                  <a:lnTo>
                    <a:pt x="262" y="428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40" y="414"/>
                  </a:lnTo>
                  <a:lnTo>
                    <a:pt x="229" y="407"/>
                  </a:lnTo>
                  <a:lnTo>
                    <a:pt x="223" y="404"/>
                  </a:lnTo>
                  <a:lnTo>
                    <a:pt x="221" y="408"/>
                  </a:lnTo>
                  <a:lnTo>
                    <a:pt x="222" y="413"/>
                  </a:lnTo>
                  <a:lnTo>
                    <a:pt x="213" y="419"/>
                  </a:lnTo>
                  <a:lnTo>
                    <a:pt x="201" y="424"/>
                  </a:lnTo>
                  <a:lnTo>
                    <a:pt x="194" y="425"/>
                  </a:lnTo>
                  <a:lnTo>
                    <a:pt x="183" y="423"/>
                  </a:lnTo>
                  <a:lnTo>
                    <a:pt x="174" y="427"/>
                  </a:lnTo>
                  <a:lnTo>
                    <a:pt x="168" y="428"/>
                  </a:lnTo>
                  <a:lnTo>
                    <a:pt x="163" y="430"/>
                  </a:lnTo>
                  <a:lnTo>
                    <a:pt x="160" y="430"/>
                  </a:lnTo>
                  <a:lnTo>
                    <a:pt x="158" y="412"/>
                  </a:lnTo>
                  <a:lnTo>
                    <a:pt x="151" y="391"/>
                  </a:lnTo>
                  <a:lnTo>
                    <a:pt x="146" y="398"/>
                  </a:lnTo>
                  <a:lnTo>
                    <a:pt x="143" y="401"/>
                  </a:lnTo>
                  <a:lnTo>
                    <a:pt x="133" y="397"/>
                  </a:lnTo>
                  <a:lnTo>
                    <a:pt x="129" y="398"/>
                  </a:lnTo>
                  <a:lnTo>
                    <a:pt x="124" y="403"/>
                  </a:lnTo>
                  <a:lnTo>
                    <a:pt x="119" y="404"/>
                  </a:lnTo>
                  <a:lnTo>
                    <a:pt x="110" y="406"/>
                  </a:lnTo>
                  <a:lnTo>
                    <a:pt x="104" y="403"/>
                  </a:lnTo>
                  <a:lnTo>
                    <a:pt x="94" y="404"/>
                  </a:lnTo>
                  <a:lnTo>
                    <a:pt x="84" y="397"/>
                  </a:lnTo>
                  <a:lnTo>
                    <a:pt x="81" y="400"/>
                  </a:lnTo>
                  <a:lnTo>
                    <a:pt x="73" y="401"/>
                  </a:lnTo>
                  <a:lnTo>
                    <a:pt x="70" y="387"/>
                  </a:lnTo>
                  <a:lnTo>
                    <a:pt x="71" y="377"/>
                  </a:lnTo>
                  <a:lnTo>
                    <a:pt x="67" y="373"/>
                  </a:lnTo>
                  <a:lnTo>
                    <a:pt x="62" y="353"/>
                  </a:lnTo>
                  <a:lnTo>
                    <a:pt x="56" y="341"/>
                  </a:lnTo>
                  <a:lnTo>
                    <a:pt x="56" y="336"/>
                  </a:lnTo>
                  <a:lnTo>
                    <a:pt x="59" y="333"/>
                  </a:lnTo>
                  <a:lnTo>
                    <a:pt x="60" y="325"/>
                  </a:lnTo>
                  <a:lnTo>
                    <a:pt x="57" y="314"/>
                  </a:lnTo>
                  <a:lnTo>
                    <a:pt x="55" y="305"/>
                  </a:lnTo>
                  <a:lnTo>
                    <a:pt x="45" y="288"/>
                  </a:lnTo>
                  <a:lnTo>
                    <a:pt x="43" y="283"/>
                  </a:lnTo>
                  <a:lnTo>
                    <a:pt x="39" y="278"/>
                  </a:lnTo>
                  <a:lnTo>
                    <a:pt x="29" y="274"/>
                  </a:lnTo>
                  <a:lnTo>
                    <a:pt x="23" y="268"/>
                  </a:lnTo>
                  <a:lnTo>
                    <a:pt x="18" y="268"/>
                  </a:lnTo>
                  <a:lnTo>
                    <a:pt x="13" y="264"/>
                  </a:lnTo>
                  <a:lnTo>
                    <a:pt x="12" y="253"/>
                  </a:lnTo>
                  <a:lnTo>
                    <a:pt x="11" y="233"/>
                  </a:lnTo>
                  <a:lnTo>
                    <a:pt x="6" y="223"/>
                  </a:lnTo>
                  <a:lnTo>
                    <a:pt x="2" y="219"/>
                  </a:lnTo>
                  <a:lnTo>
                    <a:pt x="1" y="214"/>
                  </a:lnTo>
                  <a:lnTo>
                    <a:pt x="0" y="196"/>
                  </a:lnTo>
                  <a:lnTo>
                    <a:pt x="1" y="182"/>
                  </a:lnTo>
                  <a:lnTo>
                    <a:pt x="7" y="163"/>
                  </a:lnTo>
                  <a:lnTo>
                    <a:pt x="12" y="154"/>
                  </a:lnTo>
                  <a:lnTo>
                    <a:pt x="19" y="145"/>
                  </a:lnTo>
                  <a:lnTo>
                    <a:pt x="25" y="134"/>
                  </a:lnTo>
                  <a:lnTo>
                    <a:pt x="33" y="129"/>
                  </a:lnTo>
                  <a:lnTo>
                    <a:pt x="33" y="134"/>
                  </a:lnTo>
                  <a:lnTo>
                    <a:pt x="60" y="174"/>
                  </a:lnTo>
                  <a:lnTo>
                    <a:pt x="73" y="185"/>
                  </a:lnTo>
                  <a:lnTo>
                    <a:pt x="87" y="188"/>
                  </a:lnTo>
                  <a:lnTo>
                    <a:pt x="99" y="185"/>
                  </a:lnTo>
                  <a:lnTo>
                    <a:pt x="110" y="183"/>
                  </a:lnTo>
                  <a:lnTo>
                    <a:pt x="120" y="190"/>
                  </a:lnTo>
                  <a:lnTo>
                    <a:pt x="129" y="186"/>
                  </a:lnTo>
                  <a:lnTo>
                    <a:pt x="138" y="186"/>
                  </a:lnTo>
                  <a:lnTo>
                    <a:pt x="148" y="187"/>
                  </a:lnTo>
                  <a:lnTo>
                    <a:pt x="156" y="183"/>
                  </a:lnTo>
                  <a:lnTo>
                    <a:pt x="172" y="165"/>
                  </a:lnTo>
                  <a:lnTo>
                    <a:pt x="179" y="156"/>
                  </a:lnTo>
                  <a:lnTo>
                    <a:pt x="184" y="155"/>
                  </a:lnTo>
                  <a:lnTo>
                    <a:pt x="211" y="156"/>
                  </a:lnTo>
                  <a:lnTo>
                    <a:pt x="216" y="159"/>
                  </a:lnTo>
                  <a:lnTo>
                    <a:pt x="217" y="166"/>
                  </a:lnTo>
                  <a:lnTo>
                    <a:pt x="222" y="166"/>
                  </a:lnTo>
                  <a:lnTo>
                    <a:pt x="243" y="174"/>
                  </a:lnTo>
                  <a:lnTo>
                    <a:pt x="253" y="174"/>
                  </a:lnTo>
                  <a:lnTo>
                    <a:pt x="264" y="167"/>
                  </a:lnTo>
                  <a:lnTo>
                    <a:pt x="273" y="165"/>
                  </a:lnTo>
                  <a:lnTo>
                    <a:pt x="285" y="163"/>
                  </a:lnTo>
                  <a:lnTo>
                    <a:pt x="298" y="159"/>
                  </a:lnTo>
                  <a:lnTo>
                    <a:pt x="304" y="154"/>
                  </a:lnTo>
                  <a:lnTo>
                    <a:pt x="308" y="147"/>
                  </a:lnTo>
                  <a:lnTo>
                    <a:pt x="315" y="135"/>
                  </a:lnTo>
                  <a:lnTo>
                    <a:pt x="324" y="117"/>
                  </a:lnTo>
                  <a:lnTo>
                    <a:pt x="330" y="90"/>
                  </a:lnTo>
                  <a:lnTo>
                    <a:pt x="356" y="61"/>
                  </a:lnTo>
                  <a:lnTo>
                    <a:pt x="361" y="49"/>
                  </a:lnTo>
                  <a:lnTo>
                    <a:pt x="363" y="27"/>
                  </a:lnTo>
                  <a:lnTo>
                    <a:pt x="369" y="10"/>
                  </a:lnTo>
                  <a:lnTo>
                    <a:pt x="375" y="2"/>
                  </a:lnTo>
                  <a:lnTo>
                    <a:pt x="394" y="0"/>
                  </a:lnTo>
                  <a:lnTo>
                    <a:pt x="445" y="2"/>
                  </a:lnTo>
                  <a:lnTo>
                    <a:pt x="454" y="7"/>
                  </a:lnTo>
                  <a:lnTo>
                    <a:pt x="468" y="11"/>
                  </a:lnTo>
                  <a:lnTo>
                    <a:pt x="47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1" name="Freeform 117">
              <a:extLst>
                <a:ext uri="{FF2B5EF4-FFF2-40B4-BE49-F238E27FC236}">
                  <a16:creationId xmlns:a16="http://schemas.microsoft.com/office/drawing/2014/main" id="{2867876D-90A2-F903-351E-F3B9F311A8B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057161" y="4314919"/>
              <a:ext cx="105951" cy="57075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5" y="69"/>
                </a:cxn>
                <a:cxn ang="0">
                  <a:pos x="11" y="72"/>
                </a:cxn>
                <a:cxn ang="0">
                  <a:pos x="50" y="75"/>
                </a:cxn>
                <a:cxn ang="0">
                  <a:pos x="81" y="73"/>
                </a:cxn>
                <a:cxn ang="0">
                  <a:pos x="88" y="69"/>
                </a:cxn>
                <a:cxn ang="0">
                  <a:pos x="88" y="62"/>
                </a:cxn>
                <a:cxn ang="0">
                  <a:pos x="89" y="58"/>
                </a:cxn>
                <a:cxn ang="0">
                  <a:pos x="93" y="51"/>
                </a:cxn>
                <a:cxn ang="0">
                  <a:pos x="98" y="47"/>
                </a:cxn>
                <a:cxn ang="0">
                  <a:pos x="102" y="49"/>
                </a:cxn>
                <a:cxn ang="0">
                  <a:pos x="97" y="58"/>
                </a:cxn>
                <a:cxn ang="0">
                  <a:pos x="96" y="68"/>
                </a:cxn>
                <a:cxn ang="0">
                  <a:pos x="102" y="72"/>
                </a:cxn>
                <a:cxn ang="0">
                  <a:pos x="110" y="69"/>
                </a:cxn>
                <a:cxn ang="0">
                  <a:pos x="119" y="69"/>
                </a:cxn>
                <a:cxn ang="0">
                  <a:pos x="126" y="73"/>
                </a:cxn>
                <a:cxn ang="0">
                  <a:pos x="135" y="72"/>
                </a:cxn>
                <a:cxn ang="0">
                  <a:pos x="142" y="69"/>
                </a:cxn>
                <a:cxn ang="0">
                  <a:pos x="160" y="47"/>
                </a:cxn>
                <a:cxn ang="0">
                  <a:pos x="169" y="41"/>
                </a:cxn>
                <a:cxn ang="0">
                  <a:pos x="175" y="42"/>
                </a:cxn>
                <a:cxn ang="0">
                  <a:pos x="184" y="37"/>
                </a:cxn>
                <a:cxn ang="0">
                  <a:pos x="185" y="27"/>
                </a:cxn>
                <a:cxn ang="0">
                  <a:pos x="183" y="18"/>
                </a:cxn>
                <a:cxn ang="0">
                  <a:pos x="179" y="9"/>
                </a:cxn>
                <a:cxn ang="0">
                  <a:pos x="179" y="4"/>
                </a:cxn>
                <a:cxn ang="0">
                  <a:pos x="188" y="2"/>
                </a:cxn>
                <a:cxn ang="0">
                  <a:pos x="195" y="5"/>
                </a:cxn>
                <a:cxn ang="0">
                  <a:pos x="201" y="5"/>
                </a:cxn>
                <a:cxn ang="0">
                  <a:pos x="204" y="3"/>
                </a:cxn>
                <a:cxn ang="0">
                  <a:pos x="210" y="0"/>
                </a:cxn>
                <a:cxn ang="0">
                  <a:pos x="217" y="4"/>
                </a:cxn>
                <a:cxn ang="0">
                  <a:pos x="222" y="14"/>
                </a:cxn>
                <a:cxn ang="0">
                  <a:pos x="223" y="27"/>
                </a:cxn>
                <a:cxn ang="0">
                  <a:pos x="221" y="36"/>
                </a:cxn>
                <a:cxn ang="0">
                  <a:pos x="216" y="42"/>
                </a:cxn>
                <a:cxn ang="0">
                  <a:pos x="210" y="45"/>
                </a:cxn>
                <a:cxn ang="0">
                  <a:pos x="206" y="52"/>
                </a:cxn>
                <a:cxn ang="0">
                  <a:pos x="210" y="63"/>
                </a:cxn>
                <a:cxn ang="0">
                  <a:pos x="204" y="74"/>
                </a:cxn>
                <a:cxn ang="0">
                  <a:pos x="195" y="77"/>
                </a:cxn>
                <a:cxn ang="0">
                  <a:pos x="183" y="74"/>
                </a:cxn>
                <a:cxn ang="0">
                  <a:pos x="179" y="79"/>
                </a:cxn>
                <a:cxn ang="0">
                  <a:pos x="178" y="86"/>
                </a:cxn>
                <a:cxn ang="0">
                  <a:pos x="167" y="97"/>
                </a:cxn>
                <a:cxn ang="0">
                  <a:pos x="142" y="110"/>
                </a:cxn>
                <a:cxn ang="0">
                  <a:pos x="132" y="112"/>
                </a:cxn>
                <a:cxn ang="0">
                  <a:pos x="121" y="115"/>
                </a:cxn>
                <a:cxn ang="0">
                  <a:pos x="102" y="115"/>
                </a:cxn>
                <a:cxn ang="0">
                  <a:pos x="91" y="117"/>
                </a:cxn>
                <a:cxn ang="0">
                  <a:pos x="77" y="117"/>
                </a:cxn>
                <a:cxn ang="0">
                  <a:pos x="66" y="106"/>
                </a:cxn>
                <a:cxn ang="0">
                  <a:pos x="59" y="106"/>
                </a:cxn>
                <a:cxn ang="0">
                  <a:pos x="48" y="110"/>
                </a:cxn>
                <a:cxn ang="0">
                  <a:pos x="27" y="96"/>
                </a:cxn>
                <a:cxn ang="0">
                  <a:pos x="12" y="92"/>
                </a:cxn>
                <a:cxn ang="0">
                  <a:pos x="4" y="84"/>
                </a:cxn>
                <a:cxn ang="0">
                  <a:pos x="0" y="73"/>
                </a:cxn>
              </a:cxnLst>
              <a:rect l="0" t="0" r="r" b="b"/>
              <a:pathLst>
                <a:path w="223" h="117">
                  <a:moveTo>
                    <a:pt x="0" y="73"/>
                  </a:moveTo>
                  <a:lnTo>
                    <a:pt x="5" y="69"/>
                  </a:lnTo>
                  <a:lnTo>
                    <a:pt x="11" y="72"/>
                  </a:lnTo>
                  <a:lnTo>
                    <a:pt x="50" y="75"/>
                  </a:lnTo>
                  <a:lnTo>
                    <a:pt x="81" y="73"/>
                  </a:lnTo>
                  <a:lnTo>
                    <a:pt x="88" y="69"/>
                  </a:lnTo>
                  <a:lnTo>
                    <a:pt x="88" y="62"/>
                  </a:lnTo>
                  <a:lnTo>
                    <a:pt x="89" y="58"/>
                  </a:lnTo>
                  <a:lnTo>
                    <a:pt x="93" y="51"/>
                  </a:lnTo>
                  <a:lnTo>
                    <a:pt x="98" y="47"/>
                  </a:lnTo>
                  <a:lnTo>
                    <a:pt x="102" y="49"/>
                  </a:lnTo>
                  <a:lnTo>
                    <a:pt x="97" y="58"/>
                  </a:lnTo>
                  <a:lnTo>
                    <a:pt x="96" y="68"/>
                  </a:lnTo>
                  <a:lnTo>
                    <a:pt x="102" y="72"/>
                  </a:lnTo>
                  <a:lnTo>
                    <a:pt x="110" y="69"/>
                  </a:lnTo>
                  <a:lnTo>
                    <a:pt x="119" y="69"/>
                  </a:lnTo>
                  <a:lnTo>
                    <a:pt x="126" y="73"/>
                  </a:lnTo>
                  <a:lnTo>
                    <a:pt x="135" y="72"/>
                  </a:lnTo>
                  <a:lnTo>
                    <a:pt x="142" y="69"/>
                  </a:lnTo>
                  <a:lnTo>
                    <a:pt x="160" y="47"/>
                  </a:lnTo>
                  <a:lnTo>
                    <a:pt x="169" y="41"/>
                  </a:lnTo>
                  <a:lnTo>
                    <a:pt x="175" y="42"/>
                  </a:lnTo>
                  <a:lnTo>
                    <a:pt x="184" y="37"/>
                  </a:lnTo>
                  <a:lnTo>
                    <a:pt x="185" y="27"/>
                  </a:lnTo>
                  <a:lnTo>
                    <a:pt x="183" y="18"/>
                  </a:lnTo>
                  <a:lnTo>
                    <a:pt x="179" y="9"/>
                  </a:lnTo>
                  <a:lnTo>
                    <a:pt x="179" y="4"/>
                  </a:lnTo>
                  <a:lnTo>
                    <a:pt x="188" y="2"/>
                  </a:lnTo>
                  <a:lnTo>
                    <a:pt x="195" y="5"/>
                  </a:lnTo>
                  <a:lnTo>
                    <a:pt x="201" y="5"/>
                  </a:lnTo>
                  <a:lnTo>
                    <a:pt x="204" y="3"/>
                  </a:lnTo>
                  <a:lnTo>
                    <a:pt x="210" y="0"/>
                  </a:lnTo>
                  <a:lnTo>
                    <a:pt x="217" y="4"/>
                  </a:lnTo>
                  <a:lnTo>
                    <a:pt x="222" y="14"/>
                  </a:lnTo>
                  <a:lnTo>
                    <a:pt x="223" y="27"/>
                  </a:lnTo>
                  <a:lnTo>
                    <a:pt x="221" y="36"/>
                  </a:lnTo>
                  <a:lnTo>
                    <a:pt x="216" y="42"/>
                  </a:lnTo>
                  <a:lnTo>
                    <a:pt x="210" y="45"/>
                  </a:lnTo>
                  <a:lnTo>
                    <a:pt x="206" y="52"/>
                  </a:lnTo>
                  <a:lnTo>
                    <a:pt x="210" y="63"/>
                  </a:lnTo>
                  <a:lnTo>
                    <a:pt x="204" y="74"/>
                  </a:lnTo>
                  <a:lnTo>
                    <a:pt x="195" y="77"/>
                  </a:lnTo>
                  <a:lnTo>
                    <a:pt x="183" y="74"/>
                  </a:lnTo>
                  <a:lnTo>
                    <a:pt x="179" y="79"/>
                  </a:lnTo>
                  <a:lnTo>
                    <a:pt x="178" y="86"/>
                  </a:lnTo>
                  <a:lnTo>
                    <a:pt x="167" y="97"/>
                  </a:lnTo>
                  <a:lnTo>
                    <a:pt x="142" y="110"/>
                  </a:lnTo>
                  <a:lnTo>
                    <a:pt x="132" y="112"/>
                  </a:lnTo>
                  <a:lnTo>
                    <a:pt x="121" y="115"/>
                  </a:lnTo>
                  <a:lnTo>
                    <a:pt x="102" y="115"/>
                  </a:lnTo>
                  <a:lnTo>
                    <a:pt x="91" y="117"/>
                  </a:lnTo>
                  <a:lnTo>
                    <a:pt x="77" y="117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48" y="110"/>
                  </a:lnTo>
                  <a:lnTo>
                    <a:pt x="27" y="96"/>
                  </a:lnTo>
                  <a:lnTo>
                    <a:pt x="12" y="92"/>
                  </a:lnTo>
                  <a:lnTo>
                    <a:pt x="4" y="84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2" name="Freeform 118">
              <a:extLst>
                <a:ext uri="{FF2B5EF4-FFF2-40B4-BE49-F238E27FC236}">
                  <a16:creationId xmlns:a16="http://schemas.microsoft.com/office/drawing/2014/main" id="{C79B3BF0-DB38-07E7-B90D-0ABA9F813F4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863597" y="4274151"/>
              <a:ext cx="260801" cy="214032"/>
            </a:xfrm>
            <a:custGeom>
              <a:avLst/>
              <a:gdLst/>
              <a:ahLst/>
              <a:cxnLst>
                <a:cxn ang="0">
                  <a:pos x="5" y="134"/>
                </a:cxn>
                <a:cxn ang="0">
                  <a:pos x="0" y="231"/>
                </a:cxn>
                <a:cxn ang="0">
                  <a:pos x="10" y="346"/>
                </a:cxn>
                <a:cxn ang="0">
                  <a:pos x="31" y="362"/>
                </a:cxn>
                <a:cxn ang="0">
                  <a:pos x="56" y="362"/>
                </a:cxn>
                <a:cxn ang="0">
                  <a:pos x="93" y="368"/>
                </a:cxn>
                <a:cxn ang="0">
                  <a:pos x="125" y="352"/>
                </a:cxn>
                <a:cxn ang="0">
                  <a:pos x="118" y="323"/>
                </a:cxn>
                <a:cxn ang="0">
                  <a:pos x="137" y="307"/>
                </a:cxn>
                <a:cxn ang="0">
                  <a:pos x="152" y="298"/>
                </a:cxn>
                <a:cxn ang="0">
                  <a:pos x="155" y="273"/>
                </a:cxn>
                <a:cxn ang="0">
                  <a:pos x="180" y="278"/>
                </a:cxn>
                <a:cxn ang="0">
                  <a:pos x="196" y="276"/>
                </a:cxn>
                <a:cxn ang="0">
                  <a:pos x="211" y="279"/>
                </a:cxn>
                <a:cxn ang="0">
                  <a:pos x="232" y="289"/>
                </a:cxn>
                <a:cxn ang="0">
                  <a:pos x="258" y="296"/>
                </a:cxn>
                <a:cxn ang="0">
                  <a:pos x="291" y="323"/>
                </a:cxn>
                <a:cxn ang="0">
                  <a:pos x="330" y="356"/>
                </a:cxn>
                <a:cxn ang="0">
                  <a:pos x="335" y="375"/>
                </a:cxn>
                <a:cxn ang="0">
                  <a:pos x="357" y="392"/>
                </a:cxn>
                <a:cxn ang="0">
                  <a:pos x="388" y="415"/>
                </a:cxn>
                <a:cxn ang="0">
                  <a:pos x="425" y="419"/>
                </a:cxn>
                <a:cxn ang="0">
                  <a:pos x="495" y="435"/>
                </a:cxn>
                <a:cxn ang="0">
                  <a:pos x="526" y="441"/>
                </a:cxn>
                <a:cxn ang="0">
                  <a:pos x="515" y="427"/>
                </a:cxn>
                <a:cxn ang="0">
                  <a:pos x="544" y="425"/>
                </a:cxn>
                <a:cxn ang="0">
                  <a:pos x="506" y="413"/>
                </a:cxn>
                <a:cxn ang="0">
                  <a:pos x="496" y="391"/>
                </a:cxn>
                <a:cxn ang="0">
                  <a:pos x="462" y="383"/>
                </a:cxn>
                <a:cxn ang="0">
                  <a:pos x="456" y="357"/>
                </a:cxn>
                <a:cxn ang="0">
                  <a:pos x="419" y="351"/>
                </a:cxn>
                <a:cxn ang="0">
                  <a:pos x="397" y="323"/>
                </a:cxn>
                <a:cxn ang="0">
                  <a:pos x="393" y="301"/>
                </a:cxn>
                <a:cxn ang="0">
                  <a:pos x="367" y="285"/>
                </a:cxn>
                <a:cxn ang="0">
                  <a:pos x="341" y="255"/>
                </a:cxn>
                <a:cxn ang="0">
                  <a:pos x="339" y="231"/>
                </a:cxn>
                <a:cxn ang="0">
                  <a:pos x="370" y="227"/>
                </a:cxn>
                <a:cxn ang="0">
                  <a:pos x="375" y="201"/>
                </a:cxn>
                <a:cxn ang="0">
                  <a:pos x="348" y="187"/>
                </a:cxn>
                <a:cxn ang="0">
                  <a:pos x="296" y="166"/>
                </a:cxn>
                <a:cxn ang="0">
                  <a:pos x="266" y="136"/>
                </a:cxn>
                <a:cxn ang="0">
                  <a:pos x="238" y="103"/>
                </a:cxn>
                <a:cxn ang="0">
                  <a:pos x="193" y="70"/>
                </a:cxn>
                <a:cxn ang="0">
                  <a:pos x="166" y="61"/>
                </a:cxn>
                <a:cxn ang="0">
                  <a:pos x="92" y="36"/>
                </a:cxn>
                <a:cxn ang="0">
                  <a:pos x="42" y="16"/>
                </a:cxn>
                <a:cxn ang="0">
                  <a:pos x="1" y="0"/>
                </a:cxn>
              </a:cxnLst>
              <a:rect l="0" t="0" r="r" b="b"/>
              <a:pathLst>
                <a:path w="544" h="446">
                  <a:moveTo>
                    <a:pt x="1" y="0"/>
                  </a:moveTo>
                  <a:lnTo>
                    <a:pt x="0" y="9"/>
                  </a:lnTo>
                  <a:lnTo>
                    <a:pt x="5" y="134"/>
                  </a:lnTo>
                  <a:lnTo>
                    <a:pt x="5" y="206"/>
                  </a:lnTo>
                  <a:lnTo>
                    <a:pt x="1" y="227"/>
                  </a:lnTo>
                  <a:lnTo>
                    <a:pt x="0" y="231"/>
                  </a:lnTo>
                  <a:lnTo>
                    <a:pt x="7" y="248"/>
                  </a:lnTo>
                  <a:lnTo>
                    <a:pt x="7" y="289"/>
                  </a:lnTo>
                  <a:lnTo>
                    <a:pt x="10" y="346"/>
                  </a:lnTo>
                  <a:lnTo>
                    <a:pt x="13" y="360"/>
                  </a:lnTo>
                  <a:lnTo>
                    <a:pt x="26" y="359"/>
                  </a:lnTo>
                  <a:lnTo>
                    <a:pt x="31" y="362"/>
                  </a:lnTo>
                  <a:lnTo>
                    <a:pt x="39" y="365"/>
                  </a:lnTo>
                  <a:lnTo>
                    <a:pt x="48" y="365"/>
                  </a:lnTo>
                  <a:lnTo>
                    <a:pt x="56" y="362"/>
                  </a:lnTo>
                  <a:lnTo>
                    <a:pt x="72" y="362"/>
                  </a:lnTo>
                  <a:lnTo>
                    <a:pt x="77" y="362"/>
                  </a:lnTo>
                  <a:lnTo>
                    <a:pt x="93" y="368"/>
                  </a:lnTo>
                  <a:lnTo>
                    <a:pt x="99" y="366"/>
                  </a:lnTo>
                  <a:lnTo>
                    <a:pt x="114" y="356"/>
                  </a:lnTo>
                  <a:lnTo>
                    <a:pt x="125" y="352"/>
                  </a:lnTo>
                  <a:lnTo>
                    <a:pt x="130" y="346"/>
                  </a:lnTo>
                  <a:lnTo>
                    <a:pt x="124" y="330"/>
                  </a:lnTo>
                  <a:lnTo>
                    <a:pt x="118" y="323"/>
                  </a:lnTo>
                  <a:lnTo>
                    <a:pt x="112" y="317"/>
                  </a:lnTo>
                  <a:lnTo>
                    <a:pt x="131" y="312"/>
                  </a:lnTo>
                  <a:lnTo>
                    <a:pt x="137" y="307"/>
                  </a:lnTo>
                  <a:lnTo>
                    <a:pt x="135" y="302"/>
                  </a:lnTo>
                  <a:lnTo>
                    <a:pt x="140" y="297"/>
                  </a:lnTo>
                  <a:lnTo>
                    <a:pt x="152" y="298"/>
                  </a:lnTo>
                  <a:lnTo>
                    <a:pt x="160" y="296"/>
                  </a:lnTo>
                  <a:lnTo>
                    <a:pt x="157" y="287"/>
                  </a:lnTo>
                  <a:lnTo>
                    <a:pt x="155" y="273"/>
                  </a:lnTo>
                  <a:lnTo>
                    <a:pt x="161" y="278"/>
                  </a:lnTo>
                  <a:lnTo>
                    <a:pt x="173" y="280"/>
                  </a:lnTo>
                  <a:lnTo>
                    <a:pt x="180" y="278"/>
                  </a:lnTo>
                  <a:lnTo>
                    <a:pt x="184" y="273"/>
                  </a:lnTo>
                  <a:lnTo>
                    <a:pt x="189" y="269"/>
                  </a:lnTo>
                  <a:lnTo>
                    <a:pt x="196" y="276"/>
                  </a:lnTo>
                  <a:lnTo>
                    <a:pt x="203" y="273"/>
                  </a:lnTo>
                  <a:lnTo>
                    <a:pt x="210" y="275"/>
                  </a:lnTo>
                  <a:lnTo>
                    <a:pt x="211" y="279"/>
                  </a:lnTo>
                  <a:lnTo>
                    <a:pt x="216" y="282"/>
                  </a:lnTo>
                  <a:lnTo>
                    <a:pt x="223" y="284"/>
                  </a:lnTo>
                  <a:lnTo>
                    <a:pt x="232" y="289"/>
                  </a:lnTo>
                  <a:lnTo>
                    <a:pt x="238" y="290"/>
                  </a:lnTo>
                  <a:lnTo>
                    <a:pt x="247" y="296"/>
                  </a:lnTo>
                  <a:lnTo>
                    <a:pt x="258" y="296"/>
                  </a:lnTo>
                  <a:lnTo>
                    <a:pt x="278" y="302"/>
                  </a:lnTo>
                  <a:lnTo>
                    <a:pt x="289" y="311"/>
                  </a:lnTo>
                  <a:lnTo>
                    <a:pt x="291" y="323"/>
                  </a:lnTo>
                  <a:lnTo>
                    <a:pt x="306" y="341"/>
                  </a:lnTo>
                  <a:lnTo>
                    <a:pt x="312" y="354"/>
                  </a:lnTo>
                  <a:lnTo>
                    <a:pt x="330" y="356"/>
                  </a:lnTo>
                  <a:lnTo>
                    <a:pt x="328" y="365"/>
                  </a:lnTo>
                  <a:lnTo>
                    <a:pt x="329" y="367"/>
                  </a:lnTo>
                  <a:lnTo>
                    <a:pt x="335" y="375"/>
                  </a:lnTo>
                  <a:lnTo>
                    <a:pt x="343" y="378"/>
                  </a:lnTo>
                  <a:lnTo>
                    <a:pt x="350" y="384"/>
                  </a:lnTo>
                  <a:lnTo>
                    <a:pt x="357" y="392"/>
                  </a:lnTo>
                  <a:lnTo>
                    <a:pt x="373" y="410"/>
                  </a:lnTo>
                  <a:lnTo>
                    <a:pt x="378" y="410"/>
                  </a:lnTo>
                  <a:lnTo>
                    <a:pt x="388" y="415"/>
                  </a:lnTo>
                  <a:lnTo>
                    <a:pt x="399" y="416"/>
                  </a:lnTo>
                  <a:lnTo>
                    <a:pt x="408" y="419"/>
                  </a:lnTo>
                  <a:lnTo>
                    <a:pt x="425" y="419"/>
                  </a:lnTo>
                  <a:lnTo>
                    <a:pt x="442" y="424"/>
                  </a:lnTo>
                  <a:lnTo>
                    <a:pt x="494" y="431"/>
                  </a:lnTo>
                  <a:lnTo>
                    <a:pt x="495" y="435"/>
                  </a:lnTo>
                  <a:lnTo>
                    <a:pt x="497" y="441"/>
                  </a:lnTo>
                  <a:lnTo>
                    <a:pt x="512" y="446"/>
                  </a:lnTo>
                  <a:lnTo>
                    <a:pt x="526" y="441"/>
                  </a:lnTo>
                  <a:lnTo>
                    <a:pt x="531" y="435"/>
                  </a:lnTo>
                  <a:lnTo>
                    <a:pt x="522" y="429"/>
                  </a:lnTo>
                  <a:lnTo>
                    <a:pt x="515" y="427"/>
                  </a:lnTo>
                  <a:lnTo>
                    <a:pt x="522" y="426"/>
                  </a:lnTo>
                  <a:lnTo>
                    <a:pt x="533" y="427"/>
                  </a:lnTo>
                  <a:lnTo>
                    <a:pt x="544" y="425"/>
                  </a:lnTo>
                  <a:lnTo>
                    <a:pt x="542" y="420"/>
                  </a:lnTo>
                  <a:lnTo>
                    <a:pt x="517" y="416"/>
                  </a:lnTo>
                  <a:lnTo>
                    <a:pt x="506" y="413"/>
                  </a:lnTo>
                  <a:lnTo>
                    <a:pt x="486" y="402"/>
                  </a:lnTo>
                  <a:lnTo>
                    <a:pt x="489" y="394"/>
                  </a:lnTo>
                  <a:lnTo>
                    <a:pt x="496" y="391"/>
                  </a:lnTo>
                  <a:lnTo>
                    <a:pt x="486" y="386"/>
                  </a:lnTo>
                  <a:lnTo>
                    <a:pt x="473" y="383"/>
                  </a:lnTo>
                  <a:lnTo>
                    <a:pt x="462" y="383"/>
                  </a:lnTo>
                  <a:lnTo>
                    <a:pt x="453" y="377"/>
                  </a:lnTo>
                  <a:lnTo>
                    <a:pt x="454" y="367"/>
                  </a:lnTo>
                  <a:lnTo>
                    <a:pt x="456" y="357"/>
                  </a:lnTo>
                  <a:lnTo>
                    <a:pt x="451" y="354"/>
                  </a:lnTo>
                  <a:lnTo>
                    <a:pt x="426" y="356"/>
                  </a:lnTo>
                  <a:lnTo>
                    <a:pt x="419" y="351"/>
                  </a:lnTo>
                  <a:lnTo>
                    <a:pt x="410" y="336"/>
                  </a:lnTo>
                  <a:lnTo>
                    <a:pt x="403" y="330"/>
                  </a:lnTo>
                  <a:lnTo>
                    <a:pt x="397" y="323"/>
                  </a:lnTo>
                  <a:lnTo>
                    <a:pt x="397" y="309"/>
                  </a:lnTo>
                  <a:lnTo>
                    <a:pt x="395" y="303"/>
                  </a:lnTo>
                  <a:lnTo>
                    <a:pt x="393" y="301"/>
                  </a:lnTo>
                  <a:lnTo>
                    <a:pt x="387" y="300"/>
                  </a:lnTo>
                  <a:lnTo>
                    <a:pt x="383" y="296"/>
                  </a:lnTo>
                  <a:lnTo>
                    <a:pt x="367" y="285"/>
                  </a:lnTo>
                  <a:lnTo>
                    <a:pt x="356" y="271"/>
                  </a:lnTo>
                  <a:lnTo>
                    <a:pt x="348" y="268"/>
                  </a:lnTo>
                  <a:lnTo>
                    <a:pt x="341" y="255"/>
                  </a:lnTo>
                  <a:lnTo>
                    <a:pt x="339" y="244"/>
                  </a:lnTo>
                  <a:lnTo>
                    <a:pt x="334" y="237"/>
                  </a:lnTo>
                  <a:lnTo>
                    <a:pt x="339" y="231"/>
                  </a:lnTo>
                  <a:lnTo>
                    <a:pt x="351" y="231"/>
                  </a:lnTo>
                  <a:lnTo>
                    <a:pt x="362" y="230"/>
                  </a:lnTo>
                  <a:lnTo>
                    <a:pt x="370" y="227"/>
                  </a:lnTo>
                  <a:lnTo>
                    <a:pt x="378" y="227"/>
                  </a:lnTo>
                  <a:lnTo>
                    <a:pt x="379" y="212"/>
                  </a:lnTo>
                  <a:lnTo>
                    <a:pt x="375" y="201"/>
                  </a:lnTo>
                  <a:lnTo>
                    <a:pt x="366" y="193"/>
                  </a:lnTo>
                  <a:lnTo>
                    <a:pt x="356" y="187"/>
                  </a:lnTo>
                  <a:lnTo>
                    <a:pt x="348" y="187"/>
                  </a:lnTo>
                  <a:lnTo>
                    <a:pt x="323" y="182"/>
                  </a:lnTo>
                  <a:lnTo>
                    <a:pt x="314" y="178"/>
                  </a:lnTo>
                  <a:lnTo>
                    <a:pt x="296" y="166"/>
                  </a:lnTo>
                  <a:lnTo>
                    <a:pt x="270" y="160"/>
                  </a:lnTo>
                  <a:lnTo>
                    <a:pt x="266" y="156"/>
                  </a:lnTo>
                  <a:lnTo>
                    <a:pt x="266" y="136"/>
                  </a:lnTo>
                  <a:lnTo>
                    <a:pt x="262" y="124"/>
                  </a:lnTo>
                  <a:lnTo>
                    <a:pt x="250" y="112"/>
                  </a:lnTo>
                  <a:lnTo>
                    <a:pt x="238" y="103"/>
                  </a:lnTo>
                  <a:lnTo>
                    <a:pt x="225" y="97"/>
                  </a:lnTo>
                  <a:lnTo>
                    <a:pt x="201" y="82"/>
                  </a:lnTo>
                  <a:lnTo>
                    <a:pt x="193" y="70"/>
                  </a:lnTo>
                  <a:lnTo>
                    <a:pt x="188" y="65"/>
                  </a:lnTo>
                  <a:lnTo>
                    <a:pt x="177" y="65"/>
                  </a:lnTo>
                  <a:lnTo>
                    <a:pt x="166" y="61"/>
                  </a:lnTo>
                  <a:lnTo>
                    <a:pt x="124" y="43"/>
                  </a:lnTo>
                  <a:lnTo>
                    <a:pt x="102" y="39"/>
                  </a:lnTo>
                  <a:lnTo>
                    <a:pt x="92" y="36"/>
                  </a:lnTo>
                  <a:lnTo>
                    <a:pt x="81" y="33"/>
                  </a:lnTo>
                  <a:lnTo>
                    <a:pt x="63" y="22"/>
                  </a:lnTo>
                  <a:lnTo>
                    <a:pt x="42" y="16"/>
                  </a:lnTo>
                  <a:lnTo>
                    <a:pt x="31" y="10"/>
                  </a:lnTo>
                  <a:lnTo>
                    <a:pt x="16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33" name="Group 119">
              <a:extLst>
                <a:ext uri="{FF2B5EF4-FFF2-40B4-BE49-F238E27FC236}">
                  <a16:creationId xmlns:a16="http://schemas.microsoft.com/office/drawing/2014/main" id="{EA5CB626-3F67-640E-1367-F04C741FB2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6044" y="3709514"/>
              <a:ext cx="244501" cy="350605"/>
              <a:chOff x="3802" y="2280"/>
              <a:chExt cx="102" cy="146"/>
            </a:xfrm>
            <a:grpFill/>
          </p:grpSpPr>
          <p:sp>
            <p:nvSpPr>
              <p:cNvPr id="217" name="Freeform 120">
                <a:extLst>
                  <a:ext uri="{FF2B5EF4-FFF2-40B4-BE49-F238E27FC236}">
                    <a16:creationId xmlns:a16="http://schemas.microsoft.com/office/drawing/2014/main" id="{79A7486E-C4D2-96FD-3E23-9D4236E38FE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02" y="2362"/>
                <a:ext cx="25" cy="33"/>
              </a:xfrm>
              <a:custGeom>
                <a:avLst/>
                <a:gdLst/>
                <a:ahLst/>
                <a:cxnLst>
                  <a:cxn ang="0">
                    <a:pos x="120" y="2"/>
                  </a:cxn>
                  <a:cxn ang="0">
                    <a:pos x="123" y="0"/>
                  </a:cxn>
                  <a:cxn ang="0">
                    <a:pos x="124" y="1"/>
                  </a:cxn>
                  <a:cxn ang="0">
                    <a:pos x="125" y="15"/>
                  </a:cxn>
                  <a:cxn ang="0">
                    <a:pos x="126" y="18"/>
                  </a:cxn>
                  <a:cxn ang="0">
                    <a:pos x="124" y="23"/>
                  </a:cxn>
                  <a:cxn ang="0">
                    <a:pos x="124" y="32"/>
                  </a:cxn>
                  <a:cxn ang="0">
                    <a:pos x="129" y="47"/>
                  </a:cxn>
                  <a:cxn ang="0">
                    <a:pos x="126" y="53"/>
                  </a:cxn>
                  <a:cxn ang="0">
                    <a:pos x="117" y="59"/>
                  </a:cxn>
                  <a:cxn ang="0">
                    <a:pos x="112" y="67"/>
                  </a:cxn>
                  <a:cxn ang="0">
                    <a:pos x="103" y="76"/>
                  </a:cxn>
                  <a:cxn ang="0">
                    <a:pos x="93" y="80"/>
                  </a:cxn>
                  <a:cxn ang="0">
                    <a:pos x="86" y="85"/>
                  </a:cxn>
                  <a:cxn ang="0">
                    <a:pos x="82" y="98"/>
                  </a:cxn>
                  <a:cxn ang="0">
                    <a:pos x="70" y="112"/>
                  </a:cxn>
                  <a:cxn ang="0">
                    <a:pos x="49" y="130"/>
                  </a:cxn>
                  <a:cxn ang="0">
                    <a:pos x="37" y="142"/>
                  </a:cxn>
                  <a:cxn ang="0">
                    <a:pos x="28" y="150"/>
                  </a:cxn>
                  <a:cxn ang="0">
                    <a:pos x="19" y="151"/>
                  </a:cxn>
                  <a:cxn ang="0">
                    <a:pos x="13" y="158"/>
                  </a:cxn>
                  <a:cxn ang="0">
                    <a:pos x="6" y="163"/>
                  </a:cxn>
                  <a:cxn ang="0">
                    <a:pos x="0" y="163"/>
                  </a:cxn>
                  <a:cxn ang="0">
                    <a:pos x="2" y="150"/>
                  </a:cxn>
                  <a:cxn ang="0">
                    <a:pos x="10" y="137"/>
                  </a:cxn>
                  <a:cxn ang="0">
                    <a:pos x="17" y="130"/>
                  </a:cxn>
                  <a:cxn ang="0">
                    <a:pos x="32" y="119"/>
                  </a:cxn>
                  <a:cxn ang="0">
                    <a:pos x="37" y="118"/>
                  </a:cxn>
                  <a:cxn ang="0">
                    <a:pos x="69" y="85"/>
                  </a:cxn>
                  <a:cxn ang="0">
                    <a:pos x="77" y="75"/>
                  </a:cxn>
                  <a:cxn ang="0">
                    <a:pos x="82" y="71"/>
                  </a:cxn>
                  <a:cxn ang="0">
                    <a:pos x="88" y="61"/>
                  </a:cxn>
                  <a:cxn ang="0">
                    <a:pos x="97" y="55"/>
                  </a:cxn>
                  <a:cxn ang="0">
                    <a:pos x="104" y="53"/>
                  </a:cxn>
                  <a:cxn ang="0">
                    <a:pos x="112" y="39"/>
                  </a:cxn>
                  <a:cxn ang="0">
                    <a:pos x="110" y="29"/>
                  </a:cxn>
                  <a:cxn ang="0">
                    <a:pos x="113" y="34"/>
                  </a:cxn>
                  <a:cxn ang="0">
                    <a:pos x="117" y="31"/>
                  </a:cxn>
                  <a:cxn ang="0">
                    <a:pos x="115" y="27"/>
                  </a:cxn>
                  <a:cxn ang="0">
                    <a:pos x="112" y="23"/>
                  </a:cxn>
                  <a:cxn ang="0">
                    <a:pos x="114" y="21"/>
                  </a:cxn>
                  <a:cxn ang="0">
                    <a:pos x="117" y="13"/>
                  </a:cxn>
                  <a:cxn ang="0">
                    <a:pos x="118" y="5"/>
                  </a:cxn>
                  <a:cxn ang="0">
                    <a:pos x="120" y="2"/>
                  </a:cxn>
                </a:cxnLst>
                <a:rect l="0" t="0" r="r" b="b"/>
                <a:pathLst>
                  <a:path w="129" h="163">
                    <a:moveTo>
                      <a:pt x="120" y="2"/>
                    </a:moveTo>
                    <a:lnTo>
                      <a:pt x="123" y="0"/>
                    </a:lnTo>
                    <a:lnTo>
                      <a:pt x="124" y="1"/>
                    </a:lnTo>
                    <a:lnTo>
                      <a:pt x="125" y="15"/>
                    </a:lnTo>
                    <a:lnTo>
                      <a:pt x="126" y="18"/>
                    </a:lnTo>
                    <a:lnTo>
                      <a:pt x="124" y="23"/>
                    </a:lnTo>
                    <a:lnTo>
                      <a:pt x="124" y="32"/>
                    </a:lnTo>
                    <a:lnTo>
                      <a:pt x="129" y="47"/>
                    </a:lnTo>
                    <a:lnTo>
                      <a:pt x="126" y="53"/>
                    </a:lnTo>
                    <a:lnTo>
                      <a:pt x="117" y="59"/>
                    </a:lnTo>
                    <a:lnTo>
                      <a:pt x="112" y="67"/>
                    </a:lnTo>
                    <a:lnTo>
                      <a:pt x="103" y="76"/>
                    </a:lnTo>
                    <a:lnTo>
                      <a:pt x="93" y="80"/>
                    </a:lnTo>
                    <a:lnTo>
                      <a:pt x="86" y="85"/>
                    </a:lnTo>
                    <a:lnTo>
                      <a:pt x="82" y="98"/>
                    </a:lnTo>
                    <a:lnTo>
                      <a:pt x="70" y="112"/>
                    </a:lnTo>
                    <a:lnTo>
                      <a:pt x="49" y="130"/>
                    </a:lnTo>
                    <a:lnTo>
                      <a:pt x="37" y="142"/>
                    </a:lnTo>
                    <a:lnTo>
                      <a:pt x="28" y="150"/>
                    </a:lnTo>
                    <a:lnTo>
                      <a:pt x="19" y="151"/>
                    </a:lnTo>
                    <a:lnTo>
                      <a:pt x="13" y="158"/>
                    </a:lnTo>
                    <a:lnTo>
                      <a:pt x="6" y="163"/>
                    </a:lnTo>
                    <a:lnTo>
                      <a:pt x="0" y="163"/>
                    </a:lnTo>
                    <a:lnTo>
                      <a:pt x="2" y="150"/>
                    </a:lnTo>
                    <a:lnTo>
                      <a:pt x="10" y="137"/>
                    </a:lnTo>
                    <a:lnTo>
                      <a:pt x="17" y="130"/>
                    </a:lnTo>
                    <a:lnTo>
                      <a:pt x="32" y="119"/>
                    </a:lnTo>
                    <a:lnTo>
                      <a:pt x="37" y="118"/>
                    </a:lnTo>
                    <a:lnTo>
                      <a:pt x="69" y="85"/>
                    </a:lnTo>
                    <a:lnTo>
                      <a:pt x="77" y="75"/>
                    </a:lnTo>
                    <a:lnTo>
                      <a:pt x="82" y="71"/>
                    </a:lnTo>
                    <a:lnTo>
                      <a:pt x="88" y="61"/>
                    </a:lnTo>
                    <a:lnTo>
                      <a:pt x="97" y="55"/>
                    </a:lnTo>
                    <a:lnTo>
                      <a:pt x="104" y="53"/>
                    </a:lnTo>
                    <a:lnTo>
                      <a:pt x="112" y="39"/>
                    </a:lnTo>
                    <a:lnTo>
                      <a:pt x="110" y="29"/>
                    </a:lnTo>
                    <a:lnTo>
                      <a:pt x="113" y="34"/>
                    </a:lnTo>
                    <a:lnTo>
                      <a:pt x="117" y="31"/>
                    </a:lnTo>
                    <a:lnTo>
                      <a:pt x="115" y="27"/>
                    </a:lnTo>
                    <a:lnTo>
                      <a:pt x="112" y="23"/>
                    </a:lnTo>
                    <a:lnTo>
                      <a:pt x="114" y="21"/>
                    </a:lnTo>
                    <a:lnTo>
                      <a:pt x="117" y="13"/>
                    </a:lnTo>
                    <a:lnTo>
                      <a:pt x="118" y="5"/>
                    </a:lnTo>
                    <a:lnTo>
                      <a:pt x="120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8" name="Freeform 121">
                <a:extLst>
                  <a:ext uri="{FF2B5EF4-FFF2-40B4-BE49-F238E27FC236}">
                    <a16:creationId xmlns:a16="http://schemas.microsoft.com/office/drawing/2014/main" id="{833D59FB-4BE0-5915-4436-74200A23C41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5" y="2339"/>
                <a:ext cx="14" cy="14"/>
              </a:xfrm>
              <a:custGeom>
                <a:avLst/>
                <a:gdLst/>
                <a:ahLst/>
                <a:cxnLst>
                  <a:cxn ang="0">
                    <a:pos x="2" y="3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32" y="0"/>
                  </a:cxn>
                  <a:cxn ang="0">
                    <a:pos x="37" y="0"/>
                  </a:cxn>
                  <a:cxn ang="0">
                    <a:pos x="47" y="3"/>
                  </a:cxn>
                  <a:cxn ang="0">
                    <a:pos x="56" y="10"/>
                  </a:cxn>
                  <a:cxn ang="0">
                    <a:pos x="59" y="16"/>
                  </a:cxn>
                  <a:cxn ang="0">
                    <a:pos x="63" y="17"/>
                  </a:cxn>
                  <a:cxn ang="0">
                    <a:pos x="64" y="28"/>
                  </a:cxn>
                  <a:cxn ang="0">
                    <a:pos x="64" y="38"/>
                  </a:cxn>
                  <a:cxn ang="0">
                    <a:pos x="67" y="51"/>
                  </a:cxn>
                  <a:cxn ang="0">
                    <a:pos x="63" y="54"/>
                  </a:cxn>
                  <a:cxn ang="0">
                    <a:pos x="63" y="62"/>
                  </a:cxn>
                  <a:cxn ang="0">
                    <a:pos x="48" y="71"/>
                  </a:cxn>
                  <a:cxn ang="0">
                    <a:pos x="45" y="64"/>
                  </a:cxn>
                  <a:cxn ang="0">
                    <a:pos x="36" y="57"/>
                  </a:cxn>
                  <a:cxn ang="0">
                    <a:pos x="26" y="36"/>
                  </a:cxn>
                  <a:cxn ang="0">
                    <a:pos x="25" y="25"/>
                  </a:cxn>
                  <a:cxn ang="0">
                    <a:pos x="20" y="16"/>
                  </a:cxn>
                  <a:cxn ang="0">
                    <a:pos x="13" y="13"/>
                  </a:cxn>
                  <a:cxn ang="0">
                    <a:pos x="10" y="4"/>
                  </a:cxn>
                  <a:cxn ang="0">
                    <a:pos x="5" y="3"/>
                  </a:cxn>
                  <a:cxn ang="0">
                    <a:pos x="2" y="3"/>
                  </a:cxn>
                </a:cxnLst>
                <a:rect l="0" t="0" r="r" b="b"/>
                <a:pathLst>
                  <a:path w="67" h="71">
                    <a:moveTo>
                      <a:pt x="2" y="3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32" y="0"/>
                    </a:lnTo>
                    <a:lnTo>
                      <a:pt x="37" y="0"/>
                    </a:lnTo>
                    <a:lnTo>
                      <a:pt x="47" y="3"/>
                    </a:lnTo>
                    <a:lnTo>
                      <a:pt x="56" y="10"/>
                    </a:lnTo>
                    <a:lnTo>
                      <a:pt x="59" y="16"/>
                    </a:lnTo>
                    <a:lnTo>
                      <a:pt x="63" y="17"/>
                    </a:lnTo>
                    <a:lnTo>
                      <a:pt x="64" y="28"/>
                    </a:lnTo>
                    <a:lnTo>
                      <a:pt x="64" y="38"/>
                    </a:lnTo>
                    <a:lnTo>
                      <a:pt x="67" y="51"/>
                    </a:lnTo>
                    <a:lnTo>
                      <a:pt x="63" y="54"/>
                    </a:lnTo>
                    <a:lnTo>
                      <a:pt x="63" y="62"/>
                    </a:lnTo>
                    <a:lnTo>
                      <a:pt x="48" y="71"/>
                    </a:lnTo>
                    <a:lnTo>
                      <a:pt x="45" y="64"/>
                    </a:lnTo>
                    <a:lnTo>
                      <a:pt x="36" y="57"/>
                    </a:lnTo>
                    <a:lnTo>
                      <a:pt x="26" y="36"/>
                    </a:lnTo>
                    <a:lnTo>
                      <a:pt x="25" y="25"/>
                    </a:lnTo>
                    <a:lnTo>
                      <a:pt x="20" y="16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5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9" name="Freeform 122">
                <a:extLst>
                  <a:ext uri="{FF2B5EF4-FFF2-40B4-BE49-F238E27FC236}">
                    <a16:creationId xmlns:a16="http://schemas.microsoft.com/office/drawing/2014/main" id="{0B017BA9-BF5B-6C42-0774-CC92FA5237A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0" y="2280"/>
                <a:ext cx="47" cy="69"/>
              </a:xfrm>
              <a:custGeom>
                <a:avLst/>
                <a:gdLst/>
                <a:ahLst/>
                <a:cxnLst>
                  <a:cxn ang="0">
                    <a:pos x="139" y="17"/>
                  </a:cxn>
                  <a:cxn ang="0">
                    <a:pos x="129" y="44"/>
                  </a:cxn>
                  <a:cxn ang="0">
                    <a:pos x="139" y="75"/>
                  </a:cxn>
                  <a:cxn ang="0">
                    <a:pos x="146" y="97"/>
                  </a:cxn>
                  <a:cxn ang="0">
                    <a:pos x="133" y="132"/>
                  </a:cxn>
                  <a:cxn ang="0">
                    <a:pos x="120" y="144"/>
                  </a:cxn>
                  <a:cxn ang="0">
                    <a:pos x="98" y="165"/>
                  </a:cxn>
                  <a:cxn ang="0">
                    <a:pos x="87" y="188"/>
                  </a:cxn>
                  <a:cxn ang="0">
                    <a:pos x="98" y="216"/>
                  </a:cxn>
                  <a:cxn ang="0">
                    <a:pos x="99" y="238"/>
                  </a:cxn>
                  <a:cxn ang="0">
                    <a:pos x="120" y="268"/>
                  </a:cxn>
                  <a:cxn ang="0">
                    <a:pos x="131" y="261"/>
                  </a:cxn>
                  <a:cxn ang="0">
                    <a:pos x="145" y="245"/>
                  </a:cxn>
                  <a:cxn ang="0">
                    <a:pos x="167" y="245"/>
                  </a:cxn>
                  <a:cxn ang="0">
                    <a:pos x="179" y="273"/>
                  </a:cxn>
                  <a:cxn ang="0">
                    <a:pos x="189" y="259"/>
                  </a:cxn>
                  <a:cxn ang="0">
                    <a:pos x="206" y="267"/>
                  </a:cxn>
                  <a:cxn ang="0">
                    <a:pos x="215" y="279"/>
                  </a:cxn>
                  <a:cxn ang="0">
                    <a:pos x="216" y="299"/>
                  </a:cxn>
                  <a:cxn ang="0">
                    <a:pos x="220" y="312"/>
                  </a:cxn>
                  <a:cxn ang="0">
                    <a:pos x="232" y="317"/>
                  </a:cxn>
                  <a:cxn ang="0">
                    <a:pos x="231" y="345"/>
                  </a:cxn>
                  <a:cxn ang="0">
                    <a:pos x="227" y="324"/>
                  </a:cxn>
                  <a:cxn ang="0">
                    <a:pos x="201" y="317"/>
                  </a:cxn>
                  <a:cxn ang="0">
                    <a:pos x="184" y="294"/>
                  </a:cxn>
                  <a:cxn ang="0">
                    <a:pos x="166" y="279"/>
                  </a:cxn>
                  <a:cxn ang="0">
                    <a:pos x="149" y="280"/>
                  </a:cxn>
                  <a:cxn ang="0">
                    <a:pos x="152" y="306"/>
                  </a:cxn>
                  <a:cxn ang="0">
                    <a:pos x="124" y="273"/>
                  </a:cxn>
                  <a:cxn ang="0">
                    <a:pos x="98" y="268"/>
                  </a:cxn>
                  <a:cxn ang="0">
                    <a:pos x="75" y="284"/>
                  </a:cxn>
                  <a:cxn ang="0">
                    <a:pos x="56" y="270"/>
                  </a:cxn>
                  <a:cxn ang="0">
                    <a:pos x="45" y="254"/>
                  </a:cxn>
                  <a:cxn ang="0">
                    <a:pos x="61" y="231"/>
                  </a:cxn>
                  <a:cxn ang="0">
                    <a:pos x="45" y="219"/>
                  </a:cxn>
                  <a:cxn ang="0">
                    <a:pos x="33" y="230"/>
                  </a:cxn>
                  <a:cxn ang="0">
                    <a:pos x="16" y="203"/>
                  </a:cxn>
                  <a:cxn ang="0">
                    <a:pos x="0" y="138"/>
                  </a:cxn>
                  <a:cxn ang="0">
                    <a:pos x="17" y="146"/>
                  </a:cxn>
                  <a:cxn ang="0">
                    <a:pos x="29" y="97"/>
                  </a:cxn>
                  <a:cxn ang="0">
                    <a:pos x="33" y="53"/>
                  </a:cxn>
                  <a:cxn ang="0">
                    <a:pos x="43" y="7"/>
                  </a:cxn>
                  <a:cxn ang="0">
                    <a:pos x="67" y="1"/>
                  </a:cxn>
                  <a:cxn ang="0">
                    <a:pos x="113" y="17"/>
                  </a:cxn>
                  <a:cxn ang="0">
                    <a:pos x="130" y="4"/>
                  </a:cxn>
                </a:cxnLst>
                <a:rect l="0" t="0" r="r" b="b"/>
                <a:pathLst>
                  <a:path w="236" h="345">
                    <a:moveTo>
                      <a:pt x="134" y="10"/>
                    </a:moveTo>
                    <a:lnTo>
                      <a:pt x="137" y="14"/>
                    </a:lnTo>
                    <a:lnTo>
                      <a:pt x="139" y="17"/>
                    </a:lnTo>
                    <a:lnTo>
                      <a:pt x="135" y="22"/>
                    </a:lnTo>
                    <a:lnTo>
                      <a:pt x="130" y="33"/>
                    </a:lnTo>
                    <a:lnTo>
                      <a:pt x="129" y="44"/>
                    </a:lnTo>
                    <a:lnTo>
                      <a:pt x="129" y="66"/>
                    </a:lnTo>
                    <a:lnTo>
                      <a:pt x="134" y="74"/>
                    </a:lnTo>
                    <a:lnTo>
                      <a:pt x="139" y="75"/>
                    </a:lnTo>
                    <a:lnTo>
                      <a:pt x="141" y="81"/>
                    </a:lnTo>
                    <a:lnTo>
                      <a:pt x="146" y="87"/>
                    </a:lnTo>
                    <a:lnTo>
                      <a:pt x="146" y="97"/>
                    </a:lnTo>
                    <a:lnTo>
                      <a:pt x="141" y="109"/>
                    </a:lnTo>
                    <a:lnTo>
                      <a:pt x="135" y="122"/>
                    </a:lnTo>
                    <a:lnTo>
                      <a:pt x="133" y="132"/>
                    </a:lnTo>
                    <a:lnTo>
                      <a:pt x="128" y="143"/>
                    </a:lnTo>
                    <a:lnTo>
                      <a:pt x="121" y="148"/>
                    </a:lnTo>
                    <a:lnTo>
                      <a:pt x="120" y="144"/>
                    </a:lnTo>
                    <a:lnTo>
                      <a:pt x="112" y="150"/>
                    </a:lnTo>
                    <a:lnTo>
                      <a:pt x="104" y="156"/>
                    </a:lnTo>
                    <a:lnTo>
                      <a:pt x="98" y="165"/>
                    </a:lnTo>
                    <a:lnTo>
                      <a:pt x="98" y="175"/>
                    </a:lnTo>
                    <a:lnTo>
                      <a:pt x="94" y="184"/>
                    </a:lnTo>
                    <a:lnTo>
                      <a:pt x="87" y="188"/>
                    </a:lnTo>
                    <a:lnTo>
                      <a:pt x="88" y="198"/>
                    </a:lnTo>
                    <a:lnTo>
                      <a:pt x="93" y="208"/>
                    </a:lnTo>
                    <a:lnTo>
                      <a:pt x="98" y="216"/>
                    </a:lnTo>
                    <a:lnTo>
                      <a:pt x="102" y="222"/>
                    </a:lnTo>
                    <a:lnTo>
                      <a:pt x="99" y="227"/>
                    </a:lnTo>
                    <a:lnTo>
                      <a:pt x="99" y="238"/>
                    </a:lnTo>
                    <a:lnTo>
                      <a:pt x="104" y="247"/>
                    </a:lnTo>
                    <a:lnTo>
                      <a:pt x="106" y="254"/>
                    </a:lnTo>
                    <a:lnTo>
                      <a:pt x="120" y="268"/>
                    </a:lnTo>
                    <a:lnTo>
                      <a:pt x="125" y="268"/>
                    </a:lnTo>
                    <a:lnTo>
                      <a:pt x="134" y="265"/>
                    </a:lnTo>
                    <a:lnTo>
                      <a:pt x="131" y="261"/>
                    </a:lnTo>
                    <a:lnTo>
                      <a:pt x="133" y="251"/>
                    </a:lnTo>
                    <a:lnTo>
                      <a:pt x="136" y="253"/>
                    </a:lnTo>
                    <a:lnTo>
                      <a:pt x="145" y="245"/>
                    </a:lnTo>
                    <a:lnTo>
                      <a:pt x="155" y="247"/>
                    </a:lnTo>
                    <a:lnTo>
                      <a:pt x="160" y="243"/>
                    </a:lnTo>
                    <a:lnTo>
                      <a:pt x="167" y="245"/>
                    </a:lnTo>
                    <a:lnTo>
                      <a:pt x="173" y="252"/>
                    </a:lnTo>
                    <a:lnTo>
                      <a:pt x="178" y="263"/>
                    </a:lnTo>
                    <a:lnTo>
                      <a:pt x="179" y="273"/>
                    </a:lnTo>
                    <a:lnTo>
                      <a:pt x="184" y="276"/>
                    </a:lnTo>
                    <a:lnTo>
                      <a:pt x="190" y="270"/>
                    </a:lnTo>
                    <a:lnTo>
                      <a:pt x="189" y="259"/>
                    </a:lnTo>
                    <a:lnTo>
                      <a:pt x="194" y="262"/>
                    </a:lnTo>
                    <a:lnTo>
                      <a:pt x="198" y="264"/>
                    </a:lnTo>
                    <a:lnTo>
                      <a:pt x="206" y="267"/>
                    </a:lnTo>
                    <a:lnTo>
                      <a:pt x="221" y="273"/>
                    </a:lnTo>
                    <a:lnTo>
                      <a:pt x="223" y="278"/>
                    </a:lnTo>
                    <a:lnTo>
                      <a:pt x="215" y="279"/>
                    </a:lnTo>
                    <a:lnTo>
                      <a:pt x="207" y="285"/>
                    </a:lnTo>
                    <a:lnTo>
                      <a:pt x="209" y="294"/>
                    </a:lnTo>
                    <a:lnTo>
                      <a:pt x="216" y="299"/>
                    </a:lnTo>
                    <a:lnTo>
                      <a:pt x="221" y="301"/>
                    </a:lnTo>
                    <a:lnTo>
                      <a:pt x="219" y="308"/>
                    </a:lnTo>
                    <a:lnTo>
                      <a:pt x="220" y="312"/>
                    </a:lnTo>
                    <a:lnTo>
                      <a:pt x="225" y="312"/>
                    </a:lnTo>
                    <a:lnTo>
                      <a:pt x="226" y="316"/>
                    </a:lnTo>
                    <a:lnTo>
                      <a:pt x="232" y="317"/>
                    </a:lnTo>
                    <a:lnTo>
                      <a:pt x="236" y="321"/>
                    </a:lnTo>
                    <a:lnTo>
                      <a:pt x="236" y="339"/>
                    </a:lnTo>
                    <a:lnTo>
                      <a:pt x="231" y="345"/>
                    </a:lnTo>
                    <a:lnTo>
                      <a:pt x="223" y="338"/>
                    </a:lnTo>
                    <a:lnTo>
                      <a:pt x="221" y="331"/>
                    </a:lnTo>
                    <a:lnTo>
                      <a:pt x="227" y="324"/>
                    </a:lnTo>
                    <a:lnTo>
                      <a:pt x="223" y="324"/>
                    </a:lnTo>
                    <a:lnTo>
                      <a:pt x="211" y="324"/>
                    </a:lnTo>
                    <a:lnTo>
                      <a:pt x="201" y="317"/>
                    </a:lnTo>
                    <a:lnTo>
                      <a:pt x="194" y="315"/>
                    </a:lnTo>
                    <a:lnTo>
                      <a:pt x="190" y="302"/>
                    </a:lnTo>
                    <a:lnTo>
                      <a:pt x="184" y="294"/>
                    </a:lnTo>
                    <a:lnTo>
                      <a:pt x="173" y="289"/>
                    </a:lnTo>
                    <a:lnTo>
                      <a:pt x="168" y="284"/>
                    </a:lnTo>
                    <a:lnTo>
                      <a:pt x="166" y="279"/>
                    </a:lnTo>
                    <a:lnTo>
                      <a:pt x="157" y="270"/>
                    </a:lnTo>
                    <a:lnTo>
                      <a:pt x="147" y="268"/>
                    </a:lnTo>
                    <a:lnTo>
                      <a:pt x="149" y="280"/>
                    </a:lnTo>
                    <a:lnTo>
                      <a:pt x="158" y="302"/>
                    </a:lnTo>
                    <a:lnTo>
                      <a:pt x="158" y="306"/>
                    </a:lnTo>
                    <a:lnTo>
                      <a:pt x="152" y="306"/>
                    </a:lnTo>
                    <a:lnTo>
                      <a:pt x="147" y="294"/>
                    </a:lnTo>
                    <a:lnTo>
                      <a:pt x="137" y="286"/>
                    </a:lnTo>
                    <a:lnTo>
                      <a:pt x="124" y="273"/>
                    </a:lnTo>
                    <a:lnTo>
                      <a:pt x="115" y="268"/>
                    </a:lnTo>
                    <a:lnTo>
                      <a:pt x="109" y="267"/>
                    </a:lnTo>
                    <a:lnTo>
                      <a:pt x="98" y="268"/>
                    </a:lnTo>
                    <a:lnTo>
                      <a:pt x="92" y="278"/>
                    </a:lnTo>
                    <a:lnTo>
                      <a:pt x="85" y="283"/>
                    </a:lnTo>
                    <a:lnTo>
                      <a:pt x="75" y="284"/>
                    </a:lnTo>
                    <a:lnTo>
                      <a:pt x="70" y="278"/>
                    </a:lnTo>
                    <a:lnTo>
                      <a:pt x="63" y="276"/>
                    </a:lnTo>
                    <a:lnTo>
                      <a:pt x="56" y="270"/>
                    </a:lnTo>
                    <a:lnTo>
                      <a:pt x="50" y="274"/>
                    </a:lnTo>
                    <a:lnTo>
                      <a:pt x="47" y="264"/>
                    </a:lnTo>
                    <a:lnTo>
                      <a:pt x="45" y="254"/>
                    </a:lnTo>
                    <a:lnTo>
                      <a:pt x="49" y="247"/>
                    </a:lnTo>
                    <a:lnTo>
                      <a:pt x="56" y="240"/>
                    </a:lnTo>
                    <a:lnTo>
                      <a:pt x="61" y="231"/>
                    </a:lnTo>
                    <a:lnTo>
                      <a:pt x="61" y="225"/>
                    </a:lnTo>
                    <a:lnTo>
                      <a:pt x="55" y="220"/>
                    </a:lnTo>
                    <a:lnTo>
                      <a:pt x="45" y="219"/>
                    </a:lnTo>
                    <a:lnTo>
                      <a:pt x="44" y="233"/>
                    </a:lnTo>
                    <a:lnTo>
                      <a:pt x="42" y="238"/>
                    </a:lnTo>
                    <a:lnTo>
                      <a:pt x="33" y="230"/>
                    </a:lnTo>
                    <a:lnTo>
                      <a:pt x="28" y="219"/>
                    </a:lnTo>
                    <a:lnTo>
                      <a:pt x="21" y="219"/>
                    </a:lnTo>
                    <a:lnTo>
                      <a:pt x="16" y="203"/>
                    </a:lnTo>
                    <a:lnTo>
                      <a:pt x="13" y="188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34"/>
                    </a:lnTo>
                    <a:lnTo>
                      <a:pt x="8" y="136"/>
                    </a:lnTo>
                    <a:lnTo>
                      <a:pt x="17" y="146"/>
                    </a:lnTo>
                    <a:lnTo>
                      <a:pt x="29" y="143"/>
                    </a:lnTo>
                    <a:lnTo>
                      <a:pt x="28" y="113"/>
                    </a:lnTo>
                    <a:lnTo>
                      <a:pt x="29" y="97"/>
                    </a:lnTo>
                    <a:lnTo>
                      <a:pt x="34" y="82"/>
                    </a:lnTo>
                    <a:lnTo>
                      <a:pt x="34" y="65"/>
                    </a:lnTo>
                    <a:lnTo>
                      <a:pt x="33" y="53"/>
                    </a:lnTo>
                    <a:lnTo>
                      <a:pt x="34" y="41"/>
                    </a:lnTo>
                    <a:lnTo>
                      <a:pt x="38" y="17"/>
                    </a:lnTo>
                    <a:lnTo>
                      <a:pt x="43" y="7"/>
                    </a:lnTo>
                    <a:lnTo>
                      <a:pt x="50" y="0"/>
                    </a:lnTo>
                    <a:lnTo>
                      <a:pt x="56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102" y="17"/>
                    </a:lnTo>
                    <a:lnTo>
                      <a:pt x="113" y="17"/>
                    </a:lnTo>
                    <a:lnTo>
                      <a:pt x="120" y="15"/>
                    </a:lnTo>
                    <a:lnTo>
                      <a:pt x="123" y="4"/>
                    </a:lnTo>
                    <a:lnTo>
                      <a:pt x="130" y="4"/>
                    </a:lnTo>
                    <a:lnTo>
                      <a:pt x="134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0" name="Freeform 123">
                <a:extLst>
                  <a:ext uri="{FF2B5EF4-FFF2-40B4-BE49-F238E27FC236}">
                    <a16:creationId xmlns:a16="http://schemas.microsoft.com/office/drawing/2014/main" id="{58A48A34-6BEA-002B-6DF4-E74F5FBE8E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7" y="2349"/>
                <a:ext cx="9" cy="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9" y="6"/>
                  </a:cxn>
                  <a:cxn ang="0">
                    <a:pos x="14" y="6"/>
                  </a:cxn>
                  <a:cxn ang="0">
                    <a:pos x="43" y="29"/>
                  </a:cxn>
                  <a:cxn ang="0">
                    <a:pos x="45" y="35"/>
                  </a:cxn>
                  <a:cxn ang="0">
                    <a:pos x="45" y="45"/>
                  </a:cxn>
                  <a:cxn ang="0">
                    <a:pos x="35" y="41"/>
                  </a:cxn>
                  <a:cxn ang="0">
                    <a:pos x="27" y="35"/>
                  </a:cxn>
                  <a:cxn ang="0">
                    <a:pos x="20" y="25"/>
                  </a:cxn>
                  <a:cxn ang="0">
                    <a:pos x="17" y="22"/>
                  </a:cxn>
                  <a:cxn ang="0">
                    <a:pos x="9" y="27"/>
                  </a:cxn>
                  <a:cxn ang="0">
                    <a:pos x="2" y="33"/>
                  </a:cxn>
                  <a:cxn ang="0">
                    <a:pos x="0" y="32"/>
                  </a:cxn>
                  <a:cxn ang="0">
                    <a:pos x="2" y="18"/>
                  </a:cxn>
                  <a:cxn ang="0">
                    <a:pos x="2" y="0"/>
                  </a:cxn>
                </a:cxnLst>
                <a:rect l="0" t="0" r="r" b="b"/>
                <a:pathLst>
                  <a:path w="45" h="45">
                    <a:moveTo>
                      <a:pt x="2" y="0"/>
                    </a:moveTo>
                    <a:lnTo>
                      <a:pt x="6" y="2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4" y="6"/>
                    </a:lnTo>
                    <a:lnTo>
                      <a:pt x="43" y="29"/>
                    </a:lnTo>
                    <a:lnTo>
                      <a:pt x="45" y="35"/>
                    </a:lnTo>
                    <a:lnTo>
                      <a:pt x="45" y="45"/>
                    </a:lnTo>
                    <a:lnTo>
                      <a:pt x="35" y="41"/>
                    </a:lnTo>
                    <a:lnTo>
                      <a:pt x="27" y="35"/>
                    </a:lnTo>
                    <a:lnTo>
                      <a:pt x="20" y="25"/>
                    </a:lnTo>
                    <a:lnTo>
                      <a:pt x="17" y="22"/>
                    </a:lnTo>
                    <a:lnTo>
                      <a:pt x="9" y="27"/>
                    </a:lnTo>
                    <a:lnTo>
                      <a:pt x="2" y="33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1" name="Freeform 124">
                <a:extLst>
                  <a:ext uri="{FF2B5EF4-FFF2-40B4-BE49-F238E27FC236}">
                    <a16:creationId xmlns:a16="http://schemas.microsoft.com/office/drawing/2014/main" id="{1E86DF28-6481-8EA2-3DF6-0BE14C244EF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48"/>
                <a:ext cx="15" cy="1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4"/>
                  </a:cxn>
                  <a:cxn ang="0">
                    <a:pos x="26" y="5"/>
                  </a:cxn>
                  <a:cxn ang="0">
                    <a:pos x="38" y="0"/>
                  </a:cxn>
                  <a:cxn ang="0">
                    <a:pos x="44" y="2"/>
                  </a:cxn>
                  <a:cxn ang="0">
                    <a:pos x="51" y="6"/>
                  </a:cxn>
                  <a:cxn ang="0">
                    <a:pos x="55" y="15"/>
                  </a:cxn>
                  <a:cxn ang="0">
                    <a:pos x="64" y="21"/>
                  </a:cxn>
                  <a:cxn ang="0">
                    <a:pos x="64" y="32"/>
                  </a:cxn>
                  <a:cxn ang="0">
                    <a:pos x="62" y="47"/>
                  </a:cxn>
                  <a:cxn ang="0">
                    <a:pos x="64" y="57"/>
                  </a:cxn>
                  <a:cxn ang="0">
                    <a:pos x="72" y="78"/>
                  </a:cxn>
                  <a:cxn ang="0">
                    <a:pos x="77" y="85"/>
                  </a:cxn>
                  <a:cxn ang="0">
                    <a:pos x="62" y="85"/>
                  </a:cxn>
                  <a:cxn ang="0">
                    <a:pos x="51" y="83"/>
                  </a:cxn>
                  <a:cxn ang="0">
                    <a:pos x="48" y="73"/>
                  </a:cxn>
                  <a:cxn ang="0">
                    <a:pos x="42" y="70"/>
                  </a:cxn>
                  <a:cxn ang="0">
                    <a:pos x="34" y="64"/>
                  </a:cxn>
                  <a:cxn ang="0">
                    <a:pos x="34" y="59"/>
                  </a:cxn>
                  <a:cxn ang="0">
                    <a:pos x="37" y="51"/>
                  </a:cxn>
                  <a:cxn ang="0">
                    <a:pos x="35" y="48"/>
                  </a:cxn>
                  <a:cxn ang="0">
                    <a:pos x="19" y="32"/>
                  </a:cxn>
                  <a:cxn ang="0">
                    <a:pos x="13" y="30"/>
                  </a:cxn>
                  <a:cxn ang="0">
                    <a:pos x="6" y="21"/>
                  </a:cxn>
                  <a:cxn ang="0">
                    <a:pos x="0" y="6"/>
                  </a:cxn>
                  <a:cxn ang="0">
                    <a:pos x="0" y="4"/>
                  </a:cxn>
                </a:cxnLst>
                <a:rect l="0" t="0" r="r" b="b"/>
                <a:pathLst>
                  <a:path w="77" h="85">
                    <a:moveTo>
                      <a:pt x="0" y="4"/>
                    </a:moveTo>
                    <a:lnTo>
                      <a:pt x="3" y="4"/>
                    </a:lnTo>
                    <a:lnTo>
                      <a:pt x="26" y="5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6"/>
                    </a:lnTo>
                    <a:lnTo>
                      <a:pt x="55" y="15"/>
                    </a:lnTo>
                    <a:lnTo>
                      <a:pt x="64" y="21"/>
                    </a:lnTo>
                    <a:lnTo>
                      <a:pt x="64" y="32"/>
                    </a:lnTo>
                    <a:lnTo>
                      <a:pt x="62" y="47"/>
                    </a:lnTo>
                    <a:lnTo>
                      <a:pt x="64" y="57"/>
                    </a:lnTo>
                    <a:lnTo>
                      <a:pt x="72" y="78"/>
                    </a:lnTo>
                    <a:lnTo>
                      <a:pt x="77" y="85"/>
                    </a:lnTo>
                    <a:lnTo>
                      <a:pt x="62" y="85"/>
                    </a:lnTo>
                    <a:lnTo>
                      <a:pt x="51" y="83"/>
                    </a:lnTo>
                    <a:lnTo>
                      <a:pt x="48" y="73"/>
                    </a:lnTo>
                    <a:lnTo>
                      <a:pt x="42" y="70"/>
                    </a:lnTo>
                    <a:lnTo>
                      <a:pt x="34" y="64"/>
                    </a:lnTo>
                    <a:lnTo>
                      <a:pt x="34" y="59"/>
                    </a:lnTo>
                    <a:lnTo>
                      <a:pt x="37" y="51"/>
                    </a:lnTo>
                    <a:lnTo>
                      <a:pt x="35" y="48"/>
                    </a:lnTo>
                    <a:lnTo>
                      <a:pt x="19" y="32"/>
                    </a:lnTo>
                    <a:lnTo>
                      <a:pt x="13" y="30"/>
                    </a:lnTo>
                    <a:lnTo>
                      <a:pt x="6" y="21"/>
                    </a:lnTo>
                    <a:lnTo>
                      <a:pt x="0" y="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2" name="Freeform 125">
                <a:extLst>
                  <a:ext uri="{FF2B5EF4-FFF2-40B4-BE49-F238E27FC236}">
                    <a16:creationId xmlns:a16="http://schemas.microsoft.com/office/drawing/2014/main" id="{C610C839-277A-E982-BD44-A10C89D70B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56"/>
                <a:ext cx="13" cy="1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" y="0"/>
                  </a:cxn>
                  <a:cxn ang="0">
                    <a:pos x="11" y="2"/>
                  </a:cxn>
                  <a:cxn ang="0">
                    <a:pos x="24" y="11"/>
                  </a:cxn>
                  <a:cxn ang="0">
                    <a:pos x="27" y="17"/>
                  </a:cxn>
                  <a:cxn ang="0">
                    <a:pos x="33" y="18"/>
                  </a:cxn>
                  <a:cxn ang="0">
                    <a:pos x="49" y="18"/>
                  </a:cxn>
                  <a:cxn ang="0">
                    <a:pos x="50" y="22"/>
                  </a:cxn>
                  <a:cxn ang="0">
                    <a:pos x="60" y="19"/>
                  </a:cxn>
                  <a:cxn ang="0">
                    <a:pos x="63" y="21"/>
                  </a:cxn>
                  <a:cxn ang="0">
                    <a:pos x="63" y="33"/>
                  </a:cxn>
                  <a:cxn ang="0">
                    <a:pos x="60" y="44"/>
                  </a:cxn>
                  <a:cxn ang="0">
                    <a:pos x="52" y="49"/>
                  </a:cxn>
                  <a:cxn ang="0">
                    <a:pos x="44" y="59"/>
                  </a:cxn>
                  <a:cxn ang="0">
                    <a:pos x="36" y="65"/>
                  </a:cxn>
                  <a:cxn ang="0">
                    <a:pos x="32" y="67"/>
                  </a:cxn>
                  <a:cxn ang="0">
                    <a:pos x="23" y="68"/>
                  </a:cxn>
                  <a:cxn ang="0">
                    <a:pos x="11" y="73"/>
                  </a:cxn>
                  <a:cxn ang="0">
                    <a:pos x="3" y="83"/>
                  </a:cxn>
                  <a:cxn ang="0">
                    <a:pos x="1" y="71"/>
                  </a:cxn>
                  <a:cxn ang="0">
                    <a:pos x="1" y="59"/>
                  </a:cxn>
                  <a:cxn ang="0">
                    <a:pos x="3" y="45"/>
                  </a:cxn>
                  <a:cxn ang="0">
                    <a:pos x="6" y="17"/>
                  </a:cxn>
                  <a:cxn ang="0">
                    <a:pos x="4" y="11"/>
                  </a:cxn>
                  <a:cxn ang="0">
                    <a:pos x="0" y="6"/>
                  </a:cxn>
                  <a:cxn ang="0">
                    <a:pos x="0" y="1"/>
                  </a:cxn>
                </a:cxnLst>
                <a:rect l="0" t="0" r="r" b="b"/>
                <a:pathLst>
                  <a:path w="63" h="83">
                    <a:moveTo>
                      <a:pt x="0" y="1"/>
                    </a:moveTo>
                    <a:lnTo>
                      <a:pt x="2" y="0"/>
                    </a:lnTo>
                    <a:lnTo>
                      <a:pt x="11" y="2"/>
                    </a:lnTo>
                    <a:lnTo>
                      <a:pt x="24" y="11"/>
                    </a:lnTo>
                    <a:lnTo>
                      <a:pt x="27" y="17"/>
                    </a:lnTo>
                    <a:lnTo>
                      <a:pt x="33" y="18"/>
                    </a:lnTo>
                    <a:lnTo>
                      <a:pt x="49" y="18"/>
                    </a:lnTo>
                    <a:lnTo>
                      <a:pt x="50" y="22"/>
                    </a:lnTo>
                    <a:lnTo>
                      <a:pt x="60" y="19"/>
                    </a:lnTo>
                    <a:lnTo>
                      <a:pt x="63" y="21"/>
                    </a:lnTo>
                    <a:lnTo>
                      <a:pt x="63" y="33"/>
                    </a:lnTo>
                    <a:lnTo>
                      <a:pt x="60" y="44"/>
                    </a:lnTo>
                    <a:lnTo>
                      <a:pt x="52" y="49"/>
                    </a:lnTo>
                    <a:lnTo>
                      <a:pt x="44" y="59"/>
                    </a:lnTo>
                    <a:lnTo>
                      <a:pt x="36" y="65"/>
                    </a:lnTo>
                    <a:lnTo>
                      <a:pt x="32" y="67"/>
                    </a:lnTo>
                    <a:lnTo>
                      <a:pt x="23" y="68"/>
                    </a:lnTo>
                    <a:lnTo>
                      <a:pt x="11" y="73"/>
                    </a:lnTo>
                    <a:lnTo>
                      <a:pt x="3" y="83"/>
                    </a:lnTo>
                    <a:lnTo>
                      <a:pt x="1" y="71"/>
                    </a:lnTo>
                    <a:lnTo>
                      <a:pt x="1" y="59"/>
                    </a:lnTo>
                    <a:lnTo>
                      <a:pt x="3" y="45"/>
                    </a:lnTo>
                    <a:lnTo>
                      <a:pt x="6" y="17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3" name="Freeform 126">
                <a:extLst>
                  <a:ext uri="{FF2B5EF4-FFF2-40B4-BE49-F238E27FC236}">
                    <a16:creationId xmlns:a16="http://schemas.microsoft.com/office/drawing/2014/main" id="{937E7B81-A72E-AAA4-DC9B-8E1263F031A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8" y="2367"/>
                <a:ext cx="12" cy="21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9" y="0"/>
                  </a:cxn>
                  <a:cxn ang="0">
                    <a:pos x="43" y="1"/>
                  </a:cxn>
                  <a:cxn ang="0">
                    <a:pos x="59" y="5"/>
                  </a:cxn>
                  <a:cxn ang="0">
                    <a:pos x="59" y="14"/>
                  </a:cxn>
                  <a:cxn ang="0">
                    <a:pos x="57" y="25"/>
                  </a:cxn>
                  <a:cxn ang="0">
                    <a:pos x="52" y="30"/>
                  </a:cxn>
                  <a:cxn ang="0">
                    <a:pos x="51" y="41"/>
                  </a:cxn>
                  <a:cxn ang="0">
                    <a:pos x="41" y="62"/>
                  </a:cxn>
                  <a:cxn ang="0">
                    <a:pos x="40" y="75"/>
                  </a:cxn>
                  <a:cxn ang="0">
                    <a:pos x="41" y="83"/>
                  </a:cxn>
                  <a:cxn ang="0">
                    <a:pos x="44" y="90"/>
                  </a:cxn>
                  <a:cxn ang="0">
                    <a:pos x="43" y="101"/>
                  </a:cxn>
                  <a:cxn ang="0">
                    <a:pos x="34" y="107"/>
                  </a:cxn>
                  <a:cxn ang="0">
                    <a:pos x="25" y="97"/>
                  </a:cxn>
                  <a:cxn ang="0">
                    <a:pos x="19" y="89"/>
                  </a:cxn>
                  <a:cxn ang="0">
                    <a:pos x="13" y="86"/>
                  </a:cxn>
                  <a:cxn ang="0">
                    <a:pos x="6" y="79"/>
                  </a:cxn>
                  <a:cxn ang="0">
                    <a:pos x="0" y="69"/>
                  </a:cxn>
                  <a:cxn ang="0">
                    <a:pos x="3" y="57"/>
                  </a:cxn>
                  <a:cxn ang="0">
                    <a:pos x="18" y="51"/>
                  </a:cxn>
                  <a:cxn ang="0">
                    <a:pos x="22" y="42"/>
                  </a:cxn>
                  <a:cxn ang="0">
                    <a:pos x="22" y="25"/>
                  </a:cxn>
                  <a:cxn ang="0">
                    <a:pos x="27" y="10"/>
                  </a:cxn>
                  <a:cxn ang="0">
                    <a:pos x="29" y="8"/>
                  </a:cxn>
                </a:cxnLst>
                <a:rect l="0" t="0" r="r" b="b"/>
                <a:pathLst>
                  <a:path w="59" h="107">
                    <a:moveTo>
                      <a:pt x="29" y="8"/>
                    </a:moveTo>
                    <a:lnTo>
                      <a:pt x="39" y="0"/>
                    </a:lnTo>
                    <a:lnTo>
                      <a:pt x="43" y="1"/>
                    </a:lnTo>
                    <a:lnTo>
                      <a:pt x="59" y="5"/>
                    </a:lnTo>
                    <a:lnTo>
                      <a:pt x="59" y="14"/>
                    </a:lnTo>
                    <a:lnTo>
                      <a:pt x="57" y="25"/>
                    </a:lnTo>
                    <a:lnTo>
                      <a:pt x="52" y="30"/>
                    </a:lnTo>
                    <a:lnTo>
                      <a:pt x="51" y="41"/>
                    </a:lnTo>
                    <a:lnTo>
                      <a:pt x="41" y="62"/>
                    </a:lnTo>
                    <a:lnTo>
                      <a:pt x="40" y="75"/>
                    </a:lnTo>
                    <a:lnTo>
                      <a:pt x="41" y="83"/>
                    </a:lnTo>
                    <a:lnTo>
                      <a:pt x="44" y="90"/>
                    </a:lnTo>
                    <a:lnTo>
                      <a:pt x="43" y="101"/>
                    </a:lnTo>
                    <a:lnTo>
                      <a:pt x="34" y="107"/>
                    </a:lnTo>
                    <a:lnTo>
                      <a:pt x="25" y="97"/>
                    </a:lnTo>
                    <a:lnTo>
                      <a:pt x="19" y="89"/>
                    </a:lnTo>
                    <a:lnTo>
                      <a:pt x="13" y="86"/>
                    </a:lnTo>
                    <a:lnTo>
                      <a:pt x="6" y="79"/>
                    </a:lnTo>
                    <a:lnTo>
                      <a:pt x="0" y="69"/>
                    </a:lnTo>
                    <a:lnTo>
                      <a:pt x="3" y="57"/>
                    </a:lnTo>
                    <a:lnTo>
                      <a:pt x="18" y="51"/>
                    </a:lnTo>
                    <a:lnTo>
                      <a:pt x="22" y="42"/>
                    </a:lnTo>
                    <a:lnTo>
                      <a:pt x="22" y="25"/>
                    </a:lnTo>
                    <a:lnTo>
                      <a:pt x="27" y="1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4" name="Freeform 127">
                <a:extLst>
                  <a:ext uri="{FF2B5EF4-FFF2-40B4-BE49-F238E27FC236}">
                    <a16:creationId xmlns:a16="http://schemas.microsoft.com/office/drawing/2014/main" id="{9ED402A0-CB42-6DE2-743F-A47789C7F04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61"/>
                <a:ext cx="10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6" y="8"/>
                  </a:cxn>
                  <a:cxn ang="0">
                    <a:pos x="11" y="6"/>
                  </a:cxn>
                  <a:cxn ang="0">
                    <a:pos x="16" y="8"/>
                  </a:cxn>
                  <a:cxn ang="0">
                    <a:pos x="29" y="7"/>
                  </a:cxn>
                  <a:cxn ang="0">
                    <a:pos x="37" y="18"/>
                  </a:cxn>
                  <a:cxn ang="0">
                    <a:pos x="38" y="43"/>
                  </a:cxn>
                  <a:cxn ang="0">
                    <a:pos x="43" y="51"/>
                  </a:cxn>
                  <a:cxn ang="0">
                    <a:pos x="48" y="64"/>
                  </a:cxn>
                  <a:cxn ang="0">
                    <a:pos x="51" y="69"/>
                  </a:cxn>
                  <a:cxn ang="0">
                    <a:pos x="44" y="72"/>
                  </a:cxn>
                  <a:cxn ang="0">
                    <a:pos x="38" y="70"/>
                  </a:cxn>
                  <a:cxn ang="0">
                    <a:pos x="37" y="81"/>
                  </a:cxn>
                  <a:cxn ang="0">
                    <a:pos x="29" y="78"/>
                  </a:cxn>
                  <a:cxn ang="0">
                    <a:pos x="26" y="67"/>
                  </a:cxn>
                  <a:cxn ang="0">
                    <a:pos x="26" y="43"/>
                  </a:cxn>
                  <a:cxn ang="0">
                    <a:pos x="19" y="30"/>
                  </a:cxn>
                  <a:cxn ang="0">
                    <a:pos x="8" y="34"/>
                  </a:cxn>
                  <a:cxn ang="0">
                    <a:pos x="6" y="22"/>
                  </a:cxn>
                  <a:cxn ang="0">
                    <a:pos x="3" y="10"/>
                  </a:cxn>
                  <a:cxn ang="0">
                    <a:pos x="1" y="6"/>
                  </a:cxn>
                  <a:cxn ang="0">
                    <a:pos x="0" y="0"/>
                  </a:cxn>
                </a:cxnLst>
                <a:rect l="0" t="0" r="r" b="b"/>
                <a:pathLst>
                  <a:path w="51" h="81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11" y="6"/>
                    </a:lnTo>
                    <a:lnTo>
                      <a:pt x="16" y="8"/>
                    </a:lnTo>
                    <a:lnTo>
                      <a:pt x="29" y="7"/>
                    </a:lnTo>
                    <a:lnTo>
                      <a:pt x="37" y="18"/>
                    </a:lnTo>
                    <a:lnTo>
                      <a:pt x="38" y="43"/>
                    </a:lnTo>
                    <a:lnTo>
                      <a:pt x="43" y="51"/>
                    </a:lnTo>
                    <a:lnTo>
                      <a:pt x="48" y="64"/>
                    </a:lnTo>
                    <a:lnTo>
                      <a:pt x="51" y="69"/>
                    </a:lnTo>
                    <a:lnTo>
                      <a:pt x="44" y="72"/>
                    </a:lnTo>
                    <a:lnTo>
                      <a:pt x="38" y="70"/>
                    </a:lnTo>
                    <a:lnTo>
                      <a:pt x="37" y="81"/>
                    </a:lnTo>
                    <a:lnTo>
                      <a:pt x="29" y="78"/>
                    </a:lnTo>
                    <a:lnTo>
                      <a:pt x="26" y="67"/>
                    </a:lnTo>
                    <a:lnTo>
                      <a:pt x="26" y="43"/>
                    </a:lnTo>
                    <a:lnTo>
                      <a:pt x="19" y="30"/>
                    </a:lnTo>
                    <a:lnTo>
                      <a:pt x="8" y="34"/>
                    </a:lnTo>
                    <a:lnTo>
                      <a:pt x="6" y="22"/>
                    </a:lnTo>
                    <a:lnTo>
                      <a:pt x="3" y="10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5" name="Freeform 128">
                <a:extLst>
                  <a:ext uri="{FF2B5EF4-FFF2-40B4-BE49-F238E27FC236}">
                    <a16:creationId xmlns:a16="http://schemas.microsoft.com/office/drawing/2014/main" id="{EFBB029A-0E9F-0942-AF39-703E6C3679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9" y="2363"/>
                <a:ext cx="7" cy="20"/>
              </a:xfrm>
              <a:custGeom>
                <a:avLst/>
                <a:gdLst/>
                <a:ahLst/>
                <a:cxnLst>
                  <a:cxn ang="0">
                    <a:pos x="35" y="2"/>
                  </a:cxn>
                  <a:cxn ang="0">
                    <a:pos x="37" y="0"/>
                  </a:cxn>
                  <a:cxn ang="0">
                    <a:pos x="38" y="5"/>
                  </a:cxn>
                  <a:cxn ang="0">
                    <a:pos x="37" y="10"/>
                  </a:cxn>
                  <a:cxn ang="0">
                    <a:pos x="37" y="33"/>
                  </a:cxn>
                  <a:cxn ang="0">
                    <a:pos x="36" y="48"/>
                  </a:cxn>
                  <a:cxn ang="0">
                    <a:pos x="24" y="58"/>
                  </a:cxn>
                  <a:cxn ang="0">
                    <a:pos x="15" y="75"/>
                  </a:cxn>
                  <a:cxn ang="0">
                    <a:pos x="10" y="86"/>
                  </a:cxn>
                  <a:cxn ang="0">
                    <a:pos x="6" y="96"/>
                  </a:cxn>
                  <a:cxn ang="0">
                    <a:pos x="3" y="99"/>
                  </a:cxn>
                  <a:cxn ang="0">
                    <a:pos x="0" y="87"/>
                  </a:cxn>
                  <a:cxn ang="0">
                    <a:pos x="0" y="78"/>
                  </a:cxn>
                  <a:cxn ang="0">
                    <a:pos x="8" y="58"/>
                  </a:cxn>
                  <a:cxn ang="0">
                    <a:pos x="17" y="41"/>
                  </a:cxn>
                  <a:cxn ang="0">
                    <a:pos x="26" y="21"/>
                  </a:cxn>
                  <a:cxn ang="0">
                    <a:pos x="31" y="5"/>
                  </a:cxn>
                  <a:cxn ang="0">
                    <a:pos x="35" y="2"/>
                  </a:cxn>
                </a:cxnLst>
                <a:rect l="0" t="0" r="r" b="b"/>
                <a:pathLst>
                  <a:path w="38" h="99">
                    <a:moveTo>
                      <a:pt x="35" y="2"/>
                    </a:moveTo>
                    <a:lnTo>
                      <a:pt x="37" y="0"/>
                    </a:lnTo>
                    <a:lnTo>
                      <a:pt x="38" y="5"/>
                    </a:lnTo>
                    <a:lnTo>
                      <a:pt x="37" y="10"/>
                    </a:lnTo>
                    <a:lnTo>
                      <a:pt x="37" y="33"/>
                    </a:lnTo>
                    <a:lnTo>
                      <a:pt x="36" y="48"/>
                    </a:lnTo>
                    <a:lnTo>
                      <a:pt x="24" y="58"/>
                    </a:lnTo>
                    <a:lnTo>
                      <a:pt x="15" y="75"/>
                    </a:lnTo>
                    <a:lnTo>
                      <a:pt x="10" y="86"/>
                    </a:lnTo>
                    <a:lnTo>
                      <a:pt x="6" y="96"/>
                    </a:lnTo>
                    <a:lnTo>
                      <a:pt x="3" y="99"/>
                    </a:lnTo>
                    <a:lnTo>
                      <a:pt x="0" y="87"/>
                    </a:lnTo>
                    <a:lnTo>
                      <a:pt x="0" y="78"/>
                    </a:lnTo>
                    <a:lnTo>
                      <a:pt x="8" y="58"/>
                    </a:lnTo>
                    <a:lnTo>
                      <a:pt x="17" y="41"/>
                    </a:lnTo>
                    <a:lnTo>
                      <a:pt x="26" y="21"/>
                    </a:lnTo>
                    <a:lnTo>
                      <a:pt x="31" y="5"/>
                    </a:lnTo>
                    <a:lnTo>
                      <a:pt x="35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6" name="Freeform 129">
                <a:extLst>
                  <a:ext uri="{FF2B5EF4-FFF2-40B4-BE49-F238E27FC236}">
                    <a16:creationId xmlns:a16="http://schemas.microsoft.com/office/drawing/2014/main" id="{61E405D7-8412-67ED-BBE7-9E6D0A9440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4" y="2375"/>
                <a:ext cx="8" cy="7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0" y="16"/>
                  </a:cxn>
                  <a:cxn ang="0">
                    <a:pos x="2" y="16"/>
                  </a:cxn>
                  <a:cxn ang="0">
                    <a:pos x="9" y="12"/>
                  </a:cxn>
                  <a:cxn ang="0">
                    <a:pos x="12" y="5"/>
                  </a:cxn>
                  <a:cxn ang="0">
                    <a:pos x="20" y="0"/>
                  </a:cxn>
                  <a:cxn ang="0">
                    <a:pos x="32" y="5"/>
                  </a:cxn>
                  <a:cxn ang="0">
                    <a:pos x="39" y="3"/>
                  </a:cxn>
                  <a:cxn ang="0">
                    <a:pos x="39" y="14"/>
                  </a:cxn>
                  <a:cxn ang="0">
                    <a:pos x="38" y="18"/>
                  </a:cxn>
                  <a:cxn ang="0">
                    <a:pos x="39" y="24"/>
                  </a:cxn>
                  <a:cxn ang="0">
                    <a:pos x="37" y="27"/>
                  </a:cxn>
                  <a:cxn ang="0">
                    <a:pos x="22" y="31"/>
                  </a:cxn>
                  <a:cxn ang="0">
                    <a:pos x="7" y="30"/>
                  </a:cxn>
                  <a:cxn ang="0">
                    <a:pos x="4" y="26"/>
                  </a:cxn>
                  <a:cxn ang="0">
                    <a:pos x="0" y="18"/>
                  </a:cxn>
                </a:cxnLst>
                <a:rect l="0" t="0" r="r" b="b"/>
                <a:pathLst>
                  <a:path w="39" h="31">
                    <a:moveTo>
                      <a:pt x="0" y="18"/>
                    </a:moveTo>
                    <a:lnTo>
                      <a:pt x="0" y="16"/>
                    </a:lnTo>
                    <a:lnTo>
                      <a:pt x="2" y="16"/>
                    </a:lnTo>
                    <a:lnTo>
                      <a:pt x="9" y="12"/>
                    </a:lnTo>
                    <a:lnTo>
                      <a:pt x="12" y="5"/>
                    </a:lnTo>
                    <a:lnTo>
                      <a:pt x="20" y="0"/>
                    </a:lnTo>
                    <a:lnTo>
                      <a:pt x="32" y="5"/>
                    </a:lnTo>
                    <a:lnTo>
                      <a:pt x="39" y="3"/>
                    </a:lnTo>
                    <a:lnTo>
                      <a:pt x="39" y="14"/>
                    </a:lnTo>
                    <a:lnTo>
                      <a:pt x="38" y="18"/>
                    </a:lnTo>
                    <a:lnTo>
                      <a:pt x="39" y="24"/>
                    </a:lnTo>
                    <a:lnTo>
                      <a:pt x="37" y="27"/>
                    </a:lnTo>
                    <a:lnTo>
                      <a:pt x="22" y="31"/>
                    </a:lnTo>
                    <a:lnTo>
                      <a:pt x="7" y="30"/>
                    </a:lnTo>
                    <a:lnTo>
                      <a:pt x="4" y="26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27" name="Freeform 130">
                <a:extLst>
                  <a:ext uri="{FF2B5EF4-FFF2-40B4-BE49-F238E27FC236}">
                    <a16:creationId xmlns:a16="http://schemas.microsoft.com/office/drawing/2014/main" id="{667D00B8-DA2A-C767-5170-F42504A375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80"/>
                <a:ext cx="51" cy="46"/>
              </a:xfrm>
              <a:custGeom>
                <a:avLst/>
                <a:gdLst/>
                <a:ahLst/>
                <a:cxnLst>
                  <a:cxn ang="0">
                    <a:pos x="190" y="0"/>
                  </a:cxn>
                  <a:cxn ang="0">
                    <a:pos x="207" y="10"/>
                  </a:cxn>
                  <a:cxn ang="0">
                    <a:pos x="224" y="26"/>
                  </a:cxn>
                  <a:cxn ang="0">
                    <a:pos x="233" y="33"/>
                  </a:cxn>
                  <a:cxn ang="0">
                    <a:pos x="240" y="51"/>
                  </a:cxn>
                  <a:cxn ang="0">
                    <a:pos x="242" y="70"/>
                  </a:cxn>
                  <a:cxn ang="0">
                    <a:pos x="246" y="86"/>
                  </a:cxn>
                  <a:cxn ang="0">
                    <a:pos x="250" y="110"/>
                  </a:cxn>
                  <a:cxn ang="0">
                    <a:pos x="254" y="142"/>
                  </a:cxn>
                  <a:cxn ang="0">
                    <a:pos x="243" y="152"/>
                  </a:cxn>
                  <a:cxn ang="0">
                    <a:pos x="238" y="185"/>
                  </a:cxn>
                  <a:cxn ang="0">
                    <a:pos x="227" y="167"/>
                  </a:cxn>
                  <a:cxn ang="0">
                    <a:pos x="221" y="142"/>
                  </a:cxn>
                  <a:cxn ang="0">
                    <a:pos x="212" y="131"/>
                  </a:cxn>
                  <a:cxn ang="0">
                    <a:pos x="192" y="158"/>
                  </a:cxn>
                  <a:cxn ang="0">
                    <a:pos x="197" y="179"/>
                  </a:cxn>
                  <a:cxn ang="0">
                    <a:pos x="206" y="201"/>
                  </a:cxn>
                  <a:cxn ang="0">
                    <a:pos x="194" y="227"/>
                  </a:cxn>
                  <a:cxn ang="0">
                    <a:pos x="184" y="211"/>
                  </a:cxn>
                  <a:cxn ang="0">
                    <a:pos x="174" y="211"/>
                  </a:cxn>
                  <a:cxn ang="0">
                    <a:pos x="156" y="210"/>
                  </a:cxn>
                  <a:cxn ang="0">
                    <a:pos x="125" y="189"/>
                  </a:cxn>
                  <a:cxn ang="0">
                    <a:pos x="119" y="171"/>
                  </a:cxn>
                  <a:cxn ang="0">
                    <a:pos x="113" y="150"/>
                  </a:cxn>
                  <a:cxn ang="0">
                    <a:pos x="125" y="126"/>
                  </a:cxn>
                  <a:cxn ang="0">
                    <a:pos x="105" y="108"/>
                  </a:cxn>
                  <a:cxn ang="0">
                    <a:pos x="89" y="104"/>
                  </a:cxn>
                  <a:cxn ang="0">
                    <a:pos x="81" y="125"/>
                  </a:cxn>
                  <a:cxn ang="0">
                    <a:pos x="68" y="121"/>
                  </a:cxn>
                  <a:cxn ang="0">
                    <a:pos x="55" y="126"/>
                  </a:cxn>
                  <a:cxn ang="0">
                    <a:pos x="50" y="123"/>
                  </a:cxn>
                  <a:cxn ang="0">
                    <a:pos x="39" y="112"/>
                  </a:cxn>
                  <a:cxn ang="0">
                    <a:pos x="16" y="153"/>
                  </a:cxn>
                  <a:cxn ang="0">
                    <a:pos x="3" y="155"/>
                  </a:cxn>
                  <a:cxn ang="0">
                    <a:pos x="7" y="121"/>
                  </a:cxn>
                  <a:cxn ang="0">
                    <a:pos x="22" y="93"/>
                  </a:cxn>
                  <a:cxn ang="0">
                    <a:pos x="56" y="76"/>
                  </a:cxn>
                  <a:cxn ang="0">
                    <a:pos x="73" y="64"/>
                  </a:cxn>
                  <a:cxn ang="0">
                    <a:pos x="99" y="64"/>
                  </a:cxn>
                  <a:cxn ang="0">
                    <a:pos x="98" y="94"/>
                  </a:cxn>
                  <a:cxn ang="0">
                    <a:pos x="127" y="69"/>
                  </a:cxn>
                  <a:cxn ang="0">
                    <a:pos x="146" y="66"/>
                  </a:cxn>
                  <a:cxn ang="0">
                    <a:pos x="153" y="49"/>
                  </a:cxn>
                  <a:cxn ang="0">
                    <a:pos x="169" y="46"/>
                  </a:cxn>
                  <a:cxn ang="0">
                    <a:pos x="189" y="43"/>
                  </a:cxn>
                  <a:cxn ang="0">
                    <a:pos x="194" y="26"/>
                  </a:cxn>
                  <a:cxn ang="0">
                    <a:pos x="191" y="1"/>
                  </a:cxn>
                </a:cxnLst>
                <a:rect l="0" t="0" r="r" b="b"/>
                <a:pathLst>
                  <a:path w="254" h="227">
                    <a:moveTo>
                      <a:pt x="191" y="1"/>
                    </a:moveTo>
                    <a:lnTo>
                      <a:pt x="190" y="0"/>
                    </a:lnTo>
                    <a:lnTo>
                      <a:pt x="200" y="0"/>
                    </a:lnTo>
                    <a:lnTo>
                      <a:pt x="207" y="10"/>
                    </a:lnTo>
                    <a:lnTo>
                      <a:pt x="215" y="13"/>
                    </a:lnTo>
                    <a:lnTo>
                      <a:pt x="224" y="26"/>
                    </a:lnTo>
                    <a:lnTo>
                      <a:pt x="229" y="26"/>
                    </a:lnTo>
                    <a:lnTo>
                      <a:pt x="233" y="33"/>
                    </a:lnTo>
                    <a:lnTo>
                      <a:pt x="240" y="46"/>
                    </a:lnTo>
                    <a:lnTo>
                      <a:pt x="240" y="51"/>
                    </a:lnTo>
                    <a:lnTo>
                      <a:pt x="231" y="64"/>
                    </a:lnTo>
                    <a:lnTo>
                      <a:pt x="242" y="70"/>
                    </a:lnTo>
                    <a:lnTo>
                      <a:pt x="242" y="81"/>
                    </a:lnTo>
                    <a:lnTo>
                      <a:pt x="246" y="86"/>
                    </a:lnTo>
                    <a:lnTo>
                      <a:pt x="248" y="104"/>
                    </a:lnTo>
                    <a:lnTo>
                      <a:pt x="250" y="110"/>
                    </a:lnTo>
                    <a:lnTo>
                      <a:pt x="254" y="124"/>
                    </a:lnTo>
                    <a:lnTo>
                      <a:pt x="254" y="142"/>
                    </a:lnTo>
                    <a:lnTo>
                      <a:pt x="249" y="150"/>
                    </a:lnTo>
                    <a:lnTo>
                      <a:pt x="243" y="152"/>
                    </a:lnTo>
                    <a:lnTo>
                      <a:pt x="238" y="161"/>
                    </a:lnTo>
                    <a:lnTo>
                      <a:pt x="238" y="185"/>
                    </a:lnTo>
                    <a:lnTo>
                      <a:pt x="231" y="179"/>
                    </a:lnTo>
                    <a:lnTo>
                      <a:pt x="227" y="167"/>
                    </a:lnTo>
                    <a:lnTo>
                      <a:pt x="227" y="151"/>
                    </a:lnTo>
                    <a:lnTo>
                      <a:pt x="221" y="142"/>
                    </a:lnTo>
                    <a:lnTo>
                      <a:pt x="217" y="134"/>
                    </a:lnTo>
                    <a:lnTo>
                      <a:pt x="212" y="131"/>
                    </a:lnTo>
                    <a:lnTo>
                      <a:pt x="207" y="135"/>
                    </a:lnTo>
                    <a:lnTo>
                      <a:pt x="192" y="158"/>
                    </a:lnTo>
                    <a:lnTo>
                      <a:pt x="191" y="172"/>
                    </a:lnTo>
                    <a:lnTo>
                      <a:pt x="197" y="179"/>
                    </a:lnTo>
                    <a:lnTo>
                      <a:pt x="202" y="189"/>
                    </a:lnTo>
                    <a:lnTo>
                      <a:pt x="206" y="201"/>
                    </a:lnTo>
                    <a:lnTo>
                      <a:pt x="206" y="207"/>
                    </a:lnTo>
                    <a:lnTo>
                      <a:pt x="194" y="227"/>
                    </a:lnTo>
                    <a:lnTo>
                      <a:pt x="186" y="223"/>
                    </a:lnTo>
                    <a:lnTo>
                      <a:pt x="184" y="211"/>
                    </a:lnTo>
                    <a:lnTo>
                      <a:pt x="183" y="205"/>
                    </a:lnTo>
                    <a:lnTo>
                      <a:pt x="174" y="211"/>
                    </a:lnTo>
                    <a:lnTo>
                      <a:pt x="164" y="212"/>
                    </a:lnTo>
                    <a:lnTo>
                      <a:pt x="156" y="210"/>
                    </a:lnTo>
                    <a:lnTo>
                      <a:pt x="133" y="199"/>
                    </a:lnTo>
                    <a:lnTo>
                      <a:pt x="125" y="189"/>
                    </a:lnTo>
                    <a:lnTo>
                      <a:pt x="120" y="182"/>
                    </a:lnTo>
                    <a:lnTo>
                      <a:pt x="119" y="171"/>
                    </a:lnTo>
                    <a:lnTo>
                      <a:pt x="116" y="162"/>
                    </a:lnTo>
                    <a:lnTo>
                      <a:pt x="113" y="150"/>
                    </a:lnTo>
                    <a:lnTo>
                      <a:pt x="125" y="134"/>
                    </a:lnTo>
                    <a:lnTo>
                      <a:pt x="125" y="126"/>
                    </a:lnTo>
                    <a:lnTo>
                      <a:pt x="116" y="116"/>
                    </a:lnTo>
                    <a:lnTo>
                      <a:pt x="105" y="108"/>
                    </a:lnTo>
                    <a:lnTo>
                      <a:pt x="97" y="104"/>
                    </a:lnTo>
                    <a:lnTo>
                      <a:pt x="89" y="104"/>
                    </a:lnTo>
                    <a:lnTo>
                      <a:pt x="81" y="119"/>
                    </a:lnTo>
                    <a:lnTo>
                      <a:pt x="81" y="125"/>
                    </a:lnTo>
                    <a:lnTo>
                      <a:pt x="73" y="121"/>
                    </a:lnTo>
                    <a:lnTo>
                      <a:pt x="68" y="121"/>
                    </a:lnTo>
                    <a:lnTo>
                      <a:pt x="68" y="114"/>
                    </a:lnTo>
                    <a:lnTo>
                      <a:pt x="55" y="126"/>
                    </a:lnTo>
                    <a:lnTo>
                      <a:pt x="54" y="132"/>
                    </a:lnTo>
                    <a:lnTo>
                      <a:pt x="50" y="123"/>
                    </a:lnTo>
                    <a:lnTo>
                      <a:pt x="47" y="112"/>
                    </a:lnTo>
                    <a:lnTo>
                      <a:pt x="39" y="112"/>
                    </a:lnTo>
                    <a:lnTo>
                      <a:pt x="28" y="124"/>
                    </a:lnTo>
                    <a:lnTo>
                      <a:pt x="16" y="153"/>
                    </a:lnTo>
                    <a:lnTo>
                      <a:pt x="9" y="156"/>
                    </a:lnTo>
                    <a:lnTo>
                      <a:pt x="3" y="155"/>
                    </a:lnTo>
                    <a:lnTo>
                      <a:pt x="0" y="144"/>
                    </a:lnTo>
                    <a:lnTo>
                      <a:pt x="7" y="121"/>
                    </a:lnTo>
                    <a:lnTo>
                      <a:pt x="12" y="104"/>
                    </a:lnTo>
                    <a:lnTo>
                      <a:pt x="22" y="93"/>
                    </a:lnTo>
                    <a:lnTo>
                      <a:pt x="52" y="85"/>
                    </a:lnTo>
                    <a:lnTo>
                      <a:pt x="56" y="76"/>
                    </a:lnTo>
                    <a:lnTo>
                      <a:pt x="63" y="69"/>
                    </a:lnTo>
                    <a:lnTo>
                      <a:pt x="73" y="64"/>
                    </a:lnTo>
                    <a:lnTo>
                      <a:pt x="79" y="56"/>
                    </a:lnTo>
                    <a:lnTo>
                      <a:pt x="99" y="64"/>
                    </a:lnTo>
                    <a:lnTo>
                      <a:pt x="104" y="76"/>
                    </a:lnTo>
                    <a:lnTo>
                      <a:pt x="98" y="94"/>
                    </a:lnTo>
                    <a:lnTo>
                      <a:pt x="120" y="85"/>
                    </a:lnTo>
                    <a:lnTo>
                      <a:pt x="127" y="69"/>
                    </a:lnTo>
                    <a:lnTo>
                      <a:pt x="138" y="64"/>
                    </a:lnTo>
                    <a:lnTo>
                      <a:pt x="146" y="66"/>
                    </a:lnTo>
                    <a:lnTo>
                      <a:pt x="151" y="60"/>
                    </a:lnTo>
                    <a:lnTo>
                      <a:pt x="153" y="49"/>
                    </a:lnTo>
                    <a:lnTo>
                      <a:pt x="158" y="43"/>
                    </a:lnTo>
                    <a:lnTo>
                      <a:pt x="169" y="46"/>
                    </a:lnTo>
                    <a:lnTo>
                      <a:pt x="181" y="40"/>
                    </a:lnTo>
                    <a:lnTo>
                      <a:pt x="189" y="43"/>
                    </a:lnTo>
                    <a:lnTo>
                      <a:pt x="192" y="39"/>
                    </a:lnTo>
                    <a:lnTo>
                      <a:pt x="194" y="26"/>
                    </a:lnTo>
                    <a:lnTo>
                      <a:pt x="191" y="7"/>
                    </a:lnTo>
                    <a:lnTo>
                      <a:pt x="191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34" name="Freeform 131">
              <a:extLst>
                <a:ext uri="{FF2B5EF4-FFF2-40B4-BE49-F238E27FC236}">
                  <a16:creationId xmlns:a16="http://schemas.microsoft.com/office/drawing/2014/main" id="{23016A95-274C-2BCE-6F57-F23FE68CD33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150469" y="4072349"/>
              <a:ext cx="34638" cy="28538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72" y="14"/>
                </a:cxn>
                <a:cxn ang="0">
                  <a:pos x="76" y="21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6" y="37"/>
                </a:cxn>
                <a:cxn ang="0">
                  <a:pos x="70" y="37"/>
                </a:cxn>
                <a:cxn ang="0">
                  <a:pos x="65" y="35"/>
                </a:cxn>
                <a:cxn ang="0">
                  <a:pos x="61" y="27"/>
                </a:cxn>
                <a:cxn ang="0">
                  <a:pos x="59" y="20"/>
                </a:cxn>
                <a:cxn ang="0">
                  <a:pos x="56" y="16"/>
                </a:cxn>
                <a:cxn ang="0">
                  <a:pos x="51" y="16"/>
                </a:cxn>
                <a:cxn ang="0">
                  <a:pos x="46" y="19"/>
                </a:cxn>
                <a:cxn ang="0">
                  <a:pos x="43" y="24"/>
                </a:cxn>
                <a:cxn ang="0">
                  <a:pos x="41" y="48"/>
                </a:cxn>
                <a:cxn ang="0">
                  <a:pos x="39" y="56"/>
                </a:cxn>
                <a:cxn ang="0">
                  <a:pos x="34" y="58"/>
                </a:cxn>
                <a:cxn ang="0">
                  <a:pos x="29" y="57"/>
                </a:cxn>
                <a:cxn ang="0">
                  <a:pos x="26" y="53"/>
                </a:cxn>
                <a:cxn ang="0">
                  <a:pos x="21" y="48"/>
                </a:cxn>
                <a:cxn ang="0">
                  <a:pos x="17" y="42"/>
                </a:cxn>
                <a:cxn ang="0">
                  <a:pos x="7" y="31"/>
                </a:cxn>
                <a:cxn ang="0">
                  <a:pos x="3" y="29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11" y="22"/>
                </a:cxn>
                <a:cxn ang="0">
                  <a:pos x="26" y="21"/>
                </a:cxn>
                <a:cxn ang="0">
                  <a:pos x="33" y="16"/>
                </a:cxn>
                <a:cxn ang="0">
                  <a:pos x="53" y="0"/>
                </a:cxn>
                <a:cxn ang="0">
                  <a:pos x="55" y="8"/>
                </a:cxn>
                <a:cxn ang="0">
                  <a:pos x="67" y="9"/>
                </a:cxn>
              </a:cxnLst>
              <a:rect l="0" t="0" r="r" b="b"/>
              <a:pathLst>
                <a:path w="77" h="58">
                  <a:moveTo>
                    <a:pt x="67" y="9"/>
                  </a:moveTo>
                  <a:lnTo>
                    <a:pt x="72" y="14"/>
                  </a:lnTo>
                  <a:lnTo>
                    <a:pt x="76" y="21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6" y="37"/>
                  </a:lnTo>
                  <a:lnTo>
                    <a:pt x="70" y="37"/>
                  </a:lnTo>
                  <a:lnTo>
                    <a:pt x="65" y="35"/>
                  </a:lnTo>
                  <a:lnTo>
                    <a:pt x="61" y="27"/>
                  </a:lnTo>
                  <a:lnTo>
                    <a:pt x="59" y="20"/>
                  </a:lnTo>
                  <a:lnTo>
                    <a:pt x="56" y="16"/>
                  </a:lnTo>
                  <a:lnTo>
                    <a:pt x="51" y="16"/>
                  </a:lnTo>
                  <a:lnTo>
                    <a:pt x="46" y="19"/>
                  </a:lnTo>
                  <a:lnTo>
                    <a:pt x="43" y="24"/>
                  </a:lnTo>
                  <a:lnTo>
                    <a:pt x="41" y="48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9" y="57"/>
                  </a:lnTo>
                  <a:lnTo>
                    <a:pt x="26" y="53"/>
                  </a:lnTo>
                  <a:lnTo>
                    <a:pt x="21" y="48"/>
                  </a:lnTo>
                  <a:lnTo>
                    <a:pt x="17" y="42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11" y="22"/>
                  </a:lnTo>
                  <a:lnTo>
                    <a:pt x="26" y="21"/>
                  </a:lnTo>
                  <a:lnTo>
                    <a:pt x="33" y="16"/>
                  </a:lnTo>
                  <a:lnTo>
                    <a:pt x="53" y="0"/>
                  </a:lnTo>
                  <a:lnTo>
                    <a:pt x="55" y="8"/>
                  </a:lnTo>
                  <a:lnTo>
                    <a:pt x="67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5" name="Freeform 132">
              <a:extLst>
                <a:ext uri="{FF2B5EF4-FFF2-40B4-BE49-F238E27FC236}">
                  <a16:creationId xmlns:a16="http://schemas.microsoft.com/office/drawing/2014/main" id="{8F5F667D-4A0E-DAD5-6456-FBC277A7C6C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05482" y="4290458"/>
              <a:ext cx="6113" cy="22422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9" y="0"/>
                </a:cxn>
                <a:cxn ang="0">
                  <a:pos x="11" y="10"/>
                </a:cxn>
                <a:cxn ang="0">
                  <a:pos x="13" y="26"/>
                </a:cxn>
                <a:cxn ang="0">
                  <a:pos x="15" y="33"/>
                </a:cxn>
                <a:cxn ang="0">
                  <a:pos x="9" y="41"/>
                </a:cxn>
                <a:cxn ang="0">
                  <a:pos x="4" y="42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8" y="1"/>
                </a:cxn>
              </a:cxnLst>
              <a:rect l="0" t="0" r="r" b="b"/>
              <a:pathLst>
                <a:path w="15" h="42">
                  <a:moveTo>
                    <a:pt x="8" y="1"/>
                  </a:moveTo>
                  <a:lnTo>
                    <a:pt x="9" y="0"/>
                  </a:lnTo>
                  <a:lnTo>
                    <a:pt x="11" y="10"/>
                  </a:lnTo>
                  <a:lnTo>
                    <a:pt x="13" y="26"/>
                  </a:lnTo>
                  <a:lnTo>
                    <a:pt x="15" y="33"/>
                  </a:lnTo>
                  <a:lnTo>
                    <a:pt x="9" y="41"/>
                  </a:lnTo>
                  <a:lnTo>
                    <a:pt x="4" y="42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3" y="4"/>
                  </a:lnTo>
                  <a:lnTo>
                    <a:pt x="8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6" name="Freeform 133">
              <a:extLst>
                <a:ext uri="{FF2B5EF4-FFF2-40B4-BE49-F238E27FC236}">
                  <a16:creationId xmlns:a16="http://schemas.microsoft.com/office/drawing/2014/main" id="{F5E64093-E03E-8554-6F7A-CDD1FABE4A4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33683" y="4424992"/>
              <a:ext cx="65200" cy="30576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" y="38"/>
                </a:cxn>
                <a:cxn ang="0">
                  <a:pos x="11" y="29"/>
                </a:cxn>
                <a:cxn ang="0">
                  <a:pos x="18" y="17"/>
                </a:cxn>
                <a:cxn ang="0">
                  <a:pos x="27" y="16"/>
                </a:cxn>
                <a:cxn ang="0">
                  <a:pos x="55" y="11"/>
                </a:cxn>
                <a:cxn ang="0">
                  <a:pos x="61" y="7"/>
                </a:cxn>
                <a:cxn ang="0">
                  <a:pos x="71" y="10"/>
                </a:cxn>
                <a:cxn ang="0">
                  <a:pos x="98" y="7"/>
                </a:cxn>
                <a:cxn ang="0">
                  <a:pos x="109" y="3"/>
                </a:cxn>
                <a:cxn ang="0">
                  <a:pos x="118" y="2"/>
                </a:cxn>
                <a:cxn ang="0">
                  <a:pos x="124" y="0"/>
                </a:cxn>
                <a:cxn ang="0">
                  <a:pos x="132" y="2"/>
                </a:cxn>
                <a:cxn ang="0">
                  <a:pos x="133" y="6"/>
                </a:cxn>
                <a:cxn ang="0">
                  <a:pos x="129" y="19"/>
                </a:cxn>
                <a:cxn ang="0">
                  <a:pos x="113" y="23"/>
                </a:cxn>
                <a:cxn ang="0">
                  <a:pos x="88" y="37"/>
                </a:cxn>
                <a:cxn ang="0">
                  <a:pos x="73" y="40"/>
                </a:cxn>
                <a:cxn ang="0">
                  <a:pos x="61" y="46"/>
                </a:cxn>
                <a:cxn ang="0">
                  <a:pos x="39" y="51"/>
                </a:cxn>
                <a:cxn ang="0">
                  <a:pos x="23" y="61"/>
                </a:cxn>
                <a:cxn ang="0">
                  <a:pos x="18" y="59"/>
                </a:cxn>
                <a:cxn ang="0">
                  <a:pos x="0" y="39"/>
                </a:cxn>
              </a:cxnLst>
              <a:rect l="0" t="0" r="r" b="b"/>
              <a:pathLst>
                <a:path w="133" h="61">
                  <a:moveTo>
                    <a:pt x="0" y="39"/>
                  </a:moveTo>
                  <a:lnTo>
                    <a:pt x="2" y="38"/>
                  </a:lnTo>
                  <a:lnTo>
                    <a:pt x="11" y="29"/>
                  </a:lnTo>
                  <a:lnTo>
                    <a:pt x="18" y="17"/>
                  </a:lnTo>
                  <a:lnTo>
                    <a:pt x="27" y="16"/>
                  </a:lnTo>
                  <a:lnTo>
                    <a:pt x="55" y="11"/>
                  </a:lnTo>
                  <a:lnTo>
                    <a:pt x="61" y="7"/>
                  </a:lnTo>
                  <a:lnTo>
                    <a:pt x="71" y="10"/>
                  </a:lnTo>
                  <a:lnTo>
                    <a:pt x="98" y="7"/>
                  </a:lnTo>
                  <a:lnTo>
                    <a:pt x="109" y="3"/>
                  </a:lnTo>
                  <a:lnTo>
                    <a:pt x="118" y="2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3" y="6"/>
                  </a:lnTo>
                  <a:lnTo>
                    <a:pt x="129" y="19"/>
                  </a:lnTo>
                  <a:lnTo>
                    <a:pt x="113" y="23"/>
                  </a:lnTo>
                  <a:lnTo>
                    <a:pt x="88" y="37"/>
                  </a:lnTo>
                  <a:lnTo>
                    <a:pt x="73" y="40"/>
                  </a:lnTo>
                  <a:lnTo>
                    <a:pt x="61" y="46"/>
                  </a:lnTo>
                  <a:lnTo>
                    <a:pt x="39" y="51"/>
                  </a:lnTo>
                  <a:lnTo>
                    <a:pt x="23" y="61"/>
                  </a:lnTo>
                  <a:lnTo>
                    <a:pt x="18" y="5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7" name="Freeform 134">
              <a:extLst>
                <a:ext uri="{FF2B5EF4-FFF2-40B4-BE49-F238E27FC236}">
                  <a16:creationId xmlns:a16="http://schemas.microsoft.com/office/drawing/2014/main" id="{9E8DCEA4-B430-7869-2C6F-1E14BA1B4D1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01083" y="4445376"/>
              <a:ext cx="40750" cy="32614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8" name="Freeform 135">
              <a:extLst>
                <a:ext uri="{FF2B5EF4-FFF2-40B4-BE49-F238E27FC236}">
                  <a16:creationId xmlns:a16="http://schemas.microsoft.com/office/drawing/2014/main" id="{C2C3608C-8571-88C3-BF7E-D6B51269FF2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17221" y="4278227"/>
              <a:ext cx="77425" cy="30576"/>
            </a:xfrm>
            <a:custGeom>
              <a:avLst/>
              <a:gdLst/>
              <a:ahLst/>
              <a:cxnLst>
                <a:cxn ang="0">
                  <a:pos x="3" y="38"/>
                </a:cxn>
                <a:cxn ang="0">
                  <a:pos x="1" y="37"/>
                </a:cxn>
                <a:cxn ang="0">
                  <a:pos x="0" y="24"/>
                </a:cxn>
                <a:cxn ang="0">
                  <a:pos x="2" y="18"/>
                </a:cxn>
                <a:cxn ang="0">
                  <a:pos x="7" y="14"/>
                </a:cxn>
                <a:cxn ang="0">
                  <a:pos x="12" y="8"/>
                </a:cxn>
                <a:cxn ang="0">
                  <a:pos x="17" y="3"/>
                </a:cxn>
                <a:cxn ang="0">
                  <a:pos x="43" y="5"/>
                </a:cxn>
                <a:cxn ang="0">
                  <a:pos x="54" y="4"/>
                </a:cxn>
                <a:cxn ang="0">
                  <a:pos x="63" y="2"/>
                </a:cxn>
                <a:cxn ang="0">
                  <a:pos x="70" y="5"/>
                </a:cxn>
                <a:cxn ang="0">
                  <a:pos x="88" y="0"/>
                </a:cxn>
                <a:cxn ang="0">
                  <a:pos x="99" y="4"/>
                </a:cxn>
                <a:cxn ang="0">
                  <a:pos x="108" y="11"/>
                </a:cxn>
                <a:cxn ang="0">
                  <a:pos x="116" y="13"/>
                </a:cxn>
                <a:cxn ang="0">
                  <a:pos x="125" y="13"/>
                </a:cxn>
                <a:cxn ang="0">
                  <a:pos x="132" y="10"/>
                </a:cxn>
                <a:cxn ang="0">
                  <a:pos x="142" y="14"/>
                </a:cxn>
                <a:cxn ang="0">
                  <a:pos x="148" y="30"/>
                </a:cxn>
                <a:cxn ang="0">
                  <a:pos x="152" y="35"/>
                </a:cxn>
                <a:cxn ang="0">
                  <a:pos x="160" y="37"/>
                </a:cxn>
                <a:cxn ang="0">
                  <a:pos x="162" y="50"/>
                </a:cxn>
                <a:cxn ang="0">
                  <a:pos x="157" y="59"/>
                </a:cxn>
                <a:cxn ang="0">
                  <a:pos x="149" y="54"/>
                </a:cxn>
                <a:cxn ang="0">
                  <a:pos x="108" y="32"/>
                </a:cxn>
                <a:cxn ang="0">
                  <a:pos x="98" y="30"/>
                </a:cxn>
                <a:cxn ang="0">
                  <a:pos x="88" y="30"/>
                </a:cxn>
                <a:cxn ang="0">
                  <a:pos x="88" y="35"/>
                </a:cxn>
                <a:cxn ang="0">
                  <a:pos x="83" y="36"/>
                </a:cxn>
                <a:cxn ang="0">
                  <a:pos x="72" y="35"/>
                </a:cxn>
                <a:cxn ang="0">
                  <a:pos x="62" y="34"/>
                </a:cxn>
                <a:cxn ang="0">
                  <a:pos x="54" y="26"/>
                </a:cxn>
                <a:cxn ang="0">
                  <a:pos x="45" y="30"/>
                </a:cxn>
                <a:cxn ang="0">
                  <a:pos x="41" y="35"/>
                </a:cxn>
                <a:cxn ang="0">
                  <a:pos x="34" y="37"/>
                </a:cxn>
                <a:cxn ang="0">
                  <a:pos x="24" y="32"/>
                </a:cxn>
                <a:cxn ang="0">
                  <a:pos x="13" y="21"/>
                </a:cxn>
                <a:cxn ang="0">
                  <a:pos x="11" y="24"/>
                </a:cxn>
                <a:cxn ang="0">
                  <a:pos x="3" y="38"/>
                </a:cxn>
              </a:cxnLst>
              <a:rect l="0" t="0" r="r" b="b"/>
              <a:pathLst>
                <a:path w="162" h="59">
                  <a:moveTo>
                    <a:pt x="3" y="38"/>
                  </a:moveTo>
                  <a:lnTo>
                    <a:pt x="1" y="37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7" y="14"/>
                  </a:lnTo>
                  <a:lnTo>
                    <a:pt x="12" y="8"/>
                  </a:lnTo>
                  <a:lnTo>
                    <a:pt x="17" y="3"/>
                  </a:lnTo>
                  <a:lnTo>
                    <a:pt x="43" y="5"/>
                  </a:lnTo>
                  <a:lnTo>
                    <a:pt x="54" y="4"/>
                  </a:lnTo>
                  <a:lnTo>
                    <a:pt x="63" y="2"/>
                  </a:lnTo>
                  <a:lnTo>
                    <a:pt x="70" y="5"/>
                  </a:lnTo>
                  <a:lnTo>
                    <a:pt x="88" y="0"/>
                  </a:lnTo>
                  <a:lnTo>
                    <a:pt x="99" y="4"/>
                  </a:lnTo>
                  <a:lnTo>
                    <a:pt x="108" y="11"/>
                  </a:lnTo>
                  <a:lnTo>
                    <a:pt x="116" y="13"/>
                  </a:lnTo>
                  <a:lnTo>
                    <a:pt x="125" y="13"/>
                  </a:lnTo>
                  <a:lnTo>
                    <a:pt x="132" y="10"/>
                  </a:lnTo>
                  <a:lnTo>
                    <a:pt x="142" y="14"/>
                  </a:lnTo>
                  <a:lnTo>
                    <a:pt x="148" y="30"/>
                  </a:lnTo>
                  <a:lnTo>
                    <a:pt x="152" y="35"/>
                  </a:lnTo>
                  <a:lnTo>
                    <a:pt x="160" y="37"/>
                  </a:lnTo>
                  <a:lnTo>
                    <a:pt x="162" y="50"/>
                  </a:lnTo>
                  <a:lnTo>
                    <a:pt x="157" y="59"/>
                  </a:lnTo>
                  <a:lnTo>
                    <a:pt x="149" y="54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88" y="30"/>
                  </a:lnTo>
                  <a:lnTo>
                    <a:pt x="88" y="35"/>
                  </a:lnTo>
                  <a:lnTo>
                    <a:pt x="83" y="36"/>
                  </a:lnTo>
                  <a:lnTo>
                    <a:pt x="72" y="35"/>
                  </a:lnTo>
                  <a:lnTo>
                    <a:pt x="62" y="34"/>
                  </a:lnTo>
                  <a:lnTo>
                    <a:pt x="54" y="26"/>
                  </a:lnTo>
                  <a:lnTo>
                    <a:pt x="45" y="30"/>
                  </a:lnTo>
                  <a:lnTo>
                    <a:pt x="41" y="35"/>
                  </a:lnTo>
                  <a:lnTo>
                    <a:pt x="34" y="37"/>
                  </a:lnTo>
                  <a:lnTo>
                    <a:pt x="24" y="32"/>
                  </a:lnTo>
                  <a:lnTo>
                    <a:pt x="13" y="21"/>
                  </a:lnTo>
                  <a:lnTo>
                    <a:pt x="11" y="24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39" name="Freeform 136">
              <a:extLst>
                <a:ext uri="{FF2B5EF4-FFF2-40B4-BE49-F238E27FC236}">
                  <a16:creationId xmlns:a16="http://schemas.microsoft.com/office/drawing/2014/main" id="{22F1EDA4-138F-A254-09F1-8F2CFE7EC75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78832" y="4162039"/>
              <a:ext cx="167076" cy="193648"/>
            </a:xfrm>
            <a:custGeom>
              <a:avLst/>
              <a:gdLst/>
              <a:ahLst/>
              <a:cxnLst>
                <a:cxn ang="0">
                  <a:pos x="141" y="30"/>
                </a:cxn>
                <a:cxn ang="0">
                  <a:pos x="163" y="33"/>
                </a:cxn>
                <a:cxn ang="0">
                  <a:pos x="184" y="36"/>
                </a:cxn>
                <a:cxn ang="0">
                  <a:pos x="205" y="43"/>
                </a:cxn>
                <a:cxn ang="0">
                  <a:pos x="229" y="42"/>
                </a:cxn>
                <a:cxn ang="0">
                  <a:pos x="288" y="42"/>
                </a:cxn>
                <a:cxn ang="0">
                  <a:pos x="325" y="6"/>
                </a:cxn>
                <a:cxn ang="0">
                  <a:pos x="344" y="4"/>
                </a:cxn>
                <a:cxn ang="0">
                  <a:pos x="339" y="30"/>
                </a:cxn>
                <a:cxn ang="0">
                  <a:pos x="303" y="69"/>
                </a:cxn>
                <a:cxn ang="0">
                  <a:pos x="268" y="78"/>
                </a:cxn>
                <a:cxn ang="0">
                  <a:pos x="218" y="68"/>
                </a:cxn>
                <a:cxn ang="0">
                  <a:pos x="164" y="72"/>
                </a:cxn>
                <a:cxn ang="0">
                  <a:pos x="145" y="69"/>
                </a:cxn>
                <a:cxn ang="0">
                  <a:pos x="121" y="72"/>
                </a:cxn>
                <a:cxn ang="0">
                  <a:pos x="87" y="69"/>
                </a:cxn>
                <a:cxn ang="0">
                  <a:pos x="67" y="107"/>
                </a:cxn>
                <a:cxn ang="0">
                  <a:pos x="86" y="148"/>
                </a:cxn>
                <a:cxn ang="0">
                  <a:pos x="124" y="164"/>
                </a:cxn>
                <a:cxn ang="0">
                  <a:pos x="151" y="143"/>
                </a:cxn>
                <a:cxn ang="0">
                  <a:pos x="172" y="148"/>
                </a:cxn>
                <a:cxn ang="0">
                  <a:pos x="215" y="138"/>
                </a:cxn>
                <a:cxn ang="0">
                  <a:pos x="244" y="124"/>
                </a:cxn>
                <a:cxn ang="0">
                  <a:pos x="243" y="150"/>
                </a:cxn>
                <a:cxn ang="0">
                  <a:pos x="198" y="172"/>
                </a:cxn>
                <a:cxn ang="0">
                  <a:pos x="166" y="189"/>
                </a:cxn>
                <a:cxn ang="0">
                  <a:pos x="137" y="193"/>
                </a:cxn>
                <a:cxn ang="0">
                  <a:pos x="180" y="251"/>
                </a:cxn>
                <a:cxn ang="0">
                  <a:pos x="196" y="271"/>
                </a:cxn>
                <a:cxn ang="0">
                  <a:pos x="184" y="286"/>
                </a:cxn>
                <a:cxn ang="0">
                  <a:pos x="202" y="309"/>
                </a:cxn>
                <a:cxn ang="0">
                  <a:pos x="216" y="320"/>
                </a:cxn>
                <a:cxn ang="0">
                  <a:pos x="211" y="337"/>
                </a:cxn>
                <a:cxn ang="0">
                  <a:pos x="175" y="354"/>
                </a:cxn>
                <a:cxn ang="0">
                  <a:pos x="146" y="348"/>
                </a:cxn>
                <a:cxn ang="0">
                  <a:pos x="143" y="314"/>
                </a:cxn>
                <a:cxn ang="0">
                  <a:pos x="113" y="280"/>
                </a:cxn>
                <a:cxn ang="0">
                  <a:pos x="119" y="245"/>
                </a:cxn>
                <a:cxn ang="0">
                  <a:pos x="92" y="245"/>
                </a:cxn>
                <a:cxn ang="0">
                  <a:pos x="83" y="280"/>
                </a:cxn>
                <a:cxn ang="0">
                  <a:pos x="86" y="354"/>
                </a:cxn>
                <a:cxn ang="0">
                  <a:pos x="85" y="397"/>
                </a:cxn>
                <a:cxn ang="0">
                  <a:pos x="55" y="404"/>
                </a:cxn>
                <a:cxn ang="0">
                  <a:pos x="27" y="384"/>
                </a:cxn>
                <a:cxn ang="0">
                  <a:pos x="43" y="316"/>
                </a:cxn>
                <a:cxn ang="0">
                  <a:pos x="22" y="284"/>
                </a:cxn>
                <a:cxn ang="0">
                  <a:pos x="0" y="259"/>
                </a:cxn>
                <a:cxn ang="0">
                  <a:pos x="18" y="210"/>
                </a:cxn>
                <a:cxn ang="0">
                  <a:pos x="37" y="144"/>
                </a:cxn>
                <a:cxn ang="0">
                  <a:pos x="51" y="138"/>
                </a:cxn>
                <a:cxn ang="0">
                  <a:pos x="45" y="97"/>
                </a:cxn>
                <a:cxn ang="0">
                  <a:pos x="55" y="80"/>
                </a:cxn>
                <a:cxn ang="0">
                  <a:pos x="73" y="46"/>
                </a:cxn>
                <a:cxn ang="0">
                  <a:pos x="93" y="51"/>
                </a:cxn>
                <a:cxn ang="0">
                  <a:pos x="110" y="24"/>
                </a:cxn>
              </a:cxnLst>
              <a:rect l="0" t="0" r="r" b="b"/>
              <a:pathLst>
                <a:path w="345" h="404">
                  <a:moveTo>
                    <a:pt x="120" y="22"/>
                  </a:moveTo>
                  <a:lnTo>
                    <a:pt x="139" y="24"/>
                  </a:lnTo>
                  <a:lnTo>
                    <a:pt x="141" y="30"/>
                  </a:lnTo>
                  <a:lnTo>
                    <a:pt x="147" y="35"/>
                  </a:lnTo>
                  <a:lnTo>
                    <a:pt x="155" y="36"/>
                  </a:lnTo>
                  <a:lnTo>
                    <a:pt x="163" y="33"/>
                  </a:lnTo>
                  <a:lnTo>
                    <a:pt x="169" y="33"/>
                  </a:lnTo>
                  <a:lnTo>
                    <a:pt x="178" y="35"/>
                  </a:lnTo>
                  <a:lnTo>
                    <a:pt x="184" y="36"/>
                  </a:lnTo>
                  <a:lnTo>
                    <a:pt x="193" y="36"/>
                  </a:lnTo>
                  <a:lnTo>
                    <a:pt x="201" y="38"/>
                  </a:lnTo>
                  <a:lnTo>
                    <a:pt x="205" y="43"/>
                  </a:lnTo>
                  <a:lnTo>
                    <a:pt x="216" y="47"/>
                  </a:lnTo>
                  <a:lnTo>
                    <a:pt x="222" y="46"/>
                  </a:lnTo>
                  <a:lnTo>
                    <a:pt x="229" y="42"/>
                  </a:lnTo>
                  <a:lnTo>
                    <a:pt x="237" y="41"/>
                  </a:lnTo>
                  <a:lnTo>
                    <a:pt x="274" y="46"/>
                  </a:lnTo>
                  <a:lnTo>
                    <a:pt x="288" y="42"/>
                  </a:lnTo>
                  <a:lnTo>
                    <a:pt x="309" y="21"/>
                  </a:lnTo>
                  <a:lnTo>
                    <a:pt x="317" y="16"/>
                  </a:lnTo>
                  <a:lnTo>
                    <a:pt x="325" y="6"/>
                  </a:lnTo>
                  <a:lnTo>
                    <a:pt x="335" y="0"/>
                  </a:lnTo>
                  <a:lnTo>
                    <a:pt x="341" y="2"/>
                  </a:lnTo>
                  <a:lnTo>
                    <a:pt x="344" y="4"/>
                  </a:lnTo>
                  <a:lnTo>
                    <a:pt x="345" y="13"/>
                  </a:lnTo>
                  <a:lnTo>
                    <a:pt x="344" y="20"/>
                  </a:lnTo>
                  <a:lnTo>
                    <a:pt x="339" y="30"/>
                  </a:lnTo>
                  <a:lnTo>
                    <a:pt x="323" y="47"/>
                  </a:lnTo>
                  <a:lnTo>
                    <a:pt x="313" y="60"/>
                  </a:lnTo>
                  <a:lnTo>
                    <a:pt x="303" y="69"/>
                  </a:lnTo>
                  <a:lnTo>
                    <a:pt x="293" y="75"/>
                  </a:lnTo>
                  <a:lnTo>
                    <a:pt x="280" y="75"/>
                  </a:lnTo>
                  <a:lnTo>
                    <a:pt x="268" y="78"/>
                  </a:lnTo>
                  <a:lnTo>
                    <a:pt x="245" y="78"/>
                  </a:lnTo>
                  <a:lnTo>
                    <a:pt x="234" y="70"/>
                  </a:lnTo>
                  <a:lnTo>
                    <a:pt x="218" y="68"/>
                  </a:lnTo>
                  <a:lnTo>
                    <a:pt x="201" y="68"/>
                  </a:lnTo>
                  <a:lnTo>
                    <a:pt x="178" y="69"/>
                  </a:lnTo>
                  <a:lnTo>
                    <a:pt x="164" y="72"/>
                  </a:lnTo>
                  <a:lnTo>
                    <a:pt x="156" y="68"/>
                  </a:lnTo>
                  <a:lnTo>
                    <a:pt x="148" y="68"/>
                  </a:lnTo>
                  <a:lnTo>
                    <a:pt x="145" y="69"/>
                  </a:lnTo>
                  <a:lnTo>
                    <a:pt x="135" y="67"/>
                  </a:lnTo>
                  <a:lnTo>
                    <a:pt x="130" y="68"/>
                  </a:lnTo>
                  <a:lnTo>
                    <a:pt x="121" y="72"/>
                  </a:lnTo>
                  <a:lnTo>
                    <a:pt x="109" y="72"/>
                  </a:lnTo>
                  <a:lnTo>
                    <a:pt x="98" y="69"/>
                  </a:lnTo>
                  <a:lnTo>
                    <a:pt x="87" y="69"/>
                  </a:lnTo>
                  <a:lnTo>
                    <a:pt x="77" y="80"/>
                  </a:lnTo>
                  <a:lnTo>
                    <a:pt x="70" y="94"/>
                  </a:lnTo>
                  <a:lnTo>
                    <a:pt x="67" y="107"/>
                  </a:lnTo>
                  <a:lnTo>
                    <a:pt x="67" y="137"/>
                  </a:lnTo>
                  <a:lnTo>
                    <a:pt x="75" y="144"/>
                  </a:lnTo>
                  <a:lnTo>
                    <a:pt x="86" y="148"/>
                  </a:lnTo>
                  <a:lnTo>
                    <a:pt x="100" y="171"/>
                  </a:lnTo>
                  <a:lnTo>
                    <a:pt x="121" y="170"/>
                  </a:lnTo>
                  <a:lnTo>
                    <a:pt x="124" y="164"/>
                  </a:lnTo>
                  <a:lnTo>
                    <a:pt x="132" y="156"/>
                  </a:lnTo>
                  <a:lnTo>
                    <a:pt x="140" y="146"/>
                  </a:lnTo>
                  <a:lnTo>
                    <a:pt x="151" y="143"/>
                  </a:lnTo>
                  <a:lnTo>
                    <a:pt x="159" y="145"/>
                  </a:lnTo>
                  <a:lnTo>
                    <a:pt x="163" y="145"/>
                  </a:lnTo>
                  <a:lnTo>
                    <a:pt x="172" y="148"/>
                  </a:lnTo>
                  <a:lnTo>
                    <a:pt x="177" y="140"/>
                  </a:lnTo>
                  <a:lnTo>
                    <a:pt x="193" y="138"/>
                  </a:lnTo>
                  <a:lnTo>
                    <a:pt x="215" y="138"/>
                  </a:lnTo>
                  <a:lnTo>
                    <a:pt x="217" y="129"/>
                  </a:lnTo>
                  <a:lnTo>
                    <a:pt x="233" y="124"/>
                  </a:lnTo>
                  <a:lnTo>
                    <a:pt x="244" y="124"/>
                  </a:lnTo>
                  <a:lnTo>
                    <a:pt x="250" y="133"/>
                  </a:lnTo>
                  <a:lnTo>
                    <a:pt x="249" y="144"/>
                  </a:lnTo>
                  <a:lnTo>
                    <a:pt x="243" y="150"/>
                  </a:lnTo>
                  <a:lnTo>
                    <a:pt x="231" y="144"/>
                  </a:lnTo>
                  <a:lnTo>
                    <a:pt x="218" y="146"/>
                  </a:lnTo>
                  <a:lnTo>
                    <a:pt x="198" y="172"/>
                  </a:lnTo>
                  <a:lnTo>
                    <a:pt x="189" y="180"/>
                  </a:lnTo>
                  <a:lnTo>
                    <a:pt x="173" y="187"/>
                  </a:lnTo>
                  <a:lnTo>
                    <a:pt x="166" y="189"/>
                  </a:lnTo>
                  <a:lnTo>
                    <a:pt x="155" y="196"/>
                  </a:lnTo>
                  <a:lnTo>
                    <a:pt x="150" y="197"/>
                  </a:lnTo>
                  <a:lnTo>
                    <a:pt x="137" y="193"/>
                  </a:lnTo>
                  <a:lnTo>
                    <a:pt x="139" y="203"/>
                  </a:lnTo>
                  <a:lnTo>
                    <a:pt x="152" y="212"/>
                  </a:lnTo>
                  <a:lnTo>
                    <a:pt x="180" y="251"/>
                  </a:lnTo>
                  <a:lnTo>
                    <a:pt x="185" y="252"/>
                  </a:lnTo>
                  <a:lnTo>
                    <a:pt x="190" y="263"/>
                  </a:lnTo>
                  <a:lnTo>
                    <a:pt x="196" y="271"/>
                  </a:lnTo>
                  <a:lnTo>
                    <a:pt x="193" y="277"/>
                  </a:lnTo>
                  <a:lnTo>
                    <a:pt x="185" y="279"/>
                  </a:lnTo>
                  <a:lnTo>
                    <a:pt x="184" y="286"/>
                  </a:lnTo>
                  <a:lnTo>
                    <a:pt x="185" y="293"/>
                  </a:lnTo>
                  <a:lnTo>
                    <a:pt x="198" y="301"/>
                  </a:lnTo>
                  <a:lnTo>
                    <a:pt x="202" y="309"/>
                  </a:lnTo>
                  <a:lnTo>
                    <a:pt x="202" y="317"/>
                  </a:lnTo>
                  <a:lnTo>
                    <a:pt x="209" y="321"/>
                  </a:lnTo>
                  <a:lnTo>
                    <a:pt x="216" y="320"/>
                  </a:lnTo>
                  <a:lnTo>
                    <a:pt x="218" y="328"/>
                  </a:lnTo>
                  <a:lnTo>
                    <a:pt x="215" y="332"/>
                  </a:lnTo>
                  <a:lnTo>
                    <a:pt x="211" y="337"/>
                  </a:lnTo>
                  <a:lnTo>
                    <a:pt x="196" y="337"/>
                  </a:lnTo>
                  <a:lnTo>
                    <a:pt x="182" y="341"/>
                  </a:lnTo>
                  <a:lnTo>
                    <a:pt x="175" y="354"/>
                  </a:lnTo>
                  <a:lnTo>
                    <a:pt x="166" y="360"/>
                  </a:lnTo>
                  <a:lnTo>
                    <a:pt x="150" y="359"/>
                  </a:lnTo>
                  <a:lnTo>
                    <a:pt x="146" y="348"/>
                  </a:lnTo>
                  <a:lnTo>
                    <a:pt x="145" y="333"/>
                  </a:lnTo>
                  <a:lnTo>
                    <a:pt x="148" y="321"/>
                  </a:lnTo>
                  <a:lnTo>
                    <a:pt x="143" y="314"/>
                  </a:lnTo>
                  <a:lnTo>
                    <a:pt x="131" y="305"/>
                  </a:lnTo>
                  <a:lnTo>
                    <a:pt x="120" y="294"/>
                  </a:lnTo>
                  <a:lnTo>
                    <a:pt x="113" y="280"/>
                  </a:lnTo>
                  <a:lnTo>
                    <a:pt x="121" y="264"/>
                  </a:lnTo>
                  <a:lnTo>
                    <a:pt x="121" y="253"/>
                  </a:lnTo>
                  <a:lnTo>
                    <a:pt x="119" y="245"/>
                  </a:lnTo>
                  <a:lnTo>
                    <a:pt x="116" y="239"/>
                  </a:lnTo>
                  <a:lnTo>
                    <a:pt x="105" y="237"/>
                  </a:lnTo>
                  <a:lnTo>
                    <a:pt x="92" y="245"/>
                  </a:lnTo>
                  <a:lnTo>
                    <a:pt x="81" y="253"/>
                  </a:lnTo>
                  <a:lnTo>
                    <a:pt x="76" y="267"/>
                  </a:lnTo>
                  <a:lnTo>
                    <a:pt x="83" y="280"/>
                  </a:lnTo>
                  <a:lnTo>
                    <a:pt x="83" y="294"/>
                  </a:lnTo>
                  <a:lnTo>
                    <a:pt x="82" y="344"/>
                  </a:lnTo>
                  <a:lnTo>
                    <a:pt x="86" y="354"/>
                  </a:lnTo>
                  <a:lnTo>
                    <a:pt x="80" y="368"/>
                  </a:lnTo>
                  <a:lnTo>
                    <a:pt x="81" y="384"/>
                  </a:lnTo>
                  <a:lnTo>
                    <a:pt x="85" y="397"/>
                  </a:lnTo>
                  <a:lnTo>
                    <a:pt x="82" y="400"/>
                  </a:lnTo>
                  <a:lnTo>
                    <a:pt x="67" y="401"/>
                  </a:lnTo>
                  <a:lnTo>
                    <a:pt x="55" y="404"/>
                  </a:lnTo>
                  <a:lnTo>
                    <a:pt x="42" y="403"/>
                  </a:lnTo>
                  <a:lnTo>
                    <a:pt x="33" y="398"/>
                  </a:lnTo>
                  <a:lnTo>
                    <a:pt x="27" y="384"/>
                  </a:lnTo>
                  <a:lnTo>
                    <a:pt x="34" y="363"/>
                  </a:lnTo>
                  <a:lnTo>
                    <a:pt x="35" y="350"/>
                  </a:lnTo>
                  <a:lnTo>
                    <a:pt x="43" y="316"/>
                  </a:lnTo>
                  <a:lnTo>
                    <a:pt x="39" y="310"/>
                  </a:lnTo>
                  <a:lnTo>
                    <a:pt x="34" y="284"/>
                  </a:lnTo>
                  <a:lnTo>
                    <a:pt x="22" y="284"/>
                  </a:lnTo>
                  <a:lnTo>
                    <a:pt x="11" y="285"/>
                  </a:lnTo>
                  <a:lnTo>
                    <a:pt x="2" y="273"/>
                  </a:lnTo>
                  <a:lnTo>
                    <a:pt x="0" y="259"/>
                  </a:lnTo>
                  <a:lnTo>
                    <a:pt x="1" y="240"/>
                  </a:lnTo>
                  <a:lnTo>
                    <a:pt x="12" y="226"/>
                  </a:lnTo>
                  <a:lnTo>
                    <a:pt x="18" y="210"/>
                  </a:lnTo>
                  <a:lnTo>
                    <a:pt x="26" y="196"/>
                  </a:lnTo>
                  <a:lnTo>
                    <a:pt x="24" y="166"/>
                  </a:lnTo>
                  <a:lnTo>
                    <a:pt x="37" y="144"/>
                  </a:lnTo>
                  <a:lnTo>
                    <a:pt x="44" y="137"/>
                  </a:lnTo>
                  <a:lnTo>
                    <a:pt x="49" y="128"/>
                  </a:lnTo>
                  <a:lnTo>
                    <a:pt x="51" y="138"/>
                  </a:lnTo>
                  <a:lnTo>
                    <a:pt x="54" y="126"/>
                  </a:lnTo>
                  <a:lnTo>
                    <a:pt x="53" y="105"/>
                  </a:lnTo>
                  <a:lnTo>
                    <a:pt x="45" y="97"/>
                  </a:lnTo>
                  <a:lnTo>
                    <a:pt x="48" y="97"/>
                  </a:lnTo>
                  <a:lnTo>
                    <a:pt x="55" y="86"/>
                  </a:lnTo>
                  <a:lnTo>
                    <a:pt x="55" y="80"/>
                  </a:lnTo>
                  <a:lnTo>
                    <a:pt x="57" y="69"/>
                  </a:lnTo>
                  <a:lnTo>
                    <a:pt x="62" y="58"/>
                  </a:lnTo>
                  <a:lnTo>
                    <a:pt x="73" y="46"/>
                  </a:lnTo>
                  <a:lnTo>
                    <a:pt x="78" y="46"/>
                  </a:lnTo>
                  <a:lnTo>
                    <a:pt x="86" y="52"/>
                  </a:lnTo>
                  <a:lnTo>
                    <a:pt x="93" y="51"/>
                  </a:lnTo>
                  <a:lnTo>
                    <a:pt x="102" y="40"/>
                  </a:lnTo>
                  <a:lnTo>
                    <a:pt x="104" y="27"/>
                  </a:lnTo>
                  <a:lnTo>
                    <a:pt x="110" y="24"/>
                  </a:lnTo>
                  <a:lnTo>
                    <a:pt x="120" y="2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0" name="Freeform 137">
              <a:extLst>
                <a:ext uri="{FF2B5EF4-FFF2-40B4-BE49-F238E27FC236}">
                  <a16:creationId xmlns:a16="http://schemas.microsoft.com/office/drawing/2014/main" id="{6A1F8032-BE22-F3B2-BBE7-A3D1DE64B64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02958" y="4147770"/>
              <a:ext cx="38713" cy="81536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6" y="6"/>
                </a:cxn>
                <a:cxn ang="0">
                  <a:pos x="31" y="14"/>
                </a:cxn>
                <a:cxn ang="0">
                  <a:pos x="27" y="17"/>
                </a:cxn>
                <a:cxn ang="0">
                  <a:pos x="26" y="21"/>
                </a:cxn>
                <a:cxn ang="0">
                  <a:pos x="31" y="25"/>
                </a:cxn>
                <a:cxn ang="0">
                  <a:pos x="34" y="36"/>
                </a:cxn>
                <a:cxn ang="0">
                  <a:pos x="36" y="45"/>
                </a:cxn>
                <a:cxn ang="0">
                  <a:pos x="34" y="53"/>
                </a:cxn>
                <a:cxn ang="0">
                  <a:pos x="22" y="65"/>
                </a:cxn>
                <a:cxn ang="0">
                  <a:pos x="15" y="72"/>
                </a:cxn>
                <a:cxn ang="0">
                  <a:pos x="15" y="74"/>
                </a:cxn>
                <a:cxn ang="0">
                  <a:pos x="22" y="75"/>
                </a:cxn>
                <a:cxn ang="0">
                  <a:pos x="28" y="69"/>
                </a:cxn>
                <a:cxn ang="0">
                  <a:pos x="37" y="63"/>
                </a:cxn>
                <a:cxn ang="0">
                  <a:pos x="47" y="45"/>
                </a:cxn>
                <a:cxn ang="0">
                  <a:pos x="57" y="40"/>
                </a:cxn>
                <a:cxn ang="0">
                  <a:pos x="68" y="38"/>
                </a:cxn>
                <a:cxn ang="0">
                  <a:pos x="70" y="41"/>
                </a:cxn>
                <a:cxn ang="0">
                  <a:pos x="74" y="49"/>
                </a:cxn>
                <a:cxn ang="0">
                  <a:pos x="74" y="63"/>
                </a:cxn>
                <a:cxn ang="0">
                  <a:pos x="52" y="78"/>
                </a:cxn>
                <a:cxn ang="0">
                  <a:pos x="52" y="81"/>
                </a:cxn>
                <a:cxn ang="0">
                  <a:pos x="69" y="92"/>
                </a:cxn>
                <a:cxn ang="0">
                  <a:pos x="70" y="99"/>
                </a:cxn>
                <a:cxn ang="0">
                  <a:pos x="74" y="103"/>
                </a:cxn>
                <a:cxn ang="0">
                  <a:pos x="80" y="107"/>
                </a:cxn>
                <a:cxn ang="0">
                  <a:pos x="70" y="108"/>
                </a:cxn>
                <a:cxn ang="0">
                  <a:pos x="62" y="102"/>
                </a:cxn>
                <a:cxn ang="0">
                  <a:pos x="47" y="100"/>
                </a:cxn>
                <a:cxn ang="0">
                  <a:pos x="36" y="96"/>
                </a:cxn>
                <a:cxn ang="0">
                  <a:pos x="31" y="102"/>
                </a:cxn>
                <a:cxn ang="0">
                  <a:pos x="30" y="118"/>
                </a:cxn>
                <a:cxn ang="0">
                  <a:pos x="32" y="137"/>
                </a:cxn>
                <a:cxn ang="0">
                  <a:pos x="37" y="146"/>
                </a:cxn>
                <a:cxn ang="0">
                  <a:pos x="43" y="158"/>
                </a:cxn>
                <a:cxn ang="0">
                  <a:pos x="54" y="170"/>
                </a:cxn>
                <a:cxn ang="0">
                  <a:pos x="49" y="170"/>
                </a:cxn>
                <a:cxn ang="0">
                  <a:pos x="39" y="160"/>
                </a:cxn>
                <a:cxn ang="0">
                  <a:pos x="21" y="137"/>
                </a:cxn>
                <a:cxn ang="0">
                  <a:pos x="17" y="106"/>
                </a:cxn>
                <a:cxn ang="0">
                  <a:pos x="12" y="92"/>
                </a:cxn>
                <a:cxn ang="0">
                  <a:pos x="12" y="80"/>
                </a:cxn>
                <a:cxn ang="0">
                  <a:pos x="10" y="72"/>
                </a:cxn>
                <a:cxn ang="0">
                  <a:pos x="5" y="68"/>
                </a:cxn>
                <a:cxn ang="0">
                  <a:pos x="0" y="59"/>
                </a:cxn>
                <a:cxn ang="0">
                  <a:pos x="1" y="49"/>
                </a:cxn>
                <a:cxn ang="0">
                  <a:pos x="3" y="48"/>
                </a:cxn>
                <a:cxn ang="0">
                  <a:pos x="10" y="25"/>
                </a:cxn>
                <a:cxn ang="0">
                  <a:pos x="15" y="15"/>
                </a:cxn>
                <a:cxn ang="0">
                  <a:pos x="31" y="0"/>
                </a:cxn>
              </a:cxnLst>
              <a:rect l="0" t="0" r="r" b="b"/>
              <a:pathLst>
                <a:path w="80" h="170">
                  <a:moveTo>
                    <a:pt x="31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6" y="6"/>
                  </a:lnTo>
                  <a:lnTo>
                    <a:pt x="31" y="14"/>
                  </a:lnTo>
                  <a:lnTo>
                    <a:pt x="27" y="17"/>
                  </a:lnTo>
                  <a:lnTo>
                    <a:pt x="26" y="21"/>
                  </a:lnTo>
                  <a:lnTo>
                    <a:pt x="31" y="25"/>
                  </a:lnTo>
                  <a:lnTo>
                    <a:pt x="34" y="36"/>
                  </a:lnTo>
                  <a:lnTo>
                    <a:pt x="36" y="45"/>
                  </a:lnTo>
                  <a:lnTo>
                    <a:pt x="34" y="53"/>
                  </a:lnTo>
                  <a:lnTo>
                    <a:pt x="22" y="65"/>
                  </a:lnTo>
                  <a:lnTo>
                    <a:pt x="15" y="72"/>
                  </a:lnTo>
                  <a:lnTo>
                    <a:pt x="15" y="74"/>
                  </a:lnTo>
                  <a:lnTo>
                    <a:pt x="22" y="75"/>
                  </a:lnTo>
                  <a:lnTo>
                    <a:pt x="28" y="69"/>
                  </a:lnTo>
                  <a:lnTo>
                    <a:pt x="37" y="63"/>
                  </a:lnTo>
                  <a:lnTo>
                    <a:pt x="47" y="45"/>
                  </a:lnTo>
                  <a:lnTo>
                    <a:pt x="57" y="40"/>
                  </a:lnTo>
                  <a:lnTo>
                    <a:pt x="68" y="38"/>
                  </a:lnTo>
                  <a:lnTo>
                    <a:pt x="70" y="41"/>
                  </a:lnTo>
                  <a:lnTo>
                    <a:pt x="74" y="49"/>
                  </a:lnTo>
                  <a:lnTo>
                    <a:pt x="74" y="63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69" y="92"/>
                  </a:lnTo>
                  <a:lnTo>
                    <a:pt x="70" y="99"/>
                  </a:lnTo>
                  <a:lnTo>
                    <a:pt x="74" y="103"/>
                  </a:lnTo>
                  <a:lnTo>
                    <a:pt x="80" y="107"/>
                  </a:lnTo>
                  <a:lnTo>
                    <a:pt x="70" y="108"/>
                  </a:lnTo>
                  <a:lnTo>
                    <a:pt x="62" y="102"/>
                  </a:lnTo>
                  <a:lnTo>
                    <a:pt x="47" y="100"/>
                  </a:lnTo>
                  <a:lnTo>
                    <a:pt x="36" y="96"/>
                  </a:lnTo>
                  <a:lnTo>
                    <a:pt x="31" y="102"/>
                  </a:lnTo>
                  <a:lnTo>
                    <a:pt x="30" y="118"/>
                  </a:lnTo>
                  <a:lnTo>
                    <a:pt x="32" y="137"/>
                  </a:lnTo>
                  <a:lnTo>
                    <a:pt x="37" y="146"/>
                  </a:lnTo>
                  <a:lnTo>
                    <a:pt x="43" y="158"/>
                  </a:lnTo>
                  <a:lnTo>
                    <a:pt x="54" y="170"/>
                  </a:lnTo>
                  <a:lnTo>
                    <a:pt x="49" y="170"/>
                  </a:lnTo>
                  <a:lnTo>
                    <a:pt x="39" y="160"/>
                  </a:lnTo>
                  <a:lnTo>
                    <a:pt x="21" y="137"/>
                  </a:lnTo>
                  <a:lnTo>
                    <a:pt x="17" y="106"/>
                  </a:lnTo>
                  <a:lnTo>
                    <a:pt x="12" y="92"/>
                  </a:lnTo>
                  <a:lnTo>
                    <a:pt x="12" y="80"/>
                  </a:lnTo>
                  <a:lnTo>
                    <a:pt x="10" y="72"/>
                  </a:lnTo>
                  <a:lnTo>
                    <a:pt x="5" y="68"/>
                  </a:lnTo>
                  <a:lnTo>
                    <a:pt x="0" y="59"/>
                  </a:lnTo>
                  <a:lnTo>
                    <a:pt x="1" y="49"/>
                  </a:lnTo>
                  <a:lnTo>
                    <a:pt x="3" y="48"/>
                  </a:lnTo>
                  <a:lnTo>
                    <a:pt x="10" y="25"/>
                  </a:lnTo>
                  <a:lnTo>
                    <a:pt x="15" y="15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1" name="Freeform 138">
              <a:extLst>
                <a:ext uri="{FF2B5EF4-FFF2-40B4-BE49-F238E27FC236}">
                  <a16:creationId xmlns:a16="http://schemas.microsoft.com/office/drawing/2014/main" id="{E63E2AA0-9944-CD8A-F612-F75751D36FF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596684" y="4217076"/>
              <a:ext cx="273026" cy="230339"/>
            </a:xfrm>
            <a:custGeom>
              <a:avLst/>
              <a:gdLst/>
              <a:ahLst/>
              <a:cxnLst>
                <a:cxn ang="0">
                  <a:pos x="549" y="469"/>
                </a:cxn>
                <a:cxn ang="0">
                  <a:pos x="503" y="428"/>
                </a:cxn>
                <a:cxn ang="0">
                  <a:pos x="474" y="427"/>
                </a:cxn>
                <a:cxn ang="0">
                  <a:pos x="441" y="433"/>
                </a:cxn>
                <a:cxn ang="0">
                  <a:pos x="426" y="433"/>
                </a:cxn>
                <a:cxn ang="0">
                  <a:pos x="378" y="431"/>
                </a:cxn>
                <a:cxn ang="0">
                  <a:pos x="419" y="383"/>
                </a:cxn>
                <a:cxn ang="0">
                  <a:pos x="444" y="385"/>
                </a:cxn>
                <a:cxn ang="0">
                  <a:pos x="431" y="368"/>
                </a:cxn>
                <a:cxn ang="0">
                  <a:pos x="421" y="335"/>
                </a:cxn>
                <a:cxn ang="0">
                  <a:pos x="406" y="293"/>
                </a:cxn>
                <a:cxn ang="0">
                  <a:pos x="378" y="269"/>
                </a:cxn>
                <a:cxn ang="0">
                  <a:pos x="342" y="250"/>
                </a:cxn>
                <a:cxn ang="0">
                  <a:pos x="290" y="235"/>
                </a:cxn>
                <a:cxn ang="0">
                  <a:pos x="229" y="223"/>
                </a:cxn>
                <a:cxn ang="0">
                  <a:pos x="210" y="206"/>
                </a:cxn>
                <a:cxn ang="0">
                  <a:pos x="188" y="203"/>
                </a:cxn>
                <a:cxn ang="0">
                  <a:pos x="168" y="183"/>
                </a:cxn>
                <a:cxn ang="0">
                  <a:pos x="161" y="149"/>
                </a:cxn>
                <a:cxn ang="0">
                  <a:pos x="152" y="167"/>
                </a:cxn>
                <a:cxn ang="0">
                  <a:pos x="132" y="203"/>
                </a:cxn>
                <a:cxn ang="0">
                  <a:pos x="105" y="190"/>
                </a:cxn>
                <a:cxn ang="0">
                  <a:pos x="95" y="163"/>
                </a:cxn>
                <a:cxn ang="0">
                  <a:pos x="56" y="141"/>
                </a:cxn>
                <a:cxn ang="0">
                  <a:pos x="95" y="130"/>
                </a:cxn>
                <a:cxn ang="0">
                  <a:pos x="147" y="120"/>
                </a:cxn>
                <a:cxn ang="0">
                  <a:pos x="162" y="93"/>
                </a:cxn>
                <a:cxn ang="0">
                  <a:pos x="94" y="106"/>
                </a:cxn>
                <a:cxn ang="0">
                  <a:pos x="55" y="83"/>
                </a:cxn>
                <a:cxn ang="0">
                  <a:pos x="27" y="63"/>
                </a:cxn>
                <a:cxn ang="0">
                  <a:pos x="2" y="51"/>
                </a:cxn>
                <a:cxn ang="0">
                  <a:pos x="29" y="23"/>
                </a:cxn>
                <a:cxn ang="0">
                  <a:pos x="78" y="0"/>
                </a:cxn>
                <a:cxn ang="0">
                  <a:pos x="126" y="18"/>
                </a:cxn>
                <a:cxn ang="0">
                  <a:pos x="178" y="49"/>
                </a:cxn>
                <a:cxn ang="0">
                  <a:pos x="179" y="114"/>
                </a:cxn>
                <a:cxn ang="0">
                  <a:pos x="205" y="122"/>
                </a:cxn>
                <a:cxn ang="0">
                  <a:pos x="234" y="164"/>
                </a:cxn>
                <a:cxn ang="0">
                  <a:pos x="269" y="148"/>
                </a:cxn>
                <a:cxn ang="0">
                  <a:pos x="302" y="103"/>
                </a:cxn>
                <a:cxn ang="0">
                  <a:pos x="345" y="90"/>
                </a:cxn>
                <a:cxn ang="0">
                  <a:pos x="380" y="57"/>
                </a:cxn>
                <a:cxn ang="0">
                  <a:pos x="421" y="77"/>
                </a:cxn>
                <a:cxn ang="0">
                  <a:pos x="471" y="100"/>
                </a:cxn>
                <a:cxn ang="0">
                  <a:pos x="506" y="104"/>
                </a:cxn>
                <a:cxn ang="0">
                  <a:pos x="534" y="114"/>
                </a:cxn>
                <a:cxn ang="0">
                  <a:pos x="543" y="121"/>
                </a:cxn>
                <a:cxn ang="0">
                  <a:pos x="555" y="129"/>
                </a:cxn>
                <a:cxn ang="0">
                  <a:pos x="555" y="351"/>
                </a:cxn>
                <a:cxn ang="0">
                  <a:pos x="568" y="480"/>
                </a:cxn>
              </a:cxnLst>
              <a:rect l="0" t="0" r="r" b="b"/>
              <a:pathLst>
                <a:path w="568" h="480">
                  <a:moveTo>
                    <a:pt x="568" y="480"/>
                  </a:moveTo>
                  <a:lnTo>
                    <a:pt x="568" y="479"/>
                  </a:lnTo>
                  <a:lnTo>
                    <a:pt x="556" y="475"/>
                  </a:lnTo>
                  <a:lnTo>
                    <a:pt x="549" y="469"/>
                  </a:lnTo>
                  <a:lnTo>
                    <a:pt x="532" y="455"/>
                  </a:lnTo>
                  <a:lnTo>
                    <a:pt x="523" y="444"/>
                  </a:lnTo>
                  <a:lnTo>
                    <a:pt x="513" y="433"/>
                  </a:lnTo>
                  <a:lnTo>
                    <a:pt x="503" y="428"/>
                  </a:lnTo>
                  <a:lnTo>
                    <a:pt x="501" y="425"/>
                  </a:lnTo>
                  <a:lnTo>
                    <a:pt x="497" y="421"/>
                  </a:lnTo>
                  <a:lnTo>
                    <a:pt x="484" y="423"/>
                  </a:lnTo>
                  <a:lnTo>
                    <a:pt x="474" y="427"/>
                  </a:lnTo>
                  <a:lnTo>
                    <a:pt x="455" y="423"/>
                  </a:lnTo>
                  <a:lnTo>
                    <a:pt x="447" y="431"/>
                  </a:lnTo>
                  <a:lnTo>
                    <a:pt x="442" y="426"/>
                  </a:lnTo>
                  <a:lnTo>
                    <a:pt x="441" y="433"/>
                  </a:lnTo>
                  <a:lnTo>
                    <a:pt x="441" y="436"/>
                  </a:lnTo>
                  <a:lnTo>
                    <a:pt x="438" y="437"/>
                  </a:lnTo>
                  <a:lnTo>
                    <a:pt x="431" y="437"/>
                  </a:lnTo>
                  <a:lnTo>
                    <a:pt x="426" y="433"/>
                  </a:lnTo>
                  <a:lnTo>
                    <a:pt x="405" y="439"/>
                  </a:lnTo>
                  <a:lnTo>
                    <a:pt x="385" y="440"/>
                  </a:lnTo>
                  <a:lnTo>
                    <a:pt x="378" y="440"/>
                  </a:lnTo>
                  <a:lnTo>
                    <a:pt x="378" y="431"/>
                  </a:lnTo>
                  <a:lnTo>
                    <a:pt x="384" y="421"/>
                  </a:lnTo>
                  <a:lnTo>
                    <a:pt x="390" y="405"/>
                  </a:lnTo>
                  <a:lnTo>
                    <a:pt x="406" y="386"/>
                  </a:lnTo>
                  <a:lnTo>
                    <a:pt x="419" y="383"/>
                  </a:lnTo>
                  <a:lnTo>
                    <a:pt x="427" y="384"/>
                  </a:lnTo>
                  <a:lnTo>
                    <a:pt x="437" y="390"/>
                  </a:lnTo>
                  <a:lnTo>
                    <a:pt x="444" y="393"/>
                  </a:lnTo>
                  <a:lnTo>
                    <a:pt x="444" y="385"/>
                  </a:lnTo>
                  <a:lnTo>
                    <a:pt x="433" y="377"/>
                  </a:lnTo>
                  <a:lnTo>
                    <a:pt x="435" y="373"/>
                  </a:lnTo>
                  <a:lnTo>
                    <a:pt x="442" y="372"/>
                  </a:lnTo>
                  <a:lnTo>
                    <a:pt x="431" y="368"/>
                  </a:lnTo>
                  <a:lnTo>
                    <a:pt x="420" y="359"/>
                  </a:lnTo>
                  <a:lnTo>
                    <a:pt x="426" y="357"/>
                  </a:lnTo>
                  <a:lnTo>
                    <a:pt x="430" y="341"/>
                  </a:lnTo>
                  <a:lnTo>
                    <a:pt x="421" y="335"/>
                  </a:lnTo>
                  <a:lnTo>
                    <a:pt x="414" y="321"/>
                  </a:lnTo>
                  <a:lnTo>
                    <a:pt x="410" y="300"/>
                  </a:lnTo>
                  <a:lnTo>
                    <a:pt x="410" y="297"/>
                  </a:lnTo>
                  <a:lnTo>
                    <a:pt x="406" y="293"/>
                  </a:lnTo>
                  <a:lnTo>
                    <a:pt x="395" y="277"/>
                  </a:lnTo>
                  <a:lnTo>
                    <a:pt x="389" y="277"/>
                  </a:lnTo>
                  <a:lnTo>
                    <a:pt x="383" y="275"/>
                  </a:lnTo>
                  <a:lnTo>
                    <a:pt x="378" y="269"/>
                  </a:lnTo>
                  <a:lnTo>
                    <a:pt x="377" y="269"/>
                  </a:lnTo>
                  <a:lnTo>
                    <a:pt x="372" y="262"/>
                  </a:lnTo>
                  <a:lnTo>
                    <a:pt x="361" y="260"/>
                  </a:lnTo>
                  <a:lnTo>
                    <a:pt x="342" y="250"/>
                  </a:lnTo>
                  <a:lnTo>
                    <a:pt x="334" y="251"/>
                  </a:lnTo>
                  <a:lnTo>
                    <a:pt x="313" y="240"/>
                  </a:lnTo>
                  <a:lnTo>
                    <a:pt x="299" y="237"/>
                  </a:lnTo>
                  <a:lnTo>
                    <a:pt x="290" y="235"/>
                  </a:lnTo>
                  <a:lnTo>
                    <a:pt x="270" y="228"/>
                  </a:lnTo>
                  <a:lnTo>
                    <a:pt x="260" y="227"/>
                  </a:lnTo>
                  <a:lnTo>
                    <a:pt x="243" y="224"/>
                  </a:lnTo>
                  <a:lnTo>
                    <a:pt x="229" y="223"/>
                  </a:lnTo>
                  <a:lnTo>
                    <a:pt x="228" y="219"/>
                  </a:lnTo>
                  <a:lnTo>
                    <a:pt x="224" y="218"/>
                  </a:lnTo>
                  <a:lnTo>
                    <a:pt x="215" y="213"/>
                  </a:lnTo>
                  <a:lnTo>
                    <a:pt x="210" y="206"/>
                  </a:lnTo>
                  <a:lnTo>
                    <a:pt x="207" y="199"/>
                  </a:lnTo>
                  <a:lnTo>
                    <a:pt x="199" y="199"/>
                  </a:lnTo>
                  <a:lnTo>
                    <a:pt x="189" y="197"/>
                  </a:lnTo>
                  <a:lnTo>
                    <a:pt x="188" y="203"/>
                  </a:lnTo>
                  <a:lnTo>
                    <a:pt x="184" y="197"/>
                  </a:lnTo>
                  <a:lnTo>
                    <a:pt x="175" y="191"/>
                  </a:lnTo>
                  <a:lnTo>
                    <a:pt x="170" y="189"/>
                  </a:lnTo>
                  <a:lnTo>
                    <a:pt x="168" y="183"/>
                  </a:lnTo>
                  <a:lnTo>
                    <a:pt x="158" y="179"/>
                  </a:lnTo>
                  <a:lnTo>
                    <a:pt x="156" y="171"/>
                  </a:lnTo>
                  <a:lnTo>
                    <a:pt x="157" y="162"/>
                  </a:lnTo>
                  <a:lnTo>
                    <a:pt x="161" y="149"/>
                  </a:lnTo>
                  <a:lnTo>
                    <a:pt x="159" y="142"/>
                  </a:lnTo>
                  <a:lnTo>
                    <a:pt x="157" y="148"/>
                  </a:lnTo>
                  <a:lnTo>
                    <a:pt x="156" y="159"/>
                  </a:lnTo>
                  <a:lnTo>
                    <a:pt x="152" y="167"/>
                  </a:lnTo>
                  <a:lnTo>
                    <a:pt x="145" y="181"/>
                  </a:lnTo>
                  <a:lnTo>
                    <a:pt x="142" y="189"/>
                  </a:lnTo>
                  <a:lnTo>
                    <a:pt x="138" y="196"/>
                  </a:lnTo>
                  <a:lnTo>
                    <a:pt x="132" y="203"/>
                  </a:lnTo>
                  <a:lnTo>
                    <a:pt x="113" y="206"/>
                  </a:lnTo>
                  <a:lnTo>
                    <a:pt x="108" y="203"/>
                  </a:lnTo>
                  <a:lnTo>
                    <a:pt x="105" y="200"/>
                  </a:lnTo>
                  <a:lnTo>
                    <a:pt x="105" y="190"/>
                  </a:lnTo>
                  <a:lnTo>
                    <a:pt x="102" y="179"/>
                  </a:lnTo>
                  <a:lnTo>
                    <a:pt x="103" y="174"/>
                  </a:lnTo>
                  <a:lnTo>
                    <a:pt x="103" y="163"/>
                  </a:lnTo>
                  <a:lnTo>
                    <a:pt x="95" y="163"/>
                  </a:lnTo>
                  <a:lnTo>
                    <a:pt x="88" y="149"/>
                  </a:lnTo>
                  <a:lnTo>
                    <a:pt x="78" y="143"/>
                  </a:lnTo>
                  <a:lnTo>
                    <a:pt x="65" y="143"/>
                  </a:lnTo>
                  <a:lnTo>
                    <a:pt x="56" y="141"/>
                  </a:lnTo>
                  <a:lnTo>
                    <a:pt x="57" y="132"/>
                  </a:lnTo>
                  <a:lnTo>
                    <a:pt x="67" y="127"/>
                  </a:lnTo>
                  <a:lnTo>
                    <a:pt x="81" y="127"/>
                  </a:lnTo>
                  <a:lnTo>
                    <a:pt x="95" y="130"/>
                  </a:lnTo>
                  <a:lnTo>
                    <a:pt x="115" y="119"/>
                  </a:lnTo>
                  <a:lnTo>
                    <a:pt x="125" y="115"/>
                  </a:lnTo>
                  <a:lnTo>
                    <a:pt x="135" y="119"/>
                  </a:lnTo>
                  <a:lnTo>
                    <a:pt x="147" y="120"/>
                  </a:lnTo>
                  <a:lnTo>
                    <a:pt x="156" y="116"/>
                  </a:lnTo>
                  <a:lnTo>
                    <a:pt x="157" y="105"/>
                  </a:lnTo>
                  <a:lnTo>
                    <a:pt x="161" y="99"/>
                  </a:lnTo>
                  <a:lnTo>
                    <a:pt x="162" y="93"/>
                  </a:lnTo>
                  <a:lnTo>
                    <a:pt x="152" y="97"/>
                  </a:lnTo>
                  <a:lnTo>
                    <a:pt x="132" y="101"/>
                  </a:lnTo>
                  <a:lnTo>
                    <a:pt x="110" y="106"/>
                  </a:lnTo>
                  <a:lnTo>
                    <a:pt x="94" y="106"/>
                  </a:lnTo>
                  <a:lnTo>
                    <a:pt x="86" y="104"/>
                  </a:lnTo>
                  <a:lnTo>
                    <a:pt x="77" y="106"/>
                  </a:lnTo>
                  <a:lnTo>
                    <a:pt x="62" y="99"/>
                  </a:lnTo>
                  <a:lnTo>
                    <a:pt x="55" y="83"/>
                  </a:lnTo>
                  <a:lnTo>
                    <a:pt x="52" y="72"/>
                  </a:lnTo>
                  <a:lnTo>
                    <a:pt x="46" y="67"/>
                  </a:lnTo>
                  <a:lnTo>
                    <a:pt x="36" y="62"/>
                  </a:lnTo>
                  <a:lnTo>
                    <a:pt x="27" y="63"/>
                  </a:lnTo>
                  <a:lnTo>
                    <a:pt x="19" y="60"/>
                  </a:lnTo>
                  <a:lnTo>
                    <a:pt x="17" y="66"/>
                  </a:lnTo>
                  <a:lnTo>
                    <a:pt x="0" y="58"/>
                  </a:lnTo>
                  <a:lnTo>
                    <a:pt x="2" y="51"/>
                  </a:lnTo>
                  <a:lnTo>
                    <a:pt x="7" y="45"/>
                  </a:lnTo>
                  <a:lnTo>
                    <a:pt x="16" y="28"/>
                  </a:lnTo>
                  <a:lnTo>
                    <a:pt x="19" y="25"/>
                  </a:lnTo>
                  <a:lnTo>
                    <a:pt x="29" y="23"/>
                  </a:lnTo>
                  <a:lnTo>
                    <a:pt x="38" y="23"/>
                  </a:lnTo>
                  <a:lnTo>
                    <a:pt x="48" y="19"/>
                  </a:lnTo>
                  <a:lnTo>
                    <a:pt x="66" y="3"/>
                  </a:lnTo>
                  <a:lnTo>
                    <a:pt x="78" y="0"/>
                  </a:lnTo>
                  <a:lnTo>
                    <a:pt x="93" y="0"/>
                  </a:lnTo>
                  <a:lnTo>
                    <a:pt x="107" y="2"/>
                  </a:lnTo>
                  <a:lnTo>
                    <a:pt x="119" y="11"/>
                  </a:lnTo>
                  <a:lnTo>
                    <a:pt x="126" y="18"/>
                  </a:lnTo>
                  <a:lnTo>
                    <a:pt x="135" y="23"/>
                  </a:lnTo>
                  <a:lnTo>
                    <a:pt x="168" y="23"/>
                  </a:lnTo>
                  <a:lnTo>
                    <a:pt x="172" y="39"/>
                  </a:lnTo>
                  <a:lnTo>
                    <a:pt x="178" y="49"/>
                  </a:lnTo>
                  <a:lnTo>
                    <a:pt x="179" y="65"/>
                  </a:lnTo>
                  <a:lnTo>
                    <a:pt x="175" y="77"/>
                  </a:lnTo>
                  <a:lnTo>
                    <a:pt x="174" y="90"/>
                  </a:lnTo>
                  <a:lnTo>
                    <a:pt x="179" y="114"/>
                  </a:lnTo>
                  <a:lnTo>
                    <a:pt x="193" y="132"/>
                  </a:lnTo>
                  <a:lnTo>
                    <a:pt x="194" y="127"/>
                  </a:lnTo>
                  <a:lnTo>
                    <a:pt x="195" y="119"/>
                  </a:lnTo>
                  <a:lnTo>
                    <a:pt x="205" y="122"/>
                  </a:lnTo>
                  <a:lnTo>
                    <a:pt x="210" y="138"/>
                  </a:lnTo>
                  <a:lnTo>
                    <a:pt x="213" y="142"/>
                  </a:lnTo>
                  <a:lnTo>
                    <a:pt x="218" y="153"/>
                  </a:lnTo>
                  <a:lnTo>
                    <a:pt x="234" y="164"/>
                  </a:lnTo>
                  <a:lnTo>
                    <a:pt x="242" y="164"/>
                  </a:lnTo>
                  <a:lnTo>
                    <a:pt x="255" y="163"/>
                  </a:lnTo>
                  <a:lnTo>
                    <a:pt x="261" y="151"/>
                  </a:lnTo>
                  <a:lnTo>
                    <a:pt x="269" y="148"/>
                  </a:lnTo>
                  <a:lnTo>
                    <a:pt x="275" y="143"/>
                  </a:lnTo>
                  <a:lnTo>
                    <a:pt x="276" y="135"/>
                  </a:lnTo>
                  <a:lnTo>
                    <a:pt x="296" y="120"/>
                  </a:lnTo>
                  <a:lnTo>
                    <a:pt x="302" y="103"/>
                  </a:lnTo>
                  <a:lnTo>
                    <a:pt x="310" y="100"/>
                  </a:lnTo>
                  <a:lnTo>
                    <a:pt x="318" y="100"/>
                  </a:lnTo>
                  <a:lnTo>
                    <a:pt x="336" y="97"/>
                  </a:lnTo>
                  <a:lnTo>
                    <a:pt x="345" y="90"/>
                  </a:lnTo>
                  <a:lnTo>
                    <a:pt x="344" y="81"/>
                  </a:lnTo>
                  <a:lnTo>
                    <a:pt x="349" y="77"/>
                  </a:lnTo>
                  <a:lnTo>
                    <a:pt x="361" y="67"/>
                  </a:lnTo>
                  <a:lnTo>
                    <a:pt x="380" y="57"/>
                  </a:lnTo>
                  <a:lnTo>
                    <a:pt x="387" y="60"/>
                  </a:lnTo>
                  <a:lnTo>
                    <a:pt x="390" y="65"/>
                  </a:lnTo>
                  <a:lnTo>
                    <a:pt x="410" y="72"/>
                  </a:lnTo>
                  <a:lnTo>
                    <a:pt x="421" y="77"/>
                  </a:lnTo>
                  <a:lnTo>
                    <a:pt x="427" y="78"/>
                  </a:lnTo>
                  <a:lnTo>
                    <a:pt x="432" y="83"/>
                  </a:lnTo>
                  <a:lnTo>
                    <a:pt x="455" y="90"/>
                  </a:lnTo>
                  <a:lnTo>
                    <a:pt x="471" y="100"/>
                  </a:lnTo>
                  <a:lnTo>
                    <a:pt x="479" y="104"/>
                  </a:lnTo>
                  <a:lnTo>
                    <a:pt x="491" y="108"/>
                  </a:lnTo>
                  <a:lnTo>
                    <a:pt x="501" y="106"/>
                  </a:lnTo>
                  <a:lnTo>
                    <a:pt x="506" y="104"/>
                  </a:lnTo>
                  <a:lnTo>
                    <a:pt x="514" y="108"/>
                  </a:lnTo>
                  <a:lnTo>
                    <a:pt x="519" y="106"/>
                  </a:lnTo>
                  <a:lnTo>
                    <a:pt x="523" y="108"/>
                  </a:lnTo>
                  <a:lnTo>
                    <a:pt x="534" y="114"/>
                  </a:lnTo>
                  <a:lnTo>
                    <a:pt x="539" y="114"/>
                  </a:lnTo>
                  <a:lnTo>
                    <a:pt x="541" y="116"/>
                  </a:lnTo>
                  <a:lnTo>
                    <a:pt x="541" y="119"/>
                  </a:lnTo>
                  <a:lnTo>
                    <a:pt x="543" y="121"/>
                  </a:lnTo>
                  <a:lnTo>
                    <a:pt x="549" y="121"/>
                  </a:lnTo>
                  <a:lnTo>
                    <a:pt x="551" y="120"/>
                  </a:lnTo>
                  <a:lnTo>
                    <a:pt x="556" y="120"/>
                  </a:lnTo>
                  <a:lnTo>
                    <a:pt x="555" y="129"/>
                  </a:lnTo>
                  <a:lnTo>
                    <a:pt x="560" y="254"/>
                  </a:lnTo>
                  <a:lnTo>
                    <a:pt x="560" y="326"/>
                  </a:lnTo>
                  <a:lnTo>
                    <a:pt x="556" y="347"/>
                  </a:lnTo>
                  <a:lnTo>
                    <a:pt x="555" y="351"/>
                  </a:lnTo>
                  <a:lnTo>
                    <a:pt x="562" y="368"/>
                  </a:lnTo>
                  <a:lnTo>
                    <a:pt x="562" y="409"/>
                  </a:lnTo>
                  <a:lnTo>
                    <a:pt x="565" y="466"/>
                  </a:lnTo>
                  <a:lnTo>
                    <a:pt x="568" y="48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2" name="Freeform 139">
              <a:extLst>
                <a:ext uri="{FF2B5EF4-FFF2-40B4-BE49-F238E27FC236}">
                  <a16:creationId xmlns:a16="http://schemas.microsoft.com/office/drawing/2014/main" id="{E7DB03F5-E7B6-9DDA-1D5C-4739352940E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22361" y="4274151"/>
              <a:ext cx="63163" cy="570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0" y="11"/>
                </a:cxn>
                <a:cxn ang="0">
                  <a:pos x="26" y="16"/>
                </a:cxn>
                <a:cxn ang="0">
                  <a:pos x="34" y="20"/>
                </a:cxn>
                <a:cxn ang="0">
                  <a:pos x="54" y="35"/>
                </a:cxn>
                <a:cxn ang="0">
                  <a:pos x="66" y="36"/>
                </a:cxn>
                <a:cxn ang="0">
                  <a:pos x="75" y="43"/>
                </a:cxn>
                <a:cxn ang="0">
                  <a:pos x="81" y="49"/>
                </a:cxn>
                <a:cxn ang="0">
                  <a:pos x="95" y="58"/>
                </a:cxn>
                <a:cxn ang="0">
                  <a:pos x="100" y="66"/>
                </a:cxn>
                <a:cxn ang="0">
                  <a:pos x="107" y="71"/>
                </a:cxn>
                <a:cxn ang="0">
                  <a:pos x="117" y="74"/>
                </a:cxn>
                <a:cxn ang="0">
                  <a:pos x="121" y="78"/>
                </a:cxn>
                <a:cxn ang="0">
                  <a:pos x="124" y="87"/>
                </a:cxn>
                <a:cxn ang="0">
                  <a:pos x="129" y="93"/>
                </a:cxn>
                <a:cxn ang="0">
                  <a:pos x="129" y="100"/>
                </a:cxn>
                <a:cxn ang="0">
                  <a:pos x="124" y="107"/>
                </a:cxn>
                <a:cxn ang="0">
                  <a:pos x="120" y="119"/>
                </a:cxn>
                <a:cxn ang="0">
                  <a:pos x="111" y="119"/>
                </a:cxn>
                <a:cxn ang="0">
                  <a:pos x="105" y="93"/>
                </a:cxn>
                <a:cxn ang="0">
                  <a:pos x="97" y="71"/>
                </a:cxn>
                <a:cxn ang="0">
                  <a:pos x="86" y="53"/>
                </a:cxn>
                <a:cxn ang="0">
                  <a:pos x="80" y="49"/>
                </a:cxn>
                <a:cxn ang="0">
                  <a:pos x="66" y="47"/>
                </a:cxn>
                <a:cxn ang="0">
                  <a:pos x="54" y="39"/>
                </a:cxn>
                <a:cxn ang="0">
                  <a:pos x="46" y="31"/>
                </a:cxn>
                <a:cxn ang="0">
                  <a:pos x="40" y="30"/>
                </a:cxn>
                <a:cxn ang="0">
                  <a:pos x="31" y="23"/>
                </a:cxn>
                <a:cxn ang="0">
                  <a:pos x="26" y="21"/>
                </a:cxn>
                <a:cxn ang="0">
                  <a:pos x="9" y="10"/>
                </a:cxn>
                <a:cxn ang="0">
                  <a:pos x="0" y="9"/>
                </a:cxn>
                <a:cxn ang="0">
                  <a:pos x="0" y="3"/>
                </a:cxn>
              </a:cxnLst>
              <a:rect l="0" t="0" r="r" b="b"/>
              <a:pathLst>
                <a:path w="129" h="119">
                  <a:moveTo>
                    <a:pt x="0" y="3"/>
                  </a:moveTo>
                  <a:lnTo>
                    <a:pt x="2" y="0"/>
                  </a:lnTo>
                  <a:lnTo>
                    <a:pt x="20" y="11"/>
                  </a:lnTo>
                  <a:lnTo>
                    <a:pt x="26" y="16"/>
                  </a:lnTo>
                  <a:lnTo>
                    <a:pt x="34" y="20"/>
                  </a:lnTo>
                  <a:lnTo>
                    <a:pt x="54" y="35"/>
                  </a:lnTo>
                  <a:lnTo>
                    <a:pt x="66" y="36"/>
                  </a:lnTo>
                  <a:lnTo>
                    <a:pt x="75" y="43"/>
                  </a:lnTo>
                  <a:lnTo>
                    <a:pt x="81" y="49"/>
                  </a:lnTo>
                  <a:lnTo>
                    <a:pt x="95" y="58"/>
                  </a:lnTo>
                  <a:lnTo>
                    <a:pt x="100" y="66"/>
                  </a:lnTo>
                  <a:lnTo>
                    <a:pt x="107" y="71"/>
                  </a:lnTo>
                  <a:lnTo>
                    <a:pt x="117" y="74"/>
                  </a:lnTo>
                  <a:lnTo>
                    <a:pt x="121" y="78"/>
                  </a:lnTo>
                  <a:lnTo>
                    <a:pt x="124" y="87"/>
                  </a:lnTo>
                  <a:lnTo>
                    <a:pt x="129" y="93"/>
                  </a:lnTo>
                  <a:lnTo>
                    <a:pt x="129" y="100"/>
                  </a:lnTo>
                  <a:lnTo>
                    <a:pt x="124" y="107"/>
                  </a:lnTo>
                  <a:lnTo>
                    <a:pt x="120" y="119"/>
                  </a:lnTo>
                  <a:lnTo>
                    <a:pt x="111" y="119"/>
                  </a:lnTo>
                  <a:lnTo>
                    <a:pt x="105" y="93"/>
                  </a:lnTo>
                  <a:lnTo>
                    <a:pt x="97" y="71"/>
                  </a:lnTo>
                  <a:lnTo>
                    <a:pt x="86" y="53"/>
                  </a:lnTo>
                  <a:lnTo>
                    <a:pt x="80" y="49"/>
                  </a:lnTo>
                  <a:lnTo>
                    <a:pt x="66" y="47"/>
                  </a:lnTo>
                  <a:lnTo>
                    <a:pt x="54" y="39"/>
                  </a:lnTo>
                  <a:lnTo>
                    <a:pt x="46" y="31"/>
                  </a:lnTo>
                  <a:lnTo>
                    <a:pt x="40" y="30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9" y="10"/>
                  </a:lnTo>
                  <a:lnTo>
                    <a:pt x="0" y="9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3" name="Freeform 140">
              <a:extLst>
                <a:ext uri="{FF2B5EF4-FFF2-40B4-BE49-F238E27FC236}">
                  <a16:creationId xmlns:a16="http://schemas.microsoft.com/office/drawing/2014/main" id="{37250F59-4F76-84F3-7582-59E9C1BD1D3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38730" y="3583133"/>
              <a:ext cx="189488" cy="397488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4" name="Freeform 141">
              <a:extLst>
                <a:ext uri="{FF2B5EF4-FFF2-40B4-BE49-F238E27FC236}">
                  <a16:creationId xmlns:a16="http://schemas.microsoft.com/office/drawing/2014/main" id="{D58DD221-025F-46AA-8602-1596DE8592C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34331" y="4025466"/>
              <a:ext cx="254689" cy="156957"/>
            </a:xfrm>
            <a:custGeom>
              <a:avLst/>
              <a:gdLst/>
              <a:ahLst/>
              <a:cxnLst>
                <a:cxn ang="0">
                  <a:pos x="249" y="133"/>
                </a:cxn>
                <a:cxn ang="0">
                  <a:pos x="268" y="155"/>
                </a:cxn>
                <a:cxn ang="0">
                  <a:pos x="281" y="158"/>
                </a:cxn>
                <a:cxn ang="0">
                  <a:pos x="288" y="121"/>
                </a:cxn>
                <a:cxn ang="0">
                  <a:pos x="301" y="122"/>
                </a:cxn>
                <a:cxn ang="0">
                  <a:pos x="312" y="139"/>
                </a:cxn>
                <a:cxn ang="0">
                  <a:pos x="319" y="128"/>
                </a:cxn>
                <a:cxn ang="0">
                  <a:pos x="309" y="111"/>
                </a:cxn>
                <a:cxn ang="0">
                  <a:pos x="328" y="96"/>
                </a:cxn>
                <a:cxn ang="0">
                  <a:pos x="324" y="81"/>
                </a:cxn>
                <a:cxn ang="0">
                  <a:pos x="351" y="64"/>
                </a:cxn>
                <a:cxn ang="0">
                  <a:pos x="383" y="20"/>
                </a:cxn>
                <a:cxn ang="0">
                  <a:pos x="392" y="0"/>
                </a:cxn>
                <a:cxn ang="0">
                  <a:pos x="395" y="14"/>
                </a:cxn>
                <a:cxn ang="0">
                  <a:pos x="404" y="9"/>
                </a:cxn>
                <a:cxn ang="0">
                  <a:pos x="417" y="4"/>
                </a:cxn>
                <a:cxn ang="0">
                  <a:pos x="433" y="20"/>
                </a:cxn>
                <a:cxn ang="0">
                  <a:pos x="442" y="43"/>
                </a:cxn>
                <a:cxn ang="0">
                  <a:pos x="448" y="57"/>
                </a:cxn>
                <a:cxn ang="0">
                  <a:pos x="463" y="54"/>
                </a:cxn>
                <a:cxn ang="0">
                  <a:pos x="462" y="68"/>
                </a:cxn>
                <a:cxn ang="0">
                  <a:pos x="474" y="65"/>
                </a:cxn>
                <a:cxn ang="0">
                  <a:pos x="502" y="80"/>
                </a:cxn>
                <a:cxn ang="0">
                  <a:pos x="530" y="95"/>
                </a:cxn>
                <a:cxn ang="0">
                  <a:pos x="512" y="108"/>
                </a:cxn>
                <a:cxn ang="0">
                  <a:pos x="482" y="110"/>
                </a:cxn>
                <a:cxn ang="0">
                  <a:pos x="476" y="126"/>
                </a:cxn>
                <a:cxn ang="0">
                  <a:pos x="492" y="137"/>
                </a:cxn>
                <a:cxn ang="0">
                  <a:pos x="463" y="149"/>
                </a:cxn>
                <a:cxn ang="0">
                  <a:pos x="446" y="143"/>
                </a:cxn>
                <a:cxn ang="0">
                  <a:pos x="439" y="151"/>
                </a:cxn>
                <a:cxn ang="0">
                  <a:pos x="412" y="142"/>
                </a:cxn>
                <a:cxn ang="0">
                  <a:pos x="336" y="150"/>
                </a:cxn>
                <a:cxn ang="0">
                  <a:pos x="323" y="201"/>
                </a:cxn>
                <a:cxn ang="0">
                  <a:pos x="282" y="275"/>
                </a:cxn>
                <a:cxn ang="0">
                  <a:pos x="265" y="299"/>
                </a:cxn>
                <a:cxn ang="0">
                  <a:pos x="231" y="307"/>
                </a:cxn>
                <a:cxn ang="0">
                  <a:pos x="189" y="306"/>
                </a:cxn>
                <a:cxn ang="0">
                  <a:pos x="178" y="296"/>
                </a:cxn>
                <a:cxn ang="0">
                  <a:pos x="139" y="305"/>
                </a:cxn>
                <a:cxn ang="0">
                  <a:pos x="105" y="326"/>
                </a:cxn>
                <a:cxn ang="0">
                  <a:pos x="77" y="323"/>
                </a:cxn>
                <a:cxn ang="0">
                  <a:pos x="40" y="325"/>
                </a:cxn>
                <a:cxn ang="0">
                  <a:pos x="0" y="269"/>
                </a:cxn>
                <a:cxn ang="0">
                  <a:pos x="7" y="264"/>
                </a:cxn>
                <a:cxn ang="0">
                  <a:pos x="28" y="283"/>
                </a:cxn>
                <a:cxn ang="0">
                  <a:pos x="53" y="284"/>
                </a:cxn>
                <a:cxn ang="0">
                  <a:pos x="84" y="293"/>
                </a:cxn>
                <a:cxn ang="0">
                  <a:pos x="91" y="269"/>
                </a:cxn>
                <a:cxn ang="0">
                  <a:pos x="96" y="250"/>
                </a:cxn>
                <a:cxn ang="0">
                  <a:pos x="103" y="239"/>
                </a:cxn>
                <a:cxn ang="0">
                  <a:pos x="116" y="221"/>
                </a:cxn>
                <a:cxn ang="0">
                  <a:pos x="137" y="218"/>
                </a:cxn>
                <a:cxn ang="0">
                  <a:pos x="161" y="215"/>
                </a:cxn>
                <a:cxn ang="0">
                  <a:pos x="190" y="201"/>
                </a:cxn>
                <a:cxn ang="0">
                  <a:pos x="215" y="167"/>
                </a:cxn>
                <a:cxn ang="0">
                  <a:pos x="240" y="131"/>
                </a:cxn>
              </a:cxnLst>
              <a:rect l="0" t="0" r="r" b="b"/>
              <a:pathLst>
                <a:path w="530" h="330">
                  <a:moveTo>
                    <a:pt x="242" y="129"/>
                  </a:moveTo>
                  <a:lnTo>
                    <a:pt x="245" y="131"/>
                  </a:lnTo>
                  <a:lnTo>
                    <a:pt x="249" y="133"/>
                  </a:lnTo>
                  <a:lnTo>
                    <a:pt x="259" y="144"/>
                  </a:lnTo>
                  <a:lnTo>
                    <a:pt x="263" y="150"/>
                  </a:lnTo>
                  <a:lnTo>
                    <a:pt x="268" y="155"/>
                  </a:lnTo>
                  <a:lnTo>
                    <a:pt x="271" y="159"/>
                  </a:lnTo>
                  <a:lnTo>
                    <a:pt x="276" y="160"/>
                  </a:lnTo>
                  <a:lnTo>
                    <a:pt x="281" y="158"/>
                  </a:lnTo>
                  <a:lnTo>
                    <a:pt x="283" y="150"/>
                  </a:lnTo>
                  <a:lnTo>
                    <a:pt x="285" y="126"/>
                  </a:lnTo>
                  <a:lnTo>
                    <a:pt x="288" y="121"/>
                  </a:lnTo>
                  <a:lnTo>
                    <a:pt x="293" y="118"/>
                  </a:lnTo>
                  <a:lnTo>
                    <a:pt x="298" y="118"/>
                  </a:lnTo>
                  <a:lnTo>
                    <a:pt x="301" y="122"/>
                  </a:lnTo>
                  <a:lnTo>
                    <a:pt x="303" y="129"/>
                  </a:lnTo>
                  <a:lnTo>
                    <a:pt x="307" y="137"/>
                  </a:lnTo>
                  <a:lnTo>
                    <a:pt x="312" y="139"/>
                  </a:lnTo>
                  <a:lnTo>
                    <a:pt x="318" y="139"/>
                  </a:lnTo>
                  <a:lnTo>
                    <a:pt x="319" y="134"/>
                  </a:lnTo>
                  <a:lnTo>
                    <a:pt x="319" y="128"/>
                  </a:lnTo>
                  <a:lnTo>
                    <a:pt x="318" y="123"/>
                  </a:lnTo>
                  <a:lnTo>
                    <a:pt x="314" y="116"/>
                  </a:lnTo>
                  <a:lnTo>
                    <a:pt x="309" y="111"/>
                  </a:lnTo>
                  <a:lnTo>
                    <a:pt x="315" y="110"/>
                  </a:lnTo>
                  <a:lnTo>
                    <a:pt x="320" y="106"/>
                  </a:lnTo>
                  <a:lnTo>
                    <a:pt x="328" y="96"/>
                  </a:lnTo>
                  <a:lnTo>
                    <a:pt x="322" y="94"/>
                  </a:lnTo>
                  <a:lnTo>
                    <a:pt x="319" y="88"/>
                  </a:lnTo>
                  <a:lnTo>
                    <a:pt x="324" y="81"/>
                  </a:lnTo>
                  <a:lnTo>
                    <a:pt x="329" y="79"/>
                  </a:lnTo>
                  <a:lnTo>
                    <a:pt x="339" y="79"/>
                  </a:lnTo>
                  <a:lnTo>
                    <a:pt x="351" y="64"/>
                  </a:lnTo>
                  <a:lnTo>
                    <a:pt x="357" y="53"/>
                  </a:lnTo>
                  <a:lnTo>
                    <a:pt x="357" y="47"/>
                  </a:lnTo>
                  <a:lnTo>
                    <a:pt x="383" y="20"/>
                  </a:lnTo>
                  <a:lnTo>
                    <a:pt x="387" y="13"/>
                  </a:lnTo>
                  <a:lnTo>
                    <a:pt x="388" y="6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3"/>
                  </a:lnTo>
                  <a:lnTo>
                    <a:pt x="395" y="14"/>
                  </a:lnTo>
                  <a:lnTo>
                    <a:pt x="393" y="20"/>
                  </a:lnTo>
                  <a:lnTo>
                    <a:pt x="393" y="22"/>
                  </a:lnTo>
                  <a:lnTo>
                    <a:pt x="404" y="9"/>
                  </a:lnTo>
                  <a:lnTo>
                    <a:pt x="408" y="2"/>
                  </a:lnTo>
                  <a:lnTo>
                    <a:pt x="415" y="2"/>
                  </a:lnTo>
                  <a:lnTo>
                    <a:pt x="417" y="4"/>
                  </a:lnTo>
                  <a:lnTo>
                    <a:pt x="422" y="19"/>
                  </a:lnTo>
                  <a:lnTo>
                    <a:pt x="428" y="22"/>
                  </a:lnTo>
                  <a:lnTo>
                    <a:pt x="433" y="20"/>
                  </a:lnTo>
                  <a:lnTo>
                    <a:pt x="443" y="29"/>
                  </a:lnTo>
                  <a:lnTo>
                    <a:pt x="446" y="40"/>
                  </a:lnTo>
                  <a:lnTo>
                    <a:pt x="442" y="43"/>
                  </a:lnTo>
                  <a:lnTo>
                    <a:pt x="443" y="57"/>
                  </a:lnTo>
                  <a:lnTo>
                    <a:pt x="444" y="58"/>
                  </a:lnTo>
                  <a:lnTo>
                    <a:pt x="448" y="57"/>
                  </a:lnTo>
                  <a:lnTo>
                    <a:pt x="452" y="57"/>
                  </a:lnTo>
                  <a:lnTo>
                    <a:pt x="458" y="54"/>
                  </a:lnTo>
                  <a:lnTo>
                    <a:pt x="463" y="54"/>
                  </a:lnTo>
                  <a:lnTo>
                    <a:pt x="467" y="59"/>
                  </a:lnTo>
                  <a:lnTo>
                    <a:pt x="465" y="64"/>
                  </a:lnTo>
                  <a:lnTo>
                    <a:pt x="462" y="68"/>
                  </a:lnTo>
                  <a:lnTo>
                    <a:pt x="463" y="70"/>
                  </a:lnTo>
                  <a:lnTo>
                    <a:pt x="469" y="70"/>
                  </a:lnTo>
                  <a:lnTo>
                    <a:pt x="474" y="65"/>
                  </a:lnTo>
                  <a:lnTo>
                    <a:pt x="480" y="65"/>
                  </a:lnTo>
                  <a:lnTo>
                    <a:pt x="486" y="69"/>
                  </a:lnTo>
                  <a:lnTo>
                    <a:pt x="502" y="80"/>
                  </a:lnTo>
                  <a:lnTo>
                    <a:pt x="523" y="86"/>
                  </a:lnTo>
                  <a:lnTo>
                    <a:pt x="529" y="91"/>
                  </a:lnTo>
                  <a:lnTo>
                    <a:pt x="530" y="95"/>
                  </a:lnTo>
                  <a:lnTo>
                    <a:pt x="528" y="100"/>
                  </a:lnTo>
                  <a:lnTo>
                    <a:pt x="518" y="104"/>
                  </a:lnTo>
                  <a:lnTo>
                    <a:pt x="512" y="108"/>
                  </a:lnTo>
                  <a:lnTo>
                    <a:pt x="501" y="112"/>
                  </a:lnTo>
                  <a:lnTo>
                    <a:pt x="491" y="115"/>
                  </a:lnTo>
                  <a:lnTo>
                    <a:pt x="482" y="110"/>
                  </a:lnTo>
                  <a:lnTo>
                    <a:pt x="475" y="113"/>
                  </a:lnTo>
                  <a:lnTo>
                    <a:pt x="474" y="121"/>
                  </a:lnTo>
                  <a:lnTo>
                    <a:pt x="476" y="126"/>
                  </a:lnTo>
                  <a:lnTo>
                    <a:pt x="482" y="132"/>
                  </a:lnTo>
                  <a:lnTo>
                    <a:pt x="487" y="133"/>
                  </a:lnTo>
                  <a:lnTo>
                    <a:pt x="492" y="137"/>
                  </a:lnTo>
                  <a:lnTo>
                    <a:pt x="494" y="140"/>
                  </a:lnTo>
                  <a:lnTo>
                    <a:pt x="480" y="143"/>
                  </a:lnTo>
                  <a:lnTo>
                    <a:pt x="463" y="149"/>
                  </a:lnTo>
                  <a:lnTo>
                    <a:pt x="457" y="149"/>
                  </a:lnTo>
                  <a:lnTo>
                    <a:pt x="452" y="147"/>
                  </a:lnTo>
                  <a:lnTo>
                    <a:pt x="446" y="143"/>
                  </a:lnTo>
                  <a:lnTo>
                    <a:pt x="444" y="143"/>
                  </a:lnTo>
                  <a:lnTo>
                    <a:pt x="443" y="148"/>
                  </a:lnTo>
                  <a:lnTo>
                    <a:pt x="439" y="151"/>
                  </a:lnTo>
                  <a:lnTo>
                    <a:pt x="435" y="151"/>
                  </a:lnTo>
                  <a:lnTo>
                    <a:pt x="421" y="147"/>
                  </a:lnTo>
                  <a:lnTo>
                    <a:pt x="412" y="142"/>
                  </a:lnTo>
                  <a:lnTo>
                    <a:pt x="361" y="140"/>
                  </a:lnTo>
                  <a:lnTo>
                    <a:pt x="342" y="142"/>
                  </a:lnTo>
                  <a:lnTo>
                    <a:pt x="336" y="150"/>
                  </a:lnTo>
                  <a:lnTo>
                    <a:pt x="330" y="167"/>
                  </a:lnTo>
                  <a:lnTo>
                    <a:pt x="328" y="189"/>
                  </a:lnTo>
                  <a:lnTo>
                    <a:pt x="323" y="201"/>
                  </a:lnTo>
                  <a:lnTo>
                    <a:pt x="297" y="230"/>
                  </a:lnTo>
                  <a:lnTo>
                    <a:pt x="291" y="257"/>
                  </a:lnTo>
                  <a:lnTo>
                    <a:pt x="282" y="275"/>
                  </a:lnTo>
                  <a:lnTo>
                    <a:pt x="275" y="287"/>
                  </a:lnTo>
                  <a:lnTo>
                    <a:pt x="271" y="294"/>
                  </a:lnTo>
                  <a:lnTo>
                    <a:pt x="265" y="299"/>
                  </a:lnTo>
                  <a:lnTo>
                    <a:pt x="252" y="303"/>
                  </a:lnTo>
                  <a:lnTo>
                    <a:pt x="240" y="305"/>
                  </a:lnTo>
                  <a:lnTo>
                    <a:pt x="231" y="307"/>
                  </a:lnTo>
                  <a:lnTo>
                    <a:pt x="220" y="314"/>
                  </a:lnTo>
                  <a:lnTo>
                    <a:pt x="210" y="314"/>
                  </a:lnTo>
                  <a:lnTo>
                    <a:pt x="189" y="306"/>
                  </a:lnTo>
                  <a:lnTo>
                    <a:pt x="184" y="306"/>
                  </a:lnTo>
                  <a:lnTo>
                    <a:pt x="183" y="299"/>
                  </a:lnTo>
                  <a:lnTo>
                    <a:pt x="178" y="296"/>
                  </a:lnTo>
                  <a:lnTo>
                    <a:pt x="151" y="295"/>
                  </a:lnTo>
                  <a:lnTo>
                    <a:pt x="146" y="296"/>
                  </a:lnTo>
                  <a:lnTo>
                    <a:pt x="139" y="305"/>
                  </a:lnTo>
                  <a:lnTo>
                    <a:pt x="123" y="323"/>
                  </a:lnTo>
                  <a:lnTo>
                    <a:pt x="115" y="327"/>
                  </a:lnTo>
                  <a:lnTo>
                    <a:pt x="105" y="326"/>
                  </a:lnTo>
                  <a:lnTo>
                    <a:pt x="96" y="326"/>
                  </a:lnTo>
                  <a:lnTo>
                    <a:pt x="87" y="330"/>
                  </a:lnTo>
                  <a:lnTo>
                    <a:pt x="77" y="323"/>
                  </a:lnTo>
                  <a:lnTo>
                    <a:pt x="66" y="325"/>
                  </a:lnTo>
                  <a:lnTo>
                    <a:pt x="54" y="328"/>
                  </a:lnTo>
                  <a:lnTo>
                    <a:pt x="40" y="325"/>
                  </a:lnTo>
                  <a:lnTo>
                    <a:pt x="27" y="314"/>
                  </a:lnTo>
                  <a:lnTo>
                    <a:pt x="0" y="274"/>
                  </a:lnTo>
                  <a:lnTo>
                    <a:pt x="0" y="269"/>
                  </a:lnTo>
                  <a:lnTo>
                    <a:pt x="2" y="268"/>
                  </a:lnTo>
                  <a:lnTo>
                    <a:pt x="5" y="266"/>
                  </a:lnTo>
                  <a:lnTo>
                    <a:pt x="7" y="264"/>
                  </a:lnTo>
                  <a:lnTo>
                    <a:pt x="10" y="273"/>
                  </a:lnTo>
                  <a:lnTo>
                    <a:pt x="13" y="278"/>
                  </a:lnTo>
                  <a:lnTo>
                    <a:pt x="28" y="283"/>
                  </a:lnTo>
                  <a:lnTo>
                    <a:pt x="34" y="284"/>
                  </a:lnTo>
                  <a:lnTo>
                    <a:pt x="48" y="283"/>
                  </a:lnTo>
                  <a:lnTo>
                    <a:pt x="53" y="284"/>
                  </a:lnTo>
                  <a:lnTo>
                    <a:pt x="59" y="288"/>
                  </a:lnTo>
                  <a:lnTo>
                    <a:pt x="67" y="290"/>
                  </a:lnTo>
                  <a:lnTo>
                    <a:pt x="84" y="293"/>
                  </a:lnTo>
                  <a:lnTo>
                    <a:pt x="86" y="285"/>
                  </a:lnTo>
                  <a:lnTo>
                    <a:pt x="89" y="279"/>
                  </a:lnTo>
                  <a:lnTo>
                    <a:pt x="91" y="269"/>
                  </a:lnTo>
                  <a:lnTo>
                    <a:pt x="93" y="263"/>
                  </a:lnTo>
                  <a:lnTo>
                    <a:pt x="91" y="253"/>
                  </a:lnTo>
                  <a:lnTo>
                    <a:pt x="96" y="250"/>
                  </a:lnTo>
                  <a:lnTo>
                    <a:pt x="102" y="251"/>
                  </a:lnTo>
                  <a:lnTo>
                    <a:pt x="103" y="253"/>
                  </a:lnTo>
                  <a:lnTo>
                    <a:pt x="103" y="239"/>
                  </a:lnTo>
                  <a:lnTo>
                    <a:pt x="105" y="235"/>
                  </a:lnTo>
                  <a:lnTo>
                    <a:pt x="113" y="225"/>
                  </a:lnTo>
                  <a:lnTo>
                    <a:pt x="116" y="221"/>
                  </a:lnTo>
                  <a:lnTo>
                    <a:pt x="134" y="220"/>
                  </a:lnTo>
                  <a:lnTo>
                    <a:pt x="137" y="219"/>
                  </a:lnTo>
                  <a:lnTo>
                    <a:pt x="137" y="218"/>
                  </a:lnTo>
                  <a:lnTo>
                    <a:pt x="142" y="217"/>
                  </a:lnTo>
                  <a:lnTo>
                    <a:pt x="152" y="217"/>
                  </a:lnTo>
                  <a:lnTo>
                    <a:pt x="161" y="215"/>
                  </a:lnTo>
                  <a:lnTo>
                    <a:pt x="174" y="214"/>
                  </a:lnTo>
                  <a:lnTo>
                    <a:pt x="179" y="212"/>
                  </a:lnTo>
                  <a:lnTo>
                    <a:pt x="190" y="201"/>
                  </a:lnTo>
                  <a:lnTo>
                    <a:pt x="205" y="183"/>
                  </a:lnTo>
                  <a:lnTo>
                    <a:pt x="207" y="177"/>
                  </a:lnTo>
                  <a:lnTo>
                    <a:pt x="215" y="167"/>
                  </a:lnTo>
                  <a:lnTo>
                    <a:pt x="231" y="154"/>
                  </a:lnTo>
                  <a:lnTo>
                    <a:pt x="238" y="143"/>
                  </a:lnTo>
                  <a:lnTo>
                    <a:pt x="240" y="131"/>
                  </a:lnTo>
                  <a:lnTo>
                    <a:pt x="242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5" name="Freeform 142">
              <a:extLst>
                <a:ext uri="{FF2B5EF4-FFF2-40B4-BE49-F238E27FC236}">
                  <a16:creationId xmlns:a16="http://schemas.microsoft.com/office/drawing/2014/main" id="{DA7A772A-6847-9413-DBD3-8E1C6679F74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87792" y="4029543"/>
              <a:ext cx="107988" cy="140650"/>
            </a:xfrm>
            <a:custGeom>
              <a:avLst/>
              <a:gdLst/>
              <a:ahLst/>
              <a:cxnLst>
                <a:cxn ang="0">
                  <a:pos x="5" y="16"/>
                </a:cxn>
                <a:cxn ang="0">
                  <a:pos x="2" y="16"/>
                </a:cxn>
                <a:cxn ang="0">
                  <a:pos x="7" y="24"/>
                </a:cxn>
                <a:cxn ang="0">
                  <a:pos x="10" y="43"/>
                </a:cxn>
                <a:cxn ang="0">
                  <a:pos x="14" y="55"/>
                </a:cxn>
                <a:cxn ang="0">
                  <a:pos x="15" y="87"/>
                </a:cxn>
                <a:cxn ang="0">
                  <a:pos x="18" y="98"/>
                </a:cxn>
                <a:cxn ang="0">
                  <a:pos x="26" y="104"/>
                </a:cxn>
                <a:cxn ang="0">
                  <a:pos x="27" y="115"/>
                </a:cxn>
                <a:cxn ang="0">
                  <a:pos x="26" y="130"/>
                </a:cxn>
                <a:cxn ang="0">
                  <a:pos x="32" y="141"/>
                </a:cxn>
                <a:cxn ang="0">
                  <a:pos x="33" y="148"/>
                </a:cxn>
                <a:cxn ang="0">
                  <a:pos x="52" y="173"/>
                </a:cxn>
                <a:cxn ang="0">
                  <a:pos x="60" y="183"/>
                </a:cxn>
                <a:cxn ang="0">
                  <a:pos x="66" y="196"/>
                </a:cxn>
                <a:cxn ang="0">
                  <a:pos x="68" y="208"/>
                </a:cxn>
                <a:cxn ang="0">
                  <a:pos x="77" y="218"/>
                </a:cxn>
                <a:cxn ang="0">
                  <a:pos x="93" y="229"/>
                </a:cxn>
                <a:cxn ang="0">
                  <a:pos x="114" y="248"/>
                </a:cxn>
                <a:cxn ang="0">
                  <a:pos x="129" y="253"/>
                </a:cxn>
                <a:cxn ang="0">
                  <a:pos x="144" y="265"/>
                </a:cxn>
                <a:cxn ang="0">
                  <a:pos x="152" y="269"/>
                </a:cxn>
                <a:cxn ang="0">
                  <a:pos x="166" y="276"/>
                </a:cxn>
                <a:cxn ang="0">
                  <a:pos x="178" y="287"/>
                </a:cxn>
                <a:cxn ang="0">
                  <a:pos x="182" y="285"/>
                </a:cxn>
                <a:cxn ang="0">
                  <a:pos x="185" y="291"/>
                </a:cxn>
                <a:cxn ang="0">
                  <a:pos x="189" y="287"/>
                </a:cxn>
                <a:cxn ang="0">
                  <a:pos x="192" y="281"/>
                </a:cxn>
                <a:cxn ang="0">
                  <a:pos x="198" y="277"/>
                </a:cxn>
                <a:cxn ang="0">
                  <a:pos x="211" y="280"/>
                </a:cxn>
                <a:cxn ang="0">
                  <a:pos x="220" y="288"/>
                </a:cxn>
                <a:cxn ang="0">
                  <a:pos x="224" y="281"/>
                </a:cxn>
                <a:cxn ang="0">
                  <a:pos x="226" y="265"/>
                </a:cxn>
                <a:cxn ang="0">
                  <a:pos x="210" y="237"/>
                </a:cxn>
                <a:cxn ang="0">
                  <a:pos x="205" y="222"/>
                </a:cxn>
                <a:cxn ang="0">
                  <a:pos x="188" y="210"/>
                </a:cxn>
                <a:cxn ang="0">
                  <a:pos x="182" y="191"/>
                </a:cxn>
                <a:cxn ang="0">
                  <a:pos x="179" y="151"/>
                </a:cxn>
                <a:cxn ang="0">
                  <a:pos x="183" y="126"/>
                </a:cxn>
                <a:cxn ang="0">
                  <a:pos x="183" y="108"/>
                </a:cxn>
                <a:cxn ang="0">
                  <a:pos x="181" y="95"/>
                </a:cxn>
                <a:cxn ang="0">
                  <a:pos x="174" y="83"/>
                </a:cxn>
                <a:cxn ang="0">
                  <a:pos x="158" y="60"/>
                </a:cxn>
                <a:cxn ang="0">
                  <a:pos x="136" y="44"/>
                </a:cxn>
                <a:cxn ang="0">
                  <a:pos x="123" y="28"/>
                </a:cxn>
                <a:cxn ang="0">
                  <a:pos x="111" y="29"/>
                </a:cxn>
                <a:cxn ang="0">
                  <a:pos x="103" y="41"/>
                </a:cxn>
                <a:cxn ang="0">
                  <a:pos x="92" y="43"/>
                </a:cxn>
                <a:cxn ang="0">
                  <a:pos x="81" y="41"/>
                </a:cxn>
                <a:cxn ang="0">
                  <a:pos x="58" y="56"/>
                </a:cxn>
                <a:cxn ang="0">
                  <a:pos x="54" y="45"/>
                </a:cxn>
                <a:cxn ang="0">
                  <a:pos x="57" y="29"/>
                </a:cxn>
                <a:cxn ang="0">
                  <a:pos x="47" y="14"/>
                </a:cxn>
                <a:cxn ang="0">
                  <a:pos x="37" y="12"/>
                </a:cxn>
                <a:cxn ang="0">
                  <a:pos x="20" y="9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5" y="16"/>
                </a:cxn>
              </a:cxnLst>
              <a:rect l="0" t="0" r="r" b="b"/>
              <a:pathLst>
                <a:path w="226" h="291">
                  <a:moveTo>
                    <a:pt x="5" y="16"/>
                  </a:moveTo>
                  <a:lnTo>
                    <a:pt x="2" y="16"/>
                  </a:lnTo>
                  <a:lnTo>
                    <a:pt x="7" y="24"/>
                  </a:lnTo>
                  <a:lnTo>
                    <a:pt x="10" y="43"/>
                  </a:lnTo>
                  <a:lnTo>
                    <a:pt x="14" y="55"/>
                  </a:lnTo>
                  <a:lnTo>
                    <a:pt x="15" y="87"/>
                  </a:lnTo>
                  <a:lnTo>
                    <a:pt x="18" y="98"/>
                  </a:lnTo>
                  <a:lnTo>
                    <a:pt x="26" y="104"/>
                  </a:lnTo>
                  <a:lnTo>
                    <a:pt x="27" y="115"/>
                  </a:lnTo>
                  <a:lnTo>
                    <a:pt x="26" y="130"/>
                  </a:lnTo>
                  <a:lnTo>
                    <a:pt x="32" y="141"/>
                  </a:lnTo>
                  <a:lnTo>
                    <a:pt x="33" y="148"/>
                  </a:lnTo>
                  <a:lnTo>
                    <a:pt x="52" y="173"/>
                  </a:lnTo>
                  <a:lnTo>
                    <a:pt x="60" y="183"/>
                  </a:lnTo>
                  <a:lnTo>
                    <a:pt x="66" y="196"/>
                  </a:lnTo>
                  <a:lnTo>
                    <a:pt x="68" y="208"/>
                  </a:lnTo>
                  <a:lnTo>
                    <a:pt x="77" y="218"/>
                  </a:lnTo>
                  <a:lnTo>
                    <a:pt x="93" y="229"/>
                  </a:lnTo>
                  <a:lnTo>
                    <a:pt x="114" y="248"/>
                  </a:lnTo>
                  <a:lnTo>
                    <a:pt x="129" y="253"/>
                  </a:lnTo>
                  <a:lnTo>
                    <a:pt x="144" y="265"/>
                  </a:lnTo>
                  <a:lnTo>
                    <a:pt x="152" y="269"/>
                  </a:lnTo>
                  <a:lnTo>
                    <a:pt x="166" y="276"/>
                  </a:lnTo>
                  <a:lnTo>
                    <a:pt x="178" y="287"/>
                  </a:lnTo>
                  <a:lnTo>
                    <a:pt x="182" y="285"/>
                  </a:lnTo>
                  <a:lnTo>
                    <a:pt x="185" y="291"/>
                  </a:lnTo>
                  <a:lnTo>
                    <a:pt x="189" y="287"/>
                  </a:lnTo>
                  <a:lnTo>
                    <a:pt x="192" y="281"/>
                  </a:lnTo>
                  <a:lnTo>
                    <a:pt x="198" y="277"/>
                  </a:lnTo>
                  <a:lnTo>
                    <a:pt x="211" y="280"/>
                  </a:lnTo>
                  <a:lnTo>
                    <a:pt x="220" y="288"/>
                  </a:lnTo>
                  <a:lnTo>
                    <a:pt x="224" y="281"/>
                  </a:lnTo>
                  <a:lnTo>
                    <a:pt x="226" y="265"/>
                  </a:lnTo>
                  <a:lnTo>
                    <a:pt x="210" y="237"/>
                  </a:lnTo>
                  <a:lnTo>
                    <a:pt x="205" y="222"/>
                  </a:lnTo>
                  <a:lnTo>
                    <a:pt x="188" y="210"/>
                  </a:lnTo>
                  <a:lnTo>
                    <a:pt x="182" y="191"/>
                  </a:lnTo>
                  <a:lnTo>
                    <a:pt x="179" y="151"/>
                  </a:lnTo>
                  <a:lnTo>
                    <a:pt x="183" y="126"/>
                  </a:lnTo>
                  <a:lnTo>
                    <a:pt x="183" y="108"/>
                  </a:lnTo>
                  <a:lnTo>
                    <a:pt x="181" y="95"/>
                  </a:lnTo>
                  <a:lnTo>
                    <a:pt x="174" y="83"/>
                  </a:lnTo>
                  <a:lnTo>
                    <a:pt x="158" y="60"/>
                  </a:lnTo>
                  <a:lnTo>
                    <a:pt x="136" y="44"/>
                  </a:lnTo>
                  <a:lnTo>
                    <a:pt x="123" y="28"/>
                  </a:lnTo>
                  <a:lnTo>
                    <a:pt x="111" y="29"/>
                  </a:lnTo>
                  <a:lnTo>
                    <a:pt x="103" y="41"/>
                  </a:lnTo>
                  <a:lnTo>
                    <a:pt x="92" y="43"/>
                  </a:lnTo>
                  <a:lnTo>
                    <a:pt x="81" y="41"/>
                  </a:lnTo>
                  <a:lnTo>
                    <a:pt x="58" y="56"/>
                  </a:lnTo>
                  <a:lnTo>
                    <a:pt x="54" y="45"/>
                  </a:lnTo>
                  <a:lnTo>
                    <a:pt x="57" y="29"/>
                  </a:lnTo>
                  <a:lnTo>
                    <a:pt x="47" y="14"/>
                  </a:lnTo>
                  <a:lnTo>
                    <a:pt x="37" y="12"/>
                  </a:lnTo>
                  <a:lnTo>
                    <a:pt x="20" y="9"/>
                  </a:lnTo>
                  <a:lnTo>
                    <a:pt x="12" y="0"/>
                  </a:lnTo>
                  <a:lnTo>
                    <a:pt x="0" y="0"/>
                  </a:lnTo>
                  <a:lnTo>
                    <a:pt x="5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6" name="Freeform 143">
              <a:extLst>
                <a:ext uri="{FF2B5EF4-FFF2-40B4-BE49-F238E27FC236}">
                  <a16:creationId xmlns:a16="http://schemas.microsoft.com/office/drawing/2014/main" id="{99DF1DCC-F729-87A1-0084-3C5CB7BBAF8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20554" y="3652439"/>
              <a:ext cx="205789" cy="405642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7" name="Freeform 144">
              <a:extLst>
                <a:ext uri="{FF2B5EF4-FFF2-40B4-BE49-F238E27FC236}">
                  <a16:creationId xmlns:a16="http://schemas.microsoft.com/office/drawing/2014/main" id="{D9250E67-F635-D12C-C8E0-99C4239C583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77929" y="3434330"/>
              <a:ext cx="234314" cy="503485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8" name="Freeform 145">
              <a:extLst>
                <a:ext uri="{FF2B5EF4-FFF2-40B4-BE49-F238E27FC236}">
                  <a16:creationId xmlns:a16="http://schemas.microsoft.com/office/drawing/2014/main" id="{5683F9EB-C27D-3024-2EEC-CE7DEB805D0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42805" y="3817549"/>
              <a:ext cx="138551" cy="114150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9" name="Freeform 146">
              <a:extLst>
                <a:ext uri="{FF2B5EF4-FFF2-40B4-BE49-F238E27FC236}">
                  <a16:creationId xmlns:a16="http://schemas.microsoft.com/office/drawing/2014/main" id="{A0D0A971-8DDA-F94E-BE87-4FEBC90FD92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87792" y="3601479"/>
              <a:ext cx="189488" cy="236454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50" name="Group 147">
              <a:extLst>
                <a:ext uri="{FF2B5EF4-FFF2-40B4-BE49-F238E27FC236}">
                  <a16:creationId xmlns:a16="http://schemas.microsoft.com/office/drawing/2014/main" id="{88049FD6-B625-0742-8F70-1F61590811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50700" y="3163223"/>
              <a:ext cx="961705" cy="888742"/>
              <a:chOff x="3183" y="2052"/>
              <a:chExt cx="401" cy="370"/>
            </a:xfrm>
            <a:grpFill/>
          </p:grpSpPr>
          <p:sp>
            <p:nvSpPr>
              <p:cNvPr id="210" name="Freeform 148">
                <a:extLst>
                  <a:ext uri="{FF2B5EF4-FFF2-40B4-BE49-F238E27FC236}">
                    <a16:creationId xmlns:a16="http://schemas.microsoft.com/office/drawing/2014/main" id="{ABD42CCC-F29D-B209-EE8F-566883E9C7B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1" name="Freeform 149">
                <a:extLst>
                  <a:ext uri="{FF2B5EF4-FFF2-40B4-BE49-F238E27FC236}">
                    <a16:creationId xmlns:a16="http://schemas.microsoft.com/office/drawing/2014/main" id="{8A0BE1D7-8DA6-9982-7C58-2C151886706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2" name="Freeform 150">
                <a:extLst>
                  <a:ext uri="{FF2B5EF4-FFF2-40B4-BE49-F238E27FC236}">
                    <a16:creationId xmlns:a16="http://schemas.microsoft.com/office/drawing/2014/main" id="{910044DD-88CE-0321-CB9A-ADC5429C234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3" name="Freeform 151">
                <a:extLst>
                  <a:ext uri="{FF2B5EF4-FFF2-40B4-BE49-F238E27FC236}">
                    <a16:creationId xmlns:a16="http://schemas.microsoft.com/office/drawing/2014/main" id="{1801845A-6CDF-33E3-7A10-A383837413E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4" name="Freeform 152">
                <a:extLst>
                  <a:ext uri="{FF2B5EF4-FFF2-40B4-BE49-F238E27FC236}">
                    <a16:creationId xmlns:a16="http://schemas.microsoft.com/office/drawing/2014/main" id="{54817040-9392-B010-4F03-6E9706269D6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5" name="Freeform 153">
                <a:extLst>
                  <a:ext uri="{FF2B5EF4-FFF2-40B4-BE49-F238E27FC236}">
                    <a16:creationId xmlns:a16="http://schemas.microsoft.com/office/drawing/2014/main" id="{E194A9F7-94D5-F415-8B51-28FE6AA9D9B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16" name="Freeform 154">
                <a:extLst>
                  <a:ext uri="{FF2B5EF4-FFF2-40B4-BE49-F238E27FC236}">
                    <a16:creationId xmlns:a16="http://schemas.microsoft.com/office/drawing/2014/main" id="{D925FC65-218B-973A-4E75-CE353EE1EB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51" name="Freeform 155">
              <a:extLst>
                <a:ext uri="{FF2B5EF4-FFF2-40B4-BE49-F238E27FC236}">
                  <a16:creationId xmlns:a16="http://schemas.microsoft.com/office/drawing/2014/main" id="{DBE2F441-5F2F-830E-144B-C5BF1D0F818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311432" y="3521981"/>
              <a:ext cx="44825" cy="95805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82" y="4"/>
                </a:cxn>
                <a:cxn ang="0">
                  <a:pos x="87" y="9"/>
                </a:cxn>
                <a:cxn ang="0">
                  <a:pos x="92" y="9"/>
                </a:cxn>
                <a:cxn ang="0">
                  <a:pos x="94" y="10"/>
                </a:cxn>
                <a:cxn ang="0">
                  <a:pos x="97" y="15"/>
                </a:cxn>
                <a:cxn ang="0">
                  <a:pos x="97" y="18"/>
                </a:cxn>
                <a:cxn ang="0">
                  <a:pos x="93" y="26"/>
                </a:cxn>
                <a:cxn ang="0">
                  <a:pos x="93" y="32"/>
                </a:cxn>
                <a:cxn ang="0">
                  <a:pos x="94" y="41"/>
                </a:cxn>
                <a:cxn ang="0">
                  <a:pos x="92" y="50"/>
                </a:cxn>
                <a:cxn ang="0">
                  <a:pos x="83" y="69"/>
                </a:cxn>
                <a:cxn ang="0">
                  <a:pos x="79" y="95"/>
                </a:cxn>
                <a:cxn ang="0">
                  <a:pos x="76" y="114"/>
                </a:cxn>
                <a:cxn ang="0">
                  <a:pos x="68" y="131"/>
                </a:cxn>
                <a:cxn ang="0">
                  <a:pos x="57" y="150"/>
                </a:cxn>
                <a:cxn ang="0">
                  <a:pos x="51" y="159"/>
                </a:cxn>
                <a:cxn ang="0">
                  <a:pos x="48" y="168"/>
                </a:cxn>
                <a:cxn ang="0">
                  <a:pos x="40" y="199"/>
                </a:cxn>
                <a:cxn ang="0">
                  <a:pos x="36" y="195"/>
                </a:cxn>
                <a:cxn ang="0">
                  <a:pos x="33" y="182"/>
                </a:cxn>
                <a:cxn ang="0">
                  <a:pos x="25" y="170"/>
                </a:cxn>
                <a:cxn ang="0">
                  <a:pos x="16" y="163"/>
                </a:cxn>
                <a:cxn ang="0">
                  <a:pos x="6" y="147"/>
                </a:cxn>
                <a:cxn ang="0">
                  <a:pos x="1" y="122"/>
                </a:cxn>
                <a:cxn ang="0">
                  <a:pos x="0" y="102"/>
                </a:cxn>
                <a:cxn ang="0">
                  <a:pos x="2" y="92"/>
                </a:cxn>
                <a:cxn ang="0">
                  <a:pos x="9" y="76"/>
                </a:cxn>
                <a:cxn ang="0">
                  <a:pos x="48" y="17"/>
                </a:cxn>
                <a:cxn ang="0">
                  <a:pos x="65" y="7"/>
                </a:cxn>
                <a:cxn ang="0">
                  <a:pos x="68" y="3"/>
                </a:cxn>
                <a:cxn ang="0">
                  <a:pos x="75" y="0"/>
                </a:cxn>
              </a:cxnLst>
              <a:rect l="0" t="0" r="r" b="b"/>
              <a:pathLst>
                <a:path w="97" h="199">
                  <a:moveTo>
                    <a:pt x="75" y="0"/>
                  </a:moveTo>
                  <a:lnTo>
                    <a:pt x="82" y="4"/>
                  </a:lnTo>
                  <a:lnTo>
                    <a:pt x="87" y="9"/>
                  </a:lnTo>
                  <a:lnTo>
                    <a:pt x="92" y="9"/>
                  </a:lnTo>
                  <a:lnTo>
                    <a:pt x="94" y="10"/>
                  </a:lnTo>
                  <a:lnTo>
                    <a:pt x="97" y="15"/>
                  </a:lnTo>
                  <a:lnTo>
                    <a:pt x="97" y="18"/>
                  </a:lnTo>
                  <a:lnTo>
                    <a:pt x="93" y="26"/>
                  </a:lnTo>
                  <a:lnTo>
                    <a:pt x="93" y="32"/>
                  </a:lnTo>
                  <a:lnTo>
                    <a:pt x="94" y="41"/>
                  </a:lnTo>
                  <a:lnTo>
                    <a:pt x="92" y="50"/>
                  </a:lnTo>
                  <a:lnTo>
                    <a:pt x="83" y="69"/>
                  </a:lnTo>
                  <a:lnTo>
                    <a:pt x="79" y="95"/>
                  </a:lnTo>
                  <a:lnTo>
                    <a:pt x="76" y="114"/>
                  </a:lnTo>
                  <a:lnTo>
                    <a:pt x="68" y="131"/>
                  </a:lnTo>
                  <a:lnTo>
                    <a:pt x="57" y="150"/>
                  </a:lnTo>
                  <a:lnTo>
                    <a:pt x="51" y="159"/>
                  </a:lnTo>
                  <a:lnTo>
                    <a:pt x="48" y="168"/>
                  </a:lnTo>
                  <a:lnTo>
                    <a:pt x="40" y="199"/>
                  </a:lnTo>
                  <a:lnTo>
                    <a:pt x="36" y="195"/>
                  </a:lnTo>
                  <a:lnTo>
                    <a:pt x="33" y="182"/>
                  </a:lnTo>
                  <a:lnTo>
                    <a:pt x="25" y="170"/>
                  </a:lnTo>
                  <a:lnTo>
                    <a:pt x="16" y="163"/>
                  </a:lnTo>
                  <a:lnTo>
                    <a:pt x="6" y="147"/>
                  </a:lnTo>
                  <a:lnTo>
                    <a:pt x="1" y="122"/>
                  </a:lnTo>
                  <a:lnTo>
                    <a:pt x="0" y="102"/>
                  </a:lnTo>
                  <a:lnTo>
                    <a:pt x="2" y="92"/>
                  </a:lnTo>
                  <a:lnTo>
                    <a:pt x="9" y="76"/>
                  </a:lnTo>
                  <a:lnTo>
                    <a:pt x="48" y="1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52" name="Group 156">
              <a:extLst>
                <a:ext uri="{FF2B5EF4-FFF2-40B4-BE49-F238E27FC236}">
                  <a16:creationId xmlns:a16="http://schemas.microsoft.com/office/drawing/2014/main" id="{A4A6D87F-C67F-0815-D171-8836497F8F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62046" y="2867655"/>
              <a:ext cx="427877" cy="485139"/>
              <a:chOff x="3938" y="1929"/>
              <a:chExt cx="178" cy="202"/>
            </a:xfrm>
            <a:grpFill/>
          </p:grpSpPr>
          <p:sp>
            <p:nvSpPr>
              <p:cNvPr id="206" name="Freeform 157">
                <a:extLst>
                  <a:ext uri="{FF2B5EF4-FFF2-40B4-BE49-F238E27FC236}">
                    <a16:creationId xmlns:a16="http://schemas.microsoft.com/office/drawing/2014/main" id="{CABAABC8-EF95-5AD0-A54C-AFF2E071E08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50" y="1929"/>
                <a:ext cx="66" cy="61"/>
              </a:xfrm>
              <a:custGeom>
                <a:avLst/>
                <a:gdLst/>
                <a:ahLst/>
                <a:cxnLst>
                  <a:cxn ang="0">
                    <a:pos x="301" y="94"/>
                  </a:cxn>
                  <a:cxn ang="0">
                    <a:pos x="299" y="113"/>
                  </a:cxn>
                  <a:cxn ang="0">
                    <a:pos x="294" y="141"/>
                  </a:cxn>
                  <a:cxn ang="0">
                    <a:pos x="304" y="164"/>
                  </a:cxn>
                  <a:cxn ang="0">
                    <a:pos x="330" y="159"/>
                  </a:cxn>
                  <a:cxn ang="0">
                    <a:pos x="308" y="177"/>
                  </a:cxn>
                  <a:cxn ang="0">
                    <a:pos x="283" y="191"/>
                  </a:cxn>
                  <a:cxn ang="0">
                    <a:pos x="271" y="195"/>
                  </a:cxn>
                  <a:cxn ang="0">
                    <a:pos x="238" y="195"/>
                  </a:cxn>
                  <a:cxn ang="0">
                    <a:pos x="208" y="223"/>
                  </a:cxn>
                  <a:cxn ang="0">
                    <a:pos x="195" y="259"/>
                  </a:cxn>
                  <a:cxn ang="0">
                    <a:pos x="162" y="248"/>
                  </a:cxn>
                  <a:cxn ang="0">
                    <a:pos x="114" y="224"/>
                  </a:cxn>
                  <a:cxn ang="0">
                    <a:pos x="84" y="227"/>
                  </a:cxn>
                  <a:cxn ang="0">
                    <a:pos x="63" y="235"/>
                  </a:cxn>
                  <a:cxn ang="0">
                    <a:pos x="36" y="226"/>
                  </a:cxn>
                  <a:cxn ang="0">
                    <a:pos x="34" y="251"/>
                  </a:cxn>
                  <a:cxn ang="0">
                    <a:pos x="74" y="277"/>
                  </a:cxn>
                  <a:cxn ang="0">
                    <a:pos x="59" y="283"/>
                  </a:cxn>
                  <a:cxn ang="0">
                    <a:pos x="40" y="289"/>
                  </a:cxn>
                  <a:cxn ang="0">
                    <a:pos x="22" y="307"/>
                  </a:cxn>
                  <a:cxn ang="0">
                    <a:pos x="11" y="295"/>
                  </a:cxn>
                  <a:cxn ang="0">
                    <a:pos x="0" y="247"/>
                  </a:cxn>
                  <a:cxn ang="0">
                    <a:pos x="11" y="214"/>
                  </a:cxn>
                  <a:cxn ang="0">
                    <a:pos x="34" y="195"/>
                  </a:cxn>
                  <a:cxn ang="0">
                    <a:pos x="31" y="176"/>
                  </a:cxn>
                  <a:cxn ang="0">
                    <a:pos x="47" y="171"/>
                  </a:cxn>
                  <a:cxn ang="0">
                    <a:pos x="81" y="175"/>
                  </a:cxn>
                  <a:cxn ang="0">
                    <a:pos x="87" y="146"/>
                  </a:cxn>
                  <a:cxn ang="0">
                    <a:pos x="94" y="127"/>
                  </a:cxn>
                  <a:cxn ang="0">
                    <a:pos x="102" y="90"/>
                  </a:cxn>
                  <a:cxn ang="0">
                    <a:pos x="99" y="25"/>
                  </a:cxn>
                  <a:cxn ang="0">
                    <a:pos x="110" y="3"/>
                  </a:cxn>
                  <a:cxn ang="0">
                    <a:pos x="122" y="8"/>
                  </a:cxn>
                  <a:cxn ang="0">
                    <a:pos x="135" y="22"/>
                  </a:cxn>
                  <a:cxn ang="0">
                    <a:pos x="179" y="75"/>
                  </a:cxn>
                  <a:cxn ang="0">
                    <a:pos x="222" y="103"/>
                  </a:cxn>
                  <a:cxn ang="0">
                    <a:pos x="250" y="116"/>
                  </a:cxn>
                  <a:cxn ang="0">
                    <a:pos x="272" y="118"/>
                  </a:cxn>
                </a:cxnLst>
                <a:rect l="0" t="0" r="r" b="b"/>
                <a:pathLst>
                  <a:path w="330" h="307">
                    <a:moveTo>
                      <a:pt x="285" y="108"/>
                    </a:moveTo>
                    <a:lnTo>
                      <a:pt x="301" y="94"/>
                    </a:lnTo>
                    <a:lnTo>
                      <a:pt x="305" y="97"/>
                    </a:lnTo>
                    <a:lnTo>
                      <a:pt x="299" y="113"/>
                    </a:lnTo>
                    <a:lnTo>
                      <a:pt x="291" y="129"/>
                    </a:lnTo>
                    <a:lnTo>
                      <a:pt x="294" y="141"/>
                    </a:lnTo>
                    <a:lnTo>
                      <a:pt x="304" y="148"/>
                    </a:lnTo>
                    <a:lnTo>
                      <a:pt x="304" y="164"/>
                    </a:lnTo>
                    <a:lnTo>
                      <a:pt x="315" y="164"/>
                    </a:lnTo>
                    <a:lnTo>
                      <a:pt x="330" y="159"/>
                    </a:lnTo>
                    <a:lnTo>
                      <a:pt x="325" y="170"/>
                    </a:lnTo>
                    <a:lnTo>
                      <a:pt x="308" y="177"/>
                    </a:lnTo>
                    <a:lnTo>
                      <a:pt x="293" y="188"/>
                    </a:lnTo>
                    <a:lnTo>
                      <a:pt x="283" y="191"/>
                    </a:lnTo>
                    <a:lnTo>
                      <a:pt x="277" y="187"/>
                    </a:lnTo>
                    <a:lnTo>
                      <a:pt x="271" y="195"/>
                    </a:lnTo>
                    <a:lnTo>
                      <a:pt x="254" y="193"/>
                    </a:lnTo>
                    <a:lnTo>
                      <a:pt x="238" y="195"/>
                    </a:lnTo>
                    <a:lnTo>
                      <a:pt x="223" y="204"/>
                    </a:lnTo>
                    <a:lnTo>
                      <a:pt x="208" y="223"/>
                    </a:lnTo>
                    <a:lnTo>
                      <a:pt x="199" y="241"/>
                    </a:lnTo>
                    <a:lnTo>
                      <a:pt x="195" y="259"/>
                    </a:lnTo>
                    <a:lnTo>
                      <a:pt x="189" y="268"/>
                    </a:lnTo>
                    <a:lnTo>
                      <a:pt x="162" y="248"/>
                    </a:lnTo>
                    <a:lnTo>
                      <a:pt x="142" y="241"/>
                    </a:lnTo>
                    <a:lnTo>
                      <a:pt x="114" y="224"/>
                    </a:lnTo>
                    <a:lnTo>
                      <a:pt x="97" y="221"/>
                    </a:lnTo>
                    <a:lnTo>
                      <a:pt x="84" y="227"/>
                    </a:lnTo>
                    <a:lnTo>
                      <a:pt x="74" y="236"/>
                    </a:lnTo>
                    <a:lnTo>
                      <a:pt x="63" y="235"/>
                    </a:lnTo>
                    <a:lnTo>
                      <a:pt x="52" y="225"/>
                    </a:lnTo>
                    <a:lnTo>
                      <a:pt x="36" y="226"/>
                    </a:lnTo>
                    <a:lnTo>
                      <a:pt x="28" y="240"/>
                    </a:lnTo>
                    <a:lnTo>
                      <a:pt x="34" y="251"/>
                    </a:lnTo>
                    <a:lnTo>
                      <a:pt x="57" y="262"/>
                    </a:lnTo>
                    <a:lnTo>
                      <a:pt x="74" y="277"/>
                    </a:lnTo>
                    <a:lnTo>
                      <a:pt x="71" y="284"/>
                    </a:lnTo>
                    <a:lnTo>
                      <a:pt x="59" y="283"/>
                    </a:lnTo>
                    <a:lnTo>
                      <a:pt x="50" y="283"/>
                    </a:lnTo>
                    <a:lnTo>
                      <a:pt x="40" y="289"/>
                    </a:lnTo>
                    <a:lnTo>
                      <a:pt x="35" y="297"/>
                    </a:lnTo>
                    <a:lnTo>
                      <a:pt x="22" y="307"/>
                    </a:lnTo>
                    <a:lnTo>
                      <a:pt x="14" y="305"/>
                    </a:lnTo>
                    <a:lnTo>
                      <a:pt x="11" y="295"/>
                    </a:lnTo>
                    <a:lnTo>
                      <a:pt x="18" y="264"/>
                    </a:lnTo>
                    <a:lnTo>
                      <a:pt x="0" y="247"/>
                    </a:lnTo>
                    <a:lnTo>
                      <a:pt x="2" y="224"/>
                    </a:lnTo>
                    <a:lnTo>
                      <a:pt x="11" y="214"/>
                    </a:lnTo>
                    <a:lnTo>
                      <a:pt x="24" y="207"/>
                    </a:lnTo>
                    <a:lnTo>
                      <a:pt x="34" y="195"/>
                    </a:lnTo>
                    <a:lnTo>
                      <a:pt x="38" y="184"/>
                    </a:lnTo>
                    <a:lnTo>
                      <a:pt x="31" y="176"/>
                    </a:lnTo>
                    <a:lnTo>
                      <a:pt x="34" y="167"/>
                    </a:lnTo>
                    <a:lnTo>
                      <a:pt x="47" y="171"/>
                    </a:lnTo>
                    <a:lnTo>
                      <a:pt x="60" y="175"/>
                    </a:lnTo>
                    <a:lnTo>
                      <a:pt x="81" y="175"/>
                    </a:lnTo>
                    <a:lnTo>
                      <a:pt x="88" y="160"/>
                    </a:lnTo>
                    <a:lnTo>
                      <a:pt x="87" y="146"/>
                    </a:lnTo>
                    <a:lnTo>
                      <a:pt x="87" y="135"/>
                    </a:lnTo>
                    <a:lnTo>
                      <a:pt x="94" y="127"/>
                    </a:lnTo>
                    <a:lnTo>
                      <a:pt x="100" y="110"/>
                    </a:lnTo>
                    <a:lnTo>
                      <a:pt x="102" y="90"/>
                    </a:lnTo>
                    <a:lnTo>
                      <a:pt x="109" y="58"/>
                    </a:lnTo>
                    <a:lnTo>
                      <a:pt x="99" y="25"/>
                    </a:lnTo>
                    <a:lnTo>
                      <a:pt x="99" y="15"/>
                    </a:lnTo>
                    <a:lnTo>
                      <a:pt x="110" y="3"/>
                    </a:lnTo>
                    <a:lnTo>
                      <a:pt x="115" y="0"/>
                    </a:lnTo>
                    <a:lnTo>
                      <a:pt x="122" y="8"/>
                    </a:lnTo>
                    <a:lnTo>
                      <a:pt x="126" y="15"/>
                    </a:lnTo>
                    <a:lnTo>
                      <a:pt x="135" y="22"/>
                    </a:lnTo>
                    <a:lnTo>
                      <a:pt x="158" y="54"/>
                    </a:lnTo>
                    <a:lnTo>
                      <a:pt x="179" y="75"/>
                    </a:lnTo>
                    <a:lnTo>
                      <a:pt x="199" y="92"/>
                    </a:lnTo>
                    <a:lnTo>
                      <a:pt x="222" y="103"/>
                    </a:lnTo>
                    <a:lnTo>
                      <a:pt x="244" y="108"/>
                    </a:lnTo>
                    <a:lnTo>
                      <a:pt x="250" y="116"/>
                    </a:lnTo>
                    <a:lnTo>
                      <a:pt x="261" y="121"/>
                    </a:lnTo>
                    <a:lnTo>
                      <a:pt x="272" y="118"/>
                    </a:lnTo>
                    <a:lnTo>
                      <a:pt x="285" y="1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07" name="Freeform 158">
                <a:extLst>
                  <a:ext uri="{FF2B5EF4-FFF2-40B4-BE49-F238E27FC236}">
                    <a16:creationId xmlns:a16="http://schemas.microsoft.com/office/drawing/2014/main" id="{B08B70B1-D5DB-3FB6-4E4F-6C8301BE5CE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52" y="1989"/>
                <a:ext cx="123" cy="110"/>
              </a:xfrm>
              <a:custGeom>
                <a:avLst/>
                <a:gdLst/>
                <a:ahLst/>
                <a:cxnLst>
                  <a:cxn ang="0">
                    <a:pos x="578" y="13"/>
                  </a:cxn>
                  <a:cxn ang="0">
                    <a:pos x="582" y="69"/>
                  </a:cxn>
                  <a:cxn ang="0">
                    <a:pos x="607" y="118"/>
                  </a:cxn>
                  <a:cxn ang="0">
                    <a:pos x="608" y="160"/>
                  </a:cxn>
                  <a:cxn ang="0">
                    <a:pos x="593" y="180"/>
                  </a:cxn>
                  <a:cxn ang="0">
                    <a:pos x="571" y="223"/>
                  </a:cxn>
                  <a:cxn ang="0">
                    <a:pos x="554" y="268"/>
                  </a:cxn>
                  <a:cxn ang="0">
                    <a:pos x="558" y="317"/>
                  </a:cxn>
                  <a:cxn ang="0">
                    <a:pos x="535" y="365"/>
                  </a:cxn>
                  <a:cxn ang="0">
                    <a:pos x="545" y="404"/>
                  </a:cxn>
                  <a:cxn ang="0">
                    <a:pos x="521" y="439"/>
                  </a:cxn>
                  <a:cxn ang="0">
                    <a:pos x="495" y="425"/>
                  </a:cxn>
                  <a:cxn ang="0">
                    <a:pos x="491" y="408"/>
                  </a:cxn>
                  <a:cxn ang="0">
                    <a:pos x="483" y="440"/>
                  </a:cxn>
                  <a:cxn ang="0">
                    <a:pos x="456" y="443"/>
                  </a:cxn>
                  <a:cxn ang="0">
                    <a:pos x="437" y="474"/>
                  </a:cxn>
                  <a:cxn ang="0">
                    <a:pos x="427" y="446"/>
                  </a:cxn>
                  <a:cxn ang="0">
                    <a:pos x="404" y="478"/>
                  </a:cxn>
                  <a:cxn ang="0">
                    <a:pos x="356" y="476"/>
                  </a:cxn>
                  <a:cxn ang="0">
                    <a:pos x="351" y="470"/>
                  </a:cxn>
                  <a:cxn ang="0">
                    <a:pos x="333" y="470"/>
                  </a:cxn>
                  <a:cxn ang="0">
                    <a:pos x="320" y="451"/>
                  </a:cxn>
                  <a:cxn ang="0">
                    <a:pos x="328" y="504"/>
                  </a:cxn>
                  <a:cxn ang="0">
                    <a:pos x="307" y="503"/>
                  </a:cxn>
                  <a:cxn ang="0">
                    <a:pos x="295" y="517"/>
                  </a:cxn>
                  <a:cxn ang="0">
                    <a:pos x="252" y="546"/>
                  </a:cxn>
                  <a:cxn ang="0">
                    <a:pos x="233" y="517"/>
                  </a:cxn>
                  <a:cxn ang="0">
                    <a:pos x="248" y="479"/>
                  </a:cxn>
                  <a:cxn ang="0">
                    <a:pos x="228" y="476"/>
                  </a:cxn>
                  <a:cxn ang="0">
                    <a:pos x="190" y="468"/>
                  </a:cxn>
                  <a:cxn ang="0">
                    <a:pos x="156" y="483"/>
                  </a:cxn>
                  <a:cxn ang="0">
                    <a:pos x="133" y="492"/>
                  </a:cxn>
                  <a:cxn ang="0">
                    <a:pos x="92" y="503"/>
                  </a:cxn>
                  <a:cxn ang="0">
                    <a:pos x="69" y="524"/>
                  </a:cxn>
                  <a:cxn ang="0">
                    <a:pos x="43" y="515"/>
                  </a:cxn>
                  <a:cxn ang="0">
                    <a:pos x="20" y="521"/>
                  </a:cxn>
                  <a:cxn ang="0">
                    <a:pos x="0" y="503"/>
                  </a:cxn>
                  <a:cxn ang="0">
                    <a:pos x="35" y="478"/>
                  </a:cxn>
                  <a:cxn ang="0">
                    <a:pos x="74" y="446"/>
                  </a:cxn>
                  <a:cxn ang="0">
                    <a:pos x="106" y="417"/>
                  </a:cxn>
                  <a:cxn ang="0">
                    <a:pos x="155" y="416"/>
                  </a:cxn>
                  <a:cxn ang="0">
                    <a:pos x="219" y="407"/>
                  </a:cxn>
                  <a:cxn ang="0">
                    <a:pos x="237" y="412"/>
                  </a:cxn>
                  <a:cxn ang="0">
                    <a:pos x="270" y="412"/>
                  </a:cxn>
                  <a:cxn ang="0">
                    <a:pos x="300" y="357"/>
                  </a:cxn>
                  <a:cxn ang="0">
                    <a:pos x="322" y="305"/>
                  </a:cxn>
                  <a:cxn ang="0">
                    <a:pos x="351" y="284"/>
                  </a:cxn>
                  <a:cxn ang="0">
                    <a:pos x="333" y="306"/>
                  </a:cxn>
                  <a:cxn ang="0">
                    <a:pos x="336" y="333"/>
                  </a:cxn>
                  <a:cxn ang="0">
                    <a:pos x="363" y="321"/>
                  </a:cxn>
                  <a:cxn ang="0">
                    <a:pos x="410" y="295"/>
                  </a:cxn>
                  <a:cxn ang="0">
                    <a:pos x="440" y="257"/>
                  </a:cxn>
                  <a:cxn ang="0">
                    <a:pos x="467" y="235"/>
                  </a:cxn>
                  <a:cxn ang="0">
                    <a:pos x="486" y="188"/>
                  </a:cxn>
                  <a:cxn ang="0">
                    <a:pos x="499" y="154"/>
                  </a:cxn>
                  <a:cxn ang="0">
                    <a:pos x="495" y="117"/>
                  </a:cxn>
                  <a:cxn ang="0">
                    <a:pos x="499" y="92"/>
                  </a:cxn>
                  <a:cxn ang="0">
                    <a:pos x="512" y="49"/>
                  </a:cxn>
                  <a:cxn ang="0">
                    <a:pos x="524" y="20"/>
                  </a:cxn>
                  <a:cxn ang="0">
                    <a:pos x="539" y="48"/>
                  </a:cxn>
                  <a:cxn ang="0">
                    <a:pos x="560" y="41"/>
                  </a:cxn>
                  <a:cxn ang="0">
                    <a:pos x="559" y="22"/>
                  </a:cxn>
                  <a:cxn ang="0">
                    <a:pos x="547" y="3"/>
                  </a:cxn>
                </a:cxnLst>
                <a:rect l="0" t="0" r="r" b="b"/>
                <a:pathLst>
                  <a:path w="613" h="552">
                    <a:moveTo>
                      <a:pt x="560" y="6"/>
                    </a:moveTo>
                    <a:lnTo>
                      <a:pt x="576" y="6"/>
                    </a:lnTo>
                    <a:lnTo>
                      <a:pt x="578" y="13"/>
                    </a:lnTo>
                    <a:lnTo>
                      <a:pt x="576" y="37"/>
                    </a:lnTo>
                    <a:lnTo>
                      <a:pt x="577" y="53"/>
                    </a:lnTo>
                    <a:lnTo>
                      <a:pt x="582" y="69"/>
                    </a:lnTo>
                    <a:lnTo>
                      <a:pt x="592" y="83"/>
                    </a:lnTo>
                    <a:lnTo>
                      <a:pt x="598" y="96"/>
                    </a:lnTo>
                    <a:lnTo>
                      <a:pt x="607" y="118"/>
                    </a:lnTo>
                    <a:lnTo>
                      <a:pt x="613" y="143"/>
                    </a:lnTo>
                    <a:lnTo>
                      <a:pt x="612" y="153"/>
                    </a:lnTo>
                    <a:lnTo>
                      <a:pt x="608" y="160"/>
                    </a:lnTo>
                    <a:lnTo>
                      <a:pt x="607" y="171"/>
                    </a:lnTo>
                    <a:lnTo>
                      <a:pt x="599" y="180"/>
                    </a:lnTo>
                    <a:lnTo>
                      <a:pt x="593" y="180"/>
                    </a:lnTo>
                    <a:lnTo>
                      <a:pt x="585" y="208"/>
                    </a:lnTo>
                    <a:lnTo>
                      <a:pt x="583" y="224"/>
                    </a:lnTo>
                    <a:lnTo>
                      <a:pt x="571" y="223"/>
                    </a:lnTo>
                    <a:lnTo>
                      <a:pt x="556" y="232"/>
                    </a:lnTo>
                    <a:lnTo>
                      <a:pt x="551" y="251"/>
                    </a:lnTo>
                    <a:lnTo>
                      <a:pt x="554" y="268"/>
                    </a:lnTo>
                    <a:lnTo>
                      <a:pt x="556" y="284"/>
                    </a:lnTo>
                    <a:lnTo>
                      <a:pt x="556" y="305"/>
                    </a:lnTo>
                    <a:lnTo>
                      <a:pt x="558" y="317"/>
                    </a:lnTo>
                    <a:lnTo>
                      <a:pt x="548" y="327"/>
                    </a:lnTo>
                    <a:lnTo>
                      <a:pt x="539" y="347"/>
                    </a:lnTo>
                    <a:lnTo>
                      <a:pt x="535" y="365"/>
                    </a:lnTo>
                    <a:lnTo>
                      <a:pt x="535" y="386"/>
                    </a:lnTo>
                    <a:lnTo>
                      <a:pt x="543" y="397"/>
                    </a:lnTo>
                    <a:lnTo>
                      <a:pt x="545" y="404"/>
                    </a:lnTo>
                    <a:lnTo>
                      <a:pt x="537" y="409"/>
                    </a:lnTo>
                    <a:lnTo>
                      <a:pt x="527" y="425"/>
                    </a:lnTo>
                    <a:lnTo>
                      <a:pt x="521" y="439"/>
                    </a:lnTo>
                    <a:lnTo>
                      <a:pt x="494" y="459"/>
                    </a:lnTo>
                    <a:lnTo>
                      <a:pt x="491" y="449"/>
                    </a:lnTo>
                    <a:lnTo>
                      <a:pt x="495" y="425"/>
                    </a:lnTo>
                    <a:lnTo>
                      <a:pt x="502" y="417"/>
                    </a:lnTo>
                    <a:lnTo>
                      <a:pt x="505" y="408"/>
                    </a:lnTo>
                    <a:lnTo>
                      <a:pt x="491" y="408"/>
                    </a:lnTo>
                    <a:lnTo>
                      <a:pt x="489" y="419"/>
                    </a:lnTo>
                    <a:lnTo>
                      <a:pt x="484" y="429"/>
                    </a:lnTo>
                    <a:lnTo>
                      <a:pt x="483" y="440"/>
                    </a:lnTo>
                    <a:lnTo>
                      <a:pt x="475" y="434"/>
                    </a:lnTo>
                    <a:lnTo>
                      <a:pt x="462" y="433"/>
                    </a:lnTo>
                    <a:lnTo>
                      <a:pt x="456" y="443"/>
                    </a:lnTo>
                    <a:lnTo>
                      <a:pt x="451" y="468"/>
                    </a:lnTo>
                    <a:lnTo>
                      <a:pt x="445" y="476"/>
                    </a:lnTo>
                    <a:lnTo>
                      <a:pt x="437" y="474"/>
                    </a:lnTo>
                    <a:lnTo>
                      <a:pt x="435" y="459"/>
                    </a:lnTo>
                    <a:lnTo>
                      <a:pt x="436" y="447"/>
                    </a:lnTo>
                    <a:lnTo>
                      <a:pt x="427" y="446"/>
                    </a:lnTo>
                    <a:lnTo>
                      <a:pt x="419" y="455"/>
                    </a:lnTo>
                    <a:lnTo>
                      <a:pt x="410" y="466"/>
                    </a:lnTo>
                    <a:lnTo>
                      <a:pt x="404" y="478"/>
                    </a:lnTo>
                    <a:lnTo>
                      <a:pt x="402" y="479"/>
                    </a:lnTo>
                    <a:lnTo>
                      <a:pt x="384" y="476"/>
                    </a:lnTo>
                    <a:lnTo>
                      <a:pt x="356" y="476"/>
                    </a:lnTo>
                    <a:lnTo>
                      <a:pt x="341" y="479"/>
                    </a:lnTo>
                    <a:lnTo>
                      <a:pt x="345" y="474"/>
                    </a:lnTo>
                    <a:lnTo>
                      <a:pt x="351" y="470"/>
                    </a:lnTo>
                    <a:lnTo>
                      <a:pt x="339" y="467"/>
                    </a:lnTo>
                    <a:lnTo>
                      <a:pt x="336" y="463"/>
                    </a:lnTo>
                    <a:lnTo>
                      <a:pt x="333" y="470"/>
                    </a:lnTo>
                    <a:lnTo>
                      <a:pt x="327" y="462"/>
                    </a:lnTo>
                    <a:lnTo>
                      <a:pt x="325" y="449"/>
                    </a:lnTo>
                    <a:lnTo>
                      <a:pt x="320" y="451"/>
                    </a:lnTo>
                    <a:lnTo>
                      <a:pt x="309" y="476"/>
                    </a:lnTo>
                    <a:lnTo>
                      <a:pt x="328" y="488"/>
                    </a:lnTo>
                    <a:lnTo>
                      <a:pt x="328" y="504"/>
                    </a:lnTo>
                    <a:lnTo>
                      <a:pt x="320" y="498"/>
                    </a:lnTo>
                    <a:lnTo>
                      <a:pt x="314" y="501"/>
                    </a:lnTo>
                    <a:lnTo>
                      <a:pt x="307" y="503"/>
                    </a:lnTo>
                    <a:lnTo>
                      <a:pt x="300" y="508"/>
                    </a:lnTo>
                    <a:lnTo>
                      <a:pt x="296" y="514"/>
                    </a:lnTo>
                    <a:lnTo>
                      <a:pt x="295" y="517"/>
                    </a:lnTo>
                    <a:lnTo>
                      <a:pt x="279" y="546"/>
                    </a:lnTo>
                    <a:lnTo>
                      <a:pt x="268" y="552"/>
                    </a:lnTo>
                    <a:lnTo>
                      <a:pt x="252" y="546"/>
                    </a:lnTo>
                    <a:lnTo>
                      <a:pt x="247" y="536"/>
                    </a:lnTo>
                    <a:lnTo>
                      <a:pt x="236" y="529"/>
                    </a:lnTo>
                    <a:lnTo>
                      <a:pt x="233" y="517"/>
                    </a:lnTo>
                    <a:lnTo>
                      <a:pt x="233" y="499"/>
                    </a:lnTo>
                    <a:lnTo>
                      <a:pt x="238" y="494"/>
                    </a:lnTo>
                    <a:lnTo>
                      <a:pt x="248" y="479"/>
                    </a:lnTo>
                    <a:lnTo>
                      <a:pt x="249" y="474"/>
                    </a:lnTo>
                    <a:lnTo>
                      <a:pt x="247" y="472"/>
                    </a:lnTo>
                    <a:lnTo>
                      <a:pt x="228" y="476"/>
                    </a:lnTo>
                    <a:lnTo>
                      <a:pt x="216" y="471"/>
                    </a:lnTo>
                    <a:lnTo>
                      <a:pt x="203" y="468"/>
                    </a:lnTo>
                    <a:lnTo>
                      <a:pt x="190" y="468"/>
                    </a:lnTo>
                    <a:lnTo>
                      <a:pt x="179" y="478"/>
                    </a:lnTo>
                    <a:lnTo>
                      <a:pt x="163" y="488"/>
                    </a:lnTo>
                    <a:lnTo>
                      <a:pt x="156" y="483"/>
                    </a:lnTo>
                    <a:lnTo>
                      <a:pt x="147" y="487"/>
                    </a:lnTo>
                    <a:lnTo>
                      <a:pt x="142" y="487"/>
                    </a:lnTo>
                    <a:lnTo>
                      <a:pt x="133" y="492"/>
                    </a:lnTo>
                    <a:lnTo>
                      <a:pt x="126" y="492"/>
                    </a:lnTo>
                    <a:lnTo>
                      <a:pt x="119" y="495"/>
                    </a:lnTo>
                    <a:lnTo>
                      <a:pt x="92" y="503"/>
                    </a:lnTo>
                    <a:lnTo>
                      <a:pt x="85" y="497"/>
                    </a:lnTo>
                    <a:lnTo>
                      <a:pt x="78" y="498"/>
                    </a:lnTo>
                    <a:lnTo>
                      <a:pt x="69" y="524"/>
                    </a:lnTo>
                    <a:lnTo>
                      <a:pt x="64" y="525"/>
                    </a:lnTo>
                    <a:lnTo>
                      <a:pt x="51" y="520"/>
                    </a:lnTo>
                    <a:lnTo>
                      <a:pt x="43" y="515"/>
                    </a:lnTo>
                    <a:lnTo>
                      <a:pt x="32" y="519"/>
                    </a:lnTo>
                    <a:lnTo>
                      <a:pt x="24" y="519"/>
                    </a:lnTo>
                    <a:lnTo>
                      <a:pt x="20" y="521"/>
                    </a:lnTo>
                    <a:lnTo>
                      <a:pt x="10" y="517"/>
                    </a:lnTo>
                    <a:lnTo>
                      <a:pt x="0" y="516"/>
                    </a:lnTo>
                    <a:lnTo>
                      <a:pt x="0" y="503"/>
                    </a:lnTo>
                    <a:lnTo>
                      <a:pt x="1" y="495"/>
                    </a:lnTo>
                    <a:lnTo>
                      <a:pt x="26" y="488"/>
                    </a:lnTo>
                    <a:lnTo>
                      <a:pt x="35" y="478"/>
                    </a:lnTo>
                    <a:lnTo>
                      <a:pt x="45" y="471"/>
                    </a:lnTo>
                    <a:lnTo>
                      <a:pt x="63" y="461"/>
                    </a:lnTo>
                    <a:lnTo>
                      <a:pt x="74" y="446"/>
                    </a:lnTo>
                    <a:lnTo>
                      <a:pt x="87" y="438"/>
                    </a:lnTo>
                    <a:lnTo>
                      <a:pt x="94" y="424"/>
                    </a:lnTo>
                    <a:lnTo>
                      <a:pt x="106" y="417"/>
                    </a:lnTo>
                    <a:lnTo>
                      <a:pt x="118" y="413"/>
                    </a:lnTo>
                    <a:lnTo>
                      <a:pt x="136" y="418"/>
                    </a:lnTo>
                    <a:lnTo>
                      <a:pt x="155" y="416"/>
                    </a:lnTo>
                    <a:lnTo>
                      <a:pt x="169" y="417"/>
                    </a:lnTo>
                    <a:lnTo>
                      <a:pt x="209" y="408"/>
                    </a:lnTo>
                    <a:lnTo>
                      <a:pt x="219" y="407"/>
                    </a:lnTo>
                    <a:lnTo>
                      <a:pt x="228" y="403"/>
                    </a:lnTo>
                    <a:lnTo>
                      <a:pt x="238" y="403"/>
                    </a:lnTo>
                    <a:lnTo>
                      <a:pt x="237" y="412"/>
                    </a:lnTo>
                    <a:lnTo>
                      <a:pt x="260" y="418"/>
                    </a:lnTo>
                    <a:lnTo>
                      <a:pt x="265" y="417"/>
                    </a:lnTo>
                    <a:lnTo>
                      <a:pt x="270" y="412"/>
                    </a:lnTo>
                    <a:lnTo>
                      <a:pt x="282" y="403"/>
                    </a:lnTo>
                    <a:lnTo>
                      <a:pt x="284" y="371"/>
                    </a:lnTo>
                    <a:lnTo>
                      <a:pt x="300" y="357"/>
                    </a:lnTo>
                    <a:lnTo>
                      <a:pt x="312" y="339"/>
                    </a:lnTo>
                    <a:lnTo>
                      <a:pt x="320" y="320"/>
                    </a:lnTo>
                    <a:lnTo>
                      <a:pt x="322" y="305"/>
                    </a:lnTo>
                    <a:lnTo>
                      <a:pt x="324" y="294"/>
                    </a:lnTo>
                    <a:lnTo>
                      <a:pt x="343" y="283"/>
                    </a:lnTo>
                    <a:lnTo>
                      <a:pt x="351" y="284"/>
                    </a:lnTo>
                    <a:lnTo>
                      <a:pt x="350" y="294"/>
                    </a:lnTo>
                    <a:lnTo>
                      <a:pt x="341" y="298"/>
                    </a:lnTo>
                    <a:lnTo>
                      <a:pt x="333" y="306"/>
                    </a:lnTo>
                    <a:lnTo>
                      <a:pt x="332" y="309"/>
                    </a:lnTo>
                    <a:lnTo>
                      <a:pt x="336" y="321"/>
                    </a:lnTo>
                    <a:lnTo>
                      <a:pt x="336" y="333"/>
                    </a:lnTo>
                    <a:lnTo>
                      <a:pt x="341" y="333"/>
                    </a:lnTo>
                    <a:lnTo>
                      <a:pt x="354" y="332"/>
                    </a:lnTo>
                    <a:lnTo>
                      <a:pt x="363" y="321"/>
                    </a:lnTo>
                    <a:lnTo>
                      <a:pt x="377" y="314"/>
                    </a:lnTo>
                    <a:lnTo>
                      <a:pt x="393" y="309"/>
                    </a:lnTo>
                    <a:lnTo>
                      <a:pt x="410" y="295"/>
                    </a:lnTo>
                    <a:lnTo>
                      <a:pt x="422" y="284"/>
                    </a:lnTo>
                    <a:lnTo>
                      <a:pt x="430" y="269"/>
                    </a:lnTo>
                    <a:lnTo>
                      <a:pt x="440" y="257"/>
                    </a:lnTo>
                    <a:lnTo>
                      <a:pt x="453" y="247"/>
                    </a:lnTo>
                    <a:lnTo>
                      <a:pt x="459" y="247"/>
                    </a:lnTo>
                    <a:lnTo>
                      <a:pt x="467" y="235"/>
                    </a:lnTo>
                    <a:lnTo>
                      <a:pt x="468" y="225"/>
                    </a:lnTo>
                    <a:lnTo>
                      <a:pt x="470" y="215"/>
                    </a:lnTo>
                    <a:lnTo>
                      <a:pt x="486" y="188"/>
                    </a:lnTo>
                    <a:lnTo>
                      <a:pt x="490" y="176"/>
                    </a:lnTo>
                    <a:lnTo>
                      <a:pt x="492" y="165"/>
                    </a:lnTo>
                    <a:lnTo>
                      <a:pt x="499" y="154"/>
                    </a:lnTo>
                    <a:lnTo>
                      <a:pt x="502" y="139"/>
                    </a:lnTo>
                    <a:lnTo>
                      <a:pt x="502" y="123"/>
                    </a:lnTo>
                    <a:lnTo>
                      <a:pt x="495" y="117"/>
                    </a:lnTo>
                    <a:lnTo>
                      <a:pt x="484" y="112"/>
                    </a:lnTo>
                    <a:lnTo>
                      <a:pt x="489" y="107"/>
                    </a:lnTo>
                    <a:lnTo>
                      <a:pt x="499" y="92"/>
                    </a:lnTo>
                    <a:lnTo>
                      <a:pt x="497" y="62"/>
                    </a:lnTo>
                    <a:lnTo>
                      <a:pt x="502" y="53"/>
                    </a:lnTo>
                    <a:lnTo>
                      <a:pt x="512" y="49"/>
                    </a:lnTo>
                    <a:lnTo>
                      <a:pt x="513" y="32"/>
                    </a:lnTo>
                    <a:lnTo>
                      <a:pt x="517" y="24"/>
                    </a:lnTo>
                    <a:lnTo>
                      <a:pt x="524" y="20"/>
                    </a:lnTo>
                    <a:lnTo>
                      <a:pt x="531" y="29"/>
                    </a:lnTo>
                    <a:lnTo>
                      <a:pt x="535" y="42"/>
                    </a:lnTo>
                    <a:lnTo>
                      <a:pt x="539" y="48"/>
                    </a:lnTo>
                    <a:lnTo>
                      <a:pt x="547" y="38"/>
                    </a:lnTo>
                    <a:lnTo>
                      <a:pt x="553" y="42"/>
                    </a:lnTo>
                    <a:lnTo>
                      <a:pt x="560" y="41"/>
                    </a:lnTo>
                    <a:lnTo>
                      <a:pt x="566" y="27"/>
                    </a:lnTo>
                    <a:lnTo>
                      <a:pt x="567" y="15"/>
                    </a:lnTo>
                    <a:lnTo>
                      <a:pt x="559" y="22"/>
                    </a:lnTo>
                    <a:lnTo>
                      <a:pt x="547" y="26"/>
                    </a:lnTo>
                    <a:lnTo>
                      <a:pt x="543" y="14"/>
                    </a:lnTo>
                    <a:lnTo>
                      <a:pt x="547" y="3"/>
                    </a:lnTo>
                    <a:lnTo>
                      <a:pt x="551" y="0"/>
                    </a:lnTo>
                    <a:lnTo>
                      <a:pt x="56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08" name="Freeform 159">
                <a:extLst>
                  <a:ext uri="{FF2B5EF4-FFF2-40B4-BE49-F238E27FC236}">
                    <a16:creationId xmlns:a16="http://schemas.microsoft.com/office/drawing/2014/main" id="{57B54CB8-5A21-49FF-42C5-B6CC324EC11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66" y="2088"/>
                <a:ext cx="28" cy="21"/>
              </a:xfrm>
              <a:custGeom>
                <a:avLst/>
                <a:gdLst/>
                <a:ahLst/>
                <a:cxnLst>
                  <a:cxn ang="0">
                    <a:pos x="113" y="70"/>
                  </a:cxn>
                  <a:cxn ang="0">
                    <a:pos x="102" y="63"/>
                  </a:cxn>
                  <a:cxn ang="0">
                    <a:pos x="88" y="58"/>
                  </a:cxn>
                  <a:cxn ang="0">
                    <a:pos x="74" y="62"/>
                  </a:cxn>
                  <a:cxn ang="0">
                    <a:pos x="66" y="68"/>
                  </a:cxn>
                  <a:cxn ang="0">
                    <a:pos x="59" y="80"/>
                  </a:cxn>
                  <a:cxn ang="0">
                    <a:pos x="50" y="95"/>
                  </a:cxn>
                  <a:cxn ang="0">
                    <a:pos x="48" y="106"/>
                  </a:cxn>
                  <a:cxn ang="0">
                    <a:pos x="39" y="107"/>
                  </a:cxn>
                  <a:cxn ang="0">
                    <a:pos x="30" y="100"/>
                  </a:cxn>
                  <a:cxn ang="0">
                    <a:pos x="26" y="95"/>
                  </a:cxn>
                  <a:cxn ang="0">
                    <a:pos x="19" y="82"/>
                  </a:cxn>
                  <a:cxn ang="0">
                    <a:pos x="20" y="76"/>
                  </a:cxn>
                  <a:cxn ang="0">
                    <a:pos x="16" y="69"/>
                  </a:cxn>
                  <a:cxn ang="0">
                    <a:pos x="10" y="64"/>
                  </a:cxn>
                  <a:cxn ang="0">
                    <a:pos x="0" y="64"/>
                  </a:cxn>
                  <a:cxn ang="0">
                    <a:pos x="15" y="53"/>
                  </a:cxn>
                  <a:cxn ang="0">
                    <a:pos x="37" y="23"/>
                  </a:cxn>
                  <a:cxn ang="0">
                    <a:pos x="50" y="25"/>
                  </a:cxn>
                  <a:cxn ang="0">
                    <a:pos x="57" y="28"/>
                  </a:cxn>
                  <a:cxn ang="0">
                    <a:pos x="68" y="26"/>
                  </a:cxn>
                  <a:cxn ang="0">
                    <a:pos x="78" y="21"/>
                  </a:cxn>
                  <a:cxn ang="0">
                    <a:pos x="82" y="14"/>
                  </a:cxn>
                  <a:cxn ang="0">
                    <a:pos x="95" y="1"/>
                  </a:cxn>
                  <a:cxn ang="0">
                    <a:pos x="102" y="0"/>
                  </a:cxn>
                  <a:cxn ang="0">
                    <a:pos x="112" y="3"/>
                  </a:cxn>
                  <a:cxn ang="0">
                    <a:pos x="123" y="9"/>
                  </a:cxn>
                  <a:cxn ang="0">
                    <a:pos x="132" y="10"/>
                  </a:cxn>
                  <a:cxn ang="0">
                    <a:pos x="138" y="33"/>
                  </a:cxn>
                  <a:cxn ang="0">
                    <a:pos x="140" y="36"/>
                  </a:cxn>
                  <a:cxn ang="0">
                    <a:pos x="134" y="44"/>
                  </a:cxn>
                  <a:cxn ang="0">
                    <a:pos x="128" y="47"/>
                  </a:cxn>
                  <a:cxn ang="0">
                    <a:pos x="123" y="54"/>
                  </a:cxn>
                  <a:cxn ang="0">
                    <a:pos x="118" y="63"/>
                  </a:cxn>
                  <a:cxn ang="0">
                    <a:pos x="113" y="70"/>
                  </a:cxn>
                </a:cxnLst>
                <a:rect l="0" t="0" r="r" b="b"/>
                <a:pathLst>
                  <a:path w="140" h="107">
                    <a:moveTo>
                      <a:pt x="113" y="70"/>
                    </a:moveTo>
                    <a:lnTo>
                      <a:pt x="102" y="63"/>
                    </a:lnTo>
                    <a:lnTo>
                      <a:pt x="88" y="58"/>
                    </a:lnTo>
                    <a:lnTo>
                      <a:pt x="74" y="62"/>
                    </a:lnTo>
                    <a:lnTo>
                      <a:pt x="66" y="68"/>
                    </a:lnTo>
                    <a:lnTo>
                      <a:pt x="59" y="80"/>
                    </a:lnTo>
                    <a:lnTo>
                      <a:pt x="50" y="95"/>
                    </a:lnTo>
                    <a:lnTo>
                      <a:pt x="48" y="106"/>
                    </a:lnTo>
                    <a:lnTo>
                      <a:pt x="39" y="107"/>
                    </a:lnTo>
                    <a:lnTo>
                      <a:pt x="30" y="100"/>
                    </a:lnTo>
                    <a:lnTo>
                      <a:pt x="26" y="95"/>
                    </a:lnTo>
                    <a:lnTo>
                      <a:pt x="19" y="82"/>
                    </a:lnTo>
                    <a:lnTo>
                      <a:pt x="20" y="76"/>
                    </a:lnTo>
                    <a:lnTo>
                      <a:pt x="16" y="69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15" y="53"/>
                    </a:lnTo>
                    <a:lnTo>
                      <a:pt x="37" y="23"/>
                    </a:lnTo>
                    <a:lnTo>
                      <a:pt x="50" y="25"/>
                    </a:lnTo>
                    <a:lnTo>
                      <a:pt x="57" y="28"/>
                    </a:lnTo>
                    <a:lnTo>
                      <a:pt x="68" y="26"/>
                    </a:lnTo>
                    <a:lnTo>
                      <a:pt x="78" y="21"/>
                    </a:lnTo>
                    <a:lnTo>
                      <a:pt x="82" y="14"/>
                    </a:lnTo>
                    <a:lnTo>
                      <a:pt x="95" y="1"/>
                    </a:lnTo>
                    <a:lnTo>
                      <a:pt x="102" y="0"/>
                    </a:lnTo>
                    <a:lnTo>
                      <a:pt x="112" y="3"/>
                    </a:lnTo>
                    <a:lnTo>
                      <a:pt x="123" y="9"/>
                    </a:lnTo>
                    <a:lnTo>
                      <a:pt x="132" y="10"/>
                    </a:lnTo>
                    <a:lnTo>
                      <a:pt x="138" y="33"/>
                    </a:lnTo>
                    <a:lnTo>
                      <a:pt x="140" y="36"/>
                    </a:lnTo>
                    <a:lnTo>
                      <a:pt x="134" y="44"/>
                    </a:lnTo>
                    <a:lnTo>
                      <a:pt x="128" y="47"/>
                    </a:lnTo>
                    <a:lnTo>
                      <a:pt x="123" y="54"/>
                    </a:lnTo>
                    <a:lnTo>
                      <a:pt x="118" y="63"/>
                    </a:lnTo>
                    <a:lnTo>
                      <a:pt x="113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09" name="Freeform 160">
                <a:extLst>
                  <a:ext uri="{FF2B5EF4-FFF2-40B4-BE49-F238E27FC236}">
                    <a16:creationId xmlns:a16="http://schemas.microsoft.com/office/drawing/2014/main" id="{441BC83B-921D-51F1-4942-D744FF3C9A9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38" y="2093"/>
                <a:ext cx="26" cy="38"/>
              </a:xfrm>
              <a:custGeom>
                <a:avLst/>
                <a:gdLst/>
                <a:ahLst/>
                <a:cxnLst>
                  <a:cxn ang="0">
                    <a:pos x="69" y="2"/>
                  </a:cxn>
                  <a:cxn ang="0">
                    <a:pos x="56" y="4"/>
                  </a:cxn>
                  <a:cxn ang="0">
                    <a:pos x="42" y="22"/>
                  </a:cxn>
                  <a:cxn ang="0">
                    <a:pos x="29" y="29"/>
                  </a:cxn>
                  <a:cxn ang="0">
                    <a:pos x="18" y="29"/>
                  </a:cxn>
                  <a:cxn ang="0">
                    <a:pos x="0" y="48"/>
                  </a:cxn>
                  <a:cxn ang="0">
                    <a:pos x="16" y="64"/>
                  </a:cxn>
                  <a:cxn ang="0">
                    <a:pos x="11" y="62"/>
                  </a:cxn>
                  <a:cxn ang="0">
                    <a:pos x="9" y="88"/>
                  </a:cxn>
                  <a:cxn ang="0">
                    <a:pos x="27" y="78"/>
                  </a:cxn>
                  <a:cxn ang="0">
                    <a:pos x="41" y="75"/>
                  </a:cxn>
                  <a:cxn ang="0">
                    <a:pos x="32" y="65"/>
                  </a:cxn>
                  <a:cxn ang="0">
                    <a:pos x="37" y="50"/>
                  </a:cxn>
                  <a:cxn ang="0">
                    <a:pos x="51" y="74"/>
                  </a:cxn>
                  <a:cxn ang="0">
                    <a:pos x="53" y="86"/>
                  </a:cxn>
                  <a:cxn ang="0">
                    <a:pos x="47" y="112"/>
                  </a:cxn>
                  <a:cxn ang="0">
                    <a:pos x="36" y="128"/>
                  </a:cxn>
                  <a:cxn ang="0">
                    <a:pos x="38" y="159"/>
                  </a:cxn>
                  <a:cxn ang="0">
                    <a:pos x="41" y="174"/>
                  </a:cxn>
                  <a:cxn ang="0">
                    <a:pos x="58" y="166"/>
                  </a:cxn>
                  <a:cxn ang="0">
                    <a:pos x="57" y="145"/>
                  </a:cxn>
                  <a:cxn ang="0">
                    <a:pos x="62" y="151"/>
                  </a:cxn>
                  <a:cxn ang="0">
                    <a:pos x="63" y="172"/>
                  </a:cxn>
                  <a:cxn ang="0">
                    <a:pos x="70" y="185"/>
                  </a:cxn>
                  <a:cxn ang="0">
                    <a:pos x="79" y="169"/>
                  </a:cxn>
                  <a:cxn ang="0">
                    <a:pos x="94" y="164"/>
                  </a:cxn>
                  <a:cxn ang="0">
                    <a:pos x="107" y="117"/>
                  </a:cxn>
                  <a:cxn ang="0">
                    <a:pos x="120" y="89"/>
                  </a:cxn>
                  <a:cxn ang="0">
                    <a:pos x="131" y="69"/>
                  </a:cxn>
                  <a:cxn ang="0">
                    <a:pos x="124" y="48"/>
                  </a:cxn>
                  <a:cxn ang="0">
                    <a:pos x="110" y="40"/>
                  </a:cxn>
                  <a:cxn ang="0">
                    <a:pos x="112" y="19"/>
                  </a:cxn>
                  <a:cxn ang="0">
                    <a:pos x="86" y="22"/>
                  </a:cxn>
                  <a:cxn ang="0">
                    <a:pos x="77" y="3"/>
                  </a:cxn>
                </a:cxnLst>
                <a:rect l="0" t="0" r="r" b="b"/>
                <a:pathLst>
                  <a:path w="131" h="187">
                    <a:moveTo>
                      <a:pt x="67" y="2"/>
                    </a:moveTo>
                    <a:lnTo>
                      <a:pt x="69" y="2"/>
                    </a:lnTo>
                    <a:lnTo>
                      <a:pt x="64" y="0"/>
                    </a:lnTo>
                    <a:lnTo>
                      <a:pt x="56" y="4"/>
                    </a:lnTo>
                    <a:lnTo>
                      <a:pt x="47" y="13"/>
                    </a:lnTo>
                    <a:lnTo>
                      <a:pt x="42" y="22"/>
                    </a:lnTo>
                    <a:lnTo>
                      <a:pt x="35" y="22"/>
                    </a:lnTo>
                    <a:lnTo>
                      <a:pt x="29" y="29"/>
                    </a:lnTo>
                    <a:lnTo>
                      <a:pt x="21" y="32"/>
                    </a:lnTo>
                    <a:lnTo>
                      <a:pt x="18" y="29"/>
                    </a:lnTo>
                    <a:lnTo>
                      <a:pt x="11" y="34"/>
                    </a:lnTo>
                    <a:lnTo>
                      <a:pt x="0" y="48"/>
                    </a:lnTo>
                    <a:lnTo>
                      <a:pt x="10" y="56"/>
                    </a:lnTo>
                    <a:lnTo>
                      <a:pt x="16" y="64"/>
                    </a:lnTo>
                    <a:lnTo>
                      <a:pt x="16" y="72"/>
                    </a:lnTo>
                    <a:lnTo>
                      <a:pt x="11" y="62"/>
                    </a:lnTo>
                    <a:lnTo>
                      <a:pt x="5" y="62"/>
                    </a:lnTo>
                    <a:lnTo>
                      <a:pt x="9" y="88"/>
                    </a:lnTo>
                    <a:lnTo>
                      <a:pt x="14" y="81"/>
                    </a:lnTo>
                    <a:lnTo>
                      <a:pt x="27" y="78"/>
                    </a:lnTo>
                    <a:lnTo>
                      <a:pt x="37" y="84"/>
                    </a:lnTo>
                    <a:lnTo>
                      <a:pt x="41" y="75"/>
                    </a:lnTo>
                    <a:lnTo>
                      <a:pt x="35" y="72"/>
                    </a:lnTo>
                    <a:lnTo>
                      <a:pt x="32" y="65"/>
                    </a:lnTo>
                    <a:lnTo>
                      <a:pt x="32" y="54"/>
                    </a:lnTo>
                    <a:lnTo>
                      <a:pt x="37" y="50"/>
                    </a:lnTo>
                    <a:lnTo>
                      <a:pt x="43" y="63"/>
                    </a:lnTo>
                    <a:lnTo>
                      <a:pt x="51" y="74"/>
                    </a:lnTo>
                    <a:lnTo>
                      <a:pt x="51" y="85"/>
                    </a:lnTo>
                    <a:lnTo>
                      <a:pt x="53" y="86"/>
                    </a:lnTo>
                    <a:lnTo>
                      <a:pt x="53" y="100"/>
                    </a:lnTo>
                    <a:lnTo>
                      <a:pt x="47" y="112"/>
                    </a:lnTo>
                    <a:lnTo>
                      <a:pt x="41" y="118"/>
                    </a:lnTo>
                    <a:lnTo>
                      <a:pt x="36" y="128"/>
                    </a:lnTo>
                    <a:lnTo>
                      <a:pt x="35" y="143"/>
                    </a:lnTo>
                    <a:lnTo>
                      <a:pt x="38" y="159"/>
                    </a:lnTo>
                    <a:lnTo>
                      <a:pt x="35" y="167"/>
                    </a:lnTo>
                    <a:lnTo>
                      <a:pt x="41" y="174"/>
                    </a:lnTo>
                    <a:lnTo>
                      <a:pt x="54" y="180"/>
                    </a:lnTo>
                    <a:lnTo>
                      <a:pt x="58" y="166"/>
                    </a:lnTo>
                    <a:lnTo>
                      <a:pt x="53" y="155"/>
                    </a:lnTo>
                    <a:lnTo>
                      <a:pt x="57" y="145"/>
                    </a:lnTo>
                    <a:lnTo>
                      <a:pt x="65" y="148"/>
                    </a:lnTo>
                    <a:lnTo>
                      <a:pt x="62" y="151"/>
                    </a:lnTo>
                    <a:lnTo>
                      <a:pt x="61" y="160"/>
                    </a:lnTo>
                    <a:lnTo>
                      <a:pt x="63" y="172"/>
                    </a:lnTo>
                    <a:lnTo>
                      <a:pt x="63" y="187"/>
                    </a:lnTo>
                    <a:lnTo>
                      <a:pt x="70" y="185"/>
                    </a:lnTo>
                    <a:lnTo>
                      <a:pt x="79" y="177"/>
                    </a:lnTo>
                    <a:lnTo>
                      <a:pt x="79" y="169"/>
                    </a:lnTo>
                    <a:lnTo>
                      <a:pt x="88" y="160"/>
                    </a:lnTo>
                    <a:lnTo>
                      <a:pt x="94" y="164"/>
                    </a:lnTo>
                    <a:lnTo>
                      <a:pt x="100" y="148"/>
                    </a:lnTo>
                    <a:lnTo>
                      <a:pt x="107" y="117"/>
                    </a:lnTo>
                    <a:lnTo>
                      <a:pt x="113" y="100"/>
                    </a:lnTo>
                    <a:lnTo>
                      <a:pt x="120" y="89"/>
                    </a:lnTo>
                    <a:lnTo>
                      <a:pt x="127" y="78"/>
                    </a:lnTo>
                    <a:lnTo>
                      <a:pt x="131" y="69"/>
                    </a:lnTo>
                    <a:lnTo>
                      <a:pt x="129" y="59"/>
                    </a:lnTo>
                    <a:lnTo>
                      <a:pt x="124" y="48"/>
                    </a:lnTo>
                    <a:lnTo>
                      <a:pt x="111" y="45"/>
                    </a:lnTo>
                    <a:lnTo>
                      <a:pt x="110" y="40"/>
                    </a:lnTo>
                    <a:lnTo>
                      <a:pt x="115" y="26"/>
                    </a:lnTo>
                    <a:lnTo>
                      <a:pt x="112" y="19"/>
                    </a:lnTo>
                    <a:lnTo>
                      <a:pt x="104" y="21"/>
                    </a:lnTo>
                    <a:lnTo>
                      <a:pt x="86" y="22"/>
                    </a:lnTo>
                    <a:lnTo>
                      <a:pt x="77" y="9"/>
                    </a:lnTo>
                    <a:lnTo>
                      <a:pt x="77" y="3"/>
                    </a:lnTo>
                    <a:lnTo>
                      <a:pt x="6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53" name="Freeform 161">
              <a:extLst>
                <a:ext uri="{FF2B5EF4-FFF2-40B4-BE49-F238E27FC236}">
                  <a16:creationId xmlns:a16="http://schemas.microsoft.com/office/drawing/2014/main" id="{CFFE1F28-32C3-4F3A-46E3-46F0AFDC53D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68320" y="3112263"/>
              <a:ext cx="91688" cy="136573"/>
            </a:xfrm>
            <a:custGeom>
              <a:avLst/>
              <a:gdLst/>
              <a:ahLst/>
              <a:cxnLst>
                <a:cxn ang="0">
                  <a:pos x="130" y="5"/>
                </a:cxn>
                <a:cxn ang="0">
                  <a:pos x="156" y="46"/>
                </a:cxn>
                <a:cxn ang="0">
                  <a:pos x="173" y="73"/>
                </a:cxn>
                <a:cxn ang="0">
                  <a:pos x="184" y="113"/>
                </a:cxn>
                <a:cxn ang="0">
                  <a:pos x="184" y="170"/>
                </a:cxn>
                <a:cxn ang="0">
                  <a:pos x="181" y="201"/>
                </a:cxn>
                <a:cxn ang="0">
                  <a:pos x="163" y="228"/>
                </a:cxn>
                <a:cxn ang="0">
                  <a:pos x="142" y="233"/>
                </a:cxn>
                <a:cxn ang="0">
                  <a:pos x="131" y="235"/>
                </a:cxn>
                <a:cxn ang="0">
                  <a:pos x="120" y="252"/>
                </a:cxn>
                <a:cxn ang="0">
                  <a:pos x="111" y="245"/>
                </a:cxn>
                <a:cxn ang="0">
                  <a:pos x="95" y="241"/>
                </a:cxn>
                <a:cxn ang="0">
                  <a:pos x="88" y="252"/>
                </a:cxn>
                <a:cxn ang="0">
                  <a:pos x="79" y="263"/>
                </a:cxn>
                <a:cxn ang="0">
                  <a:pos x="72" y="252"/>
                </a:cxn>
                <a:cxn ang="0">
                  <a:pos x="66" y="272"/>
                </a:cxn>
                <a:cxn ang="0">
                  <a:pos x="57" y="269"/>
                </a:cxn>
                <a:cxn ang="0">
                  <a:pos x="66" y="257"/>
                </a:cxn>
                <a:cxn ang="0">
                  <a:pos x="51" y="264"/>
                </a:cxn>
                <a:cxn ang="0">
                  <a:pos x="38" y="276"/>
                </a:cxn>
                <a:cxn ang="0">
                  <a:pos x="31" y="274"/>
                </a:cxn>
                <a:cxn ang="0">
                  <a:pos x="20" y="274"/>
                </a:cxn>
                <a:cxn ang="0">
                  <a:pos x="8" y="285"/>
                </a:cxn>
                <a:cxn ang="0">
                  <a:pos x="9" y="273"/>
                </a:cxn>
                <a:cxn ang="0">
                  <a:pos x="22" y="267"/>
                </a:cxn>
                <a:cxn ang="0">
                  <a:pos x="24" y="253"/>
                </a:cxn>
                <a:cxn ang="0">
                  <a:pos x="13" y="256"/>
                </a:cxn>
                <a:cxn ang="0">
                  <a:pos x="15" y="235"/>
                </a:cxn>
                <a:cxn ang="0">
                  <a:pos x="20" y="212"/>
                </a:cxn>
                <a:cxn ang="0">
                  <a:pos x="23" y="199"/>
                </a:cxn>
                <a:cxn ang="0">
                  <a:pos x="34" y="186"/>
                </a:cxn>
                <a:cxn ang="0">
                  <a:pos x="30" y="174"/>
                </a:cxn>
                <a:cxn ang="0">
                  <a:pos x="23" y="155"/>
                </a:cxn>
                <a:cxn ang="0">
                  <a:pos x="19" y="129"/>
                </a:cxn>
                <a:cxn ang="0">
                  <a:pos x="15" y="139"/>
                </a:cxn>
                <a:cxn ang="0">
                  <a:pos x="4" y="132"/>
                </a:cxn>
                <a:cxn ang="0">
                  <a:pos x="1" y="123"/>
                </a:cxn>
                <a:cxn ang="0">
                  <a:pos x="17" y="115"/>
                </a:cxn>
                <a:cxn ang="0">
                  <a:pos x="39" y="117"/>
                </a:cxn>
                <a:cxn ang="0">
                  <a:pos x="38" y="108"/>
                </a:cxn>
                <a:cxn ang="0">
                  <a:pos x="34" y="95"/>
                </a:cxn>
                <a:cxn ang="0">
                  <a:pos x="38" y="86"/>
                </a:cxn>
                <a:cxn ang="0">
                  <a:pos x="29" y="83"/>
                </a:cxn>
                <a:cxn ang="0">
                  <a:pos x="24" y="72"/>
                </a:cxn>
                <a:cxn ang="0">
                  <a:pos x="22" y="64"/>
                </a:cxn>
                <a:cxn ang="0">
                  <a:pos x="19" y="53"/>
                </a:cxn>
                <a:cxn ang="0">
                  <a:pos x="36" y="45"/>
                </a:cxn>
                <a:cxn ang="0">
                  <a:pos x="76" y="21"/>
                </a:cxn>
                <a:cxn ang="0">
                  <a:pos x="108" y="16"/>
                </a:cxn>
              </a:cxnLst>
              <a:rect l="0" t="0" r="r" b="b"/>
              <a:pathLst>
                <a:path w="190" h="285">
                  <a:moveTo>
                    <a:pt x="125" y="0"/>
                  </a:moveTo>
                  <a:lnTo>
                    <a:pt x="130" y="5"/>
                  </a:lnTo>
                  <a:lnTo>
                    <a:pt x="146" y="36"/>
                  </a:lnTo>
                  <a:lnTo>
                    <a:pt x="156" y="46"/>
                  </a:lnTo>
                  <a:lnTo>
                    <a:pt x="165" y="58"/>
                  </a:lnTo>
                  <a:lnTo>
                    <a:pt x="173" y="73"/>
                  </a:lnTo>
                  <a:lnTo>
                    <a:pt x="180" y="91"/>
                  </a:lnTo>
                  <a:lnTo>
                    <a:pt x="184" y="113"/>
                  </a:lnTo>
                  <a:lnTo>
                    <a:pt x="183" y="150"/>
                  </a:lnTo>
                  <a:lnTo>
                    <a:pt x="184" y="170"/>
                  </a:lnTo>
                  <a:lnTo>
                    <a:pt x="190" y="171"/>
                  </a:lnTo>
                  <a:lnTo>
                    <a:pt x="181" y="201"/>
                  </a:lnTo>
                  <a:lnTo>
                    <a:pt x="174" y="217"/>
                  </a:lnTo>
                  <a:lnTo>
                    <a:pt x="163" y="228"/>
                  </a:lnTo>
                  <a:lnTo>
                    <a:pt x="154" y="230"/>
                  </a:lnTo>
                  <a:lnTo>
                    <a:pt x="142" y="233"/>
                  </a:lnTo>
                  <a:lnTo>
                    <a:pt x="135" y="230"/>
                  </a:lnTo>
                  <a:lnTo>
                    <a:pt x="131" y="235"/>
                  </a:lnTo>
                  <a:lnTo>
                    <a:pt x="127" y="242"/>
                  </a:lnTo>
                  <a:lnTo>
                    <a:pt x="120" y="252"/>
                  </a:lnTo>
                  <a:lnTo>
                    <a:pt x="116" y="245"/>
                  </a:lnTo>
                  <a:lnTo>
                    <a:pt x="111" y="245"/>
                  </a:lnTo>
                  <a:lnTo>
                    <a:pt x="101" y="240"/>
                  </a:lnTo>
                  <a:lnTo>
                    <a:pt x="95" y="241"/>
                  </a:lnTo>
                  <a:lnTo>
                    <a:pt x="83" y="246"/>
                  </a:lnTo>
                  <a:lnTo>
                    <a:pt x="88" y="252"/>
                  </a:lnTo>
                  <a:lnTo>
                    <a:pt x="86" y="260"/>
                  </a:lnTo>
                  <a:lnTo>
                    <a:pt x="79" y="263"/>
                  </a:lnTo>
                  <a:lnTo>
                    <a:pt x="76" y="256"/>
                  </a:lnTo>
                  <a:lnTo>
                    <a:pt x="72" y="252"/>
                  </a:lnTo>
                  <a:lnTo>
                    <a:pt x="71" y="268"/>
                  </a:lnTo>
                  <a:lnTo>
                    <a:pt x="66" y="272"/>
                  </a:lnTo>
                  <a:lnTo>
                    <a:pt x="61" y="273"/>
                  </a:lnTo>
                  <a:lnTo>
                    <a:pt x="57" y="269"/>
                  </a:lnTo>
                  <a:lnTo>
                    <a:pt x="65" y="263"/>
                  </a:lnTo>
                  <a:lnTo>
                    <a:pt x="66" y="257"/>
                  </a:lnTo>
                  <a:lnTo>
                    <a:pt x="60" y="260"/>
                  </a:lnTo>
                  <a:lnTo>
                    <a:pt x="51" y="264"/>
                  </a:lnTo>
                  <a:lnTo>
                    <a:pt x="41" y="276"/>
                  </a:lnTo>
                  <a:lnTo>
                    <a:pt x="38" y="276"/>
                  </a:lnTo>
                  <a:lnTo>
                    <a:pt x="35" y="269"/>
                  </a:lnTo>
                  <a:lnTo>
                    <a:pt x="31" y="274"/>
                  </a:lnTo>
                  <a:lnTo>
                    <a:pt x="22" y="283"/>
                  </a:lnTo>
                  <a:lnTo>
                    <a:pt x="20" y="274"/>
                  </a:lnTo>
                  <a:lnTo>
                    <a:pt x="12" y="277"/>
                  </a:lnTo>
                  <a:lnTo>
                    <a:pt x="8" y="285"/>
                  </a:lnTo>
                  <a:lnTo>
                    <a:pt x="4" y="282"/>
                  </a:lnTo>
                  <a:lnTo>
                    <a:pt x="9" y="273"/>
                  </a:lnTo>
                  <a:lnTo>
                    <a:pt x="11" y="263"/>
                  </a:lnTo>
                  <a:lnTo>
                    <a:pt x="22" y="267"/>
                  </a:lnTo>
                  <a:lnTo>
                    <a:pt x="20" y="261"/>
                  </a:lnTo>
                  <a:lnTo>
                    <a:pt x="24" y="253"/>
                  </a:lnTo>
                  <a:lnTo>
                    <a:pt x="19" y="250"/>
                  </a:lnTo>
                  <a:lnTo>
                    <a:pt x="13" y="256"/>
                  </a:lnTo>
                  <a:lnTo>
                    <a:pt x="11" y="247"/>
                  </a:lnTo>
                  <a:lnTo>
                    <a:pt x="15" y="235"/>
                  </a:lnTo>
                  <a:lnTo>
                    <a:pt x="15" y="225"/>
                  </a:lnTo>
                  <a:lnTo>
                    <a:pt x="20" y="212"/>
                  </a:lnTo>
                  <a:lnTo>
                    <a:pt x="27" y="203"/>
                  </a:lnTo>
                  <a:lnTo>
                    <a:pt x="23" y="199"/>
                  </a:lnTo>
                  <a:lnTo>
                    <a:pt x="31" y="193"/>
                  </a:lnTo>
                  <a:lnTo>
                    <a:pt x="34" y="186"/>
                  </a:lnTo>
                  <a:lnTo>
                    <a:pt x="30" y="180"/>
                  </a:lnTo>
                  <a:lnTo>
                    <a:pt x="30" y="174"/>
                  </a:lnTo>
                  <a:lnTo>
                    <a:pt x="24" y="167"/>
                  </a:lnTo>
                  <a:lnTo>
                    <a:pt x="23" y="155"/>
                  </a:lnTo>
                  <a:lnTo>
                    <a:pt x="20" y="143"/>
                  </a:lnTo>
                  <a:lnTo>
                    <a:pt x="19" y="129"/>
                  </a:lnTo>
                  <a:lnTo>
                    <a:pt x="13" y="127"/>
                  </a:lnTo>
                  <a:lnTo>
                    <a:pt x="15" y="139"/>
                  </a:lnTo>
                  <a:lnTo>
                    <a:pt x="11" y="142"/>
                  </a:lnTo>
                  <a:lnTo>
                    <a:pt x="4" y="132"/>
                  </a:lnTo>
                  <a:lnTo>
                    <a:pt x="0" y="132"/>
                  </a:lnTo>
                  <a:lnTo>
                    <a:pt x="1" y="123"/>
                  </a:lnTo>
                  <a:lnTo>
                    <a:pt x="8" y="115"/>
                  </a:lnTo>
                  <a:lnTo>
                    <a:pt x="17" y="115"/>
                  </a:lnTo>
                  <a:lnTo>
                    <a:pt x="29" y="110"/>
                  </a:lnTo>
                  <a:lnTo>
                    <a:pt x="39" y="117"/>
                  </a:lnTo>
                  <a:lnTo>
                    <a:pt x="43" y="118"/>
                  </a:lnTo>
                  <a:lnTo>
                    <a:pt x="38" y="108"/>
                  </a:lnTo>
                  <a:lnTo>
                    <a:pt x="38" y="100"/>
                  </a:lnTo>
                  <a:lnTo>
                    <a:pt x="34" y="95"/>
                  </a:lnTo>
                  <a:lnTo>
                    <a:pt x="35" y="89"/>
                  </a:lnTo>
                  <a:lnTo>
                    <a:pt x="38" y="86"/>
                  </a:lnTo>
                  <a:lnTo>
                    <a:pt x="31" y="81"/>
                  </a:lnTo>
                  <a:lnTo>
                    <a:pt x="29" y="83"/>
                  </a:lnTo>
                  <a:lnTo>
                    <a:pt x="25" y="77"/>
                  </a:lnTo>
                  <a:lnTo>
                    <a:pt x="24" y="72"/>
                  </a:lnTo>
                  <a:lnTo>
                    <a:pt x="28" y="72"/>
                  </a:lnTo>
                  <a:lnTo>
                    <a:pt x="22" y="64"/>
                  </a:lnTo>
                  <a:lnTo>
                    <a:pt x="19" y="58"/>
                  </a:lnTo>
                  <a:lnTo>
                    <a:pt x="19" y="53"/>
                  </a:lnTo>
                  <a:lnTo>
                    <a:pt x="23" y="56"/>
                  </a:lnTo>
                  <a:lnTo>
                    <a:pt x="36" y="45"/>
                  </a:lnTo>
                  <a:lnTo>
                    <a:pt x="58" y="22"/>
                  </a:lnTo>
                  <a:lnTo>
                    <a:pt x="76" y="21"/>
                  </a:lnTo>
                  <a:lnTo>
                    <a:pt x="93" y="22"/>
                  </a:lnTo>
                  <a:lnTo>
                    <a:pt x="108" y="16"/>
                  </a:lnTo>
                  <a:lnTo>
                    <a:pt x="1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4" name="Freeform 162">
              <a:extLst>
                <a:ext uri="{FF2B5EF4-FFF2-40B4-BE49-F238E27FC236}">
                  <a16:creationId xmlns:a16="http://schemas.microsoft.com/office/drawing/2014/main" id="{50E5B8DC-D888-7D9C-5F2F-A61BA5147F2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461791" y="2598586"/>
              <a:ext cx="831304" cy="407680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5" name="Freeform 163">
              <a:extLst>
                <a:ext uri="{FF2B5EF4-FFF2-40B4-BE49-F238E27FC236}">
                  <a16:creationId xmlns:a16="http://schemas.microsoft.com/office/drawing/2014/main" id="{56AA7265-3355-FEFE-3B56-5D38C7B012F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07843" y="3666708"/>
              <a:ext cx="63163" cy="55037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100" y="5"/>
                </a:cxn>
                <a:cxn ang="0">
                  <a:pos x="105" y="0"/>
                </a:cxn>
                <a:cxn ang="0">
                  <a:pos x="112" y="5"/>
                </a:cxn>
                <a:cxn ang="0">
                  <a:pos x="123" y="8"/>
                </a:cxn>
                <a:cxn ang="0">
                  <a:pos x="127" y="20"/>
                </a:cxn>
                <a:cxn ang="0">
                  <a:pos x="127" y="27"/>
                </a:cxn>
                <a:cxn ang="0">
                  <a:pos x="117" y="37"/>
                </a:cxn>
                <a:cxn ang="0">
                  <a:pos x="105" y="61"/>
                </a:cxn>
                <a:cxn ang="0">
                  <a:pos x="100" y="79"/>
                </a:cxn>
                <a:cxn ang="0">
                  <a:pos x="91" y="85"/>
                </a:cxn>
                <a:cxn ang="0">
                  <a:pos x="78" y="99"/>
                </a:cxn>
                <a:cxn ang="0">
                  <a:pos x="66" y="101"/>
                </a:cxn>
                <a:cxn ang="0">
                  <a:pos x="59" y="113"/>
                </a:cxn>
                <a:cxn ang="0">
                  <a:pos x="53" y="112"/>
                </a:cxn>
                <a:cxn ang="0">
                  <a:pos x="48" y="109"/>
                </a:cxn>
                <a:cxn ang="0">
                  <a:pos x="11" y="97"/>
                </a:cxn>
                <a:cxn ang="0">
                  <a:pos x="3" y="86"/>
                </a:cxn>
                <a:cxn ang="0">
                  <a:pos x="0" y="50"/>
                </a:cxn>
                <a:cxn ang="0">
                  <a:pos x="6" y="45"/>
                </a:cxn>
                <a:cxn ang="0">
                  <a:pos x="19" y="31"/>
                </a:cxn>
                <a:cxn ang="0">
                  <a:pos x="28" y="24"/>
                </a:cxn>
                <a:cxn ang="0">
                  <a:pos x="30" y="20"/>
                </a:cxn>
                <a:cxn ang="0">
                  <a:pos x="37" y="15"/>
                </a:cxn>
                <a:cxn ang="0">
                  <a:pos x="49" y="10"/>
                </a:cxn>
                <a:cxn ang="0">
                  <a:pos x="78" y="9"/>
                </a:cxn>
                <a:cxn ang="0">
                  <a:pos x="85" y="4"/>
                </a:cxn>
                <a:cxn ang="0">
                  <a:pos x="92" y="5"/>
                </a:cxn>
                <a:cxn ang="0">
                  <a:pos x="97" y="4"/>
                </a:cxn>
                <a:cxn ang="0">
                  <a:pos x="102" y="5"/>
                </a:cxn>
              </a:cxnLst>
              <a:rect l="0" t="0" r="r" b="b"/>
              <a:pathLst>
                <a:path w="127" h="113">
                  <a:moveTo>
                    <a:pt x="102" y="5"/>
                  </a:moveTo>
                  <a:lnTo>
                    <a:pt x="100" y="5"/>
                  </a:lnTo>
                  <a:lnTo>
                    <a:pt x="105" y="0"/>
                  </a:lnTo>
                  <a:lnTo>
                    <a:pt x="112" y="5"/>
                  </a:lnTo>
                  <a:lnTo>
                    <a:pt x="123" y="8"/>
                  </a:lnTo>
                  <a:lnTo>
                    <a:pt x="127" y="20"/>
                  </a:lnTo>
                  <a:lnTo>
                    <a:pt x="127" y="27"/>
                  </a:lnTo>
                  <a:lnTo>
                    <a:pt x="117" y="37"/>
                  </a:lnTo>
                  <a:lnTo>
                    <a:pt x="105" y="61"/>
                  </a:lnTo>
                  <a:lnTo>
                    <a:pt x="100" y="79"/>
                  </a:lnTo>
                  <a:lnTo>
                    <a:pt x="91" y="85"/>
                  </a:lnTo>
                  <a:lnTo>
                    <a:pt x="78" y="99"/>
                  </a:lnTo>
                  <a:lnTo>
                    <a:pt x="66" y="101"/>
                  </a:lnTo>
                  <a:lnTo>
                    <a:pt x="59" y="113"/>
                  </a:lnTo>
                  <a:lnTo>
                    <a:pt x="53" y="112"/>
                  </a:lnTo>
                  <a:lnTo>
                    <a:pt x="48" y="109"/>
                  </a:lnTo>
                  <a:lnTo>
                    <a:pt x="11" y="97"/>
                  </a:lnTo>
                  <a:lnTo>
                    <a:pt x="3" y="86"/>
                  </a:lnTo>
                  <a:lnTo>
                    <a:pt x="0" y="50"/>
                  </a:lnTo>
                  <a:lnTo>
                    <a:pt x="6" y="45"/>
                  </a:lnTo>
                  <a:lnTo>
                    <a:pt x="19" y="31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37" y="15"/>
                  </a:lnTo>
                  <a:lnTo>
                    <a:pt x="49" y="10"/>
                  </a:lnTo>
                  <a:lnTo>
                    <a:pt x="78" y="9"/>
                  </a:lnTo>
                  <a:lnTo>
                    <a:pt x="85" y="4"/>
                  </a:lnTo>
                  <a:lnTo>
                    <a:pt x="92" y="5"/>
                  </a:lnTo>
                  <a:lnTo>
                    <a:pt x="97" y="4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6" name="Freeform 164">
              <a:extLst>
                <a:ext uri="{FF2B5EF4-FFF2-40B4-BE49-F238E27FC236}">
                  <a16:creationId xmlns:a16="http://schemas.microsoft.com/office/drawing/2014/main" id="{0234FF8A-4740-586F-35D5-37A8034E65C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86889" y="2543549"/>
              <a:ext cx="1613708" cy="1121120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7" name="Freeform 165">
              <a:extLst>
                <a:ext uri="{FF2B5EF4-FFF2-40B4-BE49-F238E27FC236}">
                  <a16:creationId xmlns:a16="http://schemas.microsoft.com/office/drawing/2014/main" id="{1D371B6D-F9BB-318E-2976-1555308786F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23495" y="2957345"/>
              <a:ext cx="165038" cy="183456"/>
            </a:xfrm>
            <a:custGeom>
              <a:avLst/>
              <a:gdLst/>
              <a:ahLst/>
              <a:cxnLst>
                <a:cxn ang="0">
                  <a:pos x="220" y="310"/>
                </a:cxn>
                <a:cxn ang="0">
                  <a:pos x="185" y="277"/>
                </a:cxn>
                <a:cxn ang="0">
                  <a:pos x="169" y="266"/>
                </a:cxn>
                <a:cxn ang="0">
                  <a:pos x="174" y="262"/>
                </a:cxn>
                <a:cxn ang="0">
                  <a:pos x="174" y="236"/>
                </a:cxn>
                <a:cxn ang="0">
                  <a:pos x="186" y="226"/>
                </a:cxn>
                <a:cxn ang="0">
                  <a:pos x="199" y="212"/>
                </a:cxn>
                <a:cxn ang="0">
                  <a:pos x="235" y="200"/>
                </a:cxn>
                <a:cxn ang="0">
                  <a:pos x="257" y="181"/>
                </a:cxn>
                <a:cxn ang="0">
                  <a:pos x="289" y="155"/>
                </a:cxn>
                <a:cxn ang="0">
                  <a:pos x="297" y="121"/>
                </a:cxn>
                <a:cxn ang="0">
                  <a:pos x="295" y="101"/>
                </a:cxn>
                <a:cxn ang="0">
                  <a:pos x="308" y="80"/>
                </a:cxn>
                <a:cxn ang="0">
                  <a:pos x="342" y="46"/>
                </a:cxn>
                <a:cxn ang="0">
                  <a:pos x="347" y="41"/>
                </a:cxn>
                <a:cxn ang="0">
                  <a:pos x="343" y="27"/>
                </a:cxn>
                <a:cxn ang="0">
                  <a:pos x="327" y="11"/>
                </a:cxn>
                <a:cxn ang="0">
                  <a:pos x="305" y="9"/>
                </a:cxn>
                <a:cxn ang="0">
                  <a:pos x="288" y="44"/>
                </a:cxn>
                <a:cxn ang="0">
                  <a:pos x="233" y="74"/>
                </a:cxn>
                <a:cxn ang="0">
                  <a:pos x="208" y="83"/>
                </a:cxn>
                <a:cxn ang="0">
                  <a:pos x="172" y="118"/>
                </a:cxn>
                <a:cxn ang="0">
                  <a:pos x="139" y="103"/>
                </a:cxn>
                <a:cxn ang="0">
                  <a:pos x="102" y="142"/>
                </a:cxn>
                <a:cxn ang="0">
                  <a:pos x="45" y="178"/>
                </a:cxn>
                <a:cxn ang="0">
                  <a:pos x="2" y="220"/>
                </a:cxn>
                <a:cxn ang="0">
                  <a:pos x="13" y="235"/>
                </a:cxn>
                <a:cxn ang="0">
                  <a:pos x="30" y="239"/>
                </a:cxn>
                <a:cxn ang="0">
                  <a:pos x="57" y="245"/>
                </a:cxn>
                <a:cxn ang="0">
                  <a:pos x="59" y="258"/>
                </a:cxn>
                <a:cxn ang="0">
                  <a:pos x="50" y="301"/>
                </a:cxn>
                <a:cxn ang="0">
                  <a:pos x="59" y="307"/>
                </a:cxn>
                <a:cxn ang="0">
                  <a:pos x="43" y="320"/>
                </a:cxn>
                <a:cxn ang="0">
                  <a:pos x="32" y="339"/>
                </a:cxn>
                <a:cxn ang="0">
                  <a:pos x="40" y="353"/>
                </a:cxn>
                <a:cxn ang="0">
                  <a:pos x="48" y="355"/>
                </a:cxn>
                <a:cxn ang="0">
                  <a:pos x="40" y="361"/>
                </a:cxn>
                <a:cxn ang="0">
                  <a:pos x="47" y="366"/>
                </a:cxn>
                <a:cxn ang="0">
                  <a:pos x="53" y="377"/>
                </a:cxn>
                <a:cxn ang="0">
                  <a:pos x="64" y="372"/>
                </a:cxn>
                <a:cxn ang="0">
                  <a:pos x="74" y="360"/>
                </a:cxn>
                <a:cxn ang="0">
                  <a:pos x="78" y="356"/>
                </a:cxn>
                <a:cxn ang="0">
                  <a:pos x="91" y="368"/>
                </a:cxn>
                <a:cxn ang="0">
                  <a:pos x="102" y="369"/>
                </a:cxn>
                <a:cxn ang="0">
                  <a:pos x="121" y="374"/>
                </a:cxn>
                <a:cxn ang="0">
                  <a:pos x="156" y="340"/>
                </a:cxn>
                <a:cxn ang="0">
                  <a:pos x="191" y="340"/>
                </a:cxn>
                <a:cxn ang="0">
                  <a:pos x="223" y="318"/>
                </a:cxn>
              </a:cxnLst>
              <a:rect l="0" t="0" r="r" b="b"/>
              <a:pathLst>
                <a:path w="349" h="377">
                  <a:moveTo>
                    <a:pt x="223" y="318"/>
                  </a:moveTo>
                  <a:lnTo>
                    <a:pt x="220" y="310"/>
                  </a:lnTo>
                  <a:lnTo>
                    <a:pt x="196" y="290"/>
                  </a:lnTo>
                  <a:lnTo>
                    <a:pt x="185" y="277"/>
                  </a:lnTo>
                  <a:lnTo>
                    <a:pt x="171" y="272"/>
                  </a:lnTo>
                  <a:lnTo>
                    <a:pt x="169" y="266"/>
                  </a:lnTo>
                  <a:lnTo>
                    <a:pt x="174" y="253"/>
                  </a:lnTo>
                  <a:lnTo>
                    <a:pt x="174" y="262"/>
                  </a:lnTo>
                  <a:lnTo>
                    <a:pt x="175" y="255"/>
                  </a:lnTo>
                  <a:lnTo>
                    <a:pt x="174" y="236"/>
                  </a:lnTo>
                  <a:lnTo>
                    <a:pt x="175" y="229"/>
                  </a:lnTo>
                  <a:lnTo>
                    <a:pt x="186" y="226"/>
                  </a:lnTo>
                  <a:lnTo>
                    <a:pt x="196" y="220"/>
                  </a:lnTo>
                  <a:lnTo>
                    <a:pt x="199" y="212"/>
                  </a:lnTo>
                  <a:lnTo>
                    <a:pt x="223" y="209"/>
                  </a:lnTo>
                  <a:lnTo>
                    <a:pt x="235" y="200"/>
                  </a:lnTo>
                  <a:lnTo>
                    <a:pt x="239" y="194"/>
                  </a:lnTo>
                  <a:lnTo>
                    <a:pt x="257" y="181"/>
                  </a:lnTo>
                  <a:lnTo>
                    <a:pt x="274" y="162"/>
                  </a:lnTo>
                  <a:lnTo>
                    <a:pt x="289" y="155"/>
                  </a:lnTo>
                  <a:lnTo>
                    <a:pt x="295" y="150"/>
                  </a:lnTo>
                  <a:lnTo>
                    <a:pt x="297" y="121"/>
                  </a:lnTo>
                  <a:lnTo>
                    <a:pt x="293" y="112"/>
                  </a:lnTo>
                  <a:lnTo>
                    <a:pt x="295" y="101"/>
                  </a:lnTo>
                  <a:lnTo>
                    <a:pt x="304" y="87"/>
                  </a:lnTo>
                  <a:lnTo>
                    <a:pt x="308" y="80"/>
                  </a:lnTo>
                  <a:lnTo>
                    <a:pt x="335" y="49"/>
                  </a:lnTo>
                  <a:lnTo>
                    <a:pt x="342" y="46"/>
                  </a:lnTo>
                  <a:lnTo>
                    <a:pt x="349" y="48"/>
                  </a:lnTo>
                  <a:lnTo>
                    <a:pt x="347" y="41"/>
                  </a:lnTo>
                  <a:lnTo>
                    <a:pt x="343" y="33"/>
                  </a:lnTo>
                  <a:lnTo>
                    <a:pt x="343" y="27"/>
                  </a:lnTo>
                  <a:lnTo>
                    <a:pt x="335" y="26"/>
                  </a:lnTo>
                  <a:lnTo>
                    <a:pt x="327" y="11"/>
                  </a:lnTo>
                  <a:lnTo>
                    <a:pt x="316" y="0"/>
                  </a:lnTo>
                  <a:lnTo>
                    <a:pt x="305" y="9"/>
                  </a:lnTo>
                  <a:lnTo>
                    <a:pt x="298" y="29"/>
                  </a:lnTo>
                  <a:lnTo>
                    <a:pt x="288" y="44"/>
                  </a:lnTo>
                  <a:lnTo>
                    <a:pt x="257" y="68"/>
                  </a:lnTo>
                  <a:lnTo>
                    <a:pt x="233" y="74"/>
                  </a:lnTo>
                  <a:lnTo>
                    <a:pt x="213" y="74"/>
                  </a:lnTo>
                  <a:lnTo>
                    <a:pt x="208" y="83"/>
                  </a:lnTo>
                  <a:lnTo>
                    <a:pt x="214" y="114"/>
                  </a:lnTo>
                  <a:lnTo>
                    <a:pt x="172" y="118"/>
                  </a:lnTo>
                  <a:lnTo>
                    <a:pt x="158" y="108"/>
                  </a:lnTo>
                  <a:lnTo>
                    <a:pt x="139" y="103"/>
                  </a:lnTo>
                  <a:lnTo>
                    <a:pt x="127" y="113"/>
                  </a:lnTo>
                  <a:lnTo>
                    <a:pt x="102" y="142"/>
                  </a:lnTo>
                  <a:lnTo>
                    <a:pt x="84" y="157"/>
                  </a:lnTo>
                  <a:lnTo>
                    <a:pt x="45" y="178"/>
                  </a:lnTo>
                  <a:lnTo>
                    <a:pt x="30" y="185"/>
                  </a:lnTo>
                  <a:lnTo>
                    <a:pt x="2" y="220"/>
                  </a:lnTo>
                  <a:lnTo>
                    <a:pt x="0" y="224"/>
                  </a:lnTo>
                  <a:lnTo>
                    <a:pt x="13" y="235"/>
                  </a:lnTo>
                  <a:lnTo>
                    <a:pt x="16" y="246"/>
                  </a:lnTo>
                  <a:lnTo>
                    <a:pt x="30" y="239"/>
                  </a:lnTo>
                  <a:lnTo>
                    <a:pt x="42" y="243"/>
                  </a:lnTo>
                  <a:lnTo>
                    <a:pt x="57" y="245"/>
                  </a:lnTo>
                  <a:lnTo>
                    <a:pt x="63" y="248"/>
                  </a:lnTo>
                  <a:lnTo>
                    <a:pt x="59" y="258"/>
                  </a:lnTo>
                  <a:lnTo>
                    <a:pt x="56" y="278"/>
                  </a:lnTo>
                  <a:lnTo>
                    <a:pt x="50" y="301"/>
                  </a:lnTo>
                  <a:lnTo>
                    <a:pt x="52" y="307"/>
                  </a:lnTo>
                  <a:lnTo>
                    <a:pt x="59" y="307"/>
                  </a:lnTo>
                  <a:lnTo>
                    <a:pt x="45" y="315"/>
                  </a:lnTo>
                  <a:lnTo>
                    <a:pt x="43" y="320"/>
                  </a:lnTo>
                  <a:lnTo>
                    <a:pt x="37" y="323"/>
                  </a:lnTo>
                  <a:lnTo>
                    <a:pt x="32" y="339"/>
                  </a:lnTo>
                  <a:lnTo>
                    <a:pt x="24" y="352"/>
                  </a:lnTo>
                  <a:lnTo>
                    <a:pt x="40" y="353"/>
                  </a:lnTo>
                  <a:lnTo>
                    <a:pt x="50" y="350"/>
                  </a:lnTo>
                  <a:lnTo>
                    <a:pt x="48" y="355"/>
                  </a:lnTo>
                  <a:lnTo>
                    <a:pt x="45" y="361"/>
                  </a:lnTo>
                  <a:lnTo>
                    <a:pt x="40" y="361"/>
                  </a:lnTo>
                  <a:lnTo>
                    <a:pt x="41" y="368"/>
                  </a:lnTo>
                  <a:lnTo>
                    <a:pt x="47" y="366"/>
                  </a:lnTo>
                  <a:lnTo>
                    <a:pt x="51" y="376"/>
                  </a:lnTo>
                  <a:lnTo>
                    <a:pt x="53" y="377"/>
                  </a:lnTo>
                  <a:lnTo>
                    <a:pt x="61" y="377"/>
                  </a:lnTo>
                  <a:lnTo>
                    <a:pt x="64" y="372"/>
                  </a:lnTo>
                  <a:lnTo>
                    <a:pt x="71" y="370"/>
                  </a:lnTo>
                  <a:lnTo>
                    <a:pt x="74" y="360"/>
                  </a:lnTo>
                  <a:lnTo>
                    <a:pt x="72" y="355"/>
                  </a:lnTo>
                  <a:lnTo>
                    <a:pt x="78" y="356"/>
                  </a:lnTo>
                  <a:lnTo>
                    <a:pt x="84" y="365"/>
                  </a:lnTo>
                  <a:lnTo>
                    <a:pt x="91" y="368"/>
                  </a:lnTo>
                  <a:lnTo>
                    <a:pt x="99" y="374"/>
                  </a:lnTo>
                  <a:lnTo>
                    <a:pt x="102" y="369"/>
                  </a:lnTo>
                  <a:lnTo>
                    <a:pt x="113" y="365"/>
                  </a:lnTo>
                  <a:lnTo>
                    <a:pt x="121" y="374"/>
                  </a:lnTo>
                  <a:lnTo>
                    <a:pt x="134" y="363"/>
                  </a:lnTo>
                  <a:lnTo>
                    <a:pt x="156" y="340"/>
                  </a:lnTo>
                  <a:lnTo>
                    <a:pt x="174" y="339"/>
                  </a:lnTo>
                  <a:lnTo>
                    <a:pt x="191" y="340"/>
                  </a:lnTo>
                  <a:lnTo>
                    <a:pt x="206" y="334"/>
                  </a:lnTo>
                  <a:lnTo>
                    <a:pt x="223" y="3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8" name="Freeform 166">
              <a:extLst>
                <a:ext uri="{FF2B5EF4-FFF2-40B4-BE49-F238E27FC236}">
                  <a16:creationId xmlns:a16="http://schemas.microsoft.com/office/drawing/2014/main" id="{769927E7-617D-AFD6-8868-CCD6B5BBBB4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881935" y="2502781"/>
              <a:ext cx="81500" cy="34449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69" y="22"/>
                </a:cxn>
                <a:cxn ang="0">
                  <a:pos x="76" y="79"/>
                </a:cxn>
                <a:cxn ang="0">
                  <a:pos x="92" y="144"/>
                </a:cxn>
                <a:cxn ang="0">
                  <a:pos x="90" y="187"/>
                </a:cxn>
                <a:cxn ang="0">
                  <a:pos x="84" y="210"/>
                </a:cxn>
                <a:cxn ang="0">
                  <a:pos x="90" y="243"/>
                </a:cxn>
                <a:cxn ang="0">
                  <a:pos x="92" y="257"/>
                </a:cxn>
                <a:cxn ang="0">
                  <a:pos x="102" y="289"/>
                </a:cxn>
                <a:cxn ang="0">
                  <a:pos x="116" y="344"/>
                </a:cxn>
                <a:cxn ang="0">
                  <a:pos x="139" y="425"/>
                </a:cxn>
                <a:cxn ang="0">
                  <a:pos x="150" y="459"/>
                </a:cxn>
                <a:cxn ang="0">
                  <a:pos x="168" y="487"/>
                </a:cxn>
                <a:cxn ang="0">
                  <a:pos x="149" y="466"/>
                </a:cxn>
                <a:cxn ang="0">
                  <a:pos x="119" y="448"/>
                </a:cxn>
                <a:cxn ang="0">
                  <a:pos x="92" y="447"/>
                </a:cxn>
                <a:cxn ang="0">
                  <a:pos x="75" y="475"/>
                </a:cxn>
                <a:cxn ang="0">
                  <a:pos x="65" y="509"/>
                </a:cxn>
                <a:cxn ang="0">
                  <a:pos x="53" y="566"/>
                </a:cxn>
                <a:cxn ang="0">
                  <a:pos x="61" y="602"/>
                </a:cxn>
                <a:cxn ang="0">
                  <a:pos x="80" y="635"/>
                </a:cxn>
                <a:cxn ang="0">
                  <a:pos x="89" y="651"/>
                </a:cxn>
                <a:cxn ang="0">
                  <a:pos x="100" y="654"/>
                </a:cxn>
                <a:cxn ang="0">
                  <a:pos x="108" y="684"/>
                </a:cxn>
                <a:cxn ang="0">
                  <a:pos x="102" y="713"/>
                </a:cxn>
                <a:cxn ang="0">
                  <a:pos x="69" y="663"/>
                </a:cxn>
                <a:cxn ang="0">
                  <a:pos x="46" y="673"/>
                </a:cxn>
                <a:cxn ang="0">
                  <a:pos x="31" y="721"/>
                </a:cxn>
                <a:cxn ang="0">
                  <a:pos x="15" y="689"/>
                </a:cxn>
                <a:cxn ang="0">
                  <a:pos x="21" y="623"/>
                </a:cxn>
                <a:cxn ang="0">
                  <a:pos x="32" y="554"/>
                </a:cxn>
                <a:cxn ang="0">
                  <a:pos x="23" y="522"/>
                </a:cxn>
                <a:cxn ang="0">
                  <a:pos x="17" y="479"/>
                </a:cxn>
                <a:cxn ang="0">
                  <a:pos x="28" y="425"/>
                </a:cxn>
                <a:cxn ang="0">
                  <a:pos x="32" y="392"/>
                </a:cxn>
                <a:cxn ang="0">
                  <a:pos x="30" y="375"/>
                </a:cxn>
                <a:cxn ang="0">
                  <a:pos x="25" y="348"/>
                </a:cxn>
                <a:cxn ang="0">
                  <a:pos x="31" y="297"/>
                </a:cxn>
                <a:cxn ang="0">
                  <a:pos x="21" y="260"/>
                </a:cxn>
                <a:cxn ang="0">
                  <a:pos x="4" y="243"/>
                </a:cxn>
                <a:cxn ang="0">
                  <a:pos x="3" y="226"/>
                </a:cxn>
                <a:cxn ang="0">
                  <a:pos x="0" y="188"/>
                </a:cxn>
                <a:cxn ang="0">
                  <a:pos x="12" y="125"/>
                </a:cxn>
                <a:cxn ang="0">
                  <a:pos x="9" y="96"/>
                </a:cxn>
                <a:cxn ang="0">
                  <a:pos x="25" y="79"/>
                </a:cxn>
                <a:cxn ang="0">
                  <a:pos x="37" y="87"/>
                </a:cxn>
                <a:cxn ang="0">
                  <a:pos x="50" y="81"/>
                </a:cxn>
                <a:cxn ang="0">
                  <a:pos x="50" y="66"/>
                </a:cxn>
                <a:cxn ang="0">
                  <a:pos x="59" y="64"/>
                </a:cxn>
                <a:cxn ang="0">
                  <a:pos x="49" y="33"/>
                </a:cxn>
                <a:cxn ang="0">
                  <a:pos x="38" y="9"/>
                </a:cxn>
                <a:cxn ang="0">
                  <a:pos x="47" y="6"/>
                </a:cxn>
              </a:cxnLst>
              <a:rect l="0" t="0" r="r" b="b"/>
              <a:pathLst>
                <a:path w="170" h="721">
                  <a:moveTo>
                    <a:pt x="52" y="3"/>
                  </a:moveTo>
                  <a:lnTo>
                    <a:pt x="55" y="0"/>
                  </a:lnTo>
                  <a:lnTo>
                    <a:pt x="63" y="4"/>
                  </a:lnTo>
                  <a:lnTo>
                    <a:pt x="69" y="22"/>
                  </a:lnTo>
                  <a:lnTo>
                    <a:pt x="73" y="59"/>
                  </a:lnTo>
                  <a:lnTo>
                    <a:pt x="76" y="79"/>
                  </a:lnTo>
                  <a:lnTo>
                    <a:pt x="87" y="113"/>
                  </a:lnTo>
                  <a:lnTo>
                    <a:pt x="92" y="144"/>
                  </a:lnTo>
                  <a:lnTo>
                    <a:pt x="93" y="166"/>
                  </a:lnTo>
                  <a:lnTo>
                    <a:pt x="90" y="187"/>
                  </a:lnTo>
                  <a:lnTo>
                    <a:pt x="82" y="192"/>
                  </a:lnTo>
                  <a:lnTo>
                    <a:pt x="84" y="210"/>
                  </a:lnTo>
                  <a:lnTo>
                    <a:pt x="89" y="229"/>
                  </a:lnTo>
                  <a:lnTo>
                    <a:pt x="90" y="243"/>
                  </a:lnTo>
                  <a:lnTo>
                    <a:pt x="89" y="258"/>
                  </a:lnTo>
                  <a:lnTo>
                    <a:pt x="92" y="257"/>
                  </a:lnTo>
                  <a:lnTo>
                    <a:pt x="98" y="272"/>
                  </a:lnTo>
                  <a:lnTo>
                    <a:pt x="102" y="289"/>
                  </a:lnTo>
                  <a:lnTo>
                    <a:pt x="103" y="292"/>
                  </a:lnTo>
                  <a:lnTo>
                    <a:pt x="116" y="344"/>
                  </a:lnTo>
                  <a:lnTo>
                    <a:pt x="135" y="407"/>
                  </a:lnTo>
                  <a:lnTo>
                    <a:pt x="139" y="425"/>
                  </a:lnTo>
                  <a:lnTo>
                    <a:pt x="144" y="445"/>
                  </a:lnTo>
                  <a:lnTo>
                    <a:pt x="150" y="459"/>
                  </a:lnTo>
                  <a:lnTo>
                    <a:pt x="157" y="474"/>
                  </a:lnTo>
                  <a:lnTo>
                    <a:pt x="168" y="487"/>
                  </a:lnTo>
                  <a:lnTo>
                    <a:pt x="170" y="496"/>
                  </a:lnTo>
                  <a:lnTo>
                    <a:pt x="149" y="466"/>
                  </a:lnTo>
                  <a:lnTo>
                    <a:pt x="135" y="456"/>
                  </a:lnTo>
                  <a:lnTo>
                    <a:pt x="119" y="448"/>
                  </a:lnTo>
                  <a:lnTo>
                    <a:pt x="104" y="445"/>
                  </a:lnTo>
                  <a:lnTo>
                    <a:pt x="92" y="447"/>
                  </a:lnTo>
                  <a:lnTo>
                    <a:pt x="80" y="457"/>
                  </a:lnTo>
                  <a:lnTo>
                    <a:pt x="75" y="475"/>
                  </a:lnTo>
                  <a:lnTo>
                    <a:pt x="73" y="491"/>
                  </a:lnTo>
                  <a:lnTo>
                    <a:pt x="65" y="509"/>
                  </a:lnTo>
                  <a:lnTo>
                    <a:pt x="55" y="549"/>
                  </a:lnTo>
                  <a:lnTo>
                    <a:pt x="53" y="566"/>
                  </a:lnTo>
                  <a:lnTo>
                    <a:pt x="53" y="586"/>
                  </a:lnTo>
                  <a:lnTo>
                    <a:pt x="61" y="602"/>
                  </a:lnTo>
                  <a:lnTo>
                    <a:pt x="77" y="623"/>
                  </a:lnTo>
                  <a:lnTo>
                    <a:pt x="80" y="635"/>
                  </a:lnTo>
                  <a:lnTo>
                    <a:pt x="84" y="645"/>
                  </a:lnTo>
                  <a:lnTo>
                    <a:pt x="89" y="651"/>
                  </a:lnTo>
                  <a:lnTo>
                    <a:pt x="97" y="656"/>
                  </a:lnTo>
                  <a:lnTo>
                    <a:pt x="100" y="654"/>
                  </a:lnTo>
                  <a:lnTo>
                    <a:pt x="103" y="657"/>
                  </a:lnTo>
                  <a:lnTo>
                    <a:pt x="108" y="684"/>
                  </a:lnTo>
                  <a:lnTo>
                    <a:pt x="107" y="700"/>
                  </a:lnTo>
                  <a:lnTo>
                    <a:pt x="102" y="713"/>
                  </a:lnTo>
                  <a:lnTo>
                    <a:pt x="95" y="674"/>
                  </a:lnTo>
                  <a:lnTo>
                    <a:pt x="69" y="663"/>
                  </a:lnTo>
                  <a:lnTo>
                    <a:pt x="55" y="662"/>
                  </a:lnTo>
                  <a:lnTo>
                    <a:pt x="46" y="673"/>
                  </a:lnTo>
                  <a:lnTo>
                    <a:pt x="36" y="706"/>
                  </a:lnTo>
                  <a:lnTo>
                    <a:pt x="31" y="721"/>
                  </a:lnTo>
                  <a:lnTo>
                    <a:pt x="18" y="714"/>
                  </a:lnTo>
                  <a:lnTo>
                    <a:pt x="15" y="689"/>
                  </a:lnTo>
                  <a:lnTo>
                    <a:pt x="15" y="666"/>
                  </a:lnTo>
                  <a:lnTo>
                    <a:pt x="21" y="623"/>
                  </a:lnTo>
                  <a:lnTo>
                    <a:pt x="26" y="565"/>
                  </a:lnTo>
                  <a:lnTo>
                    <a:pt x="32" y="554"/>
                  </a:lnTo>
                  <a:lnTo>
                    <a:pt x="31" y="539"/>
                  </a:lnTo>
                  <a:lnTo>
                    <a:pt x="23" y="522"/>
                  </a:lnTo>
                  <a:lnTo>
                    <a:pt x="17" y="499"/>
                  </a:lnTo>
                  <a:lnTo>
                    <a:pt x="17" y="479"/>
                  </a:lnTo>
                  <a:lnTo>
                    <a:pt x="22" y="463"/>
                  </a:lnTo>
                  <a:lnTo>
                    <a:pt x="28" y="425"/>
                  </a:lnTo>
                  <a:lnTo>
                    <a:pt x="28" y="394"/>
                  </a:lnTo>
                  <a:lnTo>
                    <a:pt x="32" y="392"/>
                  </a:lnTo>
                  <a:lnTo>
                    <a:pt x="30" y="386"/>
                  </a:lnTo>
                  <a:lnTo>
                    <a:pt x="30" y="375"/>
                  </a:lnTo>
                  <a:lnTo>
                    <a:pt x="28" y="360"/>
                  </a:lnTo>
                  <a:lnTo>
                    <a:pt x="25" y="348"/>
                  </a:lnTo>
                  <a:lnTo>
                    <a:pt x="25" y="331"/>
                  </a:lnTo>
                  <a:lnTo>
                    <a:pt x="31" y="297"/>
                  </a:lnTo>
                  <a:lnTo>
                    <a:pt x="31" y="284"/>
                  </a:lnTo>
                  <a:lnTo>
                    <a:pt x="21" y="260"/>
                  </a:lnTo>
                  <a:lnTo>
                    <a:pt x="11" y="249"/>
                  </a:lnTo>
                  <a:lnTo>
                    <a:pt x="4" y="243"/>
                  </a:lnTo>
                  <a:lnTo>
                    <a:pt x="6" y="237"/>
                  </a:lnTo>
                  <a:lnTo>
                    <a:pt x="3" y="226"/>
                  </a:lnTo>
                  <a:lnTo>
                    <a:pt x="0" y="205"/>
                  </a:lnTo>
                  <a:lnTo>
                    <a:pt x="0" y="188"/>
                  </a:lnTo>
                  <a:lnTo>
                    <a:pt x="10" y="160"/>
                  </a:lnTo>
                  <a:lnTo>
                    <a:pt x="12" y="125"/>
                  </a:lnTo>
                  <a:lnTo>
                    <a:pt x="11" y="108"/>
                  </a:lnTo>
                  <a:lnTo>
                    <a:pt x="9" y="96"/>
                  </a:lnTo>
                  <a:lnTo>
                    <a:pt x="14" y="85"/>
                  </a:lnTo>
                  <a:lnTo>
                    <a:pt x="25" y="79"/>
                  </a:lnTo>
                  <a:lnTo>
                    <a:pt x="31" y="81"/>
                  </a:lnTo>
                  <a:lnTo>
                    <a:pt x="37" y="87"/>
                  </a:lnTo>
                  <a:lnTo>
                    <a:pt x="48" y="86"/>
                  </a:lnTo>
                  <a:lnTo>
                    <a:pt x="50" y="81"/>
                  </a:lnTo>
                  <a:lnTo>
                    <a:pt x="48" y="75"/>
                  </a:lnTo>
                  <a:lnTo>
                    <a:pt x="50" y="66"/>
                  </a:lnTo>
                  <a:lnTo>
                    <a:pt x="57" y="66"/>
                  </a:lnTo>
                  <a:lnTo>
                    <a:pt x="59" y="64"/>
                  </a:lnTo>
                  <a:lnTo>
                    <a:pt x="54" y="52"/>
                  </a:lnTo>
                  <a:lnTo>
                    <a:pt x="49" y="33"/>
                  </a:lnTo>
                  <a:lnTo>
                    <a:pt x="39" y="16"/>
                  </a:lnTo>
                  <a:lnTo>
                    <a:pt x="38" y="9"/>
                  </a:lnTo>
                  <a:lnTo>
                    <a:pt x="41" y="6"/>
                  </a:lnTo>
                  <a:lnTo>
                    <a:pt x="47" y="6"/>
                  </a:lnTo>
                  <a:lnTo>
                    <a:pt x="52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9" name="Freeform 167">
              <a:extLst>
                <a:ext uri="{FF2B5EF4-FFF2-40B4-BE49-F238E27FC236}">
                  <a16:creationId xmlns:a16="http://schemas.microsoft.com/office/drawing/2014/main" id="{8A6BDABA-0E02-B02A-1219-DB14D6B6A17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872533" y="1475428"/>
              <a:ext cx="4020007" cy="1543069"/>
            </a:xfrm>
            <a:custGeom>
              <a:avLst/>
              <a:gdLst/>
              <a:ahLst/>
              <a:cxnLst>
                <a:cxn ang="0">
                  <a:pos x="744" y="597"/>
                </a:cxn>
                <a:cxn ang="0">
                  <a:pos x="886" y="594"/>
                </a:cxn>
                <a:cxn ang="0">
                  <a:pos x="1040" y="599"/>
                </a:cxn>
                <a:cxn ang="0">
                  <a:pos x="1196" y="545"/>
                </a:cxn>
                <a:cxn ang="0">
                  <a:pos x="1318" y="608"/>
                </a:cxn>
                <a:cxn ang="0">
                  <a:pos x="1337" y="726"/>
                </a:cxn>
                <a:cxn ang="0">
                  <a:pos x="1406" y="700"/>
                </a:cxn>
                <a:cxn ang="0">
                  <a:pos x="1473" y="551"/>
                </a:cxn>
                <a:cxn ang="0">
                  <a:pos x="1434" y="519"/>
                </a:cxn>
                <a:cxn ang="0">
                  <a:pos x="1406" y="482"/>
                </a:cxn>
                <a:cxn ang="0">
                  <a:pos x="1536" y="390"/>
                </a:cxn>
                <a:cxn ang="0">
                  <a:pos x="1602" y="399"/>
                </a:cxn>
                <a:cxn ang="0">
                  <a:pos x="1669" y="337"/>
                </a:cxn>
                <a:cxn ang="0">
                  <a:pos x="1749" y="324"/>
                </a:cxn>
                <a:cxn ang="0">
                  <a:pos x="1744" y="355"/>
                </a:cxn>
                <a:cxn ang="0">
                  <a:pos x="1662" y="526"/>
                </a:cxn>
                <a:cxn ang="0">
                  <a:pos x="1740" y="494"/>
                </a:cxn>
                <a:cxn ang="0">
                  <a:pos x="1738" y="421"/>
                </a:cxn>
                <a:cxn ang="0">
                  <a:pos x="1792" y="370"/>
                </a:cxn>
                <a:cxn ang="0">
                  <a:pos x="1867" y="346"/>
                </a:cxn>
                <a:cxn ang="0">
                  <a:pos x="1916" y="311"/>
                </a:cxn>
                <a:cxn ang="0">
                  <a:pos x="1959" y="282"/>
                </a:cxn>
                <a:cxn ang="0">
                  <a:pos x="1970" y="100"/>
                </a:cxn>
                <a:cxn ang="0">
                  <a:pos x="1832" y="96"/>
                </a:cxn>
                <a:cxn ang="0">
                  <a:pos x="1729" y="78"/>
                </a:cxn>
                <a:cxn ang="0">
                  <a:pos x="1627" y="24"/>
                </a:cxn>
                <a:cxn ang="0">
                  <a:pos x="1387" y="7"/>
                </a:cxn>
                <a:cxn ang="0">
                  <a:pos x="725" y="24"/>
                </a:cxn>
                <a:cxn ang="0">
                  <a:pos x="651" y="20"/>
                </a:cxn>
                <a:cxn ang="0">
                  <a:pos x="636" y="93"/>
                </a:cxn>
                <a:cxn ang="0">
                  <a:pos x="642" y="112"/>
                </a:cxn>
                <a:cxn ang="0">
                  <a:pos x="559" y="187"/>
                </a:cxn>
                <a:cxn ang="0">
                  <a:pos x="589" y="130"/>
                </a:cxn>
                <a:cxn ang="0">
                  <a:pos x="510" y="22"/>
                </a:cxn>
                <a:cxn ang="0">
                  <a:pos x="512" y="104"/>
                </a:cxn>
                <a:cxn ang="0">
                  <a:pos x="409" y="112"/>
                </a:cxn>
                <a:cxn ang="0">
                  <a:pos x="350" y="97"/>
                </a:cxn>
                <a:cxn ang="0">
                  <a:pos x="261" y="168"/>
                </a:cxn>
                <a:cxn ang="0">
                  <a:pos x="212" y="155"/>
                </a:cxn>
                <a:cxn ang="0">
                  <a:pos x="171" y="239"/>
                </a:cxn>
                <a:cxn ang="0">
                  <a:pos x="118" y="260"/>
                </a:cxn>
                <a:cxn ang="0">
                  <a:pos x="65" y="161"/>
                </a:cxn>
                <a:cxn ang="0">
                  <a:pos x="171" y="140"/>
                </a:cxn>
                <a:cxn ang="0">
                  <a:pos x="75" y="82"/>
                </a:cxn>
                <a:cxn ang="0">
                  <a:pos x="41" y="77"/>
                </a:cxn>
                <a:cxn ang="0">
                  <a:pos x="34" y="235"/>
                </a:cxn>
                <a:cxn ang="0">
                  <a:pos x="36" y="370"/>
                </a:cxn>
                <a:cxn ang="0">
                  <a:pos x="0" y="427"/>
                </a:cxn>
                <a:cxn ang="0">
                  <a:pos x="44" y="491"/>
                </a:cxn>
                <a:cxn ang="0">
                  <a:pos x="63" y="550"/>
                </a:cxn>
                <a:cxn ang="0">
                  <a:pos x="137" y="595"/>
                </a:cxn>
                <a:cxn ang="0">
                  <a:pos x="145" y="649"/>
                </a:cxn>
                <a:cxn ang="0">
                  <a:pos x="147" y="704"/>
                </a:cxn>
                <a:cxn ang="0">
                  <a:pos x="251" y="749"/>
                </a:cxn>
                <a:cxn ang="0">
                  <a:pos x="264" y="667"/>
                </a:cxn>
                <a:cxn ang="0">
                  <a:pos x="253" y="597"/>
                </a:cxn>
                <a:cxn ang="0">
                  <a:pos x="315" y="563"/>
                </a:cxn>
                <a:cxn ang="0">
                  <a:pos x="378" y="575"/>
                </a:cxn>
                <a:cxn ang="0">
                  <a:pos x="421" y="556"/>
                </a:cxn>
                <a:cxn ang="0">
                  <a:pos x="452" y="511"/>
                </a:cxn>
                <a:cxn ang="0">
                  <a:pos x="540" y="481"/>
                </a:cxn>
                <a:cxn ang="0">
                  <a:pos x="590" y="510"/>
                </a:cxn>
              </a:cxnLst>
              <a:rect l="0" t="0" r="r" b="b"/>
              <a:pathLst>
                <a:path w="1973" h="757">
                  <a:moveTo>
                    <a:pt x="633" y="509"/>
                  </a:moveTo>
                  <a:lnTo>
                    <a:pt x="634" y="511"/>
                  </a:lnTo>
                  <a:lnTo>
                    <a:pt x="635" y="512"/>
                  </a:lnTo>
                  <a:lnTo>
                    <a:pt x="652" y="527"/>
                  </a:lnTo>
                  <a:lnTo>
                    <a:pt x="680" y="579"/>
                  </a:lnTo>
                  <a:lnTo>
                    <a:pt x="684" y="576"/>
                  </a:lnTo>
                  <a:lnTo>
                    <a:pt x="684" y="574"/>
                  </a:lnTo>
                  <a:lnTo>
                    <a:pt x="684" y="573"/>
                  </a:lnTo>
                  <a:lnTo>
                    <a:pt x="687" y="570"/>
                  </a:lnTo>
                  <a:lnTo>
                    <a:pt x="689" y="569"/>
                  </a:lnTo>
                  <a:lnTo>
                    <a:pt x="690" y="571"/>
                  </a:lnTo>
                  <a:lnTo>
                    <a:pt x="692" y="571"/>
                  </a:lnTo>
                  <a:lnTo>
                    <a:pt x="695" y="573"/>
                  </a:lnTo>
                  <a:lnTo>
                    <a:pt x="694" y="575"/>
                  </a:lnTo>
                  <a:lnTo>
                    <a:pt x="695" y="577"/>
                  </a:lnTo>
                  <a:lnTo>
                    <a:pt x="696" y="577"/>
                  </a:lnTo>
                  <a:lnTo>
                    <a:pt x="698" y="580"/>
                  </a:lnTo>
                  <a:lnTo>
                    <a:pt x="703" y="579"/>
                  </a:lnTo>
                  <a:lnTo>
                    <a:pt x="707" y="581"/>
                  </a:lnTo>
                  <a:lnTo>
                    <a:pt x="709" y="580"/>
                  </a:lnTo>
                  <a:lnTo>
                    <a:pt x="713" y="580"/>
                  </a:lnTo>
                  <a:lnTo>
                    <a:pt x="713" y="578"/>
                  </a:lnTo>
                  <a:lnTo>
                    <a:pt x="715" y="577"/>
                  </a:lnTo>
                  <a:lnTo>
                    <a:pt x="717" y="577"/>
                  </a:lnTo>
                  <a:lnTo>
                    <a:pt x="718" y="577"/>
                  </a:lnTo>
                  <a:lnTo>
                    <a:pt x="719" y="575"/>
                  </a:lnTo>
                  <a:lnTo>
                    <a:pt x="721" y="574"/>
                  </a:lnTo>
                  <a:lnTo>
                    <a:pt x="724" y="575"/>
                  </a:lnTo>
                  <a:lnTo>
                    <a:pt x="726" y="576"/>
                  </a:lnTo>
                  <a:lnTo>
                    <a:pt x="727" y="578"/>
                  </a:lnTo>
                  <a:lnTo>
                    <a:pt x="729" y="579"/>
                  </a:lnTo>
                  <a:lnTo>
                    <a:pt x="731" y="582"/>
                  </a:lnTo>
                  <a:lnTo>
                    <a:pt x="733" y="583"/>
                  </a:lnTo>
                  <a:lnTo>
                    <a:pt x="734" y="584"/>
                  </a:lnTo>
                  <a:lnTo>
                    <a:pt x="733" y="586"/>
                  </a:lnTo>
                  <a:lnTo>
                    <a:pt x="733" y="588"/>
                  </a:lnTo>
                  <a:lnTo>
                    <a:pt x="734" y="590"/>
                  </a:lnTo>
                  <a:lnTo>
                    <a:pt x="736" y="590"/>
                  </a:lnTo>
                  <a:lnTo>
                    <a:pt x="741" y="593"/>
                  </a:lnTo>
                  <a:lnTo>
                    <a:pt x="742" y="595"/>
                  </a:lnTo>
                  <a:lnTo>
                    <a:pt x="742" y="596"/>
                  </a:lnTo>
                  <a:lnTo>
                    <a:pt x="744" y="597"/>
                  </a:lnTo>
                  <a:lnTo>
                    <a:pt x="745" y="598"/>
                  </a:lnTo>
                  <a:lnTo>
                    <a:pt x="747" y="602"/>
                  </a:lnTo>
                  <a:lnTo>
                    <a:pt x="748" y="603"/>
                  </a:lnTo>
                  <a:lnTo>
                    <a:pt x="752" y="603"/>
                  </a:lnTo>
                  <a:lnTo>
                    <a:pt x="754" y="604"/>
                  </a:lnTo>
                  <a:lnTo>
                    <a:pt x="756" y="605"/>
                  </a:lnTo>
                  <a:lnTo>
                    <a:pt x="757" y="605"/>
                  </a:lnTo>
                  <a:lnTo>
                    <a:pt x="760" y="605"/>
                  </a:lnTo>
                  <a:lnTo>
                    <a:pt x="760" y="604"/>
                  </a:lnTo>
                  <a:lnTo>
                    <a:pt x="761" y="602"/>
                  </a:lnTo>
                  <a:lnTo>
                    <a:pt x="765" y="601"/>
                  </a:lnTo>
                  <a:lnTo>
                    <a:pt x="765" y="603"/>
                  </a:lnTo>
                  <a:lnTo>
                    <a:pt x="766" y="604"/>
                  </a:lnTo>
                  <a:lnTo>
                    <a:pt x="768" y="605"/>
                  </a:lnTo>
                  <a:lnTo>
                    <a:pt x="770" y="609"/>
                  </a:lnTo>
                  <a:lnTo>
                    <a:pt x="771" y="610"/>
                  </a:lnTo>
                  <a:lnTo>
                    <a:pt x="772" y="612"/>
                  </a:lnTo>
                  <a:lnTo>
                    <a:pt x="769" y="618"/>
                  </a:lnTo>
                  <a:lnTo>
                    <a:pt x="775" y="619"/>
                  </a:lnTo>
                  <a:lnTo>
                    <a:pt x="779" y="616"/>
                  </a:lnTo>
                  <a:lnTo>
                    <a:pt x="780" y="616"/>
                  </a:lnTo>
                  <a:lnTo>
                    <a:pt x="783" y="610"/>
                  </a:lnTo>
                  <a:lnTo>
                    <a:pt x="786" y="606"/>
                  </a:lnTo>
                  <a:lnTo>
                    <a:pt x="791" y="605"/>
                  </a:lnTo>
                  <a:lnTo>
                    <a:pt x="795" y="603"/>
                  </a:lnTo>
                  <a:lnTo>
                    <a:pt x="800" y="600"/>
                  </a:lnTo>
                  <a:lnTo>
                    <a:pt x="804" y="596"/>
                  </a:lnTo>
                  <a:lnTo>
                    <a:pt x="810" y="594"/>
                  </a:lnTo>
                  <a:lnTo>
                    <a:pt x="816" y="588"/>
                  </a:lnTo>
                  <a:lnTo>
                    <a:pt x="826" y="586"/>
                  </a:lnTo>
                  <a:lnTo>
                    <a:pt x="832" y="583"/>
                  </a:lnTo>
                  <a:lnTo>
                    <a:pt x="837" y="582"/>
                  </a:lnTo>
                  <a:lnTo>
                    <a:pt x="842" y="583"/>
                  </a:lnTo>
                  <a:lnTo>
                    <a:pt x="846" y="585"/>
                  </a:lnTo>
                  <a:lnTo>
                    <a:pt x="849" y="587"/>
                  </a:lnTo>
                  <a:lnTo>
                    <a:pt x="854" y="586"/>
                  </a:lnTo>
                  <a:lnTo>
                    <a:pt x="858" y="586"/>
                  </a:lnTo>
                  <a:lnTo>
                    <a:pt x="862" y="587"/>
                  </a:lnTo>
                  <a:lnTo>
                    <a:pt x="870" y="594"/>
                  </a:lnTo>
                  <a:lnTo>
                    <a:pt x="871" y="595"/>
                  </a:lnTo>
                  <a:lnTo>
                    <a:pt x="875" y="596"/>
                  </a:lnTo>
                  <a:lnTo>
                    <a:pt x="886" y="594"/>
                  </a:lnTo>
                  <a:lnTo>
                    <a:pt x="889" y="596"/>
                  </a:lnTo>
                  <a:lnTo>
                    <a:pt x="899" y="596"/>
                  </a:lnTo>
                  <a:lnTo>
                    <a:pt x="908" y="595"/>
                  </a:lnTo>
                  <a:lnTo>
                    <a:pt x="911" y="594"/>
                  </a:lnTo>
                  <a:lnTo>
                    <a:pt x="911" y="592"/>
                  </a:lnTo>
                  <a:lnTo>
                    <a:pt x="910" y="589"/>
                  </a:lnTo>
                  <a:lnTo>
                    <a:pt x="911" y="586"/>
                  </a:lnTo>
                  <a:lnTo>
                    <a:pt x="913" y="582"/>
                  </a:lnTo>
                  <a:lnTo>
                    <a:pt x="913" y="578"/>
                  </a:lnTo>
                  <a:lnTo>
                    <a:pt x="910" y="574"/>
                  </a:lnTo>
                  <a:lnTo>
                    <a:pt x="909" y="570"/>
                  </a:lnTo>
                  <a:lnTo>
                    <a:pt x="910" y="566"/>
                  </a:lnTo>
                  <a:lnTo>
                    <a:pt x="914" y="563"/>
                  </a:lnTo>
                  <a:lnTo>
                    <a:pt x="917" y="559"/>
                  </a:lnTo>
                  <a:lnTo>
                    <a:pt x="921" y="555"/>
                  </a:lnTo>
                  <a:lnTo>
                    <a:pt x="924" y="551"/>
                  </a:lnTo>
                  <a:lnTo>
                    <a:pt x="927" y="551"/>
                  </a:lnTo>
                  <a:lnTo>
                    <a:pt x="932" y="553"/>
                  </a:lnTo>
                  <a:lnTo>
                    <a:pt x="935" y="555"/>
                  </a:lnTo>
                  <a:lnTo>
                    <a:pt x="944" y="558"/>
                  </a:lnTo>
                  <a:lnTo>
                    <a:pt x="946" y="561"/>
                  </a:lnTo>
                  <a:lnTo>
                    <a:pt x="952" y="562"/>
                  </a:lnTo>
                  <a:lnTo>
                    <a:pt x="958" y="563"/>
                  </a:lnTo>
                  <a:lnTo>
                    <a:pt x="962" y="565"/>
                  </a:lnTo>
                  <a:lnTo>
                    <a:pt x="964" y="568"/>
                  </a:lnTo>
                  <a:lnTo>
                    <a:pt x="965" y="575"/>
                  </a:lnTo>
                  <a:lnTo>
                    <a:pt x="965" y="580"/>
                  </a:lnTo>
                  <a:lnTo>
                    <a:pt x="966" y="580"/>
                  </a:lnTo>
                  <a:lnTo>
                    <a:pt x="970" y="584"/>
                  </a:lnTo>
                  <a:lnTo>
                    <a:pt x="975" y="587"/>
                  </a:lnTo>
                  <a:lnTo>
                    <a:pt x="983" y="590"/>
                  </a:lnTo>
                  <a:lnTo>
                    <a:pt x="990" y="589"/>
                  </a:lnTo>
                  <a:lnTo>
                    <a:pt x="996" y="585"/>
                  </a:lnTo>
                  <a:lnTo>
                    <a:pt x="1002" y="582"/>
                  </a:lnTo>
                  <a:lnTo>
                    <a:pt x="1009" y="584"/>
                  </a:lnTo>
                  <a:lnTo>
                    <a:pt x="1021" y="588"/>
                  </a:lnTo>
                  <a:lnTo>
                    <a:pt x="1023" y="591"/>
                  </a:lnTo>
                  <a:lnTo>
                    <a:pt x="1023" y="591"/>
                  </a:lnTo>
                  <a:lnTo>
                    <a:pt x="1025" y="592"/>
                  </a:lnTo>
                  <a:lnTo>
                    <a:pt x="1030" y="595"/>
                  </a:lnTo>
                  <a:lnTo>
                    <a:pt x="1035" y="596"/>
                  </a:lnTo>
                  <a:lnTo>
                    <a:pt x="1040" y="599"/>
                  </a:lnTo>
                  <a:lnTo>
                    <a:pt x="1043" y="603"/>
                  </a:lnTo>
                  <a:lnTo>
                    <a:pt x="1050" y="607"/>
                  </a:lnTo>
                  <a:lnTo>
                    <a:pt x="1057" y="608"/>
                  </a:lnTo>
                  <a:lnTo>
                    <a:pt x="1062" y="610"/>
                  </a:lnTo>
                  <a:lnTo>
                    <a:pt x="1067" y="610"/>
                  </a:lnTo>
                  <a:lnTo>
                    <a:pt x="1073" y="610"/>
                  </a:lnTo>
                  <a:lnTo>
                    <a:pt x="1077" y="612"/>
                  </a:lnTo>
                  <a:lnTo>
                    <a:pt x="1090" y="607"/>
                  </a:lnTo>
                  <a:lnTo>
                    <a:pt x="1098" y="605"/>
                  </a:lnTo>
                  <a:lnTo>
                    <a:pt x="1104" y="604"/>
                  </a:lnTo>
                  <a:lnTo>
                    <a:pt x="1113" y="597"/>
                  </a:lnTo>
                  <a:lnTo>
                    <a:pt x="1119" y="593"/>
                  </a:lnTo>
                  <a:lnTo>
                    <a:pt x="1125" y="591"/>
                  </a:lnTo>
                  <a:lnTo>
                    <a:pt x="1131" y="594"/>
                  </a:lnTo>
                  <a:lnTo>
                    <a:pt x="1135" y="597"/>
                  </a:lnTo>
                  <a:lnTo>
                    <a:pt x="1140" y="598"/>
                  </a:lnTo>
                  <a:lnTo>
                    <a:pt x="1144" y="597"/>
                  </a:lnTo>
                  <a:lnTo>
                    <a:pt x="1147" y="595"/>
                  </a:lnTo>
                  <a:lnTo>
                    <a:pt x="1148" y="596"/>
                  </a:lnTo>
                  <a:lnTo>
                    <a:pt x="1151" y="596"/>
                  </a:lnTo>
                  <a:lnTo>
                    <a:pt x="1154" y="599"/>
                  </a:lnTo>
                  <a:lnTo>
                    <a:pt x="1162" y="601"/>
                  </a:lnTo>
                  <a:lnTo>
                    <a:pt x="1168" y="604"/>
                  </a:lnTo>
                  <a:lnTo>
                    <a:pt x="1170" y="604"/>
                  </a:lnTo>
                  <a:lnTo>
                    <a:pt x="1174" y="601"/>
                  </a:lnTo>
                  <a:lnTo>
                    <a:pt x="1185" y="594"/>
                  </a:lnTo>
                  <a:lnTo>
                    <a:pt x="1186" y="592"/>
                  </a:lnTo>
                  <a:lnTo>
                    <a:pt x="1185" y="589"/>
                  </a:lnTo>
                  <a:lnTo>
                    <a:pt x="1186" y="586"/>
                  </a:lnTo>
                  <a:lnTo>
                    <a:pt x="1189" y="583"/>
                  </a:lnTo>
                  <a:lnTo>
                    <a:pt x="1190" y="580"/>
                  </a:lnTo>
                  <a:lnTo>
                    <a:pt x="1192" y="573"/>
                  </a:lnTo>
                  <a:lnTo>
                    <a:pt x="1193" y="568"/>
                  </a:lnTo>
                  <a:lnTo>
                    <a:pt x="1195" y="564"/>
                  </a:lnTo>
                  <a:lnTo>
                    <a:pt x="1199" y="562"/>
                  </a:lnTo>
                  <a:lnTo>
                    <a:pt x="1205" y="555"/>
                  </a:lnTo>
                  <a:lnTo>
                    <a:pt x="1205" y="554"/>
                  </a:lnTo>
                  <a:lnTo>
                    <a:pt x="1204" y="552"/>
                  </a:lnTo>
                  <a:lnTo>
                    <a:pt x="1204" y="545"/>
                  </a:lnTo>
                  <a:lnTo>
                    <a:pt x="1202" y="544"/>
                  </a:lnTo>
                  <a:lnTo>
                    <a:pt x="1200" y="544"/>
                  </a:lnTo>
                  <a:lnTo>
                    <a:pt x="1196" y="545"/>
                  </a:lnTo>
                  <a:lnTo>
                    <a:pt x="1195" y="544"/>
                  </a:lnTo>
                  <a:lnTo>
                    <a:pt x="1196" y="541"/>
                  </a:lnTo>
                  <a:lnTo>
                    <a:pt x="1201" y="536"/>
                  </a:lnTo>
                  <a:lnTo>
                    <a:pt x="1203" y="533"/>
                  </a:lnTo>
                  <a:lnTo>
                    <a:pt x="1207" y="530"/>
                  </a:lnTo>
                  <a:lnTo>
                    <a:pt x="1215" y="529"/>
                  </a:lnTo>
                  <a:lnTo>
                    <a:pt x="1225" y="525"/>
                  </a:lnTo>
                  <a:lnTo>
                    <a:pt x="1231" y="525"/>
                  </a:lnTo>
                  <a:lnTo>
                    <a:pt x="1239" y="524"/>
                  </a:lnTo>
                  <a:lnTo>
                    <a:pt x="1242" y="524"/>
                  </a:lnTo>
                  <a:lnTo>
                    <a:pt x="1246" y="526"/>
                  </a:lnTo>
                  <a:lnTo>
                    <a:pt x="1250" y="529"/>
                  </a:lnTo>
                  <a:lnTo>
                    <a:pt x="1253" y="532"/>
                  </a:lnTo>
                  <a:lnTo>
                    <a:pt x="1257" y="533"/>
                  </a:lnTo>
                  <a:lnTo>
                    <a:pt x="1261" y="532"/>
                  </a:lnTo>
                  <a:lnTo>
                    <a:pt x="1265" y="533"/>
                  </a:lnTo>
                  <a:lnTo>
                    <a:pt x="1268" y="534"/>
                  </a:lnTo>
                  <a:lnTo>
                    <a:pt x="1270" y="537"/>
                  </a:lnTo>
                  <a:lnTo>
                    <a:pt x="1273" y="542"/>
                  </a:lnTo>
                  <a:lnTo>
                    <a:pt x="1273" y="545"/>
                  </a:lnTo>
                  <a:lnTo>
                    <a:pt x="1275" y="546"/>
                  </a:lnTo>
                  <a:lnTo>
                    <a:pt x="1277" y="548"/>
                  </a:lnTo>
                  <a:lnTo>
                    <a:pt x="1278" y="550"/>
                  </a:lnTo>
                  <a:lnTo>
                    <a:pt x="1278" y="549"/>
                  </a:lnTo>
                  <a:lnTo>
                    <a:pt x="1278" y="552"/>
                  </a:lnTo>
                  <a:lnTo>
                    <a:pt x="1279" y="555"/>
                  </a:lnTo>
                  <a:lnTo>
                    <a:pt x="1280" y="560"/>
                  </a:lnTo>
                  <a:lnTo>
                    <a:pt x="1282" y="564"/>
                  </a:lnTo>
                  <a:lnTo>
                    <a:pt x="1283" y="568"/>
                  </a:lnTo>
                  <a:lnTo>
                    <a:pt x="1288" y="578"/>
                  </a:lnTo>
                  <a:lnTo>
                    <a:pt x="1290" y="587"/>
                  </a:lnTo>
                  <a:lnTo>
                    <a:pt x="1292" y="592"/>
                  </a:lnTo>
                  <a:lnTo>
                    <a:pt x="1291" y="593"/>
                  </a:lnTo>
                  <a:lnTo>
                    <a:pt x="1292" y="593"/>
                  </a:lnTo>
                  <a:lnTo>
                    <a:pt x="1292" y="598"/>
                  </a:lnTo>
                  <a:lnTo>
                    <a:pt x="1292" y="603"/>
                  </a:lnTo>
                  <a:lnTo>
                    <a:pt x="1295" y="605"/>
                  </a:lnTo>
                  <a:lnTo>
                    <a:pt x="1301" y="606"/>
                  </a:lnTo>
                  <a:lnTo>
                    <a:pt x="1306" y="604"/>
                  </a:lnTo>
                  <a:lnTo>
                    <a:pt x="1309" y="606"/>
                  </a:lnTo>
                  <a:lnTo>
                    <a:pt x="1314" y="606"/>
                  </a:lnTo>
                  <a:lnTo>
                    <a:pt x="1318" y="608"/>
                  </a:lnTo>
                  <a:lnTo>
                    <a:pt x="1326" y="615"/>
                  </a:lnTo>
                  <a:lnTo>
                    <a:pt x="1329" y="617"/>
                  </a:lnTo>
                  <a:lnTo>
                    <a:pt x="1332" y="617"/>
                  </a:lnTo>
                  <a:lnTo>
                    <a:pt x="1333" y="619"/>
                  </a:lnTo>
                  <a:lnTo>
                    <a:pt x="1333" y="620"/>
                  </a:lnTo>
                  <a:lnTo>
                    <a:pt x="1333" y="620"/>
                  </a:lnTo>
                  <a:lnTo>
                    <a:pt x="1334" y="624"/>
                  </a:lnTo>
                  <a:lnTo>
                    <a:pt x="1335" y="626"/>
                  </a:lnTo>
                  <a:lnTo>
                    <a:pt x="1335" y="629"/>
                  </a:lnTo>
                  <a:lnTo>
                    <a:pt x="1335" y="634"/>
                  </a:lnTo>
                  <a:lnTo>
                    <a:pt x="1338" y="637"/>
                  </a:lnTo>
                  <a:lnTo>
                    <a:pt x="1339" y="641"/>
                  </a:lnTo>
                  <a:lnTo>
                    <a:pt x="1344" y="640"/>
                  </a:lnTo>
                  <a:lnTo>
                    <a:pt x="1348" y="642"/>
                  </a:lnTo>
                  <a:lnTo>
                    <a:pt x="1352" y="641"/>
                  </a:lnTo>
                  <a:lnTo>
                    <a:pt x="1360" y="638"/>
                  </a:lnTo>
                  <a:lnTo>
                    <a:pt x="1368" y="633"/>
                  </a:lnTo>
                  <a:lnTo>
                    <a:pt x="1372" y="632"/>
                  </a:lnTo>
                  <a:lnTo>
                    <a:pt x="1380" y="628"/>
                  </a:lnTo>
                  <a:lnTo>
                    <a:pt x="1387" y="626"/>
                  </a:lnTo>
                  <a:lnTo>
                    <a:pt x="1387" y="626"/>
                  </a:lnTo>
                  <a:lnTo>
                    <a:pt x="1385" y="629"/>
                  </a:lnTo>
                  <a:lnTo>
                    <a:pt x="1385" y="634"/>
                  </a:lnTo>
                  <a:lnTo>
                    <a:pt x="1387" y="638"/>
                  </a:lnTo>
                  <a:lnTo>
                    <a:pt x="1386" y="643"/>
                  </a:lnTo>
                  <a:lnTo>
                    <a:pt x="1383" y="645"/>
                  </a:lnTo>
                  <a:lnTo>
                    <a:pt x="1380" y="648"/>
                  </a:lnTo>
                  <a:lnTo>
                    <a:pt x="1379" y="653"/>
                  </a:lnTo>
                  <a:lnTo>
                    <a:pt x="1376" y="661"/>
                  </a:lnTo>
                  <a:lnTo>
                    <a:pt x="1374" y="671"/>
                  </a:lnTo>
                  <a:lnTo>
                    <a:pt x="1370" y="680"/>
                  </a:lnTo>
                  <a:lnTo>
                    <a:pt x="1367" y="684"/>
                  </a:lnTo>
                  <a:lnTo>
                    <a:pt x="1365" y="689"/>
                  </a:lnTo>
                  <a:lnTo>
                    <a:pt x="1363" y="691"/>
                  </a:lnTo>
                  <a:lnTo>
                    <a:pt x="1361" y="690"/>
                  </a:lnTo>
                  <a:lnTo>
                    <a:pt x="1349" y="687"/>
                  </a:lnTo>
                  <a:lnTo>
                    <a:pt x="1346" y="689"/>
                  </a:lnTo>
                  <a:lnTo>
                    <a:pt x="1338" y="697"/>
                  </a:lnTo>
                  <a:lnTo>
                    <a:pt x="1340" y="700"/>
                  </a:lnTo>
                  <a:lnTo>
                    <a:pt x="1341" y="707"/>
                  </a:lnTo>
                  <a:lnTo>
                    <a:pt x="1341" y="720"/>
                  </a:lnTo>
                  <a:lnTo>
                    <a:pt x="1337" y="726"/>
                  </a:lnTo>
                  <a:lnTo>
                    <a:pt x="1333" y="730"/>
                  </a:lnTo>
                  <a:lnTo>
                    <a:pt x="1333" y="735"/>
                  </a:lnTo>
                  <a:lnTo>
                    <a:pt x="1333" y="736"/>
                  </a:lnTo>
                  <a:lnTo>
                    <a:pt x="1334" y="738"/>
                  </a:lnTo>
                  <a:lnTo>
                    <a:pt x="1336" y="737"/>
                  </a:lnTo>
                  <a:lnTo>
                    <a:pt x="1335" y="735"/>
                  </a:lnTo>
                  <a:lnTo>
                    <a:pt x="1335" y="734"/>
                  </a:lnTo>
                  <a:lnTo>
                    <a:pt x="1336" y="733"/>
                  </a:lnTo>
                  <a:lnTo>
                    <a:pt x="1341" y="734"/>
                  </a:lnTo>
                  <a:lnTo>
                    <a:pt x="1343" y="732"/>
                  </a:lnTo>
                  <a:lnTo>
                    <a:pt x="1344" y="730"/>
                  </a:lnTo>
                  <a:lnTo>
                    <a:pt x="1345" y="728"/>
                  </a:lnTo>
                  <a:lnTo>
                    <a:pt x="1348" y="725"/>
                  </a:lnTo>
                  <a:lnTo>
                    <a:pt x="1349" y="720"/>
                  </a:lnTo>
                  <a:lnTo>
                    <a:pt x="1350" y="722"/>
                  </a:lnTo>
                  <a:lnTo>
                    <a:pt x="1352" y="722"/>
                  </a:lnTo>
                  <a:lnTo>
                    <a:pt x="1350" y="724"/>
                  </a:lnTo>
                  <a:lnTo>
                    <a:pt x="1351" y="725"/>
                  </a:lnTo>
                  <a:lnTo>
                    <a:pt x="1354" y="723"/>
                  </a:lnTo>
                  <a:lnTo>
                    <a:pt x="1356" y="723"/>
                  </a:lnTo>
                  <a:lnTo>
                    <a:pt x="1356" y="724"/>
                  </a:lnTo>
                  <a:lnTo>
                    <a:pt x="1355" y="726"/>
                  </a:lnTo>
                  <a:lnTo>
                    <a:pt x="1355" y="729"/>
                  </a:lnTo>
                  <a:lnTo>
                    <a:pt x="1356" y="729"/>
                  </a:lnTo>
                  <a:lnTo>
                    <a:pt x="1358" y="729"/>
                  </a:lnTo>
                  <a:lnTo>
                    <a:pt x="1360" y="730"/>
                  </a:lnTo>
                  <a:lnTo>
                    <a:pt x="1363" y="732"/>
                  </a:lnTo>
                  <a:lnTo>
                    <a:pt x="1363" y="731"/>
                  </a:lnTo>
                  <a:lnTo>
                    <a:pt x="1365" y="732"/>
                  </a:lnTo>
                  <a:lnTo>
                    <a:pt x="1368" y="733"/>
                  </a:lnTo>
                  <a:lnTo>
                    <a:pt x="1373" y="731"/>
                  </a:lnTo>
                  <a:lnTo>
                    <a:pt x="1375" y="731"/>
                  </a:lnTo>
                  <a:lnTo>
                    <a:pt x="1377" y="729"/>
                  </a:lnTo>
                  <a:lnTo>
                    <a:pt x="1381" y="727"/>
                  </a:lnTo>
                  <a:lnTo>
                    <a:pt x="1391" y="720"/>
                  </a:lnTo>
                  <a:lnTo>
                    <a:pt x="1394" y="716"/>
                  </a:lnTo>
                  <a:lnTo>
                    <a:pt x="1396" y="713"/>
                  </a:lnTo>
                  <a:lnTo>
                    <a:pt x="1399" y="709"/>
                  </a:lnTo>
                  <a:lnTo>
                    <a:pt x="1399" y="707"/>
                  </a:lnTo>
                  <a:lnTo>
                    <a:pt x="1401" y="704"/>
                  </a:lnTo>
                  <a:lnTo>
                    <a:pt x="1403" y="702"/>
                  </a:lnTo>
                  <a:lnTo>
                    <a:pt x="1406" y="700"/>
                  </a:lnTo>
                  <a:lnTo>
                    <a:pt x="1409" y="695"/>
                  </a:lnTo>
                  <a:lnTo>
                    <a:pt x="1411" y="693"/>
                  </a:lnTo>
                  <a:lnTo>
                    <a:pt x="1414" y="689"/>
                  </a:lnTo>
                  <a:lnTo>
                    <a:pt x="1425" y="676"/>
                  </a:lnTo>
                  <a:lnTo>
                    <a:pt x="1426" y="673"/>
                  </a:lnTo>
                  <a:lnTo>
                    <a:pt x="1429" y="671"/>
                  </a:lnTo>
                  <a:lnTo>
                    <a:pt x="1430" y="670"/>
                  </a:lnTo>
                  <a:lnTo>
                    <a:pt x="1433" y="663"/>
                  </a:lnTo>
                  <a:lnTo>
                    <a:pt x="1436" y="655"/>
                  </a:lnTo>
                  <a:lnTo>
                    <a:pt x="1438" y="651"/>
                  </a:lnTo>
                  <a:lnTo>
                    <a:pt x="1442" y="645"/>
                  </a:lnTo>
                  <a:lnTo>
                    <a:pt x="1446" y="638"/>
                  </a:lnTo>
                  <a:lnTo>
                    <a:pt x="1451" y="633"/>
                  </a:lnTo>
                  <a:lnTo>
                    <a:pt x="1453" y="630"/>
                  </a:lnTo>
                  <a:lnTo>
                    <a:pt x="1454" y="629"/>
                  </a:lnTo>
                  <a:lnTo>
                    <a:pt x="1456" y="628"/>
                  </a:lnTo>
                  <a:lnTo>
                    <a:pt x="1458" y="626"/>
                  </a:lnTo>
                  <a:lnTo>
                    <a:pt x="1459" y="620"/>
                  </a:lnTo>
                  <a:lnTo>
                    <a:pt x="1459" y="617"/>
                  </a:lnTo>
                  <a:lnTo>
                    <a:pt x="1459" y="615"/>
                  </a:lnTo>
                  <a:lnTo>
                    <a:pt x="1459" y="612"/>
                  </a:lnTo>
                  <a:lnTo>
                    <a:pt x="1462" y="608"/>
                  </a:lnTo>
                  <a:lnTo>
                    <a:pt x="1462" y="605"/>
                  </a:lnTo>
                  <a:lnTo>
                    <a:pt x="1461" y="597"/>
                  </a:lnTo>
                  <a:lnTo>
                    <a:pt x="1463" y="595"/>
                  </a:lnTo>
                  <a:lnTo>
                    <a:pt x="1463" y="593"/>
                  </a:lnTo>
                  <a:lnTo>
                    <a:pt x="1462" y="592"/>
                  </a:lnTo>
                  <a:lnTo>
                    <a:pt x="1460" y="586"/>
                  </a:lnTo>
                  <a:lnTo>
                    <a:pt x="1460" y="581"/>
                  </a:lnTo>
                  <a:lnTo>
                    <a:pt x="1462" y="579"/>
                  </a:lnTo>
                  <a:lnTo>
                    <a:pt x="1463" y="575"/>
                  </a:lnTo>
                  <a:lnTo>
                    <a:pt x="1463" y="570"/>
                  </a:lnTo>
                  <a:lnTo>
                    <a:pt x="1464" y="570"/>
                  </a:lnTo>
                  <a:lnTo>
                    <a:pt x="1464" y="569"/>
                  </a:lnTo>
                  <a:lnTo>
                    <a:pt x="1465" y="568"/>
                  </a:lnTo>
                  <a:lnTo>
                    <a:pt x="1464" y="566"/>
                  </a:lnTo>
                  <a:lnTo>
                    <a:pt x="1467" y="562"/>
                  </a:lnTo>
                  <a:lnTo>
                    <a:pt x="1469" y="561"/>
                  </a:lnTo>
                  <a:lnTo>
                    <a:pt x="1470" y="558"/>
                  </a:lnTo>
                  <a:lnTo>
                    <a:pt x="1472" y="556"/>
                  </a:lnTo>
                  <a:lnTo>
                    <a:pt x="1472" y="554"/>
                  </a:lnTo>
                  <a:lnTo>
                    <a:pt x="1473" y="551"/>
                  </a:lnTo>
                  <a:lnTo>
                    <a:pt x="1468" y="546"/>
                  </a:lnTo>
                  <a:lnTo>
                    <a:pt x="1470" y="542"/>
                  </a:lnTo>
                  <a:lnTo>
                    <a:pt x="1470" y="539"/>
                  </a:lnTo>
                  <a:lnTo>
                    <a:pt x="1469" y="536"/>
                  </a:lnTo>
                  <a:lnTo>
                    <a:pt x="1467" y="534"/>
                  </a:lnTo>
                  <a:lnTo>
                    <a:pt x="1464" y="532"/>
                  </a:lnTo>
                  <a:lnTo>
                    <a:pt x="1461" y="532"/>
                  </a:lnTo>
                  <a:lnTo>
                    <a:pt x="1458" y="530"/>
                  </a:lnTo>
                  <a:lnTo>
                    <a:pt x="1455" y="529"/>
                  </a:lnTo>
                  <a:lnTo>
                    <a:pt x="1453" y="529"/>
                  </a:lnTo>
                  <a:lnTo>
                    <a:pt x="1454" y="528"/>
                  </a:lnTo>
                  <a:lnTo>
                    <a:pt x="1458" y="528"/>
                  </a:lnTo>
                  <a:lnTo>
                    <a:pt x="1461" y="530"/>
                  </a:lnTo>
                  <a:lnTo>
                    <a:pt x="1463" y="530"/>
                  </a:lnTo>
                  <a:lnTo>
                    <a:pt x="1465" y="530"/>
                  </a:lnTo>
                  <a:lnTo>
                    <a:pt x="1469" y="533"/>
                  </a:lnTo>
                  <a:lnTo>
                    <a:pt x="1470" y="532"/>
                  </a:lnTo>
                  <a:lnTo>
                    <a:pt x="1472" y="530"/>
                  </a:lnTo>
                  <a:lnTo>
                    <a:pt x="1472" y="527"/>
                  </a:lnTo>
                  <a:lnTo>
                    <a:pt x="1470" y="526"/>
                  </a:lnTo>
                  <a:lnTo>
                    <a:pt x="1464" y="522"/>
                  </a:lnTo>
                  <a:lnTo>
                    <a:pt x="1461" y="519"/>
                  </a:lnTo>
                  <a:lnTo>
                    <a:pt x="1459" y="517"/>
                  </a:lnTo>
                  <a:lnTo>
                    <a:pt x="1458" y="516"/>
                  </a:lnTo>
                  <a:lnTo>
                    <a:pt x="1458" y="513"/>
                  </a:lnTo>
                  <a:lnTo>
                    <a:pt x="1456" y="511"/>
                  </a:lnTo>
                  <a:lnTo>
                    <a:pt x="1454" y="509"/>
                  </a:lnTo>
                  <a:lnTo>
                    <a:pt x="1452" y="508"/>
                  </a:lnTo>
                  <a:lnTo>
                    <a:pt x="1451" y="507"/>
                  </a:lnTo>
                  <a:lnTo>
                    <a:pt x="1451" y="506"/>
                  </a:lnTo>
                  <a:lnTo>
                    <a:pt x="1451" y="506"/>
                  </a:lnTo>
                  <a:lnTo>
                    <a:pt x="1449" y="506"/>
                  </a:lnTo>
                  <a:lnTo>
                    <a:pt x="1445" y="508"/>
                  </a:lnTo>
                  <a:lnTo>
                    <a:pt x="1443" y="508"/>
                  </a:lnTo>
                  <a:lnTo>
                    <a:pt x="1438" y="506"/>
                  </a:lnTo>
                  <a:lnTo>
                    <a:pt x="1438" y="510"/>
                  </a:lnTo>
                  <a:lnTo>
                    <a:pt x="1438" y="511"/>
                  </a:lnTo>
                  <a:lnTo>
                    <a:pt x="1438" y="512"/>
                  </a:lnTo>
                  <a:lnTo>
                    <a:pt x="1437" y="516"/>
                  </a:lnTo>
                  <a:lnTo>
                    <a:pt x="1435" y="521"/>
                  </a:lnTo>
                  <a:lnTo>
                    <a:pt x="1433" y="523"/>
                  </a:lnTo>
                  <a:lnTo>
                    <a:pt x="1434" y="519"/>
                  </a:lnTo>
                  <a:lnTo>
                    <a:pt x="1436" y="516"/>
                  </a:lnTo>
                  <a:lnTo>
                    <a:pt x="1435" y="513"/>
                  </a:lnTo>
                  <a:lnTo>
                    <a:pt x="1430" y="519"/>
                  </a:lnTo>
                  <a:lnTo>
                    <a:pt x="1427" y="520"/>
                  </a:lnTo>
                  <a:lnTo>
                    <a:pt x="1422" y="521"/>
                  </a:lnTo>
                  <a:lnTo>
                    <a:pt x="1419" y="521"/>
                  </a:lnTo>
                  <a:lnTo>
                    <a:pt x="1419" y="520"/>
                  </a:lnTo>
                  <a:lnTo>
                    <a:pt x="1421" y="519"/>
                  </a:lnTo>
                  <a:lnTo>
                    <a:pt x="1422" y="517"/>
                  </a:lnTo>
                  <a:lnTo>
                    <a:pt x="1424" y="515"/>
                  </a:lnTo>
                  <a:lnTo>
                    <a:pt x="1424" y="513"/>
                  </a:lnTo>
                  <a:lnTo>
                    <a:pt x="1421" y="512"/>
                  </a:lnTo>
                  <a:lnTo>
                    <a:pt x="1420" y="510"/>
                  </a:lnTo>
                  <a:lnTo>
                    <a:pt x="1422" y="509"/>
                  </a:lnTo>
                  <a:lnTo>
                    <a:pt x="1424" y="507"/>
                  </a:lnTo>
                  <a:lnTo>
                    <a:pt x="1424" y="506"/>
                  </a:lnTo>
                  <a:lnTo>
                    <a:pt x="1420" y="506"/>
                  </a:lnTo>
                  <a:lnTo>
                    <a:pt x="1418" y="507"/>
                  </a:lnTo>
                  <a:lnTo>
                    <a:pt x="1417" y="509"/>
                  </a:lnTo>
                  <a:lnTo>
                    <a:pt x="1418" y="511"/>
                  </a:lnTo>
                  <a:lnTo>
                    <a:pt x="1418" y="513"/>
                  </a:lnTo>
                  <a:lnTo>
                    <a:pt x="1416" y="515"/>
                  </a:lnTo>
                  <a:lnTo>
                    <a:pt x="1414" y="515"/>
                  </a:lnTo>
                  <a:lnTo>
                    <a:pt x="1413" y="517"/>
                  </a:lnTo>
                  <a:lnTo>
                    <a:pt x="1412" y="516"/>
                  </a:lnTo>
                  <a:lnTo>
                    <a:pt x="1412" y="512"/>
                  </a:lnTo>
                  <a:lnTo>
                    <a:pt x="1412" y="510"/>
                  </a:lnTo>
                  <a:lnTo>
                    <a:pt x="1413" y="507"/>
                  </a:lnTo>
                  <a:lnTo>
                    <a:pt x="1413" y="505"/>
                  </a:lnTo>
                  <a:lnTo>
                    <a:pt x="1413" y="504"/>
                  </a:lnTo>
                  <a:lnTo>
                    <a:pt x="1413" y="501"/>
                  </a:lnTo>
                  <a:lnTo>
                    <a:pt x="1412" y="499"/>
                  </a:lnTo>
                  <a:lnTo>
                    <a:pt x="1410" y="498"/>
                  </a:lnTo>
                  <a:lnTo>
                    <a:pt x="1405" y="500"/>
                  </a:lnTo>
                  <a:lnTo>
                    <a:pt x="1399" y="500"/>
                  </a:lnTo>
                  <a:lnTo>
                    <a:pt x="1397" y="498"/>
                  </a:lnTo>
                  <a:lnTo>
                    <a:pt x="1392" y="496"/>
                  </a:lnTo>
                  <a:lnTo>
                    <a:pt x="1392" y="494"/>
                  </a:lnTo>
                  <a:lnTo>
                    <a:pt x="1393" y="491"/>
                  </a:lnTo>
                  <a:lnTo>
                    <a:pt x="1400" y="486"/>
                  </a:lnTo>
                  <a:lnTo>
                    <a:pt x="1402" y="485"/>
                  </a:lnTo>
                  <a:lnTo>
                    <a:pt x="1406" y="482"/>
                  </a:lnTo>
                  <a:lnTo>
                    <a:pt x="1408" y="478"/>
                  </a:lnTo>
                  <a:lnTo>
                    <a:pt x="1409" y="476"/>
                  </a:lnTo>
                  <a:lnTo>
                    <a:pt x="1411" y="476"/>
                  </a:lnTo>
                  <a:lnTo>
                    <a:pt x="1413" y="474"/>
                  </a:lnTo>
                  <a:lnTo>
                    <a:pt x="1425" y="464"/>
                  </a:lnTo>
                  <a:lnTo>
                    <a:pt x="1427" y="459"/>
                  </a:lnTo>
                  <a:lnTo>
                    <a:pt x="1429" y="458"/>
                  </a:lnTo>
                  <a:lnTo>
                    <a:pt x="1430" y="456"/>
                  </a:lnTo>
                  <a:lnTo>
                    <a:pt x="1430" y="454"/>
                  </a:lnTo>
                  <a:lnTo>
                    <a:pt x="1431" y="452"/>
                  </a:lnTo>
                  <a:lnTo>
                    <a:pt x="1433" y="450"/>
                  </a:lnTo>
                  <a:lnTo>
                    <a:pt x="1434" y="448"/>
                  </a:lnTo>
                  <a:lnTo>
                    <a:pt x="1435" y="449"/>
                  </a:lnTo>
                  <a:lnTo>
                    <a:pt x="1437" y="445"/>
                  </a:lnTo>
                  <a:lnTo>
                    <a:pt x="1440" y="442"/>
                  </a:lnTo>
                  <a:lnTo>
                    <a:pt x="1444" y="437"/>
                  </a:lnTo>
                  <a:lnTo>
                    <a:pt x="1446" y="437"/>
                  </a:lnTo>
                  <a:lnTo>
                    <a:pt x="1451" y="432"/>
                  </a:lnTo>
                  <a:lnTo>
                    <a:pt x="1453" y="429"/>
                  </a:lnTo>
                  <a:lnTo>
                    <a:pt x="1453" y="429"/>
                  </a:lnTo>
                  <a:lnTo>
                    <a:pt x="1456" y="426"/>
                  </a:lnTo>
                  <a:lnTo>
                    <a:pt x="1459" y="425"/>
                  </a:lnTo>
                  <a:lnTo>
                    <a:pt x="1461" y="421"/>
                  </a:lnTo>
                  <a:lnTo>
                    <a:pt x="1462" y="417"/>
                  </a:lnTo>
                  <a:lnTo>
                    <a:pt x="1465" y="413"/>
                  </a:lnTo>
                  <a:lnTo>
                    <a:pt x="1474" y="405"/>
                  </a:lnTo>
                  <a:lnTo>
                    <a:pt x="1477" y="401"/>
                  </a:lnTo>
                  <a:lnTo>
                    <a:pt x="1479" y="397"/>
                  </a:lnTo>
                  <a:lnTo>
                    <a:pt x="1484" y="393"/>
                  </a:lnTo>
                  <a:lnTo>
                    <a:pt x="1488" y="390"/>
                  </a:lnTo>
                  <a:lnTo>
                    <a:pt x="1495" y="386"/>
                  </a:lnTo>
                  <a:lnTo>
                    <a:pt x="1508" y="385"/>
                  </a:lnTo>
                  <a:lnTo>
                    <a:pt x="1516" y="385"/>
                  </a:lnTo>
                  <a:lnTo>
                    <a:pt x="1521" y="384"/>
                  </a:lnTo>
                  <a:lnTo>
                    <a:pt x="1523" y="385"/>
                  </a:lnTo>
                  <a:lnTo>
                    <a:pt x="1525" y="385"/>
                  </a:lnTo>
                  <a:lnTo>
                    <a:pt x="1528" y="386"/>
                  </a:lnTo>
                  <a:lnTo>
                    <a:pt x="1530" y="386"/>
                  </a:lnTo>
                  <a:lnTo>
                    <a:pt x="1530" y="388"/>
                  </a:lnTo>
                  <a:lnTo>
                    <a:pt x="1531" y="391"/>
                  </a:lnTo>
                  <a:lnTo>
                    <a:pt x="1533" y="391"/>
                  </a:lnTo>
                  <a:lnTo>
                    <a:pt x="1536" y="390"/>
                  </a:lnTo>
                  <a:lnTo>
                    <a:pt x="1536" y="389"/>
                  </a:lnTo>
                  <a:lnTo>
                    <a:pt x="1536" y="384"/>
                  </a:lnTo>
                  <a:lnTo>
                    <a:pt x="1538" y="383"/>
                  </a:lnTo>
                  <a:lnTo>
                    <a:pt x="1551" y="389"/>
                  </a:lnTo>
                  <a:lnTo>
                    <a:pt x="1555" y="388"/>
                  </a:lnTo>
                  <a:lnTo>
                    <a:pt x="1555" y="386"/>
                  </a:lnTo>
                  <a:lnTo>
                    <a:pt x="1557" y="385"/>
                  </a:lnTo>
                  <a:lnTo>
                    <a:pt x="1562" y="385"/>
                  </a:lnTo>
                  <a:lnTo>
                    <a:pt x="1564" y="388"/>
                  </a:lnTo>
                  <a:lnTo>
                    <a:pt x="1565" y="389"/>
                  </a:lnTo>
                  <a:lnTo>
                    <a:pt x="1566" y="389"/>
                  </a:lnTo>
                  <a:lnTo>
                    <a:pt x="1569" y="388"/>
                  </a:lnTo>
                  <a:lnTo>
                    <a:pt x="1569" y="386"/>
                  </a:lnTo>
                  <a:lnTo>
                    <a:pt x="1568" y="386"/>
                  </a:lnTo>
                  <a:lnTo>
                    <a:pt x="1567" y="384"/>
                  </a:lnTo>
                  <a:lnTo>
                    <a:pt x="1569" y="383"/>
                  </a:lnTo>
                  <a:lnTo>
                    <a:pt x="1572" y="383"/>
                  </a:lnTo>
                  <a:lnTo>
                    <a:pt x="1572" y="382"/>
                  </a:lnTo>
                  <a:lnTo>
                    <a:pt x="1571" y="380"/>
                  </a:lnTo>
                  <a:lnTo>
                    <a:pt x="1571" y="378"/>
                  </a:lnTo>
                  <a:lnTo>
                    <a:pt x="1573" y="377"/>
                  </a:lnTo>
                  <a:lnTo>
                    <a:pt x="1577" y="376"/>
                  </a:lnTo>
                  <a:lnTo>
                    <a:pt x="1580" y="377"/>
                  </a:lnTo>
                  <a:lnTo>
                    <a:pt x="1587" y="380"/>
                  </a:lnTo>
                  <a:lnTo>
                    <a:pt x="1589" y="380"/>
                  </a:lnTo>
                  <a:lnTo>
                    <a:pt x="1593" y="382"/>
                  </a:lnTo>
                  <a:lnTo>
                    <a:pt x="1593" y="383"/>
                  </a:lnTo>
                  <a:lnTo>
                    <a:pt x="1595" y="384"/>
                  </a:lnTo>
                  <a:lnTo>
                    <a:pt x="1596" y="381"/>
                  </a:lnTo>
                  <a:lnTo>
                    <a:pt x="1598" y="380"/>
                  </a:lnTo>
                  <a:lnTo>
                    <a:pt x="1601" y="381"/>
                  </a:lnTo>
                  <a:lnTo>
                    <a:pt x="1604" y="383"/>
                  </a:lnTo>
                  <a:lnTo>
                    <a:pt x="1606" y="385"/>
                  </a:lnTo>
                  <a:lnTo>
                    <a:pt x="1607" y="388"/>
                  </a:lnTo>
                  <a:lnTo>
                    <a:pt x="1612" y="388"/>
                  </a:lnTo>
                  <a:lnTo>
                    <a:pt x="1613" y="390"/>
                  </a:lnTo>
                  <a:lnTo>
                    <a:pt x="1610" y="391"/>
                  </a:lnTo>
                  <a:lnTo>
                    <a:pt x="1606" y="392"/>
                  </a:lnTo>
                  <a:lnTo>
                    <a:pt x="1601" y="392"/>
                  </a:lnTo>
                  <a:lnTo>
                    <a:pt x="1598" y="393"/>
                  </a:lnTo>
                  <a:lnTo>
                    <a:pt x="1598" y="394"/>
                  </a:lnTo>
                  <a:lnTo>
                    <a:pt x="1602" y="399"/>
                  </a:lnTo>
                  <a:lnTo>
                    <a:pt x="1606" y="399"/>
                  </a:lnTo>
                  <a:lnTo>
                    <a:pt x="1609" y="399"/>
                  </a:lnTo>
                  <a:lnTo>
                    <a:pt x="1612" y="398"/>
                  </a:lnTo>
                  <a:lnTo>
                    <a:pt x="1614" y="396"/>
                  </a:lnTo>
                  <a:lnTo>
                    <a:pt x="1616" y="394"/>
                  </a:lnTo>
                  <a:lnTo>
                    <a:pt x="1618" y="396"/>
                  </a:lnTo>
                  <a:lnTo>
                    <a:pt x="1620" y="397"/>
                  </a:lnTo>
                  <a:lnTo>
                    <a:pt x="1622" y="396"/>
                  </a:lnTo>
                  <a:lnTo>
                    <a:pt x="1624" y="393"/>
                  </a:lnTo>
                  <a:lnTo>
                    <a:pt x="1627" y="393"/>
                  </a:lnTo>
                  <a:lnTo>
                    <a:pt x="1627" y="391"/>
                  </a:lnTo>
                  <a:lnTo>
                    <a:pt x="1630" y="390"/>
                  </a:lnTo>
                  <a:lnTo>
                    <a:pt x="1634" y="391"/>
                  </a:lnTo>
                  <a:lnTo>
                    <a:pt x="1635" y="393"/>
                  </a:lnTo>
                  <a:lnTo>
                    <a:pt x="1638" y="393"/>
                  </a:lnTo>
                  <a:lnTo>
                    <a:pt x="1640" y="393"/>
                  </a:lnTo>
                  <a:lnTo>
                    <a:pt x="1641" y="391"/>
                  </a:lnTo>
                  <a:lnTo>
                    <a:pt x="1645" y="391"/>
                  </a:lnTo>
                  <a:lnTo>
                    <a:pt x="1646" y="392"/>
                  </a:lnTo>
                  <a:lnTo>
                    <a:pt x="1647" y="391"/>
                  </a:lnTo>
                  <a:lnTo>
                    <a:pt x="1649" y="391"/>
                  </a:lnTo>
                  <a:lnTo>
                    <a:pt x="1650" y="389"/>
                  </a:lnTo>
                  <a:lnTo>
                    <a:pt x="1649" y="387"/>
                  </a:lnTo>
                  <a:lnTo>
                    <a:pt x="1647" y="384"/>
                  </a:lnTo>
                  <a:lnTo>
                    <a:pt x="1642" y="382"/>
                  </a:lnTo>
                  <a:lnTo>
                    <a:pt x="1638" y="383"/>
                  </a:lnTo>
                  <a:lnTo>
                    <a:pt x="1638" y="381"/>
                  </a:lnTo>
                  <a:lnTo>
                    <a:pt x="1639" y="379"/>
                  </a:lnTo>
                  <a:lnTo>
                    <a:pt x="1637" y="374"/>
                  </a:lnTo>
                  <a:lnTo>
                    <a:pt x="1638" y="373"/>
                  </a:lnTo>
                  <a:lnTo>
                    <a:pt x="1639" y="374"/>
                  </a:lnTo>
                  <a:lnTo>
                    <a:pt x="1640" y="374"/>
                  </a:lnTo>
                  <a:lnTo>
                    <a:pt x="1643" y="367"/>
                  </a:lnTo>
                  <a:lnTo>
                    <a:pt x="1645" y="364"/>
                  </a:lnTo>
                  <a:lnTo>
                    <a:pt x="1646" y="362"/>
                  </a:lnTo>
                  <a:lnTo>
                    <a:pt x="1649" y="359"/>
                  </a:lnTo>
                  <a:lnTo>
                    <a:pt x="1652" y="357"/>
                  </a:lnTo>
                  <a:lnTo>
                    <a:pt x="1660" y="350"/>
                  </a:lnTo>
                  <a:lnTo>
                    <a:pt x="1660" y="347"/>
                  </a:lnTo>
                  <a:lnTo>
                    <a:pt x="1661" y="345"/>
                  </a:lnTo>
                  <a:lnTo>
                    <a:pt x="1667" y="339"/>
                  </a:lnTo>
                  <a:lnTo>
                    <a:pt x="1669" y="337"/>
                  </a:lnTo>
                  <a:lnTo>
                    <a:pt x="1670" y="331"/>
                  </a:lnTo>
                  <a:lnTo>
                    <a:pt x="1672" y="329"/>
                  </a:lnTo>
                  <a:lnTo>
                    <a:pt x="1677" y="325"/>
                  </a:lnTo>
                  <a:lnTo>
                    <a:pt x="1679" y="324"/>
                  </a:lnTo>
                  <a:lnTo>
                    <a:pt x="1681" y="322"/>
                  </a:lnTo>
                  <a:lnTo>
                    <a:pt x="1688" y="322"/>
                  </a:lnTo>
                  <a:lnTo>
                    <a:pt x="1697" y="321"/>
                  </a:lnTo>
                  <a:lnTo>
                    <a:pt x="1699" y="319"/>
                  </a:lnTo>
                  <a:lnTo>
                    <a:pt x="1700" y="318"/>
                  </a:lnTo>
                  <a:lnTo>
                    <a:pt x="1701" y="318"/>
                  </a:lnTo>
                  <a:lnTo>
                    <a:pt x="1704" y="320"/>
                  </a:lnTo>
                  <a:lnTo>
                    <a:pt x="1706" y="322"/>
                  </a:lnTo>
                  <a:lnTo>
                    <a:pt x="1707" y="325"/>
                  </a:lnTo>
                  <a:lnTo>
                    <a:pt x="1710" y="324"/>
                  </a:lnTo>
                  <a:lnTo>
                    <a:pt x="1713" y="322"/>
                  </a:lnTo>
                  <a:lnTo>
                    <a:pt x="1717" y="317"/>
                  </a:lnTo>
                  <a:lnTo>
                    <a:pt x="1715" y="328"/>
                  </a:lnTo>
                  <a:lnTo>
                    <a:pt x="1713" y="330"/>
                  </a:lnTo>
                  <a:lnTo>
                    <a:pt x="1712" y="332"/>
                  </a:lnTo>
                  <a:lnTo>
                    <a:pt x="1711" y="334"/>
                  </a:lnTo>
                  <a:lnTo>
                    <a:pt x="1711" y="338"/>
                  </a:lnTo>
                  <a:lnTo>
                    <a:pt x="1712" y="339"/>
                  </a:lnTo>
                  <a:lnTo>
                    <a:pt x="1712" y="341"/>
                  </a:lnTo>
                  <a:lnTo>
                    <a:pt x="1711" y="342"/>
                  </a:lnTo>
                  <a:lnTo>
                    <a:pt x="1710" y="344"/>
                  </a:lnTo>
                  <a:lnTo>
                    <a:pt x="1712" y="345"/>
                  </a:lnTo>
                  <a:lnTo>
                    <a:pt x="1715" y="343"/>
                  </a:lnTo>
                  <a:lnTo>
                    <a:pt x="1718" y="342"/>
                  </a:lnTo>
                  <a:lnTo>
                    <a:pt x="1715" y="348"/>
                  </a:lnTo>
                  <a:lnTo>
                    <a:pt x="1715" y="352"/>
                  </a:lnTo>
                  <a:lnTo>
                    <a:pt x="1715" y="355"/>
                  </a:lnTo>
                  <a:lnTo>
                    <a:pt x="1716" y="354"/>
                  </a:lnTo>
                  <a:lnTo>
                    <a:pt x="1720" y="351"/>
                  </a:lnTo>
                  <a:lnTo>
                    <a:pt x="1722" y="351"/>
                  </a:lnTo>
                  <a:lnTo>
                    <a:pt x="1730" y="340"/>
                  </a:lnTo>
                  <a:lnTo>
                    <a:pt x="1733" y="338"/>
                  </a:lnTo>
                  <a:lnTo>
                    <a:pt x="1736" y="335"/>
                  </a:lnTo>
                  <a:lnTo>
                    <a:pt x="1738" y="333"/>
                  </a:lnTo>
                  <a:lnTo>
                    <a:pt x="1743" y="327"/>
                  </a:lnTo>
                  <a:lnTo>
                    <a:pt x="1747" y="327"/>
                  </a:lnTo>
                  <a:lnTo>
                    <a:pt x="1748" y="326"/>
                  </a:lnTo>
                  <a:lnTo>
                    <a:pt x="1749" y="324"/>
                  </a:lnTo>
                  <a:lnTo>
                    <a:pt x="1750" y="325"/>
                  </a:lnTo>
                  <a:lnTo>
                    <a:pt x="1750" y="327"/>
                  </a:lnTo>
                  <a:lnTo>
                    <a:pt x="1751" y="329"/>
                  </a:lnTo>
                  <a:lnTo>
                    <a:pt x="1752" y="329"/>
                  </a:lnTo>
                  <a:lnTo>
                    <a:pt x="1754" y="324"/>
                  </a:lnTo>
                  <a:lnTo>
                    <a:pt x="1752" y="324"/>
                  </a:lnTo>
                  <a:lnTo>
                    <a:pt x="1751" y="321"/>
                  </a:lnTo>
                  <a:lnTo>
                    <a:pt x="1752" y="318"/>
                  </a:lnTo>
                  <a:lnTo>
                    <a:pt x="1752" y="314"/>
                  </a:lnTo>
                  <a:lnTo>
                    <a:pt x="1752" y="312"/>
                  </a:lnTo>
                  <a:lnTo>
                    <a:pt x="1755" y="308"/>
                  </a:lnTo>
                  <a:lnTo>
                    <a:pt x="1755" y="306"/>
                  </a:lnTo>
                  <a:lnTo>
                    <a:pt x="1756" y="304"/>
                  </a:lnTo>
                  <a:lnTo>
                    <a:pt x="1759" y="301"/>
                  </a:lnTo>
                  <a:lnTo>
                    <a:pt x="1769" y="297"/>
                  </a:lnTo>
                  <a:lnTo>
                    <a:pt x="1773" y="298"/>
                  </a:lnTo>
                  <a:lnTo>
                    <a:pt x="1777" y="301"/>
                  </a:lnTo>
                  <a:lnTo>
                    <a:pt x="1775" y="305"/>
                  </a:lnTo>
                  <a:lnTo>
                    <a:pt x="1773" y="304"/>
                  </a:lnTo>
                  <a:lnTo>
                    <a:pt x="1768" y="307"/>
                  </a:lnTo>
                  <a:lnTo>
                    <a:pt x="1766" y="310"/>
                  </a:lnTo>
                  <a:lnTo>
                    <a:pt x="1765" y="313"/>
                  </a:lnTo>
                  <a:lnTo>
                    <a:pt x="1765" y="315"/>
                  </a:lnTo>
                  <a:lnTo>
                    <a:pt x="1764" y="318"/>
                  </a:lnTo>
                  <a:lnTo>
                    <a:pt x="1764" y="325"/>
                  </a:lnTo>
                  <a:lnTo>
                    <a:pt x="1762" y="327"/>
                  </a:lnTo>
                  <a:lnTo>
                    <a:pt x="1761" y="329"/>
                  </a:lnTo>
                  <a:lnTo>
                    <a:pt x="1762" y="331"/>
                  </a:lnTo>
                  <a:lnTo>
                    <a:pt x="1762" y="333"/>
                  </a:lnTo>
                  <a:lnTo>
                    <a:pt x="1762" y="336"/>
                  </a:lnTo>
                  <a:lnTo>
                    <a:pt x="1760" y="338"/>
                  </a:lnTo>
                  <a:lnTo>
                    <a:pt x="1759" y="339"/>
                  </a:lnTo>
                  <a:lnTo>
                    <a:pt x="1758" y="341"/>
                  </a:lnTo>
                  <a:lnTo>
                    <a:pt x="1758" y="343"/>
                  </a:lnTo>
                  <a:lnTo>
                    <a:pt x="1760" y="345"/>
                  </a:lnTo>
                  <a:lnTo>
                    <a:pt x="1760" y="346"/>
                  </a:lnTo>
                  <a:lnTo>
                    <a:pt x="1758" y="348"/>
                  </a:lnTo>
                  <a:lnTo>
                    <a:pt x="1755" y="350"/>
                  </a:lnTo>
                  <a:lnTo>
                    <a:pt x="1753" y="349"/>
                  </a:lnTo>
                  <a:lnTo>
                    <a:pt x="1750" y="350"/>
                  </a:lnTo>
                  <a:lnTo>
                    <a:pt x="1747" y="355"/>
                  </a:lnTo>
                  <a:lnTo>
                    <a:pt x="1744" y="355"/>
                  </a:lnTo>
                  <a:lnTo>
                    <a:pt x="1738" y="357"/>
                  </a:lnTo>
                  <a:lnTo>
                    <a:pt x="1737" y="359"/>
                  </a:lnTo>
                  <a:lnTo>
                    <a:pt x="1737" y="361"/>
                  </a:lnTo>
                  <a:lnTo>
                    <a:pt x="1736" y="364"/>
                  </a:lnTo>
                  <a:lnTo>
                    <a:pt x="1733" y="367"/>
                  </a:lnTo>
                  <a:lnTo>
                    <a:pt x="1730" y="370"/>
                  </a:lnTo>
                  <a:lnTo>
                    <a:pt x="1724" y="378"/>
                  </a:lnTo>
                  <a:lnTo>
                    <a:pt x="1718" y="381"/>
                  </a:lnTo>
                  <a:lnTo>
                    <a:pt x="1716" y="386"/>
                  </a:lnTo>
                  <a:lnTo>
                    <a:pt x="1714" y="387"/>
                  </a:lnTo>
                  <a:lnTo>
                    <a:pt x="1710" y="393"/>
                  </a:lnTo>
                  <a:lnTo>
                    <a:pt x="1709" y="397"/>
                  </a:lnTo>
                  <a:lnTo>
                    <a:pt x="1705" y="403"/>
                  </a:lnTo>
                  <a:lnTo>
                    <a:pt x="1702" y="407"/>
                  </a:lnTo>
                  <a:lnTo>
                    <a:pt x="1699" y="410"/>
                  </a:lnTo>
                  <a:lnTo>
                    <a:pt x="1695" y="413"/>
                  </a:lnTo>
                  <a:lnTo>
                    <a:pt x="1692" y="418"/>
                  </a:lnTo>
                  <a:lnTo>
                    <a:pt x="1687" y="420"/>
                  </a:lnTo>
                  <a:lnTo>
                    <a:pt x="1683" y="420"/>
                  </a:lnTo>
                  <a:lnTo>
                    <a:pt x="1681" y="422"/>
                  </a:lnTo>
                  <a:lnTo>
                    <a:pt x="1679" y="425"/>
                  </a:lnTo>
                  <a:lnTo>
                    <a:pt x="1675" y="424"/>
                  </a:lnTo>
                  <a:lnTo>
                    <a:pt x="1672" y="424"/>
                  </a:lnTo>
                  <a:lnTo>
                    <a:pt x="1673" y="427"/>
                  </a:lnTo>
                  <a:lnTo>
                    <a:pt x="1674" y="432"/>
                  </a:lnTo>
                  <a:lnTo>
                    <a:pt x="1671" y="441"/>
                  </a:lnTo>
                  <a:lnTo>
                    <a:pt x="1667" y="443"/>
                  </a:lnTo>
                  <a:lnTo>
                    <a:pt x="1664" y="446"/>
                  </a:lnTo>
                  <a:lnTo>
                    <a:pt x="1661" y="448"/>
                  </a:lnTo>
                  <a:lnTo>
                    <a:pt x="1660" y="451"/>
                  </a:lnTo>
                  <a:lnTo>
                    <a:pt x="1659" y="456"/>
                  </a:lnTo>
                  <a:lnTo>
                    <a:pt x="1656" y="468"/>
                  </a:lnTo>
                  <a:lnTo>
                    <a:pt x="1655" y="480"/>
                  </a:lnTo>
                  <a:lnTo>
                    <a:pt x="1656" y="485"/>
                  </a:lnTo>
                  <a:lnTo>
                    <a:pt x="1656" y="491"/>
                  </a:lnTo>
                  <a:lnTo>
                    <a:pt x="1657" y="497"/>
                  </a:lnTo>
                  <a:lnTo>
                    <a:pt x="1658" y="501"/>
                  </a:lnTo>
                  <a:lnTo>
                    <a:pt x="1659" y="511"/>
                  </a:lnTo>
                  <a:lnTo>
                    <a:pt x="1659" y="512"/>
                  </a:lnTo>
                  <a:lnTo>
                    <a:pt x="1659" y="512"/>
                  </a:lnTo>
                  <a:lnTo>
                    <a:pt x="1661" y="521"/>
                  </a:lnTo>
                  <a:lnTo>
                    <a:pt x="1662" y="526"/>
                  </a:lnTo>
                  <a:lnTo>
                    <a:pt x="1663" y="532"/>
                  </a:lnTo>
                  <a:lnTo>
                    <a:pt x="1663" y="537"/>
                  </a:lnTo>
                  <a:lnTo>
                    <a:pt x="1665" y="543"/>
                  </a:lnTo>
                  <a:lnTo>
                    <a:pt x="1667" y="548"/>
                  </a:lnTo>
                  <a:lnTo>
                    <a:pt x="1668" y="553"/>
                  </a:lnTo>
                  <a:lnTo>
                    <a:pt x="1668" y="564"/>
                  </a:lnTo>
                  <a:lnTo>
                    <a:pt x="1668" y="569"/>
                  </a:lnTo>
                  <a:lnTo>
                    <a:pt x="1671" y="574"/>
                  </a:lnTo>
                  <a:lnTo>
                    <a:pt x="1671" y="577"/>
                  </a:lnTo>
                  <a:lnTo>
                    <a:pt x="1675" y="574"/>
                  </a:lnTo>
                  <a:lnTo>
                    <a:pt x="1677" y="572"/>
                  </a:lnTo>
                  <a:lnTo>
                    <a:pt x="1680" y="568"/>
                  </a:lnTo>
                  <a:lnTo>
                    <a:pt x="1682" y="565"/>
                  </a:lnTo>
                  <a:lnTo>
                    <a:pt x="1684" y="563"/>
                  </a:lnTo>
                  <a:lnTo>
                    <a:pt x="1690" y="557"/>
                  </a:lnTo>
                  <a:lnTo>
                    <a:pt x="1692" y="550"/>
                  </a:lnTo>
                  <a:lnTo>
                    <a:pt x="1693" y="547"/>
                  </a:lnTo>
                  <a:lnTo>
                    <a:pt x="1692" y="543"/>
                  </a:lnTo>
                  <a:lnTo>
                    <a:pt x="1693" y="541"/>
                  </a:lnTo>
                  <a:lnTo>
                    <a:pt x="1694" y="537"/>
                  </a:lnTo>
                  <a:lnTo>
                    <a:pt x="1693" y="537"/>
                  </a:lnTo>
                  <a:lnTo>
                    <a:pt x="1694" y="535"/>
                  </a:lnTo>
                  <a:lnTo>
                    <a:pt x="1696" y="535"/>
                  </a:lnTo>
                  <a:lnTo>
                    <a:pt x="1697" y="536"/>
                  </a:lnTo>
                  <a:lnTo>
                    <a:pt x="1699" y="533"/>
                  </a:lnTo>
                  <a:lnTo>
                    <a:pt x="1703" y="531"/>
                  </a:lnTo>
                  <a:lnTo>
                    <a:pt x="1708" y="529"/>
                  </a:lnTo>
                  <a:lnTo>
                    <a:pt x="1712" y="530"/>
                  </a:lnTo>
                  <a:lnTo>
                    <a:pt x="1712" y="529"/>
                  </a:lnTo>
                  <a:lnTo>
                    <a:pt x="1711" y="527"/>
                  </a:lnTo>
                  <a:lnTo>
                    <a:pt x="1711" y="524"/>
                  </a:lnTo>
                  <a:lnTo>
                    <a:pt x="1711" y="515"/>
                  </a:lnTo>
                  <a:lnTo>
                    <a:pt x="1711" y="512"/>
                  </a:lnTo>
                  <a:lnTo>
                    <a:pt x="1713" y="508"/>
                  </a:lnTo>
                  <a:lnTo>
                    <a:pt x="1720" y="502"/>
                  </a:lnTo>
                  <a:lnTo>
                    <a:pt x="1724" y="500"/>
                  </a:lnTo>
                  <a:lnTo>
                    <a:pt x="1728" y="499"/>
                  </a:lnTo>
                  <a:lnTo>
                    <a:pt x="1729" y="501"/>
                  </a:lnTo>
                  <a:lnTo>
                    <a:pt x="1732" y="501"/>
                  </a:lnTo>
                  <a:lnTo>
                    <a:pt x="1735" y="500"/>
                  </a:lnTo>
                  <a:lnTo>
                    <a:pt x="1739" y="496"/>
                  </a:lnTo>
                  <a:lnTo>
                    <a:pt x="1740" y="494"/>
                  </a:lnTo>
                  <a:lnTo>
                    <a:pt x="1735" y="488"/>
                  </a:lnTo>
                  <a:lnTo>
                    <a:pt x="1734" y="484"/>
                  </a:lnTo>
                  <a:lnTo>
                    <a:pt x="1733" y="481"/>
                  </a:lnTo>
                  <a:lnTo>
                    <a:pt x="1734" y="478"/>
                  </a:lnTo>
                  <a:lnTo>
                    <a:pt x="1734" y="474"/>
                  </a:lnTo>
                  <a:lnTo>
                    <a:pt x="1736" y="471"/>
                  </a:lnTo>
                  <a:lnTo>
                    <a:pt x="1737" y="468"/>
                  </a:lnTo>
                  <a:lnTo>
                    <a:pt x="1739" y="465"/>
                  </a:lnTo>
                  <a:lnTo>
                    <a:pt x="1743" y="463"/>
                  </a:lnTo>
                  <a:lnTo>
                    <a:pt x="1742" y="461"/>
                  </a:lnTo>
                  <a:lnTo>
                    <a:pt x="1741" y="459"/>
                  </a:lnTo>
                  <a:lnTo>
                    <a:pt x="1741" y="458"/>
                  </a:lnTo>
                  <a:lnTo>
                    <a:pt x="1744" y="457"/>
                  </a:lnTo>
                  <a:lnTo>
                    <a:pt x="1749" y="456"/>
                  </a:lnTo>
                  <a:lnTo>
                    <a:pt x="1750" y="455"/>
                  </a:lnTo>
                  <a:lnTo>
                    <a:pt x="1751" y="456"/>
                  </a:lnTo>
                  <a:lnTo>
                    <a:pt x="1749" y="458"/>
                  </a:lnTo>
                  <a:lnTo>
                    <a:pt x="1747" y="459"/>
                  </a:lnTo>
                  <a:lnTo>
                    <a:pt x="1746" y="462"/>
                  </a:lnTo>
                  <a:lnTo>
                    <a:pt x="1749" y="466"/>
                  </a:lnTo>
                  <a:lnTo>
                    <a:pt x="1751" y="467"/>
                  </a:lnTo>
                  <a:lnTo>
                    <a:pt x="1752" y="467"/>
                  </a:lnTo>
                  <a:lnTo>
                    <a:pt x="1754" y="463"/>
                  </a:lnTo>
                  <a:lnTo>
                    <a:pt x="1754" y="461"/>
                  </a:lnTo>
                  <a:lnTo>
                    <a:pt x="1753" y="452"/>
                  </a:lnTo>
                  <a:lnTo>
                    <a:pt x="1752" y="450"/>
                  </a:lnTo>
                  <a:lnTo>
                    <a:pt x="1748" y="451"/>
                  </a:lnTo>
                  <a:lnTo>
                    <a:pt x="1748" y="450"/>
                  </a:lnTo>
                  <a:lnTo>
                    <a:pt x="1748" y="445"/>
                  </a:lnTo>
                  <a:lnTo>
                    <a:pt x="1747" y="440"/>
                  </a:lnTo>
                  <a:lnTo>
                    <a:pt x="1748" y="437"/>
                  </a:lnTo>
                  <a:lnTo>
                    <a:pt x="1748" y="435"/>
                  </a:lnTo>
                  <a:lnTo>
                    <a:pt x="1751" y="432"/>
                  </a:lnTo>
                  <a:lnTo>
                    <a:pt x="1754" y="427"/>
                  </a:lnTo>
                  <a:lnTo>
                    <a:pt x="1753" y="425"/>
                  </a:lnTo>
                  <a:lnTo>
                    <a:pt x="1746" y="421"/>
                  </a:lnTo>
                  <a:lnTo>
                    <a:pt x="1743" y="422"/>
                  </a:lnTo>
                  <a:lnTo>
                    <a:pt x="1743" y="425"/>
                  </a:lnTo>
                  <a:lnTo>
                    <a:pt x="1742" y="426"/>
                  </a:lnTo>
                  <a:lnTo>
                    <a:pt x="1740" y="425"/>
                  </a:lnTo>
                  <a:lnTo>
                    <a:pt x="1739" y="424"/>
                  </a:lnTo>
                  <a:lnTo>
                    <a:pt x="1738" y="421"/>
                  </a:lnTo>
                  <a:lnTo>
                    <a:pt x="1738" y="417"/>
                  </a:lnTo>
                  <a:lnTo>
                    <a:pt x="1739" y="414"/>
                  </a:lnTo>
                  <a:lnTo>
                    <a:pt x="1740" y="410"/>
                  </a:lnTo>
                  <a:lnTo>
                    <a:pt x="1742" y="407"/>
                  </a:lnTo>
                  <a:lnTo>
                    <a:pt x="1745" y="402"/>
                  </a:lnTo>
                  <a:lnTo>
                    <a:pt x="1748" y="398"/>
                  </a:lnTo>
                  <a:lnTo>
                    <a:pt x="1750" y="395"/>
                  </a:lnTo>
                  <a:lnTo>
                    <a:pt x="1749" y="393"/>
                  </a:lnTo>
                  <a:lnTo>
                    <a:pt x="1750" y="392"/>
                  </a:lnTo>
                  <a:lnTo>
                    <a:pt x="1753" y="392"/>
                  </a:lnTo>
                  <a:lnTo>
                    <a:pt x="1752" y="391"/>
                  </a:lnTo>
                  <a:lnTo>
                    <a:pt x="1752" y="389"/>
                  </a:lnTo>
                  <a:lnTo>
                    <a:pt x="1754" y="388"/>
                  </a:lnTo>
                  <a:lnTo>
                    <a:pt x="1755" y="386"/>
                  </a:lnTo>
                  <a:lnTo>
                    <a:pt x="1754" y="383"/>
                  </a:lnTo>
                  <a:lnTo>
                    <a:pt x="1754" y="380"/>
                  </a:lnTo>
                  <a:lnTo>
                    <a:pt x="1756" y="377"/>
                  </a:lnTo>
                  <a:lnTo>
                    <a:pt x="1757" y="374"/>
                  </a:lnTo>
                  <a:lnTo>
                    <a:pt x="1758" y="373"/>
                  </a:lnTo>
                  <a:lnTo>
                    <a:pt x="1760" y="372"/>
                  </a:lnTo>
                  <a:lnTo>
                    <a:pt x="1763" y="370"/>
                  </a:lnTo>
                  <a:lnTo>
                    <a:pt x="1765" y="371"/>
                  </a:lnTo>
                  <a:lnTo>
                    <a:pt x="1766" y="373"/>
                  </a:lnTo>
                  <a:lnTo>
                    <a:pt x="1768" y="370"/>
                  </a:lnTo>
                  <a:lnTo>
                    <a:pt x="1771" y="368"/>
                  </a:lnTo>
                  <a:lnTo>
                    <a:pt x="1773" y="371"/>
                  </a:lnTo>
                  <a:lnTo>
                    <a:pt x="1774" y="374"/>
                  </a:lnTo>
                  <a:lnTo>
                    <a:pt x="1777" y="374"/>
                  </a:lnTo>
                  <a:lnTo>
                    <a:pt x="1778" y="370"/>
                  </a:lnTo>
                  <a:lnTo>
                    <a:pt x="1778" y="367"/>
                  </a:lnTo>
                  <a:lnTo>
                    <a:pt x="1780" y="365"/>
                  </a:lnTo>
                  <a:lnTo>
                    <a:pt x="1782" y="364"/>
                  </a:lnTo>
                  <a:lnTo>
                    <a:pt x="1786" y="362"/>
                  </a:lnTo>
                  <a:lnTo>
                    <a:pt x="1788" y="361"/>
                  </a:lnTo>
                  <a:lnTo>
                    <a:pt x="1790" y="357"/>
                  </a:lnTo>
                  <a:lnTo>
                    <a:pt x="1791" y="356"/>
                  </a:lnTo>
                  <a:lnTo>
                    <a:pt x="1793" y="357"/>
                  </a:lnTo>
                  <a:lnTo>
                    <a:pt x="1793" y="359"/>
                  </a:lnTo>
                  <a:lnTo>
                    <a:pt x="1792" y="360"/>
                  </a:lnTo>
                  <a:lnTo>
                    <a:pt x="1793" y="365"/>
                  </a:lnTo>
                  <a:lnTo>
                    <a:pt x="1792" y="368"/>
                  </a:lnTo>
                  <a:lnTo>
                    <a:pt x="1792" y="370"/>
                  </a:lnTo>
                  <a:lnTo>
                    <a:pt x="1791" y="372"/>
                  </a:lnTo>
                  <a:lnTo>
                    <a:pt x="1791" y="373"/>
                  </a:lnTo>
                  <a:lnTo>
                    <a:pt x="1791" y="374"/>
                  </a:lnTo>
                  <a:lnTo>
                    <a:pt x="1792" y="374"/>
                  </a:lnTo>
                  <a:lnTo>
                    <a:pt x="1795" y="370"/>
                  </a:lnTo>
                  <a:lnTo>
                    <a:pt x="1802" y="363"/>
                  </a:lnTo>
                  <a:lnTo>
                    <a:pt x="1802" y="362"/>
                  </a:lnTo>
                  <a:lnTo>
                    <a:pt x="1802" y="360"/>
                  </a:lnTo>
                  <a:lnTo>
                    <a:pt x="1802" y="359"/>
                  </a:lnTo>
                  <a:lnTo>
                    <a:pt x="1804" y="360"/>
                  </a:lnTo>
                  <a:lnTo>
                    <a:pt x="1806" y="359"/>
                  </a:lnTo>
                  <a:lnTo>
                    <a:pt x="1809" y="358"/>
                  </a:lnTo>
                  <a:lnTo>
                    <a:pt x="1813" y="355"/>
                  </a:lnTo>
                  <a:lnTo>
                    <a:pt x="1815" y="355"/>
                  </a:lnTo>
                  <a:lnTo>
                    <a:pt x="1817" y="353"/>
                  </a:lnTo>
                  <a:lnTo>
                    <a:pt x="1819" y="354"/>
                  </a:lnTo>
                  <a:lnTo>
                    <a:pt x="1820" y="354"/>
                  </a:lnTo>
                  <a:lnTo>
                    <a:pt x="1827" y="354"/>
                  </a:lnTo>
                  <a:lnTo>
                    <a:pt x="1830" y="355"/>
                  </a:lnTo>
                  <a:lnTo>
                    <a:pt x="1833" y="356"/>
                  </a:lnTo>
                  <a:lnTo>
                    <a:pt x="1836" y="359"/>
                  </a:lnTo>
                  <a:lnTo>
                    <a:pt x="1838" y="362"/>
                  </a:lnTo>
                  <a:lnTo>
                    <a:pt x="1842" y="369"/>
                  </a:lnTo>
                  <a:lnTo>
                    <a:pt x="1842" y="370"/>
                  </a:lnTo>
                  <a:lnTo>
                    <a:pt x="1845" y="371"/>
                  </a:lnTo>
                  <a:lnTo>
                    <a:pt x="1846" y="370"/>
                  </a:lnTo>
                  <a:lnTo>
                    <a:pt x="1846" y="366"/>
                  </a:lnTo>
                  <a:lnTo>
                    <a:pt x="1849" y="360"/>
                  </a:lnTo>
                  <a:lnTo>
                    <a:pt x="1849" y="359"/>
                  </a:lnTo>
                  <a:lnTo>
                    <a:pt x="1848" y="358"/>
                  </a:lnTo>
                  <a:lnTo>
                    <a:pt x="1850" y="357"/>
                  </a:lnTo>
                  <a:lnTo>
                    <a:pt x="1853" y="355"/>
                  </a:lnTo>
                  <a:lnTo>
                    <a:pt x="1854" y="355"/>
                  </a:lnTo>
                  <a:lnTo>
                    <a:pt x="1855" y="353"/>
                  </a:lnTo>
                  <a:lnTo>
                    <a:pt x="1856" y="354"/>
                  </a:lnTo>
                  <a:lnTo>
                    <a:pt x="1858" y="354"/>
                  </a:lnTo>
                  <a:lnTo>
                    <a:pt x="1861" y="350"/>
                  </a:lnTo>
                  <a:lnTo>
                    <a:pt x="1862" y="350"/>
                  </a:lnTo>
                  <a:lnTo>
                    <a:pt x="1862" y="349"/>
                  </a:lnTo>
                  <a:lnTo>
                    <a:pt x="1864" y="347"/>
                  </a:lnTo>
                  <a:lnTo>
                    <a:pt x="1866" y="346"/>
                  </a:lnTo>
                  <a:lnTo>
                    <a:pt x="1867" y="346"/>
                  </a:lnTo>
                  <a:lnTo>
                    <a:pt x="1868" y="345"/>
                  </a:lnTo>
                  <a:lnTo>
                    <a:pt x="1869" y="344"/>
                  </a:lnTo>
                  <a:lnTo>
                    <a:pt x="1868" y="343"/>
                  </a:lnTo>
                  <a:lnTo>
                    <a:pt x="1867" y="342"/>
                  </a:lnTo>
                  <a:lnTo>
                    <a:pt x="1867" y="341"/>
                  </a:lnTo>
                  <a:lnTo>
                    <a:pt x="1870" y="342"/>
                  </a:lnTo>
                  <a:lnTo>
                    <a:pt x="1871" y="343"/>
                  </a:lnTo>
                  <a:lnTo>
                    <a:pt x="1872" y="342"/>
                  </a:lnTo>
                  <a:lnTo>
                    <a:pt x="1872" y="339"/>
                  </a:lnTo>
                  <a:lnTo>
                    <a:pt x="1872" y="338"/>
                  </a:lnTo>
                  <a:lnTo>
                    <a:pt x="1875" y="338"/>
                  </a:lnTo>
                  <a:lnTo>
                    <a:pt x="1877" y="336"/>
                  </a:lnTo>
                  <a:lnTo>
                    <a:pt x="1878" y="336"/>
                  </a:lnTo>
                  <a:lnTo>
                    <a:pt x="1878" y="335"/>
                  </a:lnTo>
                  <a:lnTo>
                    <a:pt x="1877" y="332"/>
                  </a:lnTo>
                  <a:lnTo>
                    <a:pt x="1878" y="332"/>
                  </a:lnTo>
                  <a:lnTo>
                    <a:pt x="1879" y="333"/>
                  </a:lnTo>
                  <a:lnTo>
                    <a:pt x="1880" y="333"/>
                  </a:lnTo>
                  <a:lnTo>
                    <a:pt x="1882" y="332"/>
                  </a:lnTo>
                  <a:lnTo>
                    <a:pt x="1883" y="331"/>
                  </a:lnTo>
                  <a:lnTo>
                    <a:pt x="1884" y="329"/>
                  </a:lnTo>
                  <a:lnTo>
                    <a:pt x="1885" y="329"/>
                  </a:lnTo>
                  <a:lnTo>
                    <a:pt x="1885" y="328"/>
                  </a:lnTo>
                  <a:lnTo>
                    <a:pt x="1886" y="325"/>
                  </a:lnTo>
                  <a:lnTo>
                    <a:pt x="1886" y="323"/>
                  </a:lnTo>
                  <a:lnTo>
                    <a:pt x="1887" y="323"/>
                  </a:lnTo>
                  <a:lnTo>
                    <a:pt x="1889" y="326"/>
                  </a:lnTo>
                  <a:lnTo>
                    <a:pt x="1890" y="326"/>
                  </a:lnTo>
                  <a:lnTo>
                    <a:pt x="1891" y="325"/>
                  </a:lnTo>
                  <a:lnTo>
                    <a:pt x="1894" y="322"/>
                  </a:lnTo>
                  <a:lnTo>
                    <a:pt x="1900" y="320"/>
                  </a:lnTo>
                  <a:lnTo>
                    <a:pt x="1902" y="318"/>
                  </a:lnTo>
                  <a:lnTo>
                    <a:pt x="1906" y="317"/>
                  </a:lnTo>
                  <a:lnTo>
                    <a:pt x="1907" y="315"/>
                  </a:lnTo>
                  <a:lnTo>
                    <a:pt x="1907" y="313"/>
                  </a:lnTo>
                  <a:lnTo>
                    <a:pt x="1907" y="312"/>
                  </a:lnTo>
                  <a:lnTo>
                    <a:pt x="1909" y="311"/>
                  </a:lnTo>
                  <a:lnTo>
                    <a:pt x="1909" y="312"/>
                  </a:lnTo>
                  <a:lnTo>
                    <a:pt x="1908" y="314"/>
                  </a:lnTo>
                  <a:lnTo>
                    <a:pt x="1909" y="314"/>
                  </a:lnTo>
                  <a:lnTo>
                    <a:pt x="1914" y="311"/>
                  </a:lnTo>
                  <a:lnTo>
                    <a:pt x="1916" y="311"/>
                  </a:lnTo>
                  <a:lnTo>
                    <a:pt x="1919" y="309"/>
                  </a:lnTo>
                  <a:lnTo>
                    <a:pt x="1928" y="303"/>
                  </a:lnTo>
                  <a:lnTo>
                    <a:pt x="1934" y="301"/>
                  </a:lnTo>
                  <a:lnTo>
                    <a:pt x="1935" y="300"/>
                  </a:lnTo>
                  <a:lnTo>
                    <a:pt x="1934" y="299"/>
                  </a:lnTo>
                  <a:lnTo>
                    <a:pt x="1933" y="298"/>
                  </a:lnTo>
                  <a:lnTo>
                    <a:pt x="1932" y="295"/>
                  </a:lnTo>
                  <a:lnTo>
                    <a:pt x="1931" y="292"/>
                  </a:lnTo>
                  <a:lnTo>
                    <a:pt x="1932" y="292"/>
                  </a:lnTo>
                  <a:lnTo>
                    <a:pt x="1933" y="293"/>
                  </a:lnTo>
                  <a:lnTo>
                    <a:pt x="1934" y="296"/>
                  </a:lnTo>
                  <a:lnTo>
                    <a:pt x="1935" y="298"/>
                  </a:lnTo>
                  <a:lnTo>
                    <a:pt x="1936" y="298"/>
                  </a:lnTo>
                  <a:lnTo>
                    <a:pt x="1936" y="299"/>
                  </a:lnTo>
                  <a:lnTo>
                    <a:pt x="1937" y="300"/>
                  </a:lnTo>
                  <a:lnTo>
                    <a:pt x="1939" y="300"/>
                  </a:lnTo>
                  <a:lnTo>
                    <a:pt x="1939" y="298"/>
                  </a:lnTo>
                  <a:lnTo>
                    <a:pt x="1938" y="297"/>
                  </a:lnTo>
                  <a:lnTo>
                    <a:pt x="1940" y="297"/>
                  </a:lnTo>
                  <a:lnTo>
                    <a:pt x="1941" y="299"/>
                  </a:lnTo>
                  <a:lnTo>
                    <a:pt x="1942" y="301"/>
                  </a:lnTo>
                  <a:lnTo>
                    <a:pt x="1944" y="301"/>
                  </a:lnTo>
                  <a:lnTo>
                    <a:pt x="1947" y="302"/>
                  </a:lnTo>
                  <a:lnTo>
                    <a:pt x="1949" y="304"/>
                  </a:lnTo>
                  <a:lnTo>
                    <a:pt x="1953" y="306"/>
                  </a:lnTo>
                  <a:lnTo>
                    <a:pt x="1957" y="307"/>
                  </a:lnTo>
                  <a:lnTo>
                    <a:pt x="1957" y="307"/>
                  </a:lnTo>
                  <a:lnTo>
                    <a:pt x="1958" y="304"/>
                  </a:lnTo>
                  <a:lnTo>
                    <a:pt x="1960" y="303"/>
                  </a:lnTo>
                  <a:lnTo>
                    <a:pt x="1963" y="298"/>
                  </a:lnTo>
                  <a:lnTo>
                    <a:pt x="1964" y="295"/>
                  </a:lnTo>
                  <a:lnTo>
                    <a:pt x="1963" y="293"/>
                  </a:lnTo>
                  <a:lnTo>
                    <a:pt x="1961" y="291"/>
                  </a:lnTo>
                  <a:lnTo>
                    <a:pt x="1958" y="289"/>
                  </a:lnTo>
                  <a:lnTo>
                    <a:pt x="1957" y="289"/>
                  </a:lnTo>
                  <a:lnTo>
                    <a:pt x="1957" y="287"/>
                  </a:lnTo>
                  <a:lnTo>
                    <a:pt x="1957" y="287"/>
                  </a:lnTo>
                  <a:lnTo>
                    <a:pt x="1959" y="287"/>
                  </a:lnTo>
                  <a:lnTo>
                    <a:pt x="1962" y="287"/>
                  </a:lnTo>
                  <a:lnTo>
                    <a:pt x="1963" y="286"/>
                  </a:lnTo>
                  <a:lnTo>
                    <a:pt x="1961" y="282"/>
                  </a:lnTo>
                  <a:lnTo>
                    <a:pt x="1959" y="282"/>
                  </a:lnTo>
                  <a:lnTo>
                    <a:pt x="1957" y="279"/>
                  </a:lnTo>
                  <a:lnTo>
                    <a:pt x="1956" y="276"/>
                  </a:lnTo>
                  <a:lnTo>
                    <a:pt x="1955" y="271"/>
                  </a:lnTo>
                  <a:lnTo>
                    <a:pt x="1954" y="269"/>
                  </a:lnTo>
                  <a:lnTo>
                    <a:pt x="1953" y="260"/>
                  </a:lnTo>
                  <a:lnTo>
                    <a:pt x="1951" y="261"/>
                  </a:lnTo>
                  <a:lnTo>
                    <a:pt x="1949" y="259"/>
                  </a:lnTo>
                  <a:lnTo>
                    <a:pt x="1948" y="257"/>
                  </a:lnTo>
                  <a:lnTo>
                    <a:pt x="1951" y="256"/>
                  </a:lnTo>
                  <a:lnTo>
                    <a:pt x="1952" y="257"/>
                  </a:lnTo>
                  <a:lnTo>
                    <a:pt x="1951" y="254"/>
                  </a:lnTo>
                  <a:lnTo>
                    <a:pt x="1949" y="248"/>
                  </a:lnTo>
                  <a:lnTo>
                    <a:pt x="1947" y="251"/>
                  </a:lnTo>
                  <a:lnTo>
                    <a:pt x="1946" y="252"/>
                  </a:lnTo>
                  <a:lnTo>
                    <a:pt x="1943" y="251"/>
                  </a:lnTo>
                  <a:lnTo>
                    <a:pt x="1942" y="249"/>
                  </a:lnTo>
                  <a:lnTo>
                    <a:pt x="1939" y="248"/>
                  </a:lnTo>
                  <a:lnTo>
                    <a:pt x="1937" y="246"/>
                  </a:lnTo>
                  <a:lnTo>
                    <a:pt x="1937" y="242"/>
                  </a:lnTo>
                  <a:lnTo>
                    <a:pt x="1937" y="240"/>
                  </a:lnTo>
                  <a:lnTo>
                    <a:pt x="1937" y="237"/>
                  </a:lnTo>
                  <a:lnTo>
                    <a:pt x="1939" y="235"/>
                  </a:lnTo>
                  <a:lnTo>
                    <a:pt x="1941" y="237"/>
                  </a:lnTo>
                  <a:lnTo>
                    <a:pt x="1945" y="238"/>
                  </a:lnTo>
                  <a:lnTo>
                    <a:pt x="1948" y="237"/>
                  </a:lnTo>
                  <a:lnTo>
                    <a:pt x="1947" y="238"/>
                  </a:lnTo>
                  <a:lnTo>
                    <a:pt x="1949" y="239"/>
                  </a:lnTo>
                  <a:lnTo>
                    <a:pt x="1953" y="238"/>
                  </a:lnTo>
                  <a:lnTo>
                    <a:pt x="1952" y="241"/>
                  </a:lnTo>
                  <a:lnTo>
                    <a:pt x="1952" y="242"/>
                  </a:lnTo>
                  <a:lnTo>
                    <a:pt x="1955" y="240"/>
                  </a:lnTo>
                  <a:lnTo>
                    <a:pt x="1957" y="237"/>
                  </a:lnTo>
                  <a:lnTo>
                    <a:pt x="1960" y="235"/>
                  </a:lnTo>
                  <a:lnTo>
                    <a:pt x="1964" y="234"/>
                  </a:lnTo>
                  <a:lnTo>
                    <a:pt x="1968" y="229"/>
                  </a:lnTo>
                  <a:lnTo>
                    <a:pt x="1970" y="227"/>
                  </a:lnTo>
                  <a:lnTo>
                    <a:pt x="1970" y="226"/>
                  </a:lnTo>
                  <a:lnTo>
                    <a:pt x="1973" y="224"/>
                  </a:lnTo>
                  <a:lnTo>
                    <a:pt x="1973" y="216"/>
                  </a:lnTo>
                  <a:lnTo>
                    <a:pt x="1973" y="101"/>
                  </a:lnTo>
                  <a:lnTo>
                    <a:pt x="1970" y="100"/>
                  </a:lnTo>
                  <a:lnTo>
                    <a:pt x="1970" y="100"/>
                  </a:lnTo>
                  <a:lnTo>
                    <a:pt x="1959" y="88"/>
                  </a:lnTo>
                  <a:lnTo>
                    <a:pt x="1954" y="85"/>
                  </a:lnTo>
                  <a:lnTo>
                    <a:pt x="1951" y="84"/>
                  </a:lnTo>
                  <a:lnTo>
                    <a:pt x="1950" y="81"/>
                  </a:lnTo>
                  <a:lnTo>
                    <a:pt x="1949" y="82"/>
                  </a:lnTo>
                  <a:lnTo>
                    <a:pt x="1940" y="77"/>
                  </a:lnTo>
                  <a:lnTo>
                    <a:pt x="1936" y="74"/>
                  </a:lnTo>
                  <a:lnTo>
                    <a:pt x="1935" y="74"/>
                  </a:lnTo>
                  <a:lnTo>
                    <a:pt x="1930" y="72"/>
                  </a:lnTo>
                  <a:lnTo>
                    <a:pt x="1927" y="72"/>
                  </a:lnTo>
                  <a:lnTo>
                    <a:pt x="1920" y="65"/>
                  </a:lnTo>
                  <a:lnTo>
                    <a:pt x="1917" y="64"/>
                  </a:lnTo>
                  <a:lnTo>
                    <a:pt x="1905" y="64"/>
                  </a:lnTo>
                  <a:lnTo>
                    <a:pt x="1904" y="65"/>
                  </a:lnTo>
                  <a:lnTo>
                    <a:pt x="1900" y="66"/>
                  </a:lnTo>
                  <a:lnTo>
                    <a:pt x="1898" y="65"/>
                  </a:lnTo>
                  <a:lnTo>
                    <a:pt x="1895" y="64"/>
                  </a:lnTo>
                  <a:lnTo>
                    <a:pt x="1891" y="64"/>
                  </a:lnTo>
                  <a:lnTo>
                    <a:pt x="1886" y="64"/>
                  </a:lnTo>
                  <a:lnTo>
                    <a:pt x="1883" y="65"/>
                  </a:lnTo>
                  <a:lnTo>
                    <a:pt x="1879" y="65"/>
                  </a:lnTo>
                  <a:lnTo>
                    <a:pt x="1873" y="61"/>
                  </a:lnTo>
                  <a:lnTo>
                    <a:pt x="1872" y="62"/>
                  </a:lnTo>
                  <a:lnTo>
                    <a:pt x="1856" y="58"/>
                  </a:lnTo>
                  <a:lnTo>
                    <a:pt x="1849" y="58"/>
                  </a:lnTo>
                  <a:lnTo>
                    <a:pt x="1847" y="59"/>
                  </a:lnTo>
                  <a:lnTo>
                    <a:pt x="1847" y="62"/>
                  </a:lnTo>
                  <a:lnTo>
                    <a:pt x="1848" y="64"/>
                  </a:lnTo>
                  <a:lnTo>
                    <a:pt x="1847" y="70"/>
                  </a:lnTo>
                  <a:lnTo>
                    <a:pt x="1843" y="71"/>
                  </a:lnTo>
                  <a:lnTo>
                    <a:pt x="1842" y="74"/>
                  </a:lnTo>
                  <a:lnTo>
                    <a:pt x="1849" y="76"/>
                  </a:lnTo>
                  <a:lnTo>
                    <a:pt x="1852" y="84"/>
                  </a:lnTo>
                  <a:lnTo>
                    <a:pt x="1853" y="86"/>
                  </a:lnTo>
                  <a:lnTo>
                    <a:pt x="1853" y="88"/>
                  </a:lnTo>
                  <a:lnTo>
                    <a:pt x="1854" y="93"/>
                  </a:lnTo>
                  <a:lnTo>
                    <a:pt x="1847" y="102"/>
                  </a:lnTo>
                  <a:lnTo>
                    <a:pt x="1842" y="105"/>
                  </a:lnTo>
                  <a:lnTo>
                    <a:pt x="1837" y="105"/>
                  </a:lnTo>
                  <a:lnTo>
                    <a:pt x="1835" y="104"/>
                  </a:lnTo>
                  <a:lnTo>
                    <a:pt x="1833" y="98"/>
                  </a:lnTo>
                  <a:lnTo>
                    <a:pt x="1832" y="96"/>
                  </a:lnTo>
                  <a:lnTo>
                    <a:pt x="1829" y="93"/>
                  </a:lnTo>
                  <a:lnTo>
                    <a:pt x="1828" y="92"/>
                  </a:lnTo>
                  <a:lnTo>
                    <a:pt x="1826" y="91"/>
                  </a:lnTo>
                  <a:lnTo>
                    <a:pt x="1820" y="90"/>
                  </a:lnTo>
                  <a:lnTo>
                    <a:pt x="1819" y="89"/>
                  </a:lnTo>
                  <a:lnTo>
                    <a:pt x="1818" y="87"/>
                  </a:lnTo>
                  <a:lnTo>
                    <a:pt x="1818" y="85"/>
                  </a:lnTo>
                  <a:lnTo>
                    <a:pt x="1819" y="78"/>
                  </a:lnTo>
                  <a:lnTo>
                    <a:pt x="1818" y="76"/>
                  </a:lnTo>
                  <a:lnTo>
                    <a:pt x="1814" y="74"/>
                  </a:lnTo>
                  <a:lnTo>
                    <a:pt x="1814" y="72"/>
                  </a:lnTo>
                  <a:lnTo>
                    <a:pt x="1816" y="71"/>
                  </a:lnTo>
                  <a:lnTo>
                    <a:pt x="1815" y="70"/>
                  </a:lnTo>
                  <a:lnTo>
                    <a:pt x="1812" y="68"/>
                  </a:lnTo>
                  <a:lnTo>
                    <a:pt x="1810" y="68"/>
                  </a:lnTo>
                  <a:lnTo>
                    <a:pt x="1809" y="70"/>
                  </a:lnTo>
                  <a:lnTo>
                    <a:pt x="1802" y="79"/>
                  </a:lnTo>
                  <a:lnTo>
                    <a:pt x="1800" y="79"/>
                  </a:lnTo>
                  <a:lnTo>
                    <a:pt x="1799" y="78"/>
                  </a:lnTo>
                  <a:lnTo>
                    <a:pt x="1794" y="78"/>
                  </a:lnTo>
                  <a:lnTo>
                    <a:pt x="1788" y="76"/>
                  </a:lnTo>
                  <a:lnTo>
                    <a:pt x="1781" y="75"/>
                  </a:lnTo>
                  <a:lnTo>
                    <a:pt x="1778" y="76"/>
                  </a:lnTo>
                  <a:lnTo>
                    <a:pt x="1777" y="76"/>
                  </a:lnTo>
                  <a:lnTo>
                    <a:pt x="1777" y="76"/>
                  </a:lnTo>
                  <a:lnTo>
                    <a:pt x="1771" y="76"/>
                  </a:lnTo>
                  <a:lnTo>
                    <a:pt x="1768" y="74"/>
                  </a:lnTo>
                  <a:lnTo>
                    <a:pt x="1764" y="68"/>
                  </a:lnTo>
                  <a:lnTo>
                    <a:pt x="1760" y="71"/>
                  </a:lnTo>
                  <a:lnTo>
                    <a:pt x="1752" y="70"/>
                  </a:lnTo>
                  <a:lnTo>
                    <a:pt x="1748" y="72"/>
                  </a:lnTo>
                  <a:lnTo>
                    <a:pt x="1744" y="71"/>
                  </a:lnTo>
                  <a:lnTo>
                    <a:pt x="1743" y="71"/>
                  </a:lnTo>
                  <a:lnTo>
                    <a:pt x="1742" y="72"/>
                  </a:lnTo>
                  <a:lnTo>
                    <a:pt x="1741" y="74"/>
                  </a:lnTo>
                  <a:lnTo>
                    <a:pt x="1739" y="74"/>
                  </a:lnTo>
                  <a:lnTo>
                    <a:pt x="1738" y="78"/>
                  </a:lnTo>
                  <a:lnTo>
                    <a:pt x="1734" y="77"/>
                  </a:lnTo>
                  <a:lnTo>
                    <a:pt x="1733" y="81"/>
                  </a:lnTo>
                  <a:lnTo>
                    <a:pt x="1731" y="83"/>
                  </a:lnTo>
                  <a:lnTo>
                    <a:pt x="1729" y="82"/>
                  </a:lnTo>
                  <a:lnTo>
                    <a:pt x="1729" y="78"/>
                  </a:lnTo>
                  <a:lnTo>
                    <a:pt x="1728" y="76"/>
                  </a:lnTo>
                  <a:lnTo>
                    <a:pt x="1726" y="77"/>
                  </a:lnTo>
                  <a:lnTo>
                    <a:pt x="1725" y="76"/>
                  </a:lnTo>
                  <a:lnTo>
                    <a:pt x="1723" y="73"/>
                  </a:lnTo>
                  <a:lnTo>
                    <a:pt x="1721" y="71"/>
                  </a:lnTo>
                  <a:lnTo>
                    <a:pt x="1718" y="70"/>
                  </a:lnTo>
                  <a:lnTo>
                    <a:pt x="1716" y="70"/>
                  </a:lnTo>
                  <a:lnTo>
                    <a:pt x="1713" y="70"/>
                  </a:lnTo>
                  <a:lnTo>
                    <a:pt x="1712" y="68"/>
                  </a:lnTo>
                  <a:lnTo>
                    <a:pt x="1708" y="67"/>
                  </a:lnTo>
                  <a:lnTo>
                    <a:pt x="1708" y="65"/>
                  </a:lnTo>
                  <a:lnTo>
                    <a:pt x="1713" y="51"/>
                  </a:lnTo>
                  <a:lnTo>
                    <a:pt x="1713" y="48"/>
                  </a:lnTo>
                  <a:lnTo>
                    <a:pt x="1712" y="45"/>
                  </a:lnTo>
                  <a:lnTo>
                    <a:pt x="1712" y="44"/>
                  </a:lnTo>
                  <a:lnTo>
                    <a:pt x="1710" y="39"/>
                  </a:lnTo>
                  <a:lnTo>
                    <a:pt x="1710" y="38"/>
                  </a:lnTo>
                  <a:lnTo>
                    <a:pt x="1707" y="35"/>
                  </a:lnTo>
                  <a:lnTo>
                    <a:pt x="1705" y="32"/>
                  </a:lnTo>
                  <a:lnTo>
                    <a:pt x="1704" y="31"/>
                  </a:lnTo>
                  <a:lnTo>
                    <a:pt x="1701" y="27"/>
                  </a:lnTo>
                  <a:lnTo>
                    <a:pt x="1699" y="26"/>
                  </a:lnTo>
                  <a:lnTo>
                    <a:pt x="1697" y="23"/>
                  </a:lnTo>
                  <a:lnTo>
                    <a:pt x="1694" y="22"/>
                  </a:lnTo>
                  <a:lnTo>
                    <a:pt x="1685" y="21"/>
                  </a:lnTo>
                  <a:lnTo>
                    <a:pt x="1682" y="20"/>
                  </a:lnTo>
                  <a:lnTo>
                    <a:pt x="1675" y="20"/>
                  </a:lnTo>
                  <a:lnTo>
                    <a:pt x="1670" y="21"/>
                  </a:lnTo>
                  <a:lnTo>
                    <a:pt x="1664" y="20"/>
                  </a:lnTo>
                  <a:lnTo>
                    <a:pt x="1661" y="21"/>
                  </a:lnTo>
                  <a:lnTo>
                    <a:pt x="1660" y="22"/>
                  </a:lnTo>
                  <a:lnTo>
                    <a:pt x="1655" y="22"/>
                  </a:lnTo>
                  <a:lnTo>
                    <a:pt x="1653" y="23"/>
                  </a:lnTo>
                  <a:lnTo>
                    <a:pt x="1651" y="23"/>
                  </a:lnTo>
                  <a:lnTo>
                    <a:pt x="1644" y="22"/>
                  </a:lnTo>
                  <a:lnTo>
                    <a:pt x="1643" y="22"/>
                  </a:lnTo>
                  <a:lnTo>
                    <a:pt x="1641" y="24"/>
                  </a:lnTo>
                  <a:lnTo>
                    <a:pt x="1638" y="25"/>
                  </a:lnTo>
                  <a:lnTo>
                    <a:pt x="1635" y="24"/>
                  </a:lnTo>
                  <a:lnTo>
                    <a:pt x="1630" y="24"/>
                  </a:lnTo>
                  <a:lnTo>
                    <a:pt x="1629" y="25"/>
                  </a:lnTo>
                  <a:lnTo>
                    <a:pt x="1627" y="24"/>
                  </a:lnTo>
                  <a:lnTo>
                    <a:pt x="1621" y="27"/>
                  </a:lnTo>
                  <a:lnTo>
                    <a:pt x="1618" y="27"/>
                  </a:lnTo>
                  <a:lnTo>
                    <a:pt x="1616" y="29"/>
                  </a:lnTo>
                  <a:lnTo>
                    <a:pt x="1615" y="27"/>
                  </a:lnTo>
                  <a:lnTo>
                    <a:pt x="1611" y="23"/>
                  </a:lnTo>
                  <a:lnTo>
                    <a:pt x="1607" y="23"/>
                  </a:lnTo>
                  <a:lnTo>
                    <a:pt x="1606" y="22"/>
                  </a:lnTo>
                  <a:lnTo>
                    <a:pt x="1611" y="20"/>
                  </a:lnTo>
                  <a:lnTo>
                    <a:pt x="1613" y="18"/>
                  </a:lnTo>
                  <a:lnTo>
                    <a:pt x="1614" y="14"/>
                  </a:lnTo>
                  <a:lnTo>
                    <a:pt x="1605" y="7"/>
                  </a:lnTo>
                  <a:lnTo>
                    <a:pt x="1605" y="5"/>
                  </a:lnTo>
                  <a:lnTo>
                    <a:pt x="1604" y="3"/>
                  </a:lnTo>
                  <a:lnTo>
                    <a:pt x="1599" y="4"/>
                  </a:lnTo>
                  <a:lnTo>
                    <a:pt x="1595" y="5"/>
                  </a:lnTo>
                  <a:lnTo>
                    <a:pt x="1592" y="5"/>
                  </a:lnTo>
                  <a:lnTo>
                    <a:pt x="1591" y="3"/>
                  </a:lnTo>
                  <a:lnTo>
                    <a:pt x="1454" y="3"/>
                  </a:lnTo>
                  <a:lnTo>
                    <a:pt x="1451" y="3"/>
                  </a:lnTo>
                  <a:lnTo>
                    <a:pt x="1445" y="5"/>
                  </a:lnTo>
                  <a:lnTo>
                    <a:pt x="1442" y="3"/>
                  </a:lnTo>
                  <a:lnTo>
                    <a:pt x="1441" y="5"/>
                  </a:lnTo>
                  <a:lnTo>
                    <a:pt x="1440" y="4"/>
                  </a:lnTo>
                  <a:lnTo>
                    <a:pt x="1435" y="7"/>
                  </a:lnTo>
                  <a:lnTo>
                    <a:pt x="1434" y="10"/>
                  </a:lnTo>
                  <a:lnTo>
                    <a:pt x="1432" y="11"/>
                  </a:lnTo>
                  <a:lnTo>
                    <a:pt x="1431" y="14"/>
                  </a:lnTo>
                  <a:lnTo>
                    <a:pt x="1429" y="14"/>
                  </a:lnTo>
                  <a:lnTo>
                    <a:pt x="1428" y="15"/>
                  </a:lnTo>
                  <a:lnTo>
                    <a:pt x="1426" y="13"/>
                  </a:lnTo>
                  <a:lnTo>
                    <a:pt x="1425" y="13"/>
                  </a:lnTo>
                  <a:lnTo>
                    <a:pt x="1423" y="12"/>
                  </a:lnTo>
                  <a:lnTo>
                    <a:pt x="1423" y="10"/>
                  </a:lnTo>
                  <a:lnTo>
                    <a:pt x="1421" y="9"/>
                  </a:lnTo>
                  <a:lnTo>
                    <a:pt x="1420" y="6"/>
                  </a:lnTo>
                  <a:lnTo>
                    <a:pt x="1418" y="5"/>
                  </a:lnTo>
                  <a:lnTo>
                    <a:pt x="1417" y="5"/>
                  </a:lnTo>
                  <a:lnTo>
                    <a:pt x="1410" y="0"/>
                  </a:lnTo>
                  <a:lnTo>
                    <a:pt x="1387" y="0"/>
                  </a:lnTo>
                  <a:lnTo>
                    <a:pt x="1387" y="2"/>
                  </a:lnTo>
                  <a:lnTo>
                    <a:pt x="1387" y="6"/>
                  </a:lnTo>
                  <a:lnTo>
                    <a:pt x="1387" y="7"/>
                  </a:lnTo>
                  <a:lnTo>
                    <a:pt x="1385" y="4"/>
                  </a:lnTo>
                  <a:lnTo>
                    <a:pt x="1383" y="5"/>
                  </a:lnTo>
                  <a:lnTo>
                    <a:pt x="1377" y="4"/>
                  </a:lnTo>
                  <a:lnTo>
                    <a:pt x="1374" y="5"/>
                  </a:lnTo>
                  <a:lnTo>
                    <a:pt x="1372" y="4"/>
                  </a:lnTo>
                  <a:lnTo>
                    <a:pt x="1351" y="3"/>
                  </a:lnTo>
                  <a:lnTo>
                    <a:pt x="1351" y="6"/>
                  </a:lnTo>
                  <a:lnTo>
                    <a:pt x="1351" y="14"/>
                  </a:lnTo>
                  <a:lnTo>
                    <a:pt x="1349" y="15"/>
                  </a:lnTo>
                  <a:lnTo>
                    <a:pt x="1347" y="20"/>
                  </a:lnTo>
                  <a:lnTo>
                    <a:pt x="1346" y="22"/>
                  </a:lnTo>
                  <a:lnTo>
                    <a:pt x="1345" y="27"/>
                  </a:lnTo>
                  <a:lnTo>
                    <a:pt x="1343" y="29"/>
                  </a:lnTo>
                  <a:lnTo>
                    <a:pt x="1342" y="33"/>
                  </a:lnTo>
                  <a:lnTo>
                    <a:pt x="1339" y="31"/>
                  </a:lnTo>
                  <a:lnTo>
                    <a:pt x="1337" y="24"/>
                  </a:lnTo>
                  <a:lnTo>
                    <a:pt x="1336" y="23"/>
                  </a:lnTo>
                  <a:lnTo>
                    <a:pt x="1336" y="26"/>
                  </a:lnTo>
                  <a:lnTo>
                    <a:pt x="1334" y="27"/>
                  </a:lnTo>
                  <a:lnTo>
                    <a:pt x="1332" y="24"/>
                  </a:lnTo>
                  <a:lnTo>
                    <a:pt x="1331" y="25"/>
                  </a:lnTo>
                  <a:lnTo>
                    <a:pt x="1329" y="24"/>
                  </a:lnTo>
                  <a:lnTo>
                    <a:pt x="1328" y="22"/>
                  </a:lnTo>
                  <a:lnTo>
                    <a:pt x="1328" y="20"/>
                  </a:lnTo>
                  <a:lnTo>
                    <a:pt x="1326" y="18"/>
                  </a:lnTo>
                  <a:lnTo>
                    <a:pt x="1324" y="19"/>
                  </a:lnTo>
                  <a:lnTo>
                    <a:pt x="1324" y="18"/>
                  </a:lnTo>
                  <a:lnTo>
                    <a:pt x="1322" y="17"/>
                  </a:lnTo>
                  <a:lnTo>
                    <a:pt x="1321" y="14"/>
                  </a:lnTo>
                  <a:lnTo>
                    <a:pt x="1321" y="11"/>
                  </a:lnTo>
                  <a:lnTo>
                    <a:pt x="1319" y="10"/>
                  </a:lnTo>
                  <a:lnTo>
                    <a:pt x="1318" y="11"/>
                  </a:lnTo>
                  <a:lnTo>
                    <a:pt x="1318" y="9"/>
                  </a:lnTo>
                  <a:lnTo>
                    <a:pt x="1316" y="6"/>
                  </a:lnTo>
                  <a:lnTo>
                    <a:pt x="1315" y="1"/>
                  </a:lnTo>
                  <a:lnTo>
                    <a:pt x="726" y="2"/>
                  </a:lnTo>
                  <a:lnTo>
                    <a:pt x="723" y="4"/>
                  </a:lnTo>
                  <a:lnTo>
                    <a:pt x="723" y="8"/>
                  </a:lnTo>
                  <a:lnTo>
                    <a:pt x="721" y="12"/>
                  </a:lnTo>
                  <a:lnTo>
                    <a:pt x="722" y="15"/>
                  </a:lnTo>
                  <a:lnTo>
                    <a:pt x="722" y="19"/>
                  </a:lnTo>
                  <a:lnTo>
                    <a:pt x="725" y="24"/>
                  </a:lnTo>
                  <a:lnTo>
                    <a:pt x="726" y="31"/>
                  </a:lnTo>
                  <a:lnTo>
                    <a:pt x="727" y="35"/>
                  </a:lnTo>
                  <a:lnTo>
                    <a:pt x="728" y="39"/>
                  </a:lnTo>
                  <a:lnTo>
                    <a:pt x="728" y="43"/>
                  </a:lnTo>
                  <a:lnTo>
                    <a:pt x="727" y="46"/>
                  </a:lnTo>
                  <a:lnTo>
                    <a:pt x="724" y="49"/>
                  </a:lnTo>
                  <a:lnTo>
                    <a:pt x="722" y="50"/>
                  </a:lnTo>
                  <a:lnTo>
                    <a:pt x="720" y="49"/>
                  </a:lnTo>
                  <a:lnTo>
                    <a:pt x="719" y="51"/>
                  </a:lnTo>
                  <a:lnTo>
                    <a:pt x="722" y="56"/>
                  </a:lnTo>
                  <a:lnTo>
                    <a:pt x="721" y="58"/>
                  </a:lnTo>
                  <a:lnTo>
                    <a:pt x="715" y="56"/>
                  </a:lnTo>
                  <a:lnTo>
                    <a:pt x="711" y="55"/>
                  </a:lnTo>
                  <a:lnTo>
                    <a:pt x="708" y="53"/>
                  </a:lnTo>
                  <a:lnTo>
                    <a:pt x="708" y="50"/>
                  </a:lnTo>
                  <a:lnTo>
                    <a:pt x="708" y="39"/>
                  </a:lnTo>
                  <a:lnTo>
                    <a:pt x="710" y="32"/>
                  </a:lnTo>
                  <a:lnTo>
                    <a:pt x="709" y="30"/>
                  </a:lnTo>
                  <a:lnTo>
                    <a:pt x="708" y="23"/>
                  </a:lnTo>
                  <a:lnTo>
                    <a:pt x="709" y="20"/>
                  </a:lnTo>
                  <a:lnTo>
                    <a:pt x="709" y="16"/>
                  </a:lnTo>
                  <a:lnTo>
                    <a:pt x="708" y="14"/>
                  </a:lnTo>
                  <a:lnTo>
                    <a:pt x="710" y="11"/>
                  </a:lnTo>
                  <a:lnTo>
                    <a:pt x="718" y="6"/>
                  </a:lnTo>
                  <a:lnTo>
                    <a:pt x="718" y="5"/>
                  </a:lnTo>
                  <a:lnTo>
                    <a:pt x="718" y="2"/>
                  </a:lnTo>
                  <a:lnTo>
                    <a:pt x="638" y="3"/>
                  </a:lnTo>
                  <a:lnTo>
                    <a:pt x="642" y="5"/>
                  </a:lnTo>
                  <a:lnTo>
                    <a:pt x="644" y="8"/>
                  </a:lnTo>
                  <a:lnTo>
                    <a:pt x="646" y="8"/>
                  </a:lnTo>
                  <a:lnTo>
                    <a:pt x="647" y="10"/>
                  </a:lnTo>
                  <a:lnTo>
                    <a:pt x="650" y="8"/>
                  </a:lnTo>
                  <a:lnTo>
                    <a:pt x="652" y="6"/>
                  </a:lnTo>
                  <a:lnTo>
                    <a:pt x="651" y="10"/>
                  </a:lnTo>
                  <a:lnTo>
                    <a:pt x="652" y="11"/>
                  </a:lnTo>
                  <a:lnTo>
                    <a:pt x="655" y="10"/>
                  </a:lnTo>
                  <a:lnTo>
                    <a:pt x="655" y="17"/>
                  </a:lnTo>
                  <a:lnTo>
                    <a:pt x="658" y="21"/>
                  </a:lnTo>
                  <a:lnTo>
                    <a:pt x="658" y="23"/>
                  </a:lnTo>
                  <a:lnTo>
                    <a:pt x="655" y="23"/>
                  </a:lnTo>
                  <a:lnTo>
                    <a:pt x="652" y="21"/>
                  </a:lnTo>
                  <a:lnTo>
                    <a:pt x="651" y="20"/>
                  </a:lnTo>
                  <a:lnTo>
                    <a:pt x="650" y="17"/>
                  </a:lnTo>
                  <a:lnTo>
                    <a:pt x="647" y="15"/>
                  </a:lnTo>
                  <a:lnTo>
                    <a:pt x="639" y="14"/>
                  </a:lnTo>
                  <a:lnTo>
                    <a:pt x="637" y="13"/>
                  </a:lnTo>
                  <a:lnTo>
                    <a:pt x="629" y="12"/>
                  </a:lnTo>
                  <a:lnTo>
                    <a:pt x="621" y="9"/>
                  </a:lnTo>
                  <a:lnTo>
                    <a:pt x="619" y="7"/>
                  </a:lnTo>
                  <a:lnTo>
                    <a:pt x="617" y="3"/>
                  </a:lnTo>
                  <a:lnTo>
                    <a:pt x="620" y="2"/>
                  </a:lnTo>
                  <a:lnTo>
                    <a:pt x="621" y="1"/>
                  </a:lnTo>
                  <a:lnTo>
                    <a:pt x="588" y="1"/>
                  </a:lnTo>
                  <a:lnTo>
                    <a:pt x="593" y="6"/>
                  </a:lnTo>
                  <a:lnTo>
                    <a:pt x="596" y="12"/>
                  </a:lnTo>
                  <a:lnTo>
                    <a:pt x="599" y="16"/>
                  </a:lnTo>
                  <a:lnTo>
                    <a:pt x="600" y="24"/>
                  </a:lnTo>
                  <a:lnTo>
                    <a:pt x="603" y="29"/>
                  </a:lnTo>
                  <a:lnTo>
                    <a:pt x="605" y="34"/>
                  </a:lnTo>
                  <a:lnTo>
                    <a:pt x="605" y="36"/>
                  </a:lnTo>
                  <a:lnTo>
                    <a:pt x="604" y="41"/>
                  </a:lnTo>
                  <a:lnTo>
                    <a:pt x="602" y="46"/>
                  </a:lnTo>
                  <a:lnTo>
                    <a:pt x="602" y="48"/>
                  </a:lnTo>
                  <a:lnTo>
                    <a:pt x="599" y="52"/>
                  </a:lnTo>
                  <a:lnTo>
                    <a:pt x="598" y="55"/>
                  </a:lnTo>
                  <a:lnTo>
                    <a:pt x="598" y="59"/>
                  </a:lnTo>
                  <a:lnTo>
                    <a:pt x="596" y="62"/>
                  </a:lnTo>
                  <a:lnTo>
                    <a:pt x="596" y="65"/>
                  </a:lnTo>
                  <a:lnTo>
                    <a:pt x="595" y="69"/>
                  </a:lnTo>
                  <a:lnTo>
                    <a:pt x="599" y="75"/>
                  </a:lnTo>
                  <a:lnTo>
                    <a:pt x="600" y="80"/>
                  </a:lnTo>
                  <a:lnTo>
                    <a:pt x="600" y="83"/>
                  </a:lnTo>
                  <a:lnTo>
                    <a:pt x="598" y="87"/>
                  </a:lnTo>
                  <a:lnTo>
                    <a:pt x="598" y="89"/>
                  </a:lnTo>
                  <a:lnTo>
                    <a:pt x="600" y="93"/>
                  </a:lnTo>
                  <a:lnTo>
                    <a:pt x="603" y="94"/>
                  </a:lnTo>
                  <a:lnTo>
                    <a:pt x="607" y="93"/>
                  </a:lnTo>
                  <a:lnTo>
                    <a:pt x="609" y="93"/>
                  </a:lnTo>
                  <a:lnTo>
                    <a:pt x="613" y="94"/>
                  </a:lnTo>
                  <a:lnTo>
                    <a:pt x="616" y="94"/>
                  </a:lnTo>
                  <a:lnTo>
                    <a:pt x="617" y="92"/>
                  </a:lnTo>
                  <a:lnTo>
                    <a:pt x="622" y="89"/>
                  </a:lnTo>
                  <a:lnTo>
                    <a:pt x="628" y="89"/>
                  </a:lnTo>
                  <a:lnTo>
                    <a:pt x="636" y="93"/>
                  </a:lnTo>
                  <a:lnTo>
                    <a:pt x="638" y="96"/>
                  </a:lnTo>
                  <a:lnTo>
                    <a:pt x="644" y="100"/>
                  </a:lnTo>
                  <a:lnTo>
                    <a:pt x="649" y="102"/>
                  </a:lnTo>
                  <a:lnTo>
                    <a:pt x="650" y="104"/>
                  </a:lnTo>
                  <a:lnTo>
                    <a:pt x="650" y="108"/>
                  </a:lnTo>
                  <a:lnTo>
                    <a:pt x="650" y="110"/>
                  </a:lnTo>
                  <a:lnTo>
                    <a:pt x="654" y="120"/>
                  </a:lnTo>
                  <a:lnTo>
                    <a:pt x="655" y="120"/>
                  </a:lnTo>
                  <a:lnTo>
                    <a:pt x="655" y="123"/>
                  </a:lnTo>
                  <a:lnTo>
                    <a:pt x="654" y="125"/>
                  </a:lnTo>
                  <a:lnTo>
                    <a:pt x="650" y="125"/>
                  </a:lnTo>
                  <a:lnTo>
                    <a:pt x="648" y="127"/>
                  </a:lnTo>
                  <a:lnTo>
                    <a:pt x="647" y="130"/>
                  </a:lnTo>
                  <a:lnTo>
                    <a:pt x="647" y="135"/>
                  </a:lnTo>
                  <a:lnTo>
                    <a:pt x="647" y="140"/>
                  </a:lnTo>
                  <a:lnTo>
                    <a:pt x="648" y="142"/>
                  </a:lnTo>
                  <a:lnTo>
                    <a:pt x="651" y="142"/>
                  </a:lnTo>
                  <a:lnTo>
                    <a:pt x="655" y="144"/>
                  </a:lnTo>
                  <a:lnTo>
                    <a:pt x="660" y="143"/>
                  </a:lnTo>
                  <a:lnTo>
                    <a:pt x="664" y="147"/>
                  </a:lnTo>
                  <a:lnTo>
                    <a:pt x="664" y="147"/>
                  </a:lnTo>
                  <a:lnTo>
                    <a:pt x="658" y="148"/>
                  </a:lnTo>
                  <a:lnTo>
                    <a:pt x="655" y="148"/>
                  </a:lnTo>
                  <a:lnTo>
                    <a:pt x="649" y="148"/>
                  </a:lnTo>
                  <a:lnTo>
                    <a:pt x="648" y="146"/>
                  </a:lnTo>
                  <a:lnTo>
                    <a:pt x="647" y="144"/>
                  </a:lnTo>
                  <a:lnTo>
                    <a:pt x="642" y="142"/>
                  </a:lnTo>
                  <a:lnTo>
                    <a:pt x="642" y="139"/>
                  </a:lnTo>
                  <a:lnTo>
                    <a:pt x="643" y="138"/>
                  </a:lnTo>
                  <a:lnTo>
                    <a:pt x="644" y="135"/>
                  </a:lnTo>
                  <a:lnTo>
                    <a:pt x="643" y="133"/>
                  </a:lnTo>
                  <a:lnTo>
                    <a:pt x="644" y="129"/>
                  </a:lnTo>
                  <a:lnTo>
                    <a:pt x="645" y="125"/>
                  </a:lnTo>
                  <a:lnTo>
                    <a:pt x="645" y="124"/>
                  </a:lnTo>
                  <a:lnTo>
                    <a:pt x="643" y="125"/>
                  </a:lnTo>
                  <a:lnTo>
                    <a:pt x="643" y="123"/>
                  </a:lnTo>
                  <a:lnTo>
                    <a:pt x="644" y="119"/>
                  </a:lnTo>
                  <a:lnTo>
                    <a:pt x="644" y="119"/>
                  </a:lnTo>
                  <a:lnTo>
                    <a:pt x="644" y="117"/>
                  </a:lnTo>
                  <a:lnTo>
                    <a:pt x="644" y="115"/>
                  </a:lnTo>
                  <a:lnTo>
                    <a:pt x="644" y="114"/>
                  </a:lnTo>
                  <a:lnTo>
                    <a:pt x="642" y="112"/>
                  </a:lnTo>
                  <a:lnTo>
                    <a:pt x="640" y="110"/>
                  </a:lnTo>
                  <a:lnTo>
                    <a:pt x="639" y="109"/>
                  </a:lnTo>
                  <a:lnTo>
                    <a:pt x="637" y="107"/>
                  </a:lnTo>
                  <a:lnTo>
                    <a:pt x="636" y="105"/>
                  </a:lnTo>
                  <a:lnTo>
                    <a:pt x="636" y="102"/>
                  </a:lnTo>
                  <a:lnTo>
                    <a:pt x="635" y="98"/>
                  </a:lnTo>
                  <a:lnTo>
                    <a:pt x="628" y="99"/>
                  </a:lnTo>
                  <a:lnTo>
                    <a:pt x="625" y="100"/>
                  </a:lnTo>
                  <a:lnTo>
                    <a:pt x="617" y="102"/>
                  </a:lnTo>
                  <a:lnTo>
                    <a:pt x="613" y="105"/>
                  </a:lnTo>
                  <a:lnTo>
                    <a:pt x="608" y="106"/>
                  </a:lnTo>
                  <a:lnTo>
                    <a:pt x="606" y="108"/>
                  </a:lnTo>
                  <a:lnTo>
                    <a:pt x="606" y="110"/>
                  </a:lnTo>
                  <a:lnTo>
                    <a:pt x="607" y="113"/>
                  </a:lnTo>
                  <a:lnTo>
                    <a:pt x="606" y="116"/>
                  </a:lnTo>
                  <a:lnTo>
                    <a:pt x="605" y="118"/>
                  </a:lnTo>
                  <a:lnTo>
                    <a:pt x="605" y="121"/>
                  </a:lnTo>
                  <a:lnTo>
                    <a:pt x="607" y="121"/>
                  </a:lnTo>
                  <a:lnTo>
                    <a:pt x="608" y="124"/>
                  </a:lnTo>
                  <a:lnTo>
                    <a:pt x="609" y="125"/>
                  </a:lnTo>
                  <a:lnTo>
                    <a:pt x="609" y="128"/>
                  </a:lnTo>
                  <a:lnTo>
                    <a:pt x="610" y="129"/>
                  </a:lnTo>
                  <a:lnTo>
                    <a:pt x="611" y="132"/>
                  </a:lnTo>
                  <a:lnTo>
                    <a:pt x="611" y="137"/>
                  </a:lnTo>
                  <a:lnTo>
                    <a:pt x="610" y="143"/>
                  </a:lnTo>
                  <a:lnTo>
                    <a:pt x="607" y="146"/>
                  </a:lnTo>
                  <a:lnTo>
                    <a:pt x="600" y="154"/>
                  </a:lnTo>
                  <a:lnTo>
                    <a:pt x="599" y="156"/>
                  </a:lnTo>
                  <a:lnTo>
                    <a:pt x="599" y="159"/>
                  </a:lnTo>
                  <a:lnTo>
                    <a:pt x="599" y="164"/>
                  </a:lnTo>
                  <a:lnTo>
                    <a:pt x="595" y="170"/>
                  </a:lnTo>
                  <a:lnTo>
                    <a:pt x="592" y="172"/>
                  </a:lnTo>
                  <a:lnTo>
                    <a:pt x="589" y="174"/>
                  </a:lnTo>
                  <a:lnTo>
                    <a:pt x="587" y="176"/>
                  </a:lnTo>
                  <a:lnTo>
                    <a:pt x="580" y="179"/>
                  </a:lnTo>
                  <a:lnTo>
                    <a:pt x="579" y="181"/>
                  </a:lnTo>
                  <a:lnTo>
                    <a:pt x="581" y="185"/>
                  </a:lnTo>
                  <a:lnTo>
                    <a:pt x="579" y="190"/>
                  </a:lnTo>
                  <a:lnTo>
                    <a:pt x="576" y="191"/>
                  </a:lnTo>
                  <a:lnTo>
                    <a:pt x="567" y="187"/>
                  </a:lnTo>
                  <a:lnTo>
                    <a:pt x="562" y="186"/>
                  </a:lnTo>
                  <a:lnTo>
                    <a:pt x="559" y="187"/>
                  </a:lnTo>
                  <a:lnTo>
                    <a:pt x="557" y="187"/>
                  </a:lnTo>
                  <a:lnTo>
                    <a:pt x="551" y="186"/>
                  </a:lnTo>
                  <a:lnTo>
                    <a:pt x="550" y="185"/>
                  </a:lnTo>
                  <a:lnTo>
                    <a:pt x="550" y="183"/>
                  </a:lnTo>
                  <a:lnTo>
                    <a:pt x="551" y="182"/>
                  </a:lnTo>
                  <a:lnTo>
                    <a:pt x="550" y="176"/>
                  </a:lnTo>
                  <a:lnTo>
                    <a:pt x="547" y="175"/>
                  </a:lnTo>
                  <a:lnTo>
                    <a:pt x="546" y="174"/>
                  </a:lnTo>
                  <a:lnTo>
                    <a:pt x="547" y="173"/>
                  </a:lnTo>
                  <a:lnTo>
                    <a:pt x="549" y="172"/>
                  </a:lnTo>
                  <a:lnTo>
                    <a:pt x="552" y="174"/>
                  </a:lnTo>
                  <a:lnTo>
                    <a:pt x="553" y="175"/>
                  </a:lnTo>
                  <a:lnTo>
                    <a:pt x="556" y="175"/>
                  </a:lnTo>
                  <a:lnTo>
                    <a:pt x="557" y="173"/>
                  </a:lnTo>
                  <a:lnTo>
                    <a:pt x="560" y="173"/>
                  </a:lnTo>
                  <a:lnTo>
                    <a:pt x="562" y="169"/>
                  </a:lnTo>
                  <a:lnTo>
                    <a:pt x="564" y="171"/>
                  </a:lnTo>
                  <a:lnTo>
                    <a:pt x="567" y="169"/>
                  </a:lnTo>
                  <a:lnTo>
                    <a:pt x="568" y="168"/>
                  </a:lnTo>
                  <a:lnTo>
                    <a:pt x="569" y="167"/>
                  </a:lnTo>
                  <a:lnTo>
                    <a:pt x="571" y="168"/>
                  </a:lnTo>
                  <a:lnTo>
                    <a:pt x="575" y="167"/>
                  </a:lnTo>
                  <a:lnTo>
                    <a:pt x="576" y="165"/>
                  </a:lnTo>
                  <a:lnTo>
                    <a:pt x="575" y="163"/>
                  </a:lnTo>
                  <a:lnTo>
                    <a:pt x="571" y="163"/>
                  </a:lnTo>
                  <a:lnTo>
                    <a:pt x="569" y="164"/>
                  </a:lnTo>
                  <a:lnTo>
                    <a:pt x="567" y="162"/>
                  </a:lnTo>
                  <a:lnTo>
                    <a:pt x="567" y="159"/>
                  </a:lnTo>
                  <a:lnTo>
                    <a:pt x="572" y="162"/>
                  </a:lnTo>
                  <a:lnTo>
                    <a:pt x="577" y="161"/>
                  </a:lnTo>
                  <a:lnTo>
                    <a:pt x="577" y="160"/>
                  </a:lnTo>
                  <a:lnTo>
                    <a:pt x="578" y="156"/>
                  </a:lnTo>
                  <a:lnTo>
                    <a:pt x="580" y="156"/>
                  </a:lnTo>
                  <a:lnTo>
                    <a:pt x="581" y="154"/>
                  </a:lnTo>
                  <a:lnTo>
                    <a:pt x="582" y="152"/>
                  </a:lnTo>
                  <a:lnTo>
                    <a:pt x="583" y="149"/>
                  </a:lnTo>
                  <a:lnTo>
                    <a:pt x="584" y="147"/>
                  </a:lnTo>
                  <a:lnTo>
                    <a:pt x="588" y="144"/>
                  </a:lnTo>
                  <a:lnTo>
                    <a:pt x="590" y="142"/>
                  </a:lnTo>
                  <a:lnTo>
                    <a:pt x="589" y="140"/>
                  </a:lnTo>
                  <a:lnTo>
                    <a:pt x="590" y="138"/>
                  </a:lnTo>
                  <a:lnTo>
                    <a:pt x="589" y="130"/>
                  </a:lnTo>
                  <a:lnTo>
                    <a:pt x="589" y="127"/>
                  </a:lnTo>
                  <a:lnTo>
                    <a:pt x="590" y="123"/>
                  </a:lnTo>
                  <a:lnTo>
                    <a:pt x="594" y="118"/>
                  </a:lnTo>
                  <a:lnTo>
                    <a:pt x="594" y="110"/>
                  </a:lnTo>
                  <a:lnTo>
                    <a:pt x="587" y="104"/>
                  </a:lnTo>
                  <a:lnTo>
                    <a:pt x="581" y="96"/>
                  </a:lnTo>
                  <a:lnTo>
                    <a:pt x="581" y="92"/>
                  </a:lnTo>
                  <a:lnTo>
                    <a:pt x="582" y="89"/>
                  </a:lnTo>
                  <a:lnTo>
                    <a:pt x="583" y="86"/>
                  </a:lnTo>
                  <a:lnTo>
                    <a:pt x="582" y="82"/>
                  </a:lnTo>
                  <a:lnTo>
                    <a:pt x="584" y="79"/>
                  </a:lnTo>
                  <a:lnTo>
                    <a:pt x="583" y="74"/>
                  </a:lnTo>
                  <a:lnTo>
                    <a:pt x="584" y="70"/>
                  </a:lnTo>
                  <a:lnTo>
                    <a:pt x="584" y="65"/>
                  </a:lnTo>
                  <a:lnTo>
                    <a:pt x="583" y="64"/>
                  </a:lnTo>
                  <a:lnTo>
                    <a:pt x="583" y="62"/>
                  </a:lnTo>
                  <a:lnTo>
                    <a:pt x="583" y="62"/>
                  </a:lnTo>
                  <a:lnTo>
                    <a:pt x="582" y="59"/>
                  </a:lnTo>
                  <a:lnTo>
                    <a:pt x="583" y="56"/>
                  </a:lnTo>
                  <a:lnTo>
                    <a:pt x="583" y="54"/>
                  </a:lnTo>
                  <a:lnTo>
                    <a:pt x="581" y="53"/>
                  </a:lnTo>
                  <a:lnTo>
                    <a:pt x="581" y="50"/>
                  </a:lnTo>
                  <a:lnTo>
                    <a:pt x="582" y="47"/>
                  </a:lnTo>
                  <a:lnTo>
                    <a:pt x="585" y="44"/>
                  </a:lnTo>
                  <a:lnTo>
                    <a:pt x="585" y="43"/>
                  </a:lnTo>
                  <a:lnTo>
                    <a:pt x="584" y="35"/>
                  </a:lnTo>
                  <a:lnTo>
                    <a:pt x="585" y="31"/>
                  </a:lnTo>
                  <a:lnTo>
                    <a:pt x="585" y="27"/>
                  </a:lnTo>
                  <a:lnTo>
                    <a:pt x="582" y="19"/>
                  </a:lnTo>
                  <a:lnTo>
                    <a:pt x="583" y="13"/>
                  </a:lnTo>
                  <a:lnTo>
                    <a:pt x="571" y="8"/>
                  </a:lnTo>
                  <a:lnTo>
                    <a:pt x="575" y="6"/>
                  </a:lnTo>
                  <a:lnTo>
                    <a:pt x="565" y="2"/>
                  </a:lnTo>
                  <a:lnTo>
                    <a:pt x="514" y="2"/>
                  </a:lnTo>
                  <a:lnTo>
                    <a:pt x="509" y="10"/>
                  </a:lnTo>
                  <a:lnTo>
                    <a:pt x="507" y="18"/>
                  </a:lnTo>
                  <a:lnTo>
                    <a:pt x="507" y="19"/>
                  </a:lnTo>
                  <a:lnTo>
                    <a:pt x="508" y="19"/>
                  </a:lnTo>
                  <a:lnTo>
                    <a:pt x="511" y="15"/>
                  </a:lnTo>
                  <a:lnTo>
                    <a:pt x="511" y="16"/>
                  </a:lnTo>
                  <a:lnTo>
                    <a:pt x="511" y="19"/>
                  </a:lnTo>
                  <a:lnTo>
                    <a:pt x="510" y="22"/>
                  </a:lnTo>
                  <a:lnTo>
                    <a:pt x="506" y="24"/>
                  </a:lnTo>
                  <a:lnTo>
                    <a:pt x="505" y="29"/>
                  </a:lnTo>
                  <a:lnTo>
                    <a:pt x="506" y="32"/>
                  </a:lnTo>
                  <a:lnTo>
                    <a:pt x="509" y="30"/>
                  </a:lnTo>
                  <a:lnTo>
                    <a:pt x="511" y="29"/>
                  </a:lnTo>
                  <a:lnTo>
                    <a:pt x="515" y="29"/>
                  </a:lnTo>
                  <a:lnTo>
                    <a:pt x="516" y="33"/>
                  </a:lnTo>
                  <a:lnTo>
                    <a:pt x="515" y="36"/>
                  </a:lnTo>
                  <a:lnTo>
                    <a:pt x="515" y="46"/>
                  </a:lnTo>
                  <a:lnTo>
                    <a:pt x="513" y="48"/>
                  </a:lnTo>
                  <a:lnTo>
                    <a:pt x="514" y="54"/>
                  </a:lnTo>
                  <a:lnTo>
                    <a:pt x="515" y="57"/>
                  </a:lnTo>
                  <a:lnTo>
                    <a:pt x="514" y="60"/>
                  </a:lnTo>
                  <a:lnTo>
                    <a:pt x="511" y="60"/>
                  </a:lnTo>
                  <a:lnTo>
                    <a:pt x="510" y="58"/>
                  </a:lnTo>
                  <a:lnTo>
                    <a:pt x="509" y="64"/>
                  </a:lnTo>
                  <a:lnTo>
                    <a:pt x="509" y="74"/>
                  </a:lnTo>
                  <a:lnTo>
                    <a:pt x="511" y="77"/>
                  </a:lnTo>
                  <a:lnTo>
                    <a:pt x="511" y="74"/>
                  </a:lnTo>
                  <a:lnTo>
                    <a:pt x="514" y="73"/>
                  </a:lnTo>
                  <a:lnTo>
                    <a:pt x="519" y="76"/>
                  </a:lnTo>
                  <a:lnTo>
                    <a:pt x="523" y="79"/>
                  </a:lnTo>
                  <a:lnTo>
                    <a:pt x="524" y="78"/>
                  </a:lnTo>
                  <a:lnTo>
                    <a:pt x="525" y="78"/>
                  </a:lnTo>
                  <a:lnTo>
                    <a:pt x="525" y="83"/>
                  </a:lnTo>
                  <a:lnTo>
                    <a:pt x="527" y="89"/>
                  </a:lnTo>
                  <a:lnTo>
                    <a:pt x="528" y="93"/>
                  </a:lnTo>
                  <a:lnTo>
                    <a:pt x="530" y="97"/>
                  </a:lnTo>
                  <a:lnTo>
                    <a:pt x="534" y="100"/>
                  </a:lnTo>
                  <a:lnTo>
                    <a:pt x="537" y="99"/>
                  </a:lnTo>
                  <a:lnTo>
                    <a:pt x="537" y="100"/>
                  </a:lnTo>
                  <a:lnTo>
                    <a:pt x="538" y="102"/>
                  </a:lnTo>
                  <a:lnTo>
                    <a:pt x="536" y="106"/>
                  </a:lnTo>
                  <a:lnTo>
                    <a:pt x="533" y="114"/>
                  </a:lnTo>
                  <a:lnTo>
                    <a:pt x="531" y="119"/>
                  </a:lnTo>
                  <a:lnTo>
                    <a:pt x="531" y="122"/>
                  </a:lnTo>
                  <a:lnTo>
                    <a:pt x="527" y="125"/>
                  </a:lnTo>
                  <a:lnTo>
                    <a:pt x="526" y="123"/>
                  </a:lnTo>
                  <a:lnTo>
                    <a:pt x="527" y="119"/>
                  </a:lnTo>
                  <a:lnTo>
                    <a:pt x="524" y="116"/>
                  </a:lnTo>
                  <a:lnTo>
                    <a:pt x="520" y="114"/>
                  </a:lnTo>
                  <a:lnTo>
                    <a:pt x="512" y="104"/>
                  </a:lnTo>
                  <a:lnTo>
                    <a:pt x="509" y="102"/>
                  </a:lnTo>
                  <a:lnTo>
                    <a:pt x="505" y="101"/>
                  </a:lnTo>
                  <a:lnTo>
                    <a:pt x="499" y="96"/>
                  </a:lnTo>
                  <a:lnTo>
                    <a:pt x="493" y="94"/>
                  </a:lnTo>
                  <a:lnTo>
                    <a:pt x="493" y="92"/>
                  </a:lnTo>
                  <a:lnTo>
                    <a:pt x="495" y="92"/>
                  </a:lnTo>
                  <a:lnTo>
                    <a:pt x="494" y="91"/>
                  </a:lnTo>
                  <a:lnTo>
                    <a:pt x="490" y="90"/>
                  </a:lnTo>
                  <a:lnTo>
                    <a:pt x="485" y="86"/>
                  </a:lnTo>
                  <a:lnTo>
                    <a:pt x="481" y="85"/>
                  </a:lnTo>
                  <a:lnTo>
                    <a:pt x="474" y="77"/>
                  </a:lnTo>
                  <a:lnTo>
                    <a:pt x="470" y="76"/>
                  </a:lnTo>
                  <a:lnTo>
                    <a:pt x="463" y="73"/>
                  </a:lnTo>
                  <a:lnTo>
                    <a:pt x="461" y="73"/>
                  </a:lnTo>
                  <a:lnTo>
                    <a:pt x="456" y="70"/>
                  </a:lnTo>
                  <a:lnTo>
                    <a:pt x="453" y="70"/>
                  </a:lnTo>
                  <a:lnTo>
                    <a:pt x="440" y="69"/>
                  </a:lnTo>
                  <a:lnTo>
                    <a:pt x="439" y="68"/>
                  </a:lnTo>
                  <a:lnTo>
                    <a:pt x="435" y="66"/>
                  </a:lnTo>
                  <a:lnTo>
                    <a:pt x="432" y="66"/>
                  </a:lnTo>
                  <a:lnTo>
                    <a:pt x="431" y="67"/>
                  </a:lnTo>
                  <a:lnTo>
                    <a:pt x="431" y="69"/>
                  </a:lnTo>
                  <a:lnTo>
                    <a:pt x="429" y="71"/>
                  </a:lnTo>
                  <a:lnTo>
                    <a:pt x="425" y="74"/>
                  </a:lnTo>
                  <a:lnTo>
                    <a:pt x="425" y="76"/>
                  </a:lnTo>
                  <a:lnTo>
                    <a:pt x="426" y="81"/>
                  </a:lnTo>
                  <a:lnTo>
                    <a:pt x="429" y="85"/>
                  </a:lnTo>
                  <a:lnTo>
                    <a:pt x="432" y="93"/>
                  </a:lnTo>
                  <a:lnTo>
                    <a:pt x="432" y="92"/>
                  </a:lnTo>
                  <a:lnTo>
                    <a:pt x="433" y="92"/>
                  </a:lnTo>
                  <a:lnTo>
                    <a:pt x="432" y="100"/>
                  </a:lnTo>
                  <a:lnTo>
                    <a:pt x="431" y="102"/>
                  </a:lnTo>
                  <a:lnTo>
                    <a:pt x="426" y="107"/>
                  </a:lnTo>
                  <a:lnTo>
                    <a:pt x="419" y="108"/>
                  </a:lnTo>
                  <a:lnTo>
                    <a:pt x="419" y="111"/>
                  </a:lnTo>
                  <a:lnTo>
                    <a:pt x="420" y="113"/>
                  </a:lnTo>
                  <a:lnTo>
                    <a:pt x="420" y="115"/>
                  </a:lnTo>
                  <a:lnTo>
                    <a:pt x="418" y="119"/>
                  </a:lnTo>
                  <a:lnTo>
                    <a:pt x="415" y="121"/>
                  </a:lnTo>
                  <a:lnTo>
                    <a:pt x="412" y="119"/>
                  </a:lnTo>
                  <a:lnTo>
                    <a:pt x="409" y="116"/>
                  </a:lnTo>
                  <a:lnTo>
                    <a:pt x="409" y="112"/>
                  </a:lnTo>
                  <a:lnTo>
                    <a:pt x="410" y="110"/>
                  </a:lnTo>
                  <a:lnTo>
                    <a:pt x="412" y="108"/>
                  </a:lnTo>
                  <a:lnTo>
                    <a:pt x="413" y="106"/>
                  </a:lnTo>
                  <a:lnTo>
                    <a:pt x="408" y="99"/>
                  </a:lnTo>
                  <a:lnTo>
                    <a:pt x="409" y="97"/>
                  </a:lnTo>
                  <a:lnTo>
                    <a:pt x="406" y="97"/>
                  </a:lnTo>
                  <a:lnTo>
                    <a:pt x="397" y="101"/>
                  </a:lnTo>
                  <a:lnTo>
                    <a:pt x="395" y="105"/>
                  </a:lnTo>
                  <a:lnTo>
                    <a:pt x="391" y="106"/>
                  </a:lnTo>
                  <a:lnTo>
                    <a:pt x="386" y="113"/>
                  </a:lnTo>
                  <a:lnTo>
                    <a:pt x="384" y="114"/>
                  </a:lnTo>
                  <a:lnTo>
                    <a:pt x="382" y="111"/>
                  </a:lnTo>
                  <a:lnTo>
                    <a:pt x="378" y="110"/>
                  </a:lnTo>
                  <a:lnTo>
                    <a:pt x="374" y="112"/>
                  </a:lnTo>
                  <a:lnTo>
                    <a:pt x="370" y="109"/>
                  </a:lnTo>
                  <a:lnTo>
                    <a:pt x="364" y="113"/>
                  </a:lnTo>
                  <a:lnTo>
                    <a:pt x="362" y="113"/>
                  </a:lnTo>
                  <a:lnTo>
                    <a:pt x="356" y="118"/>
                  </a:lnTo>
                  <a:lnTo>
                    <a:pt x="355" y="120"/>
                  </a:lnTo>
                  <a:lnTo>
                    <a:pt x="355" y="125"/>
                  </a:lnTo>
                  <a:lnTo>
                    <a:pt x="354" y="127"/>
                  </a:lnTo>
                  <a:lnTo>
                    <a:pt x="352" y="127"/>
                  </a:lnTo>
                  <a:lnTo>
                    <a:pt x="350" y="125"/>
                  </a:lnTo>
                  <a:lnTo>
                    <a:pt x="348" y="122"/>
                  </a:lnTo>
                  <a:lnTo>
                    <a:pt x="347" y="123"/>
                  </a:lnTo>
                  <a:lnTo>
                    <a:pt x="346" y="124"/>
                  </a:lnTo>
                  <a:lnTo>
                    <a:pt x="343" y="121"/>
                  </a:lnTo>
                  <a:lnTo>
                    <a:pt x="343" y="114"/>
                  </a:lnTo>
                  <a:lnTo>
                    <a:pt x="342" y="113"/>
                  </a:lnTo>
                  <a:lnTo>
                    <a:pt x="342" y="111"/>
                  </a:lnTo>
                  <a:lnTo>
                    <a:pt x="343" y="108"/>
                  </a:lnTo>
                  <a:lnTo>
                    <a:pt x="343" y="105"/>
                  </a:lnTo>
                  <a:lnTo>
                    <a:pt x="342" y="102"/>
                  </a:lnTo>
                  <a:lnTo>
                    <a:pt x="341" y="101"/>
                  </a:lnTo>
                  <a:lnTo>
                    <a:pt x="341" y="103"/>
                  </a:lnTo>
                  <a:lnTo>
                    <a:pt x="340" y="103"/>
                  </a:lnTo>
                  <a:lnTo>
                    <a:pt x="340" y="101"/>
                  </a:lnTo>
                  <a:lnTo>
                    <a:pt x="342" y="100"/>
                  </a:lnTo>
                  <a:lnTo>
                    <a:pt x="348" y="99"/>
                  </a:lnTo>
                  <a:lnTo>
                    <a:pt x="351" y="97"/>
                  </a:lnTo>
                  <a:lnTo>
                    <a:pt x="351" y="97"/>
                  </a:lnTo>
                  <a:lnTo>
                    <a:pt x="350" y="97"/>
                  </a:lnTo>
                  <a:lnTo>
                    <a:pt x="346" y="99"/>
                  </a:lnTo>
                  <a:lnTo>
                    <a:pt x="344" y="98"/>
                  </a:lnTo>
                  <a:lnTo>
                    <a:pt x="340" y="99"/>
                  </a:lnTo>
                  <a:lnTo>
                    <a:pt x="335" y="101"/>
                  </a:lnTo>
                  <a:lnTo>
                    <a:pt x="335" y="103"/>
                  </a:lnTo>
                  <a:lnTo>
                    <a:pt x="333" y="104"/>
                  </a:lnTo>
                  <a:lnTo>
                    <a:pt x="333" y="105"/>
                  </a:lnTo>
                  <a:lnTo>
                    <a:pt x="334" y="108"/>
                  </a:lnTo>
                  <a:lnTo>
                    <a:pt x="334" y="110"/>
                  </a:lnTo>
                  <a:lnTo>
                    <a:pt x="331" y="111"/>
                  </a:lnTo>
                  <a:lnTo>
                    <a:pt x="329" y="110"/>
                  </a:lnTo>
                  <a:lnTo>
                    <a:pt x="328" y="108"/>
                  </a:lnTo>
                  <a:lnTo>
                    <a:pt x="329" y="106"/>
                  </a:lnTo>
                  <a:lnTo>
                    <a:pt x="328" y="106"/>
                  </a:lnTo>
                  <a:lnTo>
                    <a:pt x="323" y="112"/>
                  </a:lnTo>
                  <a:lnTo>
                    <a:pt x="324" y="111"/>
                  </a:lnTo>
                  <a:lnTo>
                    <a:pt x="325" y="114"/>
                  </a:lnTo>
                  <a:lnTo>
                    <a:pt x="325" y="115"/>
                  </a:lnTo>
                  <a:lnTo>
                    <a:pt x="325" y="118"/>
                  </a:lnTo>
                  <a:lnTo>
                    <a:pt x="323" y="119"/>
                  </a:lnTo>
                  <a:lnTo>
                    <a:pt x="322" y="120"/>
                  </a:lnTo>
                  <a:lnTo>
                    <a:pt x="321" y="117"/>
                  </a:lnTo>
                  <a:lnTo>
                    <a:pt x="319" y="114"/>
                  </a:lnTo>
                  <a:lnTo>
                    <a:pt x="312" y="116"/>
                  </a:lnTo>
                  <a:lnTo>
                    <a:pt x="313" y="117"/>
                  </a:lnTo>
                  <a:lnTo>
                    <a:pt x="304" y="121"/>
                  </a:lnTo>
                  <a:lnTo>
                    <a:pt x="303" y="120"/>
                  </a:lnTo>
                  <a:lnTo>
                    <a:pt x="302" y="121"/>
                  </a:lnTo>
                  <a:lnTo>
                    <a:pt x="295" y="127"/>
                  </a:lnTo>
                  <a:lnTo>
                    <a:pt x="278" y="138"/>
                  </a:lnTo>
                  <a:lnTo>
                    <a:pt x="276" y="138"/>
                  </a:lnTo>
                  <a:lnTo>
                    <a:pt x="276" y="142"/>
                  </a:lnTo>
                  <a:lnTo>
                    <a:pt x="277" y="142"/>
                  </a:lnTo>
                  <a:lnTo>
                    <a:pt x="275" y="144"/>
                  </a:lnTo>
                  <a:lnTo>
                    <a:pt x="270" y="145"/>
                  </a:lnTo>
                  <a:lnTo>
                    <a:pt x="267" y="147"/>
                  </a:lnTo>
                  <a:lnTo>
                    <a:pt x="266" y="146"/>
                  </a:lnTo>
                  <a:lnTo>
                    <a:pt x="265" y="149"/>
                  </a:lnTo>
                  <a:lnTo>
                    <a:pt x="262" y="157"/>
                  </a:lnTo>
                  <a:lnTo>
                    <a:pt x="262" y="160"/>
                  </a:lnTo>
                  <a:lnTo>
                    <a:pt x="262" y="166"/>
                  </a:lnTo>
                  <a:lnTo>
                    <a:pt x="261" y="168"/>
                  </a:lnTo>
                  <a:lnTo>
                    <a:pt x="257" y="171"/>
                  </a:lnTo>
                  <a:lnTo>
                    <a:pt x="254" y="170"/>
                  </a:lnTo>
                  <a:lnTo>
                    <a:pt x="249" y="172"/>
                  </a:lnTo>
                  <a:lnTo>
                    <a:pt x="248" y="177"/>
                  </a:lnTo>
                  <a:lnTo>
                    <a:pt x="247" y="174"/>
                  </a:lnTo>
                  <a:lnTo>
                    <a:pt x="247" y="170"/>
                  </a:lnTo>
                  <a:lnTo>
                    <a:pt x="243" y="172"/>
                  </a:lnTo>
                  <a:lnTo>
                    <a:pt x="241" y="172"/>
                  </a:lnTo>
                  <a:lnTo>
                    <a:pt x="239" y="171"/>
                  </a:lnTo>
                  <a:lnTo>
                    <a:pt x="237" y="166"/>
                  </a:lnTo>
                  <a:lnTo>
                    <a:pt x="236" y="163"/>
                  </a:lnTo>
                  <a:lnTo>
                    <a:pt x="230" y="157"/>
                  </a:lnTo>
                  <a:lnTo>
                    <a:pt x="228" y="155"/>
                  </a:lnTo>
                  <a:lnTo>
                    <a:pt x="227" y="151"/>
                  </a:lnTo>
                  <a:lnTo>
                    <a:pt x="227" y="148"/>
                  </a:lnTo>
                  <a:lnTo>
                    <a:pt x="229" y="148"/>
                  </a:lnTo>
                  <a:lnTo>
                    <a:pt x="231" y="145"/>
                  </a:lnTo>
                  <a:lnTo>
                    <a:pt x="232" y="142"/>
                  </a:lnTo>
                  <a:lnTo>
                    <a:pt x="235" y="141"/>
                  </a:lnTo>
                  <a:lnTo>
                    <a:pt x="248" y="138"/>
                  </a:lnTo>
                  <a:lnTo>
                    <a:pt x="246" y="134"/>
                  </a:lnTo>
                  <a:lnTo>
                    <a:pt x="246" y="130"/>
                  </a:lnTo>
                  <a:lnTo>
                    <a:pt x="245" y="126"/>
                  </a:lnTo>
                  <a:lnTo>
                    <a:pt x="243" y="127"/>
                  </a:lnTo>
                  <a:lnTo>
                    <a:pt x="241" y="123"/>
                  </a:lnTo>
                  <a:lnTo>
                    <a:pt x="239" y="122"/>
                  </a:lnTo>
                  <a:lnTo>
                    <a:pt x="239" y="118"/>
                  </a:lnTo>
                  <a:lnTo>
                    <a:pt x="237" y="115"/>
                  </a:lnTo>
                  <a:lnTo>
                    <a:pt x="230" y="114"/>
                  </a:lnTo>
                  <a:lnTo>
                    <a:pt x="225" y="114"/>
                  </a:lnTo>
                  <a:lnTo>
                    <a:pt x="219" y="113"/>
                  </a:lnTo>
                  <a:lnTo>
                    <a:pt x="217" y="114"/>
                  </a:lnTo>
                  <a:lnTo>
                    <a:pt x="214" y="114"/>
                  </a:lnTo>
                  <a:lnTo>
                    <a:pt x="204" y="109"/>
                  </a:lnTo>
                  <a:lnTo>
                    <a:pt x="205" y="111"/>
                  </a:lnTo>
                  <a:lnTo>
                    <a:pt x="216" y="121"/>
                  </a:lnTo>
                  <a:lnTo>
                    <a:pt x="216" y="128"/>
                  </a:lnTo>
                  <a:lnTo>
                    <a:pt x="217" y="132"/>
                  </a:lnTo>
                  <a:lnTo>
                    <a:pt x="215" y="137"/>
                  </a:lnTo>
                  <a:lnTo>
                    <a:pt x="216" y="141"/>
                  </a:lnTo>
                  <a:lnTo>
                    <a:pt x="212" y="152"/>
                  </a:lnTo>
                  <a:lnTo>
                    <a:pt x="212" y="155"/>
                  </a:lnTo>
                  <a:lnTo>
                    <a:pt x="212" y="160"/>
                  </a:lnTo>
                  <a:lnTo>
                    <a:pt x="214" y="161"/>
                  </a:lnTo>
                  <a:lnTo>
                    <a:pt x="217" y="161"/>
                  </a:lnTo>
                  <a:lnTo>
                    <a:pt x="219" y="162"/>
                  </a:lnTo>
                  <a:lnTo>
                    <a:pt x="221" y="167"/>
                  </a:lnTo>
                  <a:lnTo>
                    <a:pt x="221" y="170"/>
                  </a:lnTo>
                  <a:lnTo>
                    <a:pt x="220" y="173"/>
                  </a:lnTo>
                  <a:lnTo>
                    <a:pt x="221" y="175"/>
                  </a:lnTo>
                  <a:lnTo>
                    <a:pt x="220" y="180"/>
                  </a:lnTo>
                  <a:lnTo>
                    <a:pt x="217" y="184"/>
                  </a:lnTo>
                  <a:lnTo>
                    <a:pt x="216" y="189"/>
                  </a:lnTo>
                  <a:lnTo>
                    <a:pt x="217" y="193"/>
                  </a:lnTo>
                  <a:lnTo>
                    <a:pt x="216" y="202"/>
                  </a:lnTo>
                  <a:lnTo>
                    <a:pt x="214" y="198"/>
                  </a:lnTo>
                  <a:lnTo>
                    <a:pt x="213" y="196"/>
                  </a:lnTo>
                  <a:lnTo>
                    <a:pt x="212" y="193"/>
                  </a:lnTo>
                  <a:lnTo>
                    <a:pt x="210" y="194"/>
                  </a:lnTo>
                  <a:lnTo>
                    <a:pt x="207" y="196"/>
                  </a:lnTo>
                  <a:lnTo>
                    <a:pt x="208" y="193"/>
                  </a:lnTo>
                  <a:lnTo>
                    <a:pt x="209" y="190"/>
                  </a:lnTo>
                  <a:lnTo>
                    <a:pt x="205" y="187"/>
                  </a:lnTo>
                  <a:lnTo>
                    <a:pt x="203" y="185"/>
                  </a:lnTo>
                  <a:lnTo>
                    <a:pt x="197" y="185"/>
                  </a:lnTo>
                  <a:lnTo>
                    <a:pt x="192" y="181"/>
                  </a:lnTo>
                  <a:lnTo>
                    <a:pt x="190" y="184"/>
                  </a:lnTo>
                  <a:lnTo>
                    <a:pt x="189" y="186"/>
                  </a:lnTo>
                  <a:lnTo>
                    <a:pt x="186" y="190"/>
                  </a:lnTo>
                  <a:lnTo>
                    <a:pt x="184" y="193"/>
                  </a:lnTo>
                  <a:lnTo>
                    <a:pt x="181" y="196"/>
                  </a:lnTo>
                  <a:lnTo>
                    <a:pt x="175" y="199"/>
                  </a:lnTo>
                  <a:lnTo>
                    <a:pt x="173" y="199"/>
                  </a:lnTo>
                  <a:lnTo>
                    <a:pt x="170" y="201"/>
                  </a:lnTo>
                  <a:lnTo>
                    <a:pt x="169" y="204"/>
                  </a:lnTo>
                  <a:lnTo>
                    <a:pt x="166" y="207"/>
                  </a:lnTo>
                  <a:lnTo>
                    <a:pt x="163" y="209"/>
                  </a:lnTo>
                  <a:lnTo>
                    <a:pt x="160" y="210"/>
                  </a:lnTo>
                  <a:lnTo>
                    <a:pt x="160" y="213"/>
                  </a:lnTo>
                  <a:lnTo>
                    <a:pt x="161" y="219"/>
                  </a:lnTo>
                  <a:lnTo>
                    <a:pt x="164" y="225"/>
                  </a:lnTo>
                  <a:lnTo>
                    <a:pt x="167" y="228"/>
                  </a:lnTo>
                  <a:lnTo>
                    <a:pt x="168" y="232"/>
                  </a:lnTo>
                  <a:lnTo>
                    <a:pt x="171" y="239"/>
                  </a:lnTo>
                  <a:lnTo>
                    <a:pt x="172" y="241"/>
                  </a:lnTo>
                  <a:lnTo>
                    <a:pt x="174" y="244"/>
                  </a:lnTo>
                  <a:lnTo>
                    <a:pt x="174" y="246"/>
                  </a:lnTo>
                  <a:lnTo>
                    <a:pt x="170" y="243"/>
                  </a:lnTo>
                  <a:lnTo>
                    <a:pt x="168" y="243"/>
                  </a:lnTo>
                  <a:lnTo>
                    <a:pt x="162" y="241"/>
                  </a:lnTo>
                  <a:lnTo>
                    <a:pt x="162" y="242"/>
                  </a:lnTo>
                  <a:lnTo>
                    <a:pt x="161" y="243"/>
                  </a:lnTo>
                  <a:lnTo>
                    <a:pt x="158" y="243"/>
                  </a:lnTo>
                  <a:lnTo>
                    <a:pt x="154" y="241"/>
                  </a:lnTo>
                  <a:lnTo>
                    <a:pt x="149" y="237"/>
                  </a:lnTo>
                  <a:lnTo>
                    <a:pt x="146" y="237"/>
                  </a:lnTo>
                  <a:lnTo>
                    <a:pt x="144" y="235"/>
                  </a:lnTo>
                  <a:lnTo>
                    <a:pt x="140" y="238"/>
                  </a:lnTo>
                  <a:lnTo>
                    <a:pt x="138" y="241"/>
                  </a:lnTo>
                  <a:lnTo>
                    <a:pt x="138" y="237"/>
                  </a:lnTo>
                  <a:lnTo>
                    <a:pt x="141" y="234"/>
                  </a:lnTo>
                  <a:lnTo>
                    <a:pt x="138" y="233"/>
                  </a:lnTo>
                  <a:lnTo>
                    <a:pt x="134" y="232"/>
                  </a:lnTo>
                  <a:lnTo>
                    <a:pt x="134" y="229"/>
                  </a:lnTo>
                  <a:lnTo>
                    <a:pt x="129" y="227"/>
                  </a:lnTo>
                  <a:lnTo>
                    <a:pt x="125" y="225"/>
                  </a:lnTo>
                  <a:lnTo>
                    <a:pt x="123" y="224"/>
                  </a:lnTo>
                  <a:lnTo>
                    <a:pt x="122" y="229"/>
                  </a:lnTo>
                  <a:lnTo>
                    <a:pt x="120" y="232"/>
                  </a:lnTo>
                  <a:lnTo>
                    <a:pt x="118" y="232"/>
                  </a:lnTo>
                  <a:lnTo>
                    <a:pt x="118" y="235"/>
                  </a:lnTo>
                  <a:lnTo>
                    <a:pt x="120" y="238"/>
                  </a:lnTo>
                  <a:lnTo>
                    <a:pt x="122" y="239"/>
                  </a:lnTo>
                  <a:lnTo>
                    <a:pt x="124" y="245"/>
                  </a:lnTo>
                  <a:lnTo>
                    <a:pt x="128" y="249"/>
                  </a:lnTo>
                  <a:lnTo>
                    <a:pt x="135" y="246"/>
                  </a:lnTo>
                  <a:lnTo>
                    <a:pt x="137" y="250"/>
                  </a:lnTo>
                  <a:lnTo>
                    <a:pt x="138" y="261"/>
                  </a:lnTo>
                  <a:lnTo>
                    <a:pt x="139" y="263"/>
                  </a:lnTo>
                  <a:lnTo>
                    <a:pt x="135" y="261"/>
                  </a:lnTo>
                  <a:lnTo>
                    <a:pt x="132" y="263"/>
                  </a:lnTo>
                  <a:lnTo>
                    <a:pt x="131" y="265"/>
                  </a:lnTo>
                  <a:lnTo>
                    <a:pt x="131" y="266"/>
                  </a:lnTo>
                  <a:lnTo>
                    <a:pt x="128" y="264"/>
                  </a:lnTo>
                  <a:lnTo>
                    <a:pt x="126" y="263"/>
                  </a:lnTo>
                  <a:lnTo>
                    <a:pt x="118" y="260"/>
                  </a:lnTo>
                  <a:lnTo>
                    <a:pt x="114" y="259"/>
                  </a:lnTo>
                  <a:lnTo>
                    <a:pt x="114" y="257"/>
                  </a:lnTo>
                  <a:lnTo>
                    <a:pt x="112" y="254"/>
                  </a:lnTo>
                  <a:lnTo>
                    <a:pt x="110" y="252"/>
                  </a:lnTo>
                  <a:lnTo>
                    <a:pt x="108" y="250"/>
                  </a:lnTo>
                  <a:lnTo>
                    <a:pt x="106" y="249"/>
                  </a:lnTo>
                  <a:lnTo>
                    <a:pt x="105" y="250"/>
                  </a:lnTo>
                  <a:lnTo>
                    <a:pt x="102" y="251"/>
                  </a:lnTo>
                  <a:lnTo>
                    <a:pt x="98" y="247"/>
                  </a:lnTo>
                  <a:lnTo>
                    <a:pt x="96" y="244"/>
                  </a:lnTo>
                  <a:lnTo>
                    <a:pt x="93" y="246"/>
                  </a:lnTo>
                  <a:lnTo>
                    <a:pt x="94" y="244"/>
                  </a:lnTo>
                  <a:lnTo>
                    <a:pt x="96" y="242"/>
                  </a:lnTo>
                  <a:lnTo>
                    <a:pt x="96" y="237"/>
                  </a:lnTo>
                  <a:lnTo>
                    <a:pt x="96" y="233"/>
                  </a:lnTo>
                  <a:lnTo>
                    <a:pt x="94" y="231"/>
                  </a:lnTo>
                  <a:lnTo>
                    <a:pt x="94" y="227"/>
                  </a:lnTo>
                  <a:lnTo>
                    <a:pt x="90" y="219"/>
                  </a:lnTo>
                  <a:lnTo>
                    <a:pt x="91" y="217"/>
                  </a:lnTo>
                  <a:lnTo>
                    <a:pt x="94" y="216"/>
                  </a:lnTo>
                  <a:lnTo>
                    <a:pt x="95" y="211"/>
                  </a:lnTo>
                  <a:lnTo>
                    <a:pt x="95" y="205"/>
                  </a:lnTo>
                  <a:lnTo>
                    <a:pt x="95" y="202"/>
                  </a:lnTo>
                  <a:lnTo>
                    <a:pt x="93" y="200"/>
                  </a:lnTo>
                  <a:lnTo>
                    <a:pt x="91" y="195"/>
                  </a:lnTo>
                  <a:lnTo>
                    <a:pt x="90" y="194"/>
                  </a:lnTo>
                  <a:lnTo>
                    <a:pt x="87" y="193"/>
                  </a:lnTo>
                  <a:lnTo>
                    <a:pt x="86" y="190"/>
                  </a:lnTo>
                  <a:lnTo>
                    <a:pt x="83" y="190"/>
                  </a:lnTo>
                  <a:lnTo>
                    <a:pt x="79" y="189"/>
                  </a:lnTo>
                  <a:lnTo>
                    <a:pt x="79" y="187"/>
                  </a:lnTo>
                  <a:lnTo>
                    <a:pt x="80" y="185"/>
                  </a:lnTo>
                  <a:lnTo>
                    <a:pt x="79" y="184"/>
                  </a:lnTo>
                  <a:lnTo>
                    <a:pt x="75" y="183"/>
                  </a:lnTo>
                  <a:lnTo>
                    <a:pt x="67" y="176"/>
                  </a:lnTo>
                  <a:lnTo>
                    <a:pt x="69" y="175"/>
                  </a:lnTo>
                  <a:lnTo>
                    <a:pt x="65" y="171"/>
                  </a:lnTo>
                  <a:lnTo>
                    <a:pt x="64" y="168"/>
                  </a:lnTo>
                  <a:lnTo>
                    <a:pt x="62" y="165"/>
                  </a:lnTo>
                  <a:lnTo>
                    <a:pt x="58" y="164"/>
                  </a:lnTo>
                  <a:lnTo>
                    <a:pt x="60" y="162"/>
                  </a:lnTo>
                  <a:lnTo>
                    <a:pt x="65" y="161"/>
                  </a:lnTo>
                  <a:lnTo>
                    <a:pt x="69" y="164"/>
                  </a:lnTo>
                  <a:lnTo>
                    <a:pt x="70" y="166"/>
                  </a:lnTo>
                  <a:lnTo>
                    <a:pt x="72" y="170"/>
                  </a:lnTo>
                  <a:lnTo>
                    <a:pt x="79" y="174"/>
                  </a:lnTo>
                  <a:lnTo>
                    <a:pt x="80" y="174"/>
                  </a:lnTo>
                  <a:lnTo>
                    <a:pt x="81" y="171"/>
                  </a:lnTo>
                  <a:lnTo>
                    <a:pt x="82" y="175"/>
                  </a:lnTo>
                  <a:lnTo>
                    <a:pt x="85" y="176"/>
                  </a:lnTo>
                  <a:lnTo>
                    <a:pt x="86" y="175"/>
                  </a:lnTo>
                  <a:lnTo>
                    <a:pt x="87" y="176"/>
                  </a:lnTo>
                  <a:lnTo>
                    <a:pt x="88" y="174"/>
                  </a:lnTo>
                  <a:lnTo>
                    <a:pt x="90" y="175"/>
                  </a:lnTo>
                  <a:lnTo>
                    <a:pt x="90" y="178"/>
                  </a:lnTo>
                  <a:lnTo>
                    <a:pt x="91" y="181"/>
                  </a:lnTo>
                  <a:lnTo>
                    <a:pt x="95" y="179"/>
                  </a:lnTo>
                  <a:lnTo>
                    <a:pt x="99" y="180"/>
                  </a:lnTo>
                  <a:lnTo>
                    <a:pt x="101" y="183"/>
                  </a:lnTo>
                  <a:lnTo>
                    <a:pt x="103" y="183"/>
                  </a:lnTo>
                  <a:lnTo>
                    <a:pt x="105" y="185"/>
                  </a:lnTo>
                  <a:lnTo>
                    <a:pt x="113" y="187"/>
                  </a:lnTo>
                  <a:lnTo>
                    <a:pt x="116" y="189"/>
                  </a:lnTo>
                  <a:lnTo>
                    <a:pt x="123" y="189"/>
                  </a:lnTo>
                  <a:lnTo>
                    <a:pt x="129" y="192"/>
                  </a:lnTo>
                  <a:lnTo>
                    <a:pt x="131" y="194"/>
                  </a:lnTo>
                  <a:lnTo>
                    <a:pt x="136" y="195"/>
                  </a:lnTo>
                  <a:lnTo>
                    <a:pt x="147" y="196"/>
                  </a:lnTo>
                  <a:lnTo>
                    <a:pt x="150" y="194"/>
                  </a:lnTo>
                  <a:lnTo>
                    <a:pt x="153" y="194"/>
                  </a:lnTo>
                  <a:lnTo>
                    <a:pt x="163" y="189"/>
                  </a:lnTo>
                  <a:lnTo>
                    <a:pt x="166" y="187"/>
                  </a:lnTo>
                  <a:lnTo>
                    <a:pt x="168" y="185"/>
                  </a:lnTo>
                  <a:lnTo>
                    <a:pt x="172" y="180"/>
                  </a:lnTo>
                  <a:lnTo>
                    <a:pt x="177" y="172"/>
                  </a:lnTo>
                  <a:lnTo>
                    <a:pt x="179" y="166"/>
                  </a:lnTo>
                  <a:lnTo>
                    <a:pt x="180" y="161"/>
                  </a:lnTo>
                  <a:lnTo>
                    <a:pt x="178" y="160"/>
                  </a:lnTo>
                  <a:lnTo>
                    <a:pt x="177" y="159"/>
                  </a:lnTo>
                  <a:lnTo>
                    <a:pt x="177" y="153"/>
                  </a:lnTo>
                  <a:lnTo>
                    <a:pt x="176" y="150"/>
                  </a:lnTo>
                  <a:lnTo>
                    <a:pt x="176" y="145"/>
                  </a:lnTo>
                  <a:lnTo>
                    <a:pt x="173" y="141"/>
                  </a:lnTo>
                  <a:lnTo>
                    <a:pt x="171" y="140"/>
                  </a:lnTo>
                  <a:lnTo>
                    <a:pt x="169" y="141"/>
                  </a:lnTo>
                  <a:lnTo>
                    <a:pt x="167" y="139"/>
                  </a:lnTo>
                  <a:lnTo>
                    <a:pt x="167" y="137"/>
                  </a:lnTo>
                  <a:lnTo>
                    <a:pt x="166" y="136"/>
                  </a:lnTo>
                  <a:lnTo>
                    <a:pt x="163" y="132"/>
                  </a:lnTo>
                  <a:lnTo>
                    <a:pt x="162" y="130"/>
                  </a:lnTo>
                  <a:lnTo>
                    <a:pt x="161" y="129"/>
                  </a:lnTo>
                  <a:lnTo>
                    <a:pt x="159" y="128"/>
                  </a:lnTo>
                  <a:lnTo>
                    <a:pt x="160" y="131"/>
                  </a:lnTo>
                  <a:lnTo>
                    <a:pt x="158" y="131"/>
                  </a:lnTo>
                  <a:lnTo>
                    <a:pt x="153" y="128"/>
                  </a:lnTo>
                  <a:lnTo>
                    <a:pt x="151" y="125"/>
                  </a:lnTo>
                  <a:lnTo>
                    <a:pt x="151" y="127"/>
                  </a:lnTo>
                  <a:lnTo>
                    <a:pt x="150" y="126"/>
                  </a:lnTo>
                  <a:lnTo>
                    <a:pt x="149" y="123"/>
                  </a:lnTo>
                  <a:lnTo>
                    <a:pt x="146" y="119"/>
                  </a:lnTo>
                  <a:lnTo>
                    <a:pt x="148" y="124"/>
                  </a:lnTo>
                  <a:lnTo>
                    <a:pt x="143" y="122"/>
                  </a:lnTo>
                  <a:lnTo>
                    <a:pt x="141" y="119"/>
                  </a:lnTo>
                  <a:lnTo>
                    <a:pt x="140" y="118"/>
                  </a:lnTo>
                  <a:lnTo>
                    <a:pt x="139" y="115"/>
                  </a:lnTo>
                  <a:lnTo>
                    <a:pt x="131" y="108"/>
                  </a:lnTo>
                  <a:lnTo>
                    <a:pt x="128" y="105"/>
                  </a:lnTo>
                  <a:lnTo>
                    <a:pt x="126" y="103"/>
                  </a:lnTo>
                  <a:lnTo>
                    <a:pt x="120" y="99"/>
                  </a:lnTo>
                  <a:lnTo>
                    <a:pt x="118" y="96"/>
                  </a:lnTo>
                  <a:lnTo>
                    <a:pt x="110" y="92"/>
                  </a:lnTo>
                  <a:lnTo>
                    <a:pt x="109" y="91"/>
                  </a:lnTo>
                  <a:lnTo>
                    <a:pt x="101" y="89"/>
                  </a:lnTo>
                  <a:lnTo>
                    <a:pt x="101" y="90"/>
                  </a:lnTo>
                  <a:lnTo>
                    <a:pt x="101" y="91"/>
                  </a:lnTo>
                  <a:lnTo>
                    <a:pt x="99" y="91"/>
                  </a:lnTo>
                  <a:lnTo>
                    <a:pt x="95" y="89"/>
                  </a:lnTo>
                  <a:lnTo>
                    <a:pt x="87" y="87"/>
                  </a:lnTo>
                  <a:lnTo>
                    <a:pt x="83" y="85"/>
                  </a:lnTo>
                  <a:lnTo>
                    <a:pt x="82" y="87"/>
                  </a:lnTo>
                  <a:lnTo>
                    <a:pt x="78" y="87"/>
                  </a:lnTo>
                  <a:lnTo>
                    <a:pt x="77" y="89"/>
                  </a:lnTo>
                  <a:lnTo>
                    <a:pt x="76" y="86"/>
                  </a:lnTo>
                  <a:lnTo>
                    <a:pt x="75" y="86"/>
                  </a:lnTo>
                  <a:lnTo>
                    <a:pt x="75" y="83"/>
                  </a:lnTo>
                  <a:lnTo>
                    <a:pt x="75" y="82"/>
                  </a:lnTo>
                  <a:lnTo>
                    <a:pt x="70" y="86"/>
                  </a:lnTo>
                  <a:lnTo>
                    <a:pt x="71" y="81"/>
                  </a:lnTo>
                  <a:lnTo>
                    <a:pt x="69" y="83"/>
                  </a:lnTo>
                  <a:lnTo>
                    <a:pt x="69" y="80"/>
                  </a:lnTo>
                  <a:lnTo>
                    <a:pt x="69" y="80"/>
                  </a:lnTo>
                  <a:lnTo>
                    <a:pt x="67" y="80"/>
                  </a:lnTo>
                  <a:lnTo>
                    <a:pt x="63" y="81"/>
                  </a:lnTo>
                  <a:lnTo>
                    <a:pt x="64" y="80"/>
                  </a:lnTo>
                  <a:lnTo>
                    <a:pt x="63" y="78"/>
                  </a:lnTo>
                  <a:lnTo>
                    <a:pt x="63" y="76"/>
                  </a:lnTo>
                  <a:lnTo>
                    <a:pt x="59" y="77"/>
                  </a:lnTo>
                  <a:lnTo>
                    <a:pt x="61" y="70"/>
                  </a:lnTo>
                  <a:lnTo>
                    <a:pt x="61" y="73"/>
                  </a:lnTo>
                  <a:lnTo>
                    <a:pt x="63" y="74"/>
                  </a:lnTo>
                  <a:lnTo>
                    <a:pt x="64" y="74"/>
                  </a:lnTo>
                  <a:lnTo>
                    <a:pt x="66" y="76"/>
                  </a:lnTo>
                  <a:lnTo>
                    <a:pt x="68" y="75"/>
                  </a:lnTo>
                  <a:lnTo>
                    <a:pt x="70" y="76"/>
                  </a:lnTo>
                  <a:lnTo>
                    <a:pt x="72" y="72"/>
                  </a:lnTo>
                  <a:lnTo>
                    <a:pt x="73" y="70"/>
                  </a:lnTo>
                  <a:lnTo>
                    <a:pt x="68" y="68"/>
                  </a:lnTo>
                  <a:lnTo>
                    <a:pt x="67" y="69"/>
                  </a:lnTo>
                  <a:lnTo>
                    <a:pt x="65" y="67"/>
                  </a:lnTo>
                  <a:lnTo>
                    <a:pt x="65" y="66"/>
                  </a:lnTo>
                  <a:lnTo>
                    <a:pt x="61" y="64"/>
                  </a:lnTo>
                  <a:lnTo>
                    <a:pt x="57" y="62"/>
                  </a:lnTo>
                  <a:lnTo>
                    <a:pt x="58" y="64"/>
                  </a:lnTo>
                  <a:lnTo>
                    <a:pt x="58" y="68"/>
                  </a:lnTo>
                  <a:lnTo>
                    <a:pt x="56" y="68"/>
                  </a:lnTo>
                  <a:lnTo>
                    <a:pt x="55" y="67"/>
                  </a:lnTo>
                  <a:lnTo>
                    <a:pt x="55" y="69"/>
                  </a:lnTo>
                  <a:lnTo>
                    <a:pt x="55" y="72"/>
                  </a:lnTo>
                  <a:lnTo>
                    <a:pt x="54" y="73"/>
                  </a:lnTo>
                  <a:lnTo>
                    <a:pt x="52" y="73"/>
                  </a:lnTo>
                  <a:lnTo>
                    <a:pt x="49" y="71"/>
                  </a:lnTo>
                  <a:lnTo>
                    <a:pt x="45" y="68"/>
                  </a:lnTo>
                  <a:lnTo>
                    <a:pt x="45" y="68"/>
                  </a:lnTo>
                  <a:lnTo>
                    <a:pt x="45" y="70"/>
                  </a:lnTo>
                  <a:lnTo>
                    <a:pt x="45" y="72"/>
                  </a:lnTo>
                  <a:lnTo>
                    <a:pt x="44" y="75"/>
                  </a:lnTo>
                  <a:lnTo>
                    <a:pt x="44" y="76"/>
                  </a:lnTo>
                  <a:lnTo>
                    <a:pt x="41" y="77"/>
                  </a:lnTo>
                  <a:lnTo>
                    <a:pt x="35" y="74"/>
                  </a:lnTo>
                  <a:lnTo>
                    <a:pt x="34" y="81"/>
                  </a:lnTo>
                  <a:lnTo>
                    <a:pt x="33" y="83"/>
                  </a:lnTo>
                  <a:lnTo>
                    <a:pt x="25" y="87"/>
                  </a:lnTo>
                  <a:lnTo>
                    <a:pt x="24" y="89"/>
                  </a:lnTo>
                  <a:lnTo>
                    <a:pt x="24" y="91"/>
                  </a:lnTo>
                  <a:lnTo>
                    <a:pt x="24" y="92"/>
                  </a:lnTo>
                  <a:lnTo>
                    <a:pt x="22" y="94"/>
                  </a:lnTo>
                  <a:lnTo>
                    <a:pt x="21" y="94"/>
                  </a:lnTo>
                  <a:lnTo>
                    <a:pt x="14" y="101"/>
                  </a:lnTo>
                  <a:lnTo>
                    <a:pt x="16" y="102"/>
                  </a:lnTo>
                  <a:lnTo>
                    <a:pt x="16" y="103"/>
                  </a:lnTo>
                  <a:lnTo>
                    <a:pt x="14" y="110"/>
                  </a:lnTo>
                  <a:lnTo>
                    <a:pt x="13" y="112"/>
                  </a:lnTo>
                  <a:lnTo>
                    <a:pt x="14" y="118"/>
                  </a:lnTo>
                  <a:lnTo>
                    <a:pt x="15" y="123"/>
                  </a:lnTo>
                  <a:lnTo>
                    <a:pt x="16" y="124"/>
                  </a:lnTo>
                  <a:lnTo>
                    <a:pt x="19" y="126"/>
                  </a:lnTo>
                  <a:lnTo>
                    <a:pt x="22" y="126"/>
                  </a:lnTo>
                  <a:lnTo>
                    <a:pt x="25" y="128"/>
                  </a:lnTo>
                  <a:lnTo>
                    <a:pt x="30" y="137"/>
                  </a:lnTo>
                  <a:lnTo>
                    <a:pt x="32" y="141"/>
                  </a:lnTo>
                  <a:lnTo>
                    <a:pt x="33" y="146"/>
                  </a:lnTo>
                  <a:lnTo>
                    <a:pt x="29" y="155"/>
                  </a:lnTo>
                  <a:lnTo>
                    <a:pt x="24" y="165"/>
                  </a:lnTo>
                  <a:lnTo>
                    <a:pt x="23" y="168"/>
                  </a:lnTo>
                  <a:lnTo>
                    <a:pt x="23" y="173"/>
                  </a:lnTo>
                  <a:lnTo>
                    <a:pt x="25" y="177"/>
                  </a:lnTo>
                  <a:lnTo>
                    <a:pt x="27" y="181"/>
                  </a:lnTo>
                  <a:lnTo>
                    <a:pt x="28" y="186"/>
                  </a:lnTo>
                  <a:lnTo>
                    <a:pt x="31" y="192"/>
                  </a:lnTo>
                  <a:lnTo>
                    <a:pt x="34" y="200"/>
                  </a:lnTo>
                  <a:lnTo>
                    <a:pt x="34" y="204"/>
                  </a:lnTo>
                  <a:lnTo>
                    <a:pt x="35" y="208"/>
                  </a:lnTo>
                  <a:lnTo>
                    <a:pt x="32" y="211"/>
                  </a:lnTo>
                  <a:lnTo>
                    <a:pt x="31" y="216"/>
                  </a:lnTo>
                  <a:lnTo>
                    <a:pt x="30" y="220"/>
                  </a:lnTo>
                  <a:lnTo>
                    <a:pt x="31" y="222"/>
                  </a:lnTo>
                  <a:lnTo>
                    <a:pt x="31" y="226"/>
                  </a:lnTo>
                  <a:lnTo>
                    <a:pt x="30" y="229"/>
                  </a:lnTo>
                  <a:lnTo>
                    <a:pt x="30" y="234"/>
                  </a:lnTo>
                  <a:lnTo>
                    <a:pt x="34" y="235"/>
                  </a:lnTo>
                  <a:lnTo>
                    <a:pt x="36" y="239"/>
                  </a:lnTo>
                  <a:lnTo>
                    <a:pt x="35" y="244"/>
                  </a:lnTo>
                  <a:lnTo>
                    <a:pt x="37" y="247"/>
                  </a:lnTo>
                  <a:lnTo>
                    <a:pt x="41" y="251"/>
                  </a:lnTo>
                  <a:lnTo>
                    <a:pt x="41" y="256"/>
                  </a:lnTo>
                  <a:lnTo>
                    <a:pt x="39" y="260"/>
                  </a:lnTo>
                  <a:lnTo>
                    <a:pt x="37" y="263"/>
                  </a:lnTo>
                  <a:lnTo>
                    <a:pt x="36" y="267"/>
                  </a:lnTo>
                  <a:lnTo>
                    <a:pt x="37" y="272"/>
                  </a:lnTo>
                  <a:lnTo>
                    <a:pt x="39" y="275"/>
                  </a:lnTo>
                  <a:lnTo>
                    <a:pt x="46" y="280"/>
                  </a:lnTo>
                  <a:lnTo>
                    <a:pt x="48" y="284"/>
                  </a:lnTo>
                  <a:lnTo>
                    <a:pt x="50" y="288"/>
                  </a:lnTo>
                  <a:lnTo>
                    <a:pt x="51" y="287"/>
                  </a:lnTo>
                  <a:lnTo>
                    <a:pt x="51" y="296"/>
                  </a:lnTo>
                  <a:lnTo>
                    <a:pt x="47" y="305"/>
                  </a:lnTo>
                  <a:lnTo>
                    <a:pt x="44" y="309"/>
                  </a:lnTo>
                  <a:lnTo>
                    <a:pt x="32" y="326"/>
                  </a:lnTo>
                  <a:lnTo>
                    <a:pt x="23" y="336"/>
                  </a:lnTo>
                  <a:lnTo>
                    <a:pt x="11" y="347"/>
                  </a:lnTo>
                  <a:lnTo>
                    <a:pt x="2" y="354"/>
                  </a:lnTo>
                  <a:lnTo>
                    <a:pt x="8" y="355"/>
                  </a:lnTo>
                  <a:lnTo>
                    <a:pt x="10" y="352"/>
                  </a:lnTo>
                  <a:lnTo>
                    <a:pt x="15" y="350"/>
                  </a:lnTo>
                  <a:lnTo>
                    <a:pt x="15" y="351"/>
                  </a:lnTo>
                  <a:lnTo>
                    <a:pt x="15" y="352"/>
                  </a:lnTo>
                  <a:lnTo>
                    <a:pt x="15" y="356"/>
                  </a:lnTo>
                  <a:lnTo>
                    <a:pt x="14" y="355"/>
                  </a:lnTo>
                  <a:lnTo>
                    <a:pt x="13" y="355"/>
                  </a:lnTo>
                  <a:lnTo>
                    <a:pt x="13" y="358"/>
                  </a:lnTo>
                  <a:lnTo>
                    <a:pt x="14" y="360"/>
                  </a:lnTo>
                  <a:lnTo>
                    <a:pt x="15" y="360"/>
                  </a:lnTo>
                  <a:lnTo>
                    <a:pt x="16" y="361"/>
                  </a:lnTo>
                  <a:lnTo>
                    <a:pt x="20" y="364"/>
                  </a:lnTo>
                  <a:lnTo>
                    <a:pt x="23" y="364"/>
                  </a:lnTo>
                  <a:lnTo>
                    <a:pt x="28" y="363"/>
                  </a:lnTo>
                  <a:lnTo>
                    <a:pt x="30" y="364"/>
                  </a:lnTo>
                  <a:lnTo>
                    <a:pt x="32" y="366"/>
                  </a:lnTo>
                  <a:lnTo>
                    <a:pt x="32" y="368"/>
                  </a:lnTo>
                  <a:lnTo>
                    <a:pt x="34" y="369"/>
                  </a:lnTo>
                  <a:lnTo>
                    <a:pt x="35" y="369"/>
                  </a:lnTo>
                  <a:lnTo>
                    <a:pt x="36" y="370"/>
                  </a:lnTo>
                  <a:lnTo>
                    <a:pt x="34" y="371"/>
                  </a:lnTo>
                  <a:lnTo>
                    <a:pt x="32" y="371"/>
                  </a:lnTo>
                  <a:lnTo>
                    <a:pt x="26" y="369"/>
                  </a:lnTo>
                  <a:lnTo>
                    <a:pt x="21" y="369"/>
                  </a:lnTo>
                  <a:lnTo>
                    <a:pt x="20" y="371"/>
                  </a:lnTo>
                  <a:lnTo>
                    <a:pt x="20" y="372"/>
                  </a:lnTo>
                  <a:lnTo>
                    <a:pt x="16" y="374"/>
                  </a:lnTo>
                  <a:lnTo>
                    <a:pt x="14" y="373"/>
                  </a:lnTo>
                  <a:lnTo>
                    <a:pt x="13" y="374"/>
                  </a:lnTo>
                  <a:lnTo>
                    <a:pt x="12" y="376"/>
                  </a:lnTo>
                  <a:lnTo>
                    <a:pt x="10" y="377"/>
                  </a:lnTo>
                  <a:lnTo>
                    <a:pt x="9" y="375"/>
                  </a:lnTo>
                  <a:lnTo>
                    <a:pt x="7" y="375"/>
                  </a:lnTo>
                  <a:lnTo>
                    <a:pt x="6" y="377"/>
                  </a:lnTo>
                  <a:lnTo>
                    <a:pt x="7" y="380"/>
                  </a:lnTo>
                  <a:lnTo>
                    <a:pt x="9" y="381"/>
                  </a:lnTo>
                  <a:lnTo>
                    <a:pt x="10" y="382"/>
                  </a:lnTo>
                  <a:lnTo>
                    <a:pt x="10" y="384"/>
                  </a:lnTo>
                  <a:lnTo>
                    <a:pt x="10" y="386"/>
                  </a:lnTo>
                  <a:lnTo>
                    <a:pt x="7" y="388"/>
                  </a:lnTo>
                  <a:lnTo>
                    <a:pt x="5" y="392"/>
                  </a:lnTo>
                  <a:lnTo>
                    <a:pt x="4" y="395"/>
                  </a:lnTo>
                  <a:lnTo>
                    <a:pt x="4" y="398"/>
                  </a:lnTo>
                  <a:lnTo>
                    <a:pt x="4" y="403"/>
                  </a:lnTo>
                  <a:lnTo>
                    <a:pt x="4" y="404"/>
                  </a:lnTo>
                  <a:lnTo>
                    <a:pt x="5" y="405"/>
                  </a:lnTo>
                  <a:lnTo>
                    <a:pt x="5" y="407"/>
                  </a:lnTo>
                  <a:lnTo>
                    <a:pt x="4" y="409"/>
                  </a:lnTo>
                  <a:lnTo>
                    <a:pt x="2" y="411"/>
                  </a:lnTo>
                  <a:lnTo>
                    <a:pt x="1" y="411"/>
                  </a:lnTo>
                  <a:lnTo>
                    <a:pt x="0" y="413"/>
                  </a:lnTo>
                  <a:lnTo>
                    <a:pt x="1" y="415"/>
                  </a:lnTo>
                  <a:lnTo>
                    <a:pt x="3" y="415"/>
                  </a:lnTo>
                  <a:lnTo>
                    <a:pt x="6" y="415"/>
                  </a:lnTo>
                  <a:lnTo>
                    <a:pt x="9" y="419"/>
                  </a:lnTo>
                  <a:lnTo>
                    <a:pt x="9" y="423"/>
                  </a:lnTo>
                  <a:lnTo>
                    <a:pt x="6" y="423"/>
                  </a:lnTo>
                  <a:lnTo>
                    <a:pt x="4" y="420"/>
                  </a:lnTo>
                  <a:lnTo>
                    <a:pt x="2" y="418"/>
                  </a:lnTo>
                  <a:lnTo>
                    <a:pt x="2" y="422"/>
                  </a:lnTo>
                  <a:lnTo>
                    <a:pt x="1" y="424"/>
                  </a:lnTo>
                  <a:lnTo>
                    <a:pt x="0" y="427"/>
                  </a:lnTo>
                  <a:lnTo>
                    <a:pt x="0" y="429"/>
                  </a:lnTo>
                  <a:lnTo>
                    <a:pt x="1" y="430"/>
                  </a:lnTo>
                  <a:lnTo>
                    <a:pt x="2" y="432"/>
                  </a:lnTo>
                  <a:lnTo>
                    <a:pt x="4" y="433"/>
                  </a:lnTo>
                  <a:lnTo>
                    <a:pt x="5" y="435"/>
                  </a:lnTo>
                  <a:lnTo>
                    <a:pt x="5" y="437"/>
                  </a:lnTo>
                  <a:lnTo>
                    <a:pt x="4" y="442"/>
                  </a:lnTo>
                  <a:lnTo>
                    <a:pt x="3" y="444"/>
                  </a:lnTo>
                  <a:lnTo>
                    <a:pt x="5" y="445"/>
                  </a:lnTo>
                  <a:lnTo>
                    <a:pt x="7" y="446"/>
                  </a:lnTo>
                  <a:lnTo>
                    <a:pt x="7" y="447"/>
                  </a:lnTo>
                  <a:lnTo>
                    <a:pt x="10" y="453"/>
                  </a:lnTo>
                  <a:lnTo>
                    <a:pt x="10" y="455"/>
                  </a:lnTo>
                  <a:lnTo>
                    <a:pt x="11" y="456"/>
                  </a:lnTo>
                  <a:lnTo>
                    <a:pt x="11" y="460"/>
                  </a:lnTo>
                  <a:lnTo>
                    <a:pt x="11" y="462"/>
                  </a:lnTo>
                  <a:lnTo>
                    <a:pt x="12" y="464"/>
                  </a:lnTo>
                  <a:lnTo>
                    <a:pt x="15" y="463"/>
                  </a:lnTo>
                  <a:lnTo>
                    <a:pt x="17" y="464"/>
                  </a:lnTo>
                  <a:lnTo>
                    <a:pt x="18" y="466"/>
                  </a:lnTo>
                  <a:lnTo>
                    <a:pt x="22" y="465"/>
                  </a:lnTo>
                  <a:lnTo>
                    <a:pt x="24" y="465"/>
                  </a:lnTo>
                  <a:lnTo>
                    <a:pt x="27" y="467"/>
                  </a:lnTo>
                  <a:lnTo>
                    <a:pt x="26" y="472"/>
                  </a:lnTo>
                  <a:lnTo>
                    <a:pt x="30" y="470"/>
                  </a:lnTo>
                  <a:lnTo>
                    <a:pt x="31" y="470"/>
                  </a:lnTo>
                  <a:lnTo>
                    <a:pt x="33" y="469"/>
                  </a:lnTo>
                  <a:lnTo>
                    <a:pt x="37" y="468"/>
                  </a:lnTo>
                  <a:lnTo>
                    <a:pt x="38" y="469"/>
                  </a:lnTo>
                  <a:lnTo>
                    <a:pt x="40" y="470"/>
                  </a:lnTo>
                  <a:lnTo>
                    <a:pt x="41" y="471"/>
                  </a:lnTo>
                  <a:lnTo>
                    <a:pt x="44" y="474"/>
                  </a:lnTo>
                  <a:lnTo>
                    <a:pt x="45" y="475"/>
                  </a:lnTo>
                  <a:lnTo>
                    <a:pt x="46" y="477"/>
                  </a:lnTo>
                  <a:lnTo>
                    <a:pt x="45" y="479"/>
                  </a:lnTo>
                  <a:lnTo>
                    <a:pt x="45" y="481"/>
                  </a:lnTo>
                  <a:lnTo>
                    <a:pt x="46" y="483"/>
                  </a:lnTo>
                  <a:lnTo>
                    <a:pt x="47" y="484"/>
                  </a:lnTo>
                  <a:lnTo>
                    <a:pt x="47" y="486"/>
                  </a:lnTo>
                  <a:lnTo>
                    <a:pt x="46" y="488"/>
                  </a:lnTo>
                  <a:lnTo>
                    <a:pt x="45" y="489"/>
                  </a:lnTo>
                  <a:lnTo>
                    <a:pt x="44" y="491"/>
                  </a:lnTo>
                  <a:lnTo>
                    <a:pt x="45" y="493"/>
                  </a:lnTo>
                  <a:lnTo>
                    <a:pt x="48" y="496"/>
                  </a:lnTo>
                  <a:lnTo>
                    <a:pt x="48" y="499"/>
                  </a:lnTo>
                  <a:lnTo>
                    <a:pt x="51" y="504"/>
                  </a:lnTo>
                  <a:lnTo>
                    <a:pt x="52" y="506"/>
                  </a:lnTo>
                  <a:lnTo>
                    <a:pt x="56" y="508"/>
                  </a:lnTo>
                  <a:lnTo>
                    <a:pt x="57" y="509"/>
                  </a:lnTo>
                  <a:lnTo>
                    <a:pt x="57" y="511"/>
                  </a:lnTo>
                  <a:lnTo>
                    <a:pt x="57" y="513"/>
                  </a:lnTo>
                  <a:lnTo>
                    <a:pt x="58" y="515"/>
                  </a:lnTo>
                  <a:lnTo>
                    <a:pt x="63" y="514"/>
                  </a:lnTo>
                  <a:lnTo>
                    <a:pt x="65" y="515"/>
                  </a:lnTo>
                  <a:lnTo>
                    <a:pt x="66" y="516"/>
                  </a:lnTo>
                  <a:lnTo>
                    <a:pt x="66" y="518"/>
                  </a:lnTo>
                  <a:lnTo>
                    <a:pt x="67" y="519"/>
                  </a:lnTo>
                  <a:lnTo>
                    <a:pt x="69" y="520"/>
                  </a:lnTo>
                  <a:lnTo>
                    <a:pt x="69" y="523"/>
                  </a:lnTo>
                  <a:lnTo>
                    <a:pt x="68" y="524"/>
                  </a:lnTo>
                  <a:lnTo>
                    <a:pt x="67" y="525"/>
                  </a:lnTo>
                  <a:lnTo>
                    <a:pt x="64" y="528"/>
                  </a:lnTo>
                  <a:lnTo>
                    <a:pt x="62" y="529"/>
                  </a:lnTo>
                  <a:lnTo>
                    <a:pt x="58" y="529"/>
                  </a:lnTo>
                  <a:lnTo>
                    <a:pt x="55" y="526"/>
                  </a:lnTo>
                  <a:lnTo>
                    <a:pt x="54" y="526"/>
                  </a:lnTo>
                  <a:lnTo>
                    <a:pt x="52" y="527"/>
                  </a:lnTo>
                  <a:lnTo>
                    <a:pt x="52" y="529"/>
                  </a:lnTo>
                  <a:lnTo>
                    <a:pt x="50" y="529"/>
                  </a:lnTo>
                  <a:lnTo>
                    <a:pt x="50" y="531"/>
                  </a:lnTo>
                  <a:lnTo>
                    <a:pt x="53" y="534"/>
                  </a:lnTo>
                  <a:lnTo>
                    <a:pt x="53" y="535"/>
                  </a:lnTo>
                  <a:lnTo>
                    <a:pt x="53" y="537"/>
                  </a:lnTo>
                  <a:lnTo>
                    <a:pt x="54" y="539"/>
                  </a:lnTo>
                  <a:lnTo>
                    <a:pt x="54" y="541"/>
                  </a:lnTo>
                  <a:lnTo>
                    <a:pt x="55" y="541"/>
                  </a:lnTo>
                  <a:lnTo>
                    <a:pt x="56" y="543"/>
                  </a:lnTo>
                  <a:lnTo>
                    <a:pt x="56" y="545"/>
                  </a:lnTo>
                  <a:lnTo>
                    <a:pt x="57" y="550"/>
                  </a:lnTo>
                  <a:lnTo>
                    <a:pt x="57" y="550"/>
                  </a:lnTo>
                  <a:lnTo>
                    <a:pt x="58" y="552"/>
                  </a:lnTo>
                  <a:lnTo>
                    <a:pt x="60" y="552"/>
                  </a:lnTo>
                  <a:lnTo>
                    <a:pt x="62" y="551"/>
                  </a:lnTo>
                  <a:lnTo>
                    <a:pt x="63" y="550"/>
                  </a:lnTo>
                  <a:lnTo>
                    <a:pt x="63" y="548"/>
                  </a:lnTo>
                  <a:lnTo>
                    <a:pt x="65" y="547"/>
                  </a:lnTo>
                  <a:lnTo>
                    <a:pt x="69" y="548"/>
                  </a:lnTo>
                  <a:lnTo>
                    <a:pt x="71" y="548"/>
                  </a:lnTo>
                  <a:lnTo>
                    <a:pt x="75" y="546"/>
                  </a:lnTo>
                  <a:lnTo>
                    <a:pt x="78" y="547"/>
                  </a:lnTo>
                  <a:lnTo>
                    <a:pt x="82" y="546"/>
                  </a:lnTo>
                  <a:lnTo>
                    <a:pt x="85" y="548"/>
                  </a:lnTo>
                  <a:lnTo>
                    <a:pt x="86" y="550"/>
                  </a:lnTo>
                  <a:lnTo>
                    <a:pt x="86" y="552"/>
                  </a:lnTo>
                  <a:lnTo>
                    <a:pt x="89" y="555"/>
                  </a:lnTo>
                  <a:lnTo>
                    <a:pt x="90" y="556"/>
                  </a:lnTo>
                  <a:lnTo>
                    <a:pt x="90" y="558"/>
                  </a:lnTo>
                  <a:lnTo>
                    <a:pt x="88" y="559"/>
                  </a:lnTo>
                  <a:lnTo>
                    <a:pt x="87" y="560"/>
                  </a:lnTo>
                  <a:lnTo>
                    <a:pt x="87" y="562"/>
                  </a:lnTo>
                  <a:lnTo>
                    <a:pt x="87" y="563"/>
                  </a:lnTo>
                  <a:lnTo>
                    <a:pt x="88" y="567"/>
                  </a:lnTo>
                  <a:lnTo>
                    <a:pt x="90" y="568"/>
                  </a:lnTo>
                  <a:lnTo>
                    <a:pt x="92" y="569"/>
                  </a:lnTo>
                  <a:lnTo>
                    <a:pt x="96" y="570"/>
                  </a:lnTo>
                  <a:lnTo>
                    <a:pt x="97" y="569"/>
                  </a:lnTo>
                  <a:lnTo>
                    <a:pt x="99" y="569"/>
                  </a:lnTo>
                  <a:lnTo>
                    <a:pt x="100" y="571"/>
                  </a:lnTo>
                  <a:lnTo>
                    <a:pt x="102" y="574"/>
                  </a:lnTo>
                  <a:lnTo>
                    <a:pt x="104" y="580"/>
                  </a:lnTo>
                  <a:lnTo>
                    <a:pt x="104" y="582"/>
                  </a:lnTo>
                  <a:lnTo>
                    <a:pt x="104" y="584"/>
                  </a:lnTo>
                  <a:lnTo>
                    <a:pt x="106" y="585"/>
                  </a:lnTo>
                  <a:lnTo>
                    <a:pt x="107" y="586"/>
                  </a:lnTo>
                  <a:lnTo>
                    <a:pt x="109" y="585"/>
                  </a:lnTo>
                  <a:lnTo>
                    <a:pt x="111" y="585"/>
                  </a:lnTo>
                  <a:lnTo>
                    <a:pt x="113" y="585"/>
                  </a:lnTo>
                  <a:lnTo>
                    <a:pt x="115" y="588"/>
                  </a:lnTo>
                  <a:lnTo>
                    <a:pt x="118" y="587"/>
                  </a:lnTo>
                  <a:lnTo>
                    <a:pt x="119" y="588"/>
                  </a:lnTo>
                  <a:lnTo>
                    <a:pt x="125" y="586"/>
                  </a:lnTo>
                  <a:lnTo>
                    <a:pt x="129" y="585"/>
                  </a:lnTo>
                  <a:lnTo>
                    <a:pt x="130" y="585"/>
                  </a:lnTo>
                  <a:lnTo>
                    <a:pt x="131" y="587"/>
                  </a:lnTo>
                  <a:lnTo>
                    <a:pt x="134" y="592"/>
                  </a:lnTo>
                  <a:lnTo>
                    <a:pt x="137" y="595"/>
                  </a:lnTo>
                  <a:lnTo>
                    <a:pt x="138" y="595"/>
                  </a:lnTo>
                  <a:lnTo>
                    <a:pt x="139" y="593"/>
                  </a:lnTo>
                  <a:lnTo>
                    <a:pt x="141" y="593"/>
                  </a:lnTo>
                  <a:lnTo>
                    <a:pt x="143" y="595"/>
                  </a:lnTo>
                  <a:lnTo>
                    <a:pt x="144" y="595"/>
                  </a:lnTo>
                  <a:lnTo>
                    <a:pt x="146" y="596"/>
                  </a:lnTo>
                  <a:lnTo>
                    <a:pt x="147" y="597"/>
                  </a:lnTo>
                  <a:lnTo>
                    <a:pt x="151" y="597"/>
                  </a:lnTo>
                  <a:lnTo>
                    <a:pt x="154" y="599"/>
                  </a:lnTo>
                  <a:lnTo>
                    <a:pt x="156" y="599"/>
                  </a:lnTo>
                  <a:lnTo>
                    <a:pt x="159" y="601"/>
                  </a:lnTo>
                  <a:lnTo>
                    <a:pt x="161" y="602"/>
                  </a:lnTo>
                  <a:lnTo>
                    <a:pt x="163" y="602"/>
                  </a:lnTo>
                  <a:lnTo>
                    <a:pt x="164" y="603"/>
                  </a:lnTo>
                  <a:lnTo>
                    <a:pt x="163" y="604"/>
                  </a:lnTo>
                  <a:lnTo>
                    <a:pt x="165" y="609"/>
                  </a:lnTo>
                  <a:lnTo>
                    <a:pt x="163" y="613"/>
                  </a:lnTo>
                  <a:lnTo>
                    <a:pt x="159" y="614"/>
                  </a:lnTo>
                  <a:lnTo>
                    <a:pt x="160" y="615"/>
                  </a:lnTo>
                  <a:lnTo>
                    <a:pt x="162" y="616"/>
                  </a:lnTo>
                  <a:lnTo>
                    <a:pt x="163" y="617"/>
                  </a:lnTo>
                  <a:lnTo>
                    <a:pt x="159" y="618"/>
                  </a:lnTo>
                  <a:lnTo>
                    <a:pt x="159" y="620"/>
                  </a:lnTo>
                  <a:lnTo>
                    <a:pt x="158" y="622"/>
                  </a:lnTo>
                  <a:lnTo>
                    <a:pt x="159" y="623"/>
                  </a:lnTo>
                  <a:lnTo>
                    <a:pt x="160" y="625"/>
                  </a:lnTo>
                  <a:lnTo>
                    <a:pt x="160" y="627"/>
                  </a:lnTo>
                  <a:lnTo>
                    <a:pt x="162" y="628"/>
                  </a:lnTo>
                  <a:lnTo>
                    <a:pt x="161" y="632"/>
                  </a:lnTo>
                  <a:lnTo>
                    <a:pt x="159" y="637"/>
                  </a:lnTo>
                  <a:lnTo>
                    <a:pt x="157" y="638"/>
                  </a:lnTo>
                  <a:lnTo>
                    <a:pt x="154" y="637"/>
                  </a:lnTo>
                  <a:lnTo>
                    <a:pt x="152" y="637"/>
                  </a:lnTo>
                  <a:lnTo>
                    <a:pt x="148" y="636"/>
                  </a:lnTo>
                  <a:lnTo>
                    <a:pt x="147" y="637"/>
                  </a:lnTo>
                  <a:lnTo>
                    <a:pt x="145" y="640"/>
                  </a:lnTo>
                  <a:lnTo>
                    <a:pt x="141" y="641"/>
                  </a:lnTo>
                  <a:lnTo>
                    <a:pt x="139" y="645"/>
                  </a:lnTo>
                  <a:lnTo>
                    <a:pt x="140" y="647"/>
                  </a:lnTo>
                  <a:lnTo>
                    <a:pt x="140" y="650"/>
                  </a:lnTo>
                  <a:lnTo>
                    <a:pt x="143" y="649"/>
                  </a:lnTo>
                  <a:lnTo>
                    <a:pt x="145" y="649"/>
                  </a:lnTo>
                  <a:lnTo>
                    <a:pt x="147" y="648"/>
                  </a:lnTo>
                  <a:lnTo>
                    <a:pt x="150" y="648"/>
                  </a:lnTo>
                  <a:lnTo>
                    <a:pt x="152" y="648"/>
                  </a:lnTo>
                  <a:lnTo>
                    <a:pt x="152" y="650"/>
                  </a:lnTo>
                  <a:lnTo>
                    <a:pt x="154" y="650"/>
                  </a:lnTo>
                  <a:lnTo>
                    <a:pt x="154" y="651"/>
                  </a:lnTo>
                  <a:lnTo>
                    <a:pt x="154" y="652"/>
                  </a:lnTo>
                  <a:lnTo>
                    <a:pt x="152" y="652"/>
                  </a:lnTo>
                  <a:lnTo>
                    <a:pt x="149" y="653"/>
                  </a:lnTo>
                  <a:lnTo>
                    <a:pt x="145" y="655"/>
                  </a:lnTo>
                  <a:lnTo>
                    <a:pt x="143" y="656"/>
                  </a:lnTo>
                  <a:lnTo>
                    <a:pt x="143" y="657"/>
                  </a:lnTo>
                  <a:lnTo>
                    <a:pt x="144" y="658"/>
                  </a:lnTo>
                  <a:lnTo>
                    <a:pt x="143" y="659"/>
                  </a:lnTo>
                  <a:lnTo>
                    <a:pt x="140" y="658"/>
                  </a:lnTo>
                  <a:lnTo>
                    <a:pt x="134" y="659"/>
                  </a:lnTo>
                  <a:lnTo>
                    <a:pt x="134" y="662"/>
                  </a:lnTo>
                  <a:lnTo>
                    <a:pt x="135" y="663"/>
                  </a:lnTo>
                  <a:lnTo>
                    <a:pt x="138" y="665"/>
                  </a:lnTo>
                  <a:lnTo>
                    <a:pt x="141" y="668"/>
                  </a:lnTo>
                  <a:lnTo>
                    <a:pt x="143" y="670"/>
                  </a:lnTo>
                  <a:lnTo>
                    <a:pt x="143" y="670"/>
                  </a:lnTo>
                  <a:lnTo>
                    <a:pt x="139" y="670"/>
                  </a:lnTo>
                  <a:lnTo>
                    <a:pt x="138" y="672"/>
                  </a:lnTo>
                  <a:lnTo>
                    <a:pt x="136" y="672"/>
                  </a:lnTo>
                  <a:lnTo>
                    <a:pt x="134" y="676"/>
                  </a:lnTo>
                  <a:lnTo>
                    <a:pt x="131" y="679"/>
                  </a:lnTo>
                  <a:lnTo>
                    <a:pt x="129" y="683"/>
                  </a:lnTo>
                  <a:lnTo>
                    <a:pt x="126" y="683"/>
                  </a:lnTo>
                  <a:lnTo>
                    <a:pt x="122" y="683"/>
                  </a:lnTo>
                  <a:lnTo>
                    <a:pt x="122" y="684"/>
                  </a:lnTo>
                  <a:lnTo>
                    <a:pt x="122" y="685"/>
                  </a:lnTo>
                  <a:lnTo>
                    <a:pt x="119" y="686"/>
                  </a:lnTo>
                  <a:lnTo>
                    <a:pt x="122" y="688"/>
                  </a:lnTo>
                  <a:lnTo>
                    <a:pt x="125" y="690"/>
                  </a:lnTo>
                  <a:lnTo>
                    <a:pt x="126" y="694"/>
                  </a:lnTo>
                  <a:lnTo>
                    <a:pt x="129" y="696"/>
                  </a:lnTo>
                  <a:lnTo>
                    <a:pt x="131" y="696"/>
                  </a:lnTo>
                  <a:lnTo>
                    <a:pt x="132" y="695"/>
                  </a:lnTo>
                  <a:lnTo>
                    <a:pt x="133" y="697"/>
                  </a:lnTo>
                  <a:lnTo>
                    <a:pt x="137" y="700"/>
                  </a:lnTo>
                  <a:lnTo>
                    <a:pt x="147" y="704"/>
                  </a:lnTo>
                  <a:lnTo>
                    <a:pt x="153" y="709"/>
                  </a:lnTo>
                  <a:lnTo>
                    <a:pt x="155" y="712"/>
                  </a:lnTo>
                  <a:lnTo>
                    <a:pt x="156" y="714"/>
                  </a:lnTo>
                  <a:lnTo>
                    <a:pt x="158" y="714"/>
                  </a:lnTo>
                  <a:lnTo>
                    <a:pt x="161" y="717"/>
                  </a:lnTo>
                  <a:lnTo>
                    <a:pt x="164" y="716"/>
                  </a:lnTo>
                  <a:lnTo>
                    <a:pt x="167" y="716"/>
                  </a:lnTo>
                  <a:lnTo>
                    <a:pt x="168" y="716"/>
                  </a:lnTo>
                  <a:lnTo>
                    <a:pt x="170" y="716"/>
                  </a:lnTo>
                  <a:lnTo>
                    <a:pt x="174" y="717"/>
                  </a:lnTo>
                  <a:lnTo>
                    <a:pt x="175" y="719"/>
                  </a:lnTo>
                  <a:lnTo>
                    <a:pt x="179" y="719"/>
                  </a:lnTo>
                  <a:lnTo>
                    <a:pt x="184" y="722"/>
                  </a:lnTo>
                  <a:lnTo>
                    <a:pt x="186" y="722"/>
                  </a:lnTo>
                  <a:lnTo>
                    <a:pt x="192" y="721"/>
                  </a:lnTo>
                  <a:lnTo>
                    <a:pt x="196" y="723"/>
                  </a:lnTo>
                  <a:lnTo>
                    <a:pt x="200" y="723"/>
                  </a:lnTo>
                  <a:lnTo>
                    <a:pt x="201" y="724"/>
                  </a:lnTo>
                  <a:lnTo>
                    <a:pt x="202" y="725"/>
                  </a:lnTo>
                  <a:lnTo>
                    <a:pt x="211" y="730"/>
                  </a:lnTo>
                  <a:lnTo>
                    <a:pt x="212" y="732"/>
                  </a:lnTo>
                  <a:lnTo>
                    <a:pt x="213" y="733"/>
                  </a:lnTo>
                  <a:lnTo>
                    <a:pt x="215" y="732"/>
                  </a:lnTo>
                  <a:lnTo>
                    <a:pt x="217" y="731"/>
                  </a:lnTo>
                  <a:lnTo>
                    <a:pt x="220" y="730"/>
                  </a:lnTo>
                  <a:lnTo>
                    <a:pt x="222" y="730"/>
                  </a:lnTo>
                  <a:lnTo>
                    <a:pt x="224" y="731"/>
                  </a:lnTo>
                  <a:lnTo>
                    <a:pt x="225" y="731"/>
                  </a:lnTo>
                  <a:lnTo>
                    <a:pt x="229" y="731"/>
                  </a:lnTo>
                  <a:lnTo>
                    <a:pt x="230" y="733"/>
                  </a:lnTo>
                  <a:lnTo>
                    <a:pt x="232" y="733"/>
                  </a:lnTo>
                  <a:lnTo>
                    <a:pt x="234" y="733"/>
                  </a:lnTo>
                  <a:lnTo>
                    <a:pt x="236" y="734"/>
                  </a:lnTo>
                  <a:lnTo>
                    <a:pt x="237" y="736"/>
                  </a:lnTo>
                  <a:lnTo>
                    <a:pt x="236" y="740"/>
                  </a:lnTo>
                  <a:lnTo>
                    <a:pt x="238" y="742"/>
                  </a:lnTo>
                  <a:lnTo>
                    <a:pt x="242" y="743"/>
                  </a:lnTo>
                  <a:lnTo>
                    <a:pt x="244" y="744"/>
                  </a:lnTo>
                  <a:lnTo>
                    <a:pt x="245" y="745"/>
                  </a:lnTo>
                  <a:lnTo>
                    <a:pt x="247" y="746"/>
                  </a:lnTo>
                  <a:lnTo>
                    <a:pt x="249" y="746"/>
                  </a:lnTo>
                  <a:lnTo>
                    <a:pt x="251" y="749"/>
                  </a:lnTo>
                  <a:lnTo>
                    <a:pt x="252" y="751"/>
                  </a:lnTo>
                  <a:lnTo>
                    <a:pt x="254" y="751"/>
                  </a:lnTo>
                  <a:lnTo>
                    <a:pt x="255" y="754"/>
                  </a:lnTo>
                  <a:lnTo>
                    <a:pt x="256" y="756"/>
                  </a:lnTo>
                  <a:lnTo>
                    <a:pt x="258" y="756"/>
                  </a:lnTo>
                  <a:lnTo>
                    <a:pt x="262" y="757"/>
                  </a:lnTo>
                  <a:lnTo>
                    <a:pt x="264" y="756"/>
                  </a:lnTo>
                  <a:lnTo>
                    <a:pt x="265" y="755"/>
                  </a:lnTo>
                  <a:lnTo>
                    <a:pt x="266" y="752"/>
                  </a:lnTo>
                  <a:lnTo>
                    <a:pt x="268" y="751"/>
                  </a:lnTo>
                  <a:lnTo>
                    <a:pt x="270" y="750"/>
                  </a:lnTo>
                  <a:lnTo>
                    <a:pt x="270" y="748"/>
                  </a:lnTo>
                  <a:lnTo>
                    <a:pt x="272" y="746"/>
                  </a:lnTo>
                  <a:lnTo>
                    <a:pt x="270" y="745"/>
                  </a:lnTo>
                  <a:lnTo>
                    <a:pt x="267" y="738"/>
                  </a:lnTo>
                  <a:lnTo>
                    <a:pt x="262" y="730"/>
                  </a:lnTo>
                  <a:lnTo>
                    <a:pt x="260" y="728"/>
                  </a:lnTo>
                  <a:lnTo>
                    <a:pt x="259" y="724"/>
                  </a:lnTo>
                  <a:lnTo>
                    <a:pt x="259" y="719"/>
                  </a:lnTo>
                  <a:lnTo>
                    <a:pt x="261" y="713"/>
                  </a:lnTo>
                  <a:lnTo>
                    <a:pt x="261" y="710"/>
                  </a:lnTo>
                  <a:lnTo>
                    <a:pt x="258" y="715"/>
                  </a:lnTo>
                  <a:lnTo>
                    <a:pt x="258" y="714"/>
                  </a:lnTo>
                  <a:lnTo>
                    <a:pt x="257" y="709"/>
                  </a:lnTo>
                  <a:lnTo>
                    <a:pt x="255" y="705"/>
                  </a:lnTo>
                  <a:lnTo>
                    <a:pt x="252" y="701"/>
                  </a:lnTo>
                  <a:lnTo>
                    <a:pt x="249" y="701"/>
                  </a:lnTo>
                  <a:lnTo>
                    <a:pt x="248" y="698"/>
                  </a:lnTo>
                  <a:lnTo>
                    <a:pt x="250" y="695"/>
                  </a:lnTo>
                  <a:lnTo>
                    <a:pt x="251" y="692"/>
                  </a:lnTo>
                  <a:lnTo>
                    <a:pt x="252" y="690"/>
                  </a:lnTo>
                  <a:lnTo>
                    <a:pt x="253" y="690"/>
                  </a:lnTo>
                  <a:lnTo>
                    <a:pt x="253" y="689"/>
                  </a:lnTo>
                  <a:lnTo>
                    <a:pt x="254" y="687"/>
                  </a:lnTo>
                  <a:lnTo>
                    <a:pt x="257" y="685"/>
                  </a:lnTo>
                  <a:lnTo>
                    <a:pt x="258" y="676"/>
                  </a:lnTo>
                  <a:lnTo>
                    <a:pt x="260" y="677"/>
                  </a:lnTo>
                  <a:lnTo>
                    <a:pt x="261" y="672"/>
                  </a:lnTo>
                  <a:lnTo>
                    <a:pt x="261" y="670"/>
                  </a:lnTo>
                  <a:lnTo>
                    <a:pt x="259" y="666"/>
                  </a:lnTo>
                  <a:lnTo>
                    <a:pt x="261" y="667"/>
                  </a:lnTo>
                  <a:lnTo>
                    <a:pt x="264" y="667"/>
                  </a:lnTo>
                  <a:lnTo>
                    <a:pt x="264" y="668"/>
                  </a:lnTo>
                  <a:lnTo>
                    <a:pt x="265" y="671"/>
                  </a:lnTo>
                  <a:lnTo>
                    <a:pt x="266" y="674"/>
                  </a:lnTo>
                  <a:lnTo>
                    <a:pt x="268" y="674"/>
                  </a:lnTo>
                  <a:lnTo>
                    <a:pt x="269" y="674"/>
                  </a:lnTo>
                  <a:lnTo>
                    <a:pt x="270" y="674"/>
                  </a:lnTo>
                  <a:lnTo>
                    <a:pt x="273" y="667"/>
                  </a:lnTo>
                  <a:lnTo>
                    <a:pt x="275" y="666"/>
                  </a:lnTo>
                  <a:lnTo>
                    <a:pt x="273" y="666"/>
                  </a:lnTo>
                  <a:lnTo>
                    <a:pt x="272" y="664"/>
                  </a:lnTo>
                  <a:lnTo>
                    <a:pt x="271" y="663"/>
                  </a:lnTo>
                  <a:lnTo>
                    <a:pt x="269" y="663"/>
                  </a:lnTo>
                  <a:lnTo>
                    <a:pt x="267" y="663"/>
                  </a:lnTo>
                  <a:lnTo>
                    <a:pt x="266" y="662"/>
                  </a:lnTo>
                  <a:lnTo>
                    <a:pt x="268" y="660"/>
                  </a:lnTo>
                  <a:lnTo>
                    <a:pt x="268" y="658"/>
                  </a:lnTo>
                  <a:lnTo>
                    <a:pt x="270" y="657"/>
                  </a:lnTo>
                  <a:lnTo>
                    <a:pt x="272" y="659"/>
                  </a:lnTo>
                  <a:lnTo>
                    <a:pt x="275" y="658"/>
                  </a:lnTo>
                  <a:lnTo>
                    <a:pt x="273" y="645"/>
                  </a:lnTo>
                  <a:lnTo>
                    <a:pt x="271" y="644"/>
                  </a:lnTo>
                  <a:lnTo>
                    <a:pt x="270" y="643"/>
                  </a:lnTo>
                  <a:lnTo>
                    <a:pt x="269" y="641"/>
                  </a:lnTo>
                  <a:lnTo>
                    <a:pt x="268" y="639"/>
                  </a:lnTo>
                  <a:lnTo>
                    <a:pt x="267" y="638"/>
                  </a:lnTo>
                  <a:lnTo>
                    <a:pt x="265" y="638"/>
                  </a:lnTo>
                  <a:lnTo>
                    <a:pt x="261" y="638"/>
                  </a:lnTo>
                  <a:lnTo>
                    <a:pt x="258" y="637"/>
                  </a:lnTo>
                  <a:lnTo>
                    <a:pt x="258" y="639"/>
                  </a:lnTo>
                  <a:lnTo>
                    <a:pt x="255" y="637"/>
                  </a:lnTo>
                  <a:lnTo>
                    <a:pt x="255" y="635"/>
                  </a:lnTo>
                  <a:lnTo>
                    <a:pt x="253" y="633"/>
                  </a:lnTo>
                  <a:lnTo>
                    <a:pt x="255" y="631"/>
                  </a:lnTo>
                  <a:lnTo>
                    <a:pt x="253" y="630"/>
                  </a:lnTo>
                  <a:lnTo>
                    <a:pt x="253" y="628"/>
                  </a:lnTo>
                  <a:lnTo>
                    <a:pt x="247" y="626"/>
                  </a:lnTo>
                  <a:lnTo>
                    <a:pt x="249" y="615"/>
                  </a:lnTo>
                  <a:lnTo>
                    <a:pt x="252" y="614"/>
                  </a:lnTo>
                  <a:lnTo>
                    <a:pt x="253" y="612"/>
                  </a:lnTo>
                  <a:lnTo>
                    <a:pt x="253" y="610"/>
                  </a:lnTo>
                  <a:lnTo>
                    <a:pt x="250" y="608"/>
                  </a:lnTo>
                  <a:lnTo>
                    <a:pt x="253" y="597"/>
                  </a:lnTo>
                  <a:lnTo>
                    <a:pt x="256" y="595"/>
                  </a:lnTo>
                  <a:lnTo>
                    <a:pt x="257" y="593"/>
                  </a:lnTo>
                  <a:lnTo>
                    <a:pt x="257" y="591"/>
                  </a:lnTo>
                  <a:lnTo>
                    <a:pt x="257" y="590"/>
                  </a:lnTo>
                  <a:lnTo>
                    <a:pt x="257" y="588"/>
                  </a:lnTo>
                  <a:lnTo>
                    <a:pt x="258" y="586"/>
                  </a:lnTo>
                  <a:lnTo>
                    <a:pt x="259" y="584"/>
                  </a:lnTo>
                  <a:lnTo>
                    <a:pt x="261" y="586"/>
                  </a:lnTo>
                  <a:lnTo>
                    <a:pt x="262" y="587"/>
                  </a:lnTo>
                  <a:lnTo>
                    <a:pt x="265" y="590"/>
                  </a:lnTo>
                  <a:lnTo>
                    <a:pt x="269" y="598"/>
                  </a:lnTo>
                  <a:lnTo>
                    <a:pt x="271" y="599"/>
                  </a:lnTo>
                  <a:lnTo>
                    <a:pt x="277" y="595"/>
                  </a:lnTo>
                  <a:lnTo>
                    <a:pt x="276" y="593"/>
                  </a:lnTo>
                  <a:lnTo>
                    <a:pt x="275" y="591"/>
                  </a:lnTo>
                  <a:lnTo>
                    <a:pt x="274" y="585"/>
                  </a:lnTo>
                  <a:lnTo>
                    <a:pt x="273" y="582"/>
                  </a:lnTo>
                  <a:lnTo>
                    <a:pt x="275" y="582"/>
                  </a:lnTo>
                  <a:lnTo>
                    <a:pt x="276" y="582"/>
                  </a:lnTo>
                  <a:lnTo>
                    <a:pt x="281" y="578"/>
                  </a:lnTo>
                  <a:lnTo>
                    <a:pt x="283" y="577"/>
                  </a:lnTo>
                  <a:lnTo>
                    <a:pt x="284" y="576"/>
                  </a:lnTo>
                  <a:lnTo>
                    <a:pt x="284" y="574"/>
                  </a:lnTo>
                  <a:lnTo>
                    <a:pt x="284" y="572"/>
                  </a:lnTo>
                  <a:lnTo>
                    <a:pt x="286" y="572"/>
                  </a:lnTo>
                  <a:lnTo>
                    <a:pt x="288" y="572"/>
                  </a:lnTo>
                  <a:lnTo>
                    <a:pt x="290" y="571"/>
                  </a:lnTo>
                  <a:lnTo>
                    <a:pt x="291" y="570"/>
                  </a:lnTo>
                  <a:lnTo>
                    <a:pt x="292" y="569"/>
                  </a:lnTo>
                  <a:lnTo>
                    <a:pt x="294" y="568"/>
                  </a:lnTo>
                  <a:lnTo>
                    <a:pt x="295" y="567"/>
                  </a:lnTo>
                  <a:lnTo>
                    <a:pt x="297" y="566"/>
                  </a:lnTo>
                  <a:lnTo>
                    <a:pt x="298" y="564"/>
                  </a:lnTo>
                  <a:lnTo>
                    <a:pt x="298" y="562"/>
                  </a:lnTo>
                  <a:lnTo>
                    <a:pt x="300" y="561"/>
                  </a:lnTo>
                  <a:lnTo>
                    <a:pt x="304" y="560"/>
                  </a:lnTo>
                  <a:lnTo>
                    <a:pt x="307" y="560"/>
                  </a:lnTo>
                  <a:lnTo>
                    <a:pt x="308" y="562"/>
                  </a:lnTo>
                  <a:lnTo>
                    <a:pt x="309" y="564"/>
                  </a:lnTo>
                  <a:lnTo>
                    <a:pt x="312" y="563"/>
                  </a:lnTo>
                  <a:lnTo>
                    <a:pt x="314" y="564"/>
                  </a:lnTo>
                  <a:lnTo>
                    <a:pt x="315" y="563"/>
                  </a:lnTo>
                  <a:lnTo>
                    <a:pt x="315" y="561"/>
                  </a:lnTo>
                  <a:lnTo>
                    <a:pt x="316" y="559"/>
                  </a:lnTo>
                  <a:lnTo>
                    <a:pt x="318" y="559"/>
                  </a:lnTo>
                  <a:lnTo>
                    <a:pt x="320" y="558"/>
                  </a:lnTo>
                  <a:lnTo>
                    <a:pt x="322" y="558"/>
                  </a:lnTo>
                  <a:lnTo>
                    <a:pt x="323" y="562"/>
                  </a:lnTo>
                  <a:lnTo>
                    <a:pt x="324" y="564"/>
                  </a:lnTo>
                  <a:lnTo>
                    <a:pt x="326" y="563"/>
                  </a:lnTo>
                  <a:lnTo>
                    <a:pt x="328" y="563"/>
                  </a:lnTo>
                  <a:lnTo>
                    <a:pt x="330" y="563"/>
                  </a:lnTo>
                  <a:lnTo>
                    <a:pt x="333" y="563"/>
                  </a:lnTo>
                  <a:lnTo>
                    <a:pt x="335" y="563"/>
                  </a:lnTo>
                  <a:lnTo>
                    <a:pt x="337" y="564"/>
                  </a:lnTo>
                  <a:lnTo>
                    <a:pt x="338" y="565"/>
                  </a:lnTo>
                  <a:lnTo>
                    <a:pt x="340" y="569"/>
                  </a:lnTo>
                  <a:lnTo>
                    <a:pt x="345" y="572"/>
                  </a:lnTo>
                  <a:lnTo>
                    <a:pt x="346" y="573"/>
                  </a:lnTo>
                  <a:lnTo>
                    <a:pt x="347" y="575"/>
                  </a:lnTo>
                  <a:lnTo>
                    <a:pt x="349" y="578"/>
                  </a:lnTo>
                  <a:lnTo>
                    <a:pt x="349" y="580"/>
                  </a:lnTo>
                  <a:lnTo>
                    <a:pt x="349" y="582"/>
                  </a:lnTo>
                  <a:lnTo>
                    <a:pt x="350" y="583"/>
                  </a:lnTo>
                  <a:lnTo>
                    <a:pt x="352" y="583"/>
                  </a:lnTo>
                  <a:lnTo>
                    <a:pt x="352" y="581"/>
                  </a:lnTo>
                  <a:lnTo>
                    <a:pt x="352" y="579"/>
                  </a:lnTo>
                  <a:lnTo>
                    <a:pt x="352" y="577"/>
                  </a:lnTo>
                  <a:lnTo>
                    <a:pt x="351" y="575"/>
                  </a:lnTo>
                  <a:lnTo>
                    <a:pt x="352" y="574"/>
                  </a:lnTo>
                  <a:lnTo>
                    <a:pt x="354" y="574"/>
                  </a:lnTo>
                  <a:lnTo>
                    <a:pt x="355" y="575"/>
                  </a:lnTo>
                  <a:lnTo>
                    <a:pt x="356" y="577"/>
                  </a:lnTo>
                  <a:lnTo>
                    <a:pt x="357" y="579"/>
                  </a:lnTo>
                  <a:lnTo>
                    <a:pt x="358" y="580"/>
                  </a:lnTo>
                  <a:lnTo>
                    <a:pt x="362" y="581"/>
                  </a:lnTo>
                  <a:lnTo>
                    <a:pt x="365" y="583"/>
                  </a:lnTo>
                  <a:lnTo>
                    <a:pt x="367" y="582"/>
                  </a:lnTo>
                  <a:lnTo>
                    <a:pt x="372" y="579"/>
                  </a:lnTo>
                  <a:lnTo>
                    <a:pt x="372" y="577"/>
                  </a:lnTo>
                  <a:lnTo>
                    <a:pt x="373" y="576"/>
                  </a:lnTo>
                  <a:lnTo>
                    <a:pt x="375" y="575"/>
                  </a:lnTo>
                  <a:lnTo>
                    <a:pt x="376" y="575"/>
                  </a:lnTo>
                  <a:lnTo>
                    <a:pt x="378" y="575"/>
                  </a:lnTo>
                  <a:lnTo>
                    <a:pt x="378" y="573"/>
                  </a:lnTo>
                  <a:lnTo>
                    <a:pt x="380" y="573"/>
                  </a:lnTo>
                  <a:lnTo>
                    <a:pt x="382" y="574"/>
                  </a:lnTo>
                  <a:lnTo>
                    <a:pt x="384" y="573"/>
                  </a:lnTo>
                  <a:lnTo>
                    <a:pt x="386" y="574"/>
                  </a:lnTo>
                  <a:lnTo>
                    <a:pt x="388" y="577"/>
                  </a:lnTo>
                  <a:lnTo>
                    <a:pt x="392" y="574"/>
                  </a:lnTo>
                  <a:lnTo>
                    <a:pt x="392" y="573"/>
                  </a:lnTo>
                  <a:lnTo>
                    <a:pt x="396" y="573"/>
                  </a:lnTo>
                  <a:lnTo>
                    <a:pt x="398" y="572"/>
                  </a:lnTo>
                  <a:lnTo>
                    <a:pt x="401" y="573"/>
                  </a:lnTo>
                  <a:lnTo>
                    <a:pt x="403" y="575"/>
                  </a:lnTo>
                  <a:lnTo>
                    <a:pt x="403" y="579"/>
                  </a:lnTo>
                  <a:lnTo>
                    <a:pt x="404" y="580"/>
                  </a:lnTo>
                  <a:lnTo>
                    <a:pt x="405" y="582"/>
                  </a:lnTo>
                  <a:lnTo>
                    <a:pt x="409" y="581"/>
                  </a:lnTo>
                  <a:lnTo>
                    <a:pt x="413" y="582"/>
                  </a:lnTo>
                  <a:lnTo>
                    <a:pt x="413" y="582"/>
                  </a:lnTo>
                  <a:lnTo>
                    <a:pt x="413" y="584"/>
                  </a:lnTo>
                  <a:lnTo>
                    <a:pt x="417" y="584"/>
                  </a:lnTo>
                  <a:lnTo>
                    <a:pt x="419" y="583"/>
                  </a:lnTo>
                  <a:lnTo>
                    <a:pt x="421" y="579"/>
                  </a:lnTo>
                  <a:lnTo>
                    <a:pt x="422" y="578"/>
                  </a:lnTo>
                  <a:lnTo>
                    <a:pt x="423" y="579"/>
                  </a:lnTo>
                  <a:lnTo>
                    <a:pt x="426" y="582"/>
                  </a:lnTo>
                  <a:lnTo>
                    <a:pt x="430" y="582"/>
                  </a:lnTo>
                  <a:lnTo>
                    <a:pt x="433" y="581"/>
                  </a:lnTo>
                  <a:lnTo>
                    <a:pt x="435" y="580"/>
                  </a:lnTo>
                  <a:lnTo>
                    <a:pt x="439" y="579"/>
                  </a:lnTo>
                  <a:lnTo>
                    <a:pt x="441" y="570"/>
                  </a:lnTo>
                  <a:lnTo>
                    <a:pt x="442" y="568"/>
                  </a:lnTo>
                  <a:lnTo>
                    <a:pt x="441" y="566"/>
                  </a:lnTo>
                  <a:lnTo>
                    <a:pt x="441" y="566"/>
                  </a:lnTo>
                  <a:lnTo>
                    <a:pt x="437" y="565"/>
                  </a:lnTo>
                  <a:lnTo>
                    <a:pt x="433" y="565"/>
                  </a:lnTo>
                  <a:lnTo>
                    <a:pt x="432" y="563"/>
                  </a:lnTo>
                  <a:lnTo>
                    <a:pt x="431" y="562"/>
                  </a:lnTo>
                  <a:lnTo>
                    <a:pt x="427" y="561"/>
                  </a:lnTo>
                  <a:lnTo>
                    <a:pt x="425" y="561"/>
                  </a:lnTo>
                  <a:lnTo>
                    <a:pt x="426" y="558"/>
                  </a:lnTo>
                  <a:lnTo>
                    <a:pt x="425" y="557"/>
                  </a:lnTo>
                  <a:lnTo>
                    <a:pt x="421" y="556"/>
                  </a:lnTo>
                  <a:lnTo>
                    <a:pt x="421" y="554"/>
                  </a:lnTo>
                  <a:lnTo>
                    <a:pt x="423" y="554"/>
                  </a:lnTo>
                  <a:lnTo>
                    <a:pt x="426" y="551"/>
                  </a:lnTo>
                  <a:lnTo>
                    <a:pt x="429" y="550"/>
                  </a:lnTo>
                  <a:lnTo>
                    <a:pt x="433" y="548"/>
                  </a:lnTo>
                  <a:lnTo>
                    <a:pt x="433" y="546"/>
                  </a:lnTo>
                  <a:lnTo>
                    <a:pt x="434" y="544"/>
                  </a:lnTo>
                  <a:lnTo>
                    <a:pt x="429" y="538"/>
                  </a:lnTo>
                  <a:lnTo>
                    <a:pt x="431" y="537"/>
                  </a:lnTo>
                  <a:lnTo>
                    <a:pt x="433" y="536"/>
                  </a:lnTo>
                  <a:lnTo>
                    <a:pt x="433" y="534"/>
                  </a:lnTo>
                  <a:lnTo>
                    <a:pt x="435" y="533"/>
                  </a:lnTo>
                  <a:lnTo>
                    <a:pt x="437" y="533"/>
                  </a:lnTo>
                  <a:lnTo>
                    <a:pt x="439" y="533"/>
                  </a:lnTo>
                  <a:lnTo>
                    <a:pt x="441" y="533"/>
                  </a:lnTo>
                  <a:lnTo>
                    <a:pt x="442" y="533"/>
                  </a:lnTo>
                  <a:lnTo>
                    <a:pt x="446" y="533"/>
                  </a:lnTo>
                  <a:lnTo>
                    <a:pt x="448" y="532"/>
                  </a:lnTo>
                  <a:lnTo>
                    <a:pt x="449" y="530"/>
                  </a:lnTo>
                  <a:lnTo>
                    <a:pt x="448" y="529"/>
                  </a:lnTo>
                  <a:lnTo>
                    <a:pt x="444" y="527"/>
                  </a:lnTo>
                  <a:lnTo>
                    <a:pt x="437" y="526"/>
                  </a:lnTo>
                  <a:lnTo>
                    <a:pt x="436" y="525"/>
                  </a:lnTo>
                  <a:lnTo>
                    <a:pt x="436" y="522"/>
                  </a:lnTo>
                  <a:lnTo>
                    <a:pt x="438" y="522"/>
                  </a:lnTo>
                  <a:lnTo>
                    <a:pt x="440" y="522"/>
                  </a:lnTo>
                  <a:lnTo>
                    <a:pt x="441" y="520"/>
                  </a:lnTo>
                  <a:lnTo>
                    <a:pt x="439" y="519"/>
                  </a:lnTo>
                  <a:lnTo>
                    <a:pt x="438" y="520"/>
                  </a:lnTo>
                  <a:lnTo>
                    <a:pt x="434" y="520"/>
                  </a:lnTo>
                  <a:lnTo>
                    <a:pt x="434" y="518"/>
                  </a:lnTo>
                  <a:lnTo>
                    <a:pt x="434" y="516"/>
                  </a:lnTo>
                  <a:lnTo>
                    <a:pt x="436" y="515"/>
                  </a:lnTo>
                  <a:lnTo>
                    <a:pt x="433" y="512"/>
                  </a:lnTo>
                  <a:lnTo>
                    <a:pt x="437" y="512"/>
                  </a:lnTo>
                  <a:lnTo>
                    <a:pt x="438" y="510"/>
                  </a:lnTo>
                  <a:lnTo>
                    <a:pt x="440" y="510"/>
                  </a:lnTo>
                  <a:lnTo>
                    <a:pt x="441" y="512"/>
                  </a:lnTo>
                  <a:lnTo>
                    <a:pt x="443" y="511"/>
                  </a:lnTo>
                  <a:lnTo>
                    <a:pt x="445" y="512"/>
                  </a:lnTo>
                  <a:lnTo>
                    <a:pt x="447" y="511"/>
                  </a:lnTo>
                  <a:lnTo>
                    <a:pt x="452" y="511"/>
                  </a:lnTo>
                  <a:lnTo>
                    <a:pt x="453" y="513"/>
                  </a:lnTo>
                  <a:lnTo>
                    <a:pt x="456" y="510"/>
                  </a:lnTo>
                  <a:lnTo>
                    <a:pt x="458" y="509"/>
                  </a:lnTo>
                  <a:lnTo>
                    <a:pt x="461" y="509"/>
                  </a:lnTo>
                  <a:lnTo>
                    <a:pt x="463" y="508"/>
                  </a:lnTo>
                  <a:lnTo>
                    <a:pt x="465" y="508"/>
                  </a:lnTo>
                  <a:lnTo>
                    <a:pt x="468" y="505"/>
                  </a:lnTo>
                  <a:lnTo>
                    <a:pt x="470" y="506"/>
                  </a:lnTo>
                  <a:lnTo>
                    <a:pt x="471" y="507"/>
                  </a:lnTo>
                  <a:lnTo>
                    <a:pt x="473" y="507"/>
                  </a:lnTo>
                  <a:lnTo>
                    <a:pt x="474" y="505"/>
                  </a:lnTo>
                  <a:lnTo>
                    <a:pt x="478" y="504"/>
                  </a:lnTo>
                  <a:lnTo>
                    <a:pt x="479" y="503"/>
                  </a:lnTo>
                  <a:lnTo>
                    <a:pt x="481" y="503"/>
                  </a:lnTo>
                  <a:lnTo>
                    <a:pt x="483" y="502"/>
                  </a:lnTo>
                  <a:lnTo>
                    <a:pt x="485" y="502"/>
                  </a:lnTo>
                  <a:lnTo>
                    <a:pt x="486" y="503"/>
                  </a:lnTo>
                  <a:lnTo>
                    <a:pt x="487" y="501"/>
                  </a:lnTo>
                  <a:lnTo>
                    <a:pt x="488" y="500"/>
                  </a:lnTo>
                  <a:lnTo>
                    <a:pt x="489" y="497"/>
                  </a:lnTo>
                  <a:lnTo>
                    <a:pt x="490" y="497"/>
                  </a:lnTo>
                  <a:lnTo>
                    <a:pt x="492" y="496"/>
                  </a:lnTo>
                  <a:lnTo>
                    <a:pt x="494" y="497"/>
                  </a:lnTo>
                  <a:lnTo>
                    <a:pt x="498" y="496"/>
                  </a:lnTo>
                  <a:lnTo>
                    <a:pt x="498" y="496"/>
                  </a:lnTo>
                  <a:lnTo>
                    <a:pt x="507" y="494"/>
                  </a:lnTo>
                  <a:lnTo>
                    <a:pt x="514" y="493"/>
                  </a:lnTo>
                  <a:lnTo>
                    <a:pt x="521" y="491"/>
                  </a:lnTo>
                  <a:lnTo>
                    <a:pt x="523" y="489"/>
                  </a:lnTo>
                  <a:lnTo>
                    <a:pt x="524" y="490"/>
                  </a:lnTo>
                  <a:lnTo>
                    <a:pt x="526" y="489"/>
                  </a:lnTo>
                  <a:lnTo>
                    <a:pt x="527" y="488"/>
                  </a:lnTo>
                  <a:lnTo>
                    <a:pt x="527" y="486"/>
                  </a:lnTo>
                  <a:lnTo>
                    <a:pt x="527" y="484"/>
                  </a:lnTo>
                  <a:lnTo>
                    <a:pt x="529" y="484"/>
                  </a:lnTo>
                  <a:lnTo>
                    <a:pt x="531" y="483"/>
                  </a:lnTo>
                  <a:lnTo>
                    <a:pt x="532" y="482"/>
                  </a:lnTo>
                  <a:lnTo>
                    <a:pt x="534" y="481"/>
                  </a:lnTo>
                  <a:lnTo>
                    <a:pt x="536" y="481"/>
                  </a:lnTo>
                  <a:lnTo>
                    <a:pt x="537" y="479"/>
                  </a:lnTo>
                  <a:lnTo>
                    <a:pt x="539" y="479"/>
                  </a:lnTo>
                  <a:lnTo>
                    <a:pt x="540" y="481"/>
                  </a:lnTo>
                  <a:lnTo>
                    <a:pt x="542" y="480"/>
                  </a:lnTo>
                  <a:lnTo>
                    <a:pt x="543" y="481"/>
                  </a:lnTo>
                  <a:lnTo>
                    <a:pt x="546" y="480"/>
                  </a:lnTo>
                  <a:lnTo>
                    <a:pt x="547" y="481"/>
                  </a:lnTo>
                  <a:lnTo>
                    <a:pt x="548" y="483"/>
                  </a:lnTo>
                  <a:lnTo>
                    <a:pt x="552" y="485"/>
                  </a:lnTo>
                  <a:lnTo>
                    <a:pt x="553" y="484"/>
                  </a:lnTo>
                  <a:lnTo>
                    <a:pt x="555" y="483"/>
                  </a:lnTo>
                  <a:lnTo>
                    <a:pt x="559" y="482"/>
                  </a:lnTo>
                  <a:lnTo>
                    <a:pt x="560" y="483"/>
                  </a:lnTo>
                  <a:lnTo>
                    <a:pt x="562" y="484"/>
                  </a:lnTo>
                  <a:lnTo>
                    <a:pt x="563" y="486"/>
                  </a:lnTo>
                  <a:lnTo>
                    <a:pt x="563" y="490"/>
                  </a:lnTo>
                  <a:lnTo>
                    <a:pt x="563" y="492"/>
                  </a:lnTo>
                  <a:lnTo>
                    <a:pt x="563" y="493"/>
                  </a:lnTo>
                  <a:lnTo>
                    <a:pt x="566" y="496"/>
                  </a:lnTo>
                  <a:lnTo>
                    <a:pt x="565" y="497"/>
                  </a:lnTo>
                  <a:lnTo>
                    <a:pt x="566" y="501"/>
                  </a:lnTo>
                  <a:lnTo>
                    <a:pt x="564" y="503"/>
                  </a:lnTo>
                  <a:lnTo>
                    <a:pt x="563" y="504"/>
                  </a:lnTo>
                  <a:lnTo>
                    <a:pt x="564" y="506"/>
                  </a:lnTo>
                  <a:lnTo>
                    <a:pt x="565" y="508"/>
                  </a:lnTo>
                  <a:lnTo>
                    <a:pt x="568" y="507"/>
                  </a:lnTo>
                  <a:lnTo>
                    <a:pt x="570" y="508"/>
                  </a:lnTo>
                  <a:lnTo>
                    <a:pt x="572" y="508"/>
                  </a:lnTo>
                  <a:lnTo>
                    <a:pt x="573" y="506"/>
                  </a:lnTo>
                  <a:lnTo>
                    <a:pt x="575" y="506"/>
                  </a:lnTo>
                  <a:lnTo>
                    <a:pt x="576" y="506"/>
                  </a:lnTo>
                  <a:lnTo>
                    <a:pt x="577" y="504"/>
                  </a:lnTo>
                  <a:lnTo>
                    <a:pt x="577" y="503"/>
                  </a:lnTo>
                  <a:lnTo>
                    <a:pt x="579" y="503"/>
                  </a:lnTo>
                  <a:lnTo>
                    <a:pt x="580" y="505"/>
                  </a:lnTo>
                  <a:lnTo>
                    <a:pt x="580" y="507"/>
                  </a:lnTo>
                  <a:lnTo>
                    <a:pt x="581" y="508"/>
                  </a:lnTo>
                  <a:lnTo>
                    <a:pt x="581" y="510"/>
                  </a:lnTo>
                  <a:lnTo>
                    <a:pt x="580" y="512"/>
                  </a:lnTo>
                  <a:lnTo>
                    <a:pt x="584" y="512"/>
                  </a:lnTo>
                  <a:lnTo>
                    <a:pt x="584" y="510"/>
                  </a:lnTo>
                  <a:lnTo>
                    <a:pt x="582" y="509"/>
                  </a:lnTo>
                  <a:lnTo>
                    <a:pt x="584" y="508"/>
                  </a:lnTo>
                  <a:lnTo>
                    <a:pt x="588" y="509"/>
                  </a:lnTo>
                  <a:lnTo>
                    <a:pt x="590" y="510"/>
                  </a:lnTo>
                  <a:lnTo>
                    <a:pt x="591" y="511"/>
                  </a:lnTo>
                  <a:lnTo>
                    <a:pt x="593" y="512"/>
                  </a:lnTo>
                  <a:lnTo>
                    <a:pt x="594" y="512"/>
                  </a:lnTo>
                  <a:lnTo>
                    <a:pt x="595" y="511"/>
                  </a:lnTo>
                  <a:lnTo>
                    <a:pt x="597" y="510"/>
                  </a:lnTo>
                  <a:lnTo>
                    <a:pt x="598" y="512"/>
                  </a:lnTo>
                  <a:lnTo>
                    <a:pt x="598" y="513"/>
                  </a:lnTo>
                  <a:lnTo>
                    <a:pt x="596" y="514"/>
                  </a:lnTo>
                  <a:lnTo>
                    <a:pt x="594" y="515"/>
                  </a:lnTo>
                  <a:lnTo>
                    <a:pt x="593" y="517"/>
                  </a:lnTo>
                  <a:lnTo>
                    <a:pt x="592" y="519"/>
                  </a:lnTo>
                  <a:lnTo>
                    <a:pt x="593" y="521"/>
                  </a:lnTo>
                  <a:lnTo>
                    <a:pt x="594" y="522"/>
                  </a:lnTo>
                  <a:lnTo>
                    <a:pt x="596" y="522"/>
                  </a:lnTo>
                  <a:lnTo>
                    <a:pt x="597" y="521"/>
                  </a:lnTo>
                  <a:lnTo>
                    <a:pt x="600" y="519"/>
                  </a:lnTo>
                  <a:lnTo>
                    <a:pt x="602" y="520"/>
                  </a:lnTo>
                  <a:lnTo>
                    <a:pt x="604" y="520"/>
                  </a:lnTo>
                  <a:lnTo>
                    <a:pt x="605" y="521"/>
                  </a:lnTo>
                  <a:lnTo>
                    <a:pt x="607" y="521"/>
                  </a:lnTo>
                  <a:lnTo>
                    <a:pt x="607" y="519"/>
                  </a:lnTo>
                  <a:lnTo>
                    <a:pt x="608" y="518"/>
                  </a:lnTo>
                  <a:lnTo>
                    <a:pt x="610" y="517"/>
                  </a:lnTo>
                  <a:lnTo>
                    <a:pt x="612" y="515"/>
                  </a:lnTo>
                  <a:lnTo>
                    <a:pt x="616" y="514"/>
                  </a:lnTo>
                  <a:lnTo>
                    <a:pt x="619" y="512"/>
                  </a:lnTo>
                  <a:lnTo>
                    <a:pt x="620" y="508"/>
                  </a:lnTo>
                  <a:lnTo>
                    <a:pt x="622" y="507"/>
                  </a:lnTo>
                  <a:lnTo>
                    <a:pt x="624" y="507"/>
                  </a:lnTo>
                  <a:lnTo>
                    <a:pt x="628" y="506"/>
                  </a:lnTo>
                  <a:lnTo>
                    <a:pt x="629" y="506"/>
                  </a:lnTo>
                  <a:lnTo>
                    <a:pt x="630" y="504"/>
                  </a:lnTo>
                  <a:lnTo>
                    <a:pt x="634" y="504"/>
                  </a:lnTo>
                  <a:lnTo>
                    <a:pt x="637" y="502"/>
                  </a:lnTo>
                  <a:lnTo>
                    <a:pt x="638" y="504"/>
                  </a:lnTo>
                  <a:lnTo>
                    <a:pt x="638" y="505"/>
                  </a:lnTo>
                  <a:lnTo>
                    <a:pt x="637" y="507"/>
                  </a:lnTo>
                  <a:lnTo>
                    <a:pt x="635" y="508"/>
                  </a:lnTo>
                  <a:lnTo>
                    <a:pt x="633" y="508"/>
                  </a:lnTo>
                  <a:lnTo>
                    <a:pt x="690" y="566"/>
                  </a:lnTo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60" name="Freeform 168">
              <a:extLst>
                <a:ext uri="{FF2B5EF4-FFF2-40B4-BE49-F238E27FC236}">
                  <a16:creationId xmlns:a16="http://schemas.microsoft.com/office/drawing/2014/main" id="{C78F04BA-A867-F199-2363-31804787658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662669" y="2437553"/>
              <a:ext cx="85575" cy="65229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2" y="114"/>
                </a:cxn>
                <a:cxn ang="0">
                  <a:pos x="12" y="107"/>
                </a:cxn>
                <a:cxn ang="0">
                  <a:pos x="14" y="102"/>
                </a:cxn>
                <a:cxn ang="0">
                  <a:pos x="19" y="87"/>
                </a:cxn>
                <a:cxn ang="0">
                  <a:pos x="21" y="76"/>
                </a:cxn>
                <a:cxn ang="0">
                  <a:pos x="25" y="70"/>
                </a:cxn>
                <a:cxn ang="0">
                  <a:pos x="46" y="69"/>
                </a:cxn>
                <a:cxn ang="0">
                  <a:pos x="55" y="63"/>
                </a:cxn>
                <a:cxn ang="0">
                  <a:pos x="67" y="48"/>
                </a:cxn>
                <a:cxn ang="0">
                  <a:pos x="77" y="32"/>
                </a:cxn>
                <a:cxn ang="0">
                  <a:pos x="82" y="15"/>
                </a:cxn>
                <a:cxn ang="0">
                  <a:pos x="83" y="0"/>
                </a:cxn>
                <a:cxn ang="0">
                  <a:pos x="79" y="27"/>
                </a:cxn>
                <a:cxn ang="0">
                  <a:pos x="71" y="46"/>
                </a:cxn>
                <a:cxn ang="0">
                  <a:pos x="65" y="55"/>
                </a:cxn>
                <a:cxn ang="0">
                  <a:pos x="57" y="64"/>
                </a:cxn>
                <a:cxn ang="0">
                  <a:pos x="61" y="71"/>
                </a:cxn>
                <a:cxn ang="0">
                  <a:pos x="67" y="70"/>
                </a:cxn>
                <a:cxn ang="0">
                  <a:pos x="76" y="75"/>
                </a:cxn>
                <a:cxn ang="0">
                  <a:pos x="87" y="75"/>
                </a:cxn>
                <a:cxn ang="0">
                  <a:pos x="89" y="66"/>
                </a:cxn>
                <a:cxn ang="0">
                  <a:pos x="89" y="49"/>
                </a:cxn>
                <a:cxn ang="0">
                  <a:pos x="93" y="44"/>
                </a:cxn>
                <a:cxn ang="0">
                  <a:pos x="93" y="41"/>
                </a:cxn>
                <a:cxn ang="0">
                  <a:pos x="103" y="38"/>
                </a:cxn>
                <a:cxn ang="0">
                  <a:pos x="109" y="43"/>
                </a:cxn>
                <a:cxn ang="0">
                  <a:pos x="116" y="46"/>
                </a:cxn>
                <a:cxn ang="0">
                  <a:pos x="122" y="50"/>
                </a:cxn>
                <a:cxn ang="0">
                  <a:pos x="130" y="54"/>
                </a:cxn>
                <a:cxn ang="0">
                  <a:pos x="147" y="57"/>
                </a:cxn>
                <a:cxn ang="0">
                  <a:pos x="163" y="55"/>
                </a:cxn>
                <a:cxn ang="0">
                  <a:pos x="169" y="59"/>
                </a:cxn>
                <a:cxn ang="0">
                  <a:pos x="180" y="82"/>
                </a:cxn>
                <a:cxn ang="0">
                  <a:pos x="174" y="97"/>
                </a:cxn>
                <a:cxn ang="0">
                  <a:pos x="174" y="114"/>
                </a:cxn>
                <a:cxn ang="0">
                  <a:pos x="177" y="124"/>
                </a:cxn>
                <a:cxn ang="0">
                  <a:pos x="153" y="127"/>
                </a:cxn>
                <a:cxn ang="0">
                  <a:pos x="126" y="133"/>
                </a:cxn>
                <a:cxn ang="0">
                  <a:pos x="78" y="134"/>
                </a:cxn>
                <a:cxn ang="0">
                  <a:pos x="14" y="123"/>
                </a:cxn>
                <a:cxn ang="0">
                  <a:pos x="0" y="118"/>
                </a:cxn>
              </a:cxnLst>
              <a:rect l="0" t="0" r="r" b="b"/>
              <a:pathLst>
                <a:path w="180" h="134">
                  <a:moveTo>
                    <a:pt x="0" y="118"/>
                  </a:moveTo>
                  <a:lnTo>
                    <a:pt x="2" y="114"/>
                  </a:lnTo>
                  <a:lnTo>
                    <a:pt x="12" y="107"/>
                  </a:lnTo>
                  <a:lnTo>
                    <a:pt x="14" y="102"/>
                  </a:lnTo>
                  <a:lnTo>
                    <a:pt x="19" y="87"/>
                  </a:lnTo>
                  <a:lnTo>
                    <a:pt x="21" y="76"/>
                  </a:lnTo>
                  <a:lnTo>
                    <a:pt x="25" y="70"/>
                  </a:lnTo>
                  <a:lnTo>
                    <a:pt x="46" y="69"/>
                  </a:lnTo>
                  <a:lnTo>
                    <a:pt x="55" y="63"/>
                  </a:lnTo>
                  <a:lnTo>
                    <a:pt x="67" y="48"/>
                  </a:lnTo>
                  <a:lnTo>
                    <a:pt x="77" y="32"/>
                  </a:lnTo>
                  <a:lnTo>
                    <a:pt x="82" y="15"/>
                  </a:lnTo>
                  <a:lnTo>
                    <a:pt x="83" y="0"/>
                  </a:lnTo>
                  <a:lnTo>
                    <a:pt x="79" y="27"/>
                  </a:lnTo>
                  <a:lnTo>
                    <a:pt x="71" y="46"/>
                  </a:lnTo>
                  <a:lnTo>
                    <a:pt x="65" y="55"/>
                  </a:lnTo>
                  <a:lnTo>
                    <a:pt x="57" y="64"/>
                  </a:lnTo>
                  <a:lnTo>
                    <a:pt x="61" y="71"/>
                  </a:lnTo>
                  <a:lnTo>
                    <a:pt x="67" y="70"/>
                  </a:lnTo>
                  <a:lnTo>
                    <a:pt x="76" y="75"/>
                  </a:lnTo>
                  <a:lnTo>
                    <a:pt x="87" y="75"/>
                  </a:lnTo>
                  <a:lnTo>
                    <a:pt x="89" y="66"/>
                  </a:lnTo>
                  <a:lnTo>
                    <a:pt x="89" y="49"/>
                  </a:lnTo>
                  <a:lnTo>
                    <a:pt x="93" y="44"/>
                  </a:lnTo>
                  <a:lnTo>
                    <a:pt x="93" y="41"/>
                  </a:lnTo>
                  <a:lnTo>
                    <a:pt x="103" y="38"/>
                  </a:lnTo>
                  <a:lnTo>
                    <a:pt x="109" y="43"/>
                  </a:lnTo>
                  <a:lnTo>
                    <a:pt x="116" y="46"/>
                  </a:lnTo>
                  <a:lnTo>
                    <a:pt x="122" y="50"/>
                  </a:lnTo>
                  <a:lnTo>
                    <a:pt x="130" y="54"/>
                  </a:lnTo>
                  <a:lnTo>
                    <a:pt x="147" y="57"/>
                  </a:lnTo>
                  <a:lnTo>
                    <a:pt x="163" y="55"/>
                  </a:lnTo>
                  <a:lnTo>
                    <a:pt x="169" y="59"/>
                  </a:lnTo>
                  <a:lnTo>
                    <a:pt x="180" y="82"/>
                  </a:lnTo>
                  <a:lnTo>
                    <a:pt x="174" y="97"/>
                  </a:lnTo>
                  <a:lnTo>
                    <a:pt x="174" y="114"/>
                  </a:lnTo>
                  <a:lnTo>
                    <a:pt x="177" y="124"/>
                  </a:lnTo>
                  <a:lnTo>
                    <a:pt x="153" y="127"/>
                  </a:lnTo>
                  <a:lnTo>
                    <a:pt x="126" y="133"/>
                  </a:lnTo>
                  <a:lnTo>
                    <a:pt x="78" y="134"/>
                  </a:lnTo>
                  <a:lnTo>
                    <a:pt x="14" y="123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61" name="Group 169">
              <a:extLst>
                <a:ext uri="{FF2B5EF4-FFF2-40B4-BE49-F238E27FC236}">
                  <a16:creationId xmlns:a16="http://schemas.microsoft.com/office/drawing/2014/main" id="{B2624242-11D0-DE9C-43F7-47B83E57D2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78228" y="1512119"/>
              <a:ext cx="1328457" cy="1679641"/>
              <a:chOff x="2403" y="1365"/>
              <a:chExt cx="554" cy="699"/>
            </a:xfrm>
            <a:grpFill/>
          </p:grpSpPr>
          <p:sp>
            <p:nvSpPr>
              <p:cNvPr id="159" name="Freeform 170">
                <a:extLst>
                  <a:ext uri="{FF2B5EF4-FFF2-40B4-BE49-F238E27FC236}">
                    <a16:creationId xmlns:a16="http://schemas.microsoft.com/office/drawing/2014/main" id="{824A666F-7216-679C-6D36-A4C59D1A18A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19" y="1872"/>
                <a:ext cx="84" cy="41"/>
              </a:xfrm>
              <a:custGeom>
                <a:avLst/>
                <a:gdLst/>
                <a:ahLst/>
                <a:cxnLst>
                  <a:cxn ang="0">
                    <a:pos x="234" y="27"/>
                  </a:cxn>
                  <a:cxn ang="0">
                    <a:pos x="213" y="43"/>
                  </a:cxn>
                  <a:cxn ang="0">
                    <a:pos x="188" y="62"/>
                  </a:cxn>
                  <a:cxn ang="0">
                    <a:pos x="184" y="90"/>
                  </a:cxn>
                  <a:cxn ang="0">
                    <a:pos x="191" y="113"/>
                  </a:cxn>
                  <a:cxn ang="0">
                    <a:pos x="179" y="110"/>
                  </a:cxn>
                  <a:cxn ang="0">
                    <a:pos x="153" y="106"/>
                  </a:cxn>
                  <a:cxn ang="0">
                    <a:pos x="116" y="114"/>
                  </a:cxn>
                  <a:cxn ang="0">
                    <a:pos x="83" y="127"/>
                  </a:cxn>
                  <a:cxn ang="0">
                    <a:pos x="59" y="118"/>
                  </a:cxn>
                  <a:cxn ang="0">
                    <a:pos x="49" y="132"/>
                  </a:cxn>
                  <a:cxn ang="0">
                    <a:pos x="34" y="129"/>
                  </a:cxn>
                  <a:cxn ang="0">
                    <a:pos x="19" y="119"/>
                  </a:cxn>
                  <a:cxn ang="0">
                    <a:pos x="0" y="123"/>
                  </a:cxn>
                  <a:cxn ang="0">
                    <a:pos x="16" y="137"/>
                  </a:cxn>
                  <a:cxn ang="0">
                    <a:pos x="17" y="155"/>
                  </a:cxn>
                  <a:cxn ang="0">
                    <a:pos x="17" y="167"/>
                  </a:cxn>
                  <a:cxn ang="0">
                    <a:pos x="36" y="172"/>
                  </a:cxn>
                  <a:cxn ang="0">
                    <a:pos x="51" y="173"/>
                  </a:cxn>
                  <a:cxn ang="0">
                    <a:pos x="68" y="177"/>
                  </a:cxn>
                  <a:cxn ang="0">
                    <a:pos x="104" y="165"/>
                  </a:cxn>
                  <a:cxn ang="0">
                    <a:pos x="132" y="161"/>
                  </a:cxn>
                  <a:cxn ang="0">
                    <a:pos x="143" y="156"/>
                  </a:cxn>
                  <a:cxn ang="0">
                    <a:pos x="146" y="164"/>
                  </a:cxn>
                  <a:cxn ang="0">
                    <a:pos x="152" y="178"/>
                  </a:cxn>
                  <a:cxn ang="0">
                    <a:pos x="168" y="187"/>
                  </a:cxn>
                  <a:cxn ang="0">
                    <a:pos x="208" y="198"/>
                  </a:cxn>
                  <a:cxn ang="0">
                    <a:pos x="231" y="203"/>
                  </a:cxn>
                  <a:cxn ang="0">
                    <a:pos x="275" y="205"/>
                  </a:cxn>
                  <a:cxn ang="0">
                    <a:pos x="292" y="189"/>
                  </a:cxn>
                  <a:cxn ang="0">
                    <a:pos x="325" y="191"/>
                  </a:cxn>
                  <a:cxn ang="0">
                    <a:pos x="334" y="182"/>
                  </a:cxn>
                  <a:cxn ang="0">
                    <a:pos x="353" y="176"/>
                  </a:cxn>
                  <a:cxn ang="0">
                    <a:pos x="372" y="161"/>
                  </a:cxn>
                  <a:cxn ang="0">
                    <a:pos x="382" y="148"/>
                  </a:cxn>
                  <a:cxn ang="0">
                    <a:pos x="390" y="119"/>
                  </a:cxn>
                  <a:cxn ang="0">
                    <a:pos x="388" y="103"/>
                  </a:cxn>
                  <a:cxn ang="0">
                    <a:pos x="420" y="95"/>
                  </a:cxn>
                  <a:cxn ang="0">
                    <a:pos x="412" y="62"/>
                  </a:cxn>
                  <a:cxn ang="0">
                    <a:pos x="406" y="26"/>
                  </a:cxn>
                  <a:cxn ang="0">
                    <a:pos x="362" y="19"/>
                  </a:cxn>
                  <a:cxn ang="0">
                    <a:pos x="340" y="1"/>
                  </a:cxn>
                  <a:cxn ang="0">
                    <a:pos x="301" y="10"/>
                  </a:cxn>
                  <a:cxn ang="0">
                    <a:pos x="287" y="27"/>
                  </a:cxn>
                  <a:cxn ang="0">
                    <a:pos x="267" y="32"/>
                  </a:cxn>
                  <a:cxn ang="0">
                    <a:pos x="249" y="25"/>
                  </a:cxn>
                </a:cxnLst>
                <a:rect l="0" t="0" r="r" b="b"/>
                <a:pathLst>
                  <a:path w="420" h="205">
                    <a:moveTo>
                      <a:pt x="235" y="20"/>
                    </a:moveTo>
                    <a:lnTo>
                      <a:pt x="234" y="27"/>
                    </a:lnTo>
                    <a:lnTo>
                      <a:pt x="217" y="35"/>
                    </a:lnTo>
                    <a:lnTo>
                      <a:pt x="213" y="43"/>
                    </a:lnTo>
                    <a:lnTo>
                      <a:pt x="210" y="53"/>
                    </a:lnTo>
                    <a:lnTo>
                      <a:pt x="188" y="62"/>
                    </a:lnTo>
                    <a:lnTo>
                      <a:pt x="183" y="74"/>
                    </a:lnTo>
                    <a:lnTo>
                      <a:pt x="184" y="90"/>
                    </a:lnTo>
                    <a:lnTo>
                      <a:pt x="191" y="106"/>
                    </a:lnTo>
                    <a:lnTo>
                      <a:pt x="191" y="113"/>
                    </a:lnTo>
                    <a:lnTo>
                      <a:pt x="184" y="117"/>
                    </a:lnTo>
                    <a:lnTo>
                      <a:pt x="179" y="110"/>
                    </a:lnTo>
                    <a:lnTo>
                      <a:pt x="164" y="110"/>
                    </a:lnTo>
                    <a:lnTo>
                      <a:pt x="153" y="106"/>
                    </a:lnTo>
                    <a:lnTo>
                      <a:pt x="149" y="111"/>
                    </a:lnTo>
                    <a:lnTo>
                      <a:pt x="116" y="114"/>
                    </a:lnTo>
                    <a:lnTo>
                      <a:pt x="97" y="127"/>
                    </a:lnTo>
                    <a:lnTo>
                      <a:pt x="83" y="127"/>
                    </a:lnTo>
                    <a:lnTo>
                      <a:pt x="70" y="119"/>
                    </a:lnTo>
                    <a:lnTo>
                      <a:pt x="59" y="118"/>
                    </a:lnTo>
                    <a:lnTo>
                      <a:pt x="51" y="124"/>
                    </a:lnTo>
                    <a:lnTo>
                      <a:pt x="49" y="132"/>
                    </a:lnTo>
                    <a:lnTo>
                      <a:pt x="44" y="134"/>
                    </a:lnTo>
                    <a:lnTo>
                      <a:pt x="34" y="129"/>
                    </a:lnTo>
                    <a:lnTo>
                      <a:pt x="28" y="121"/>
                    </a:lnTo>
                    <a:lnTo>
                      <a:pt x="19" y="119"/>
                    </a:lnTo>
                    <a:lnTo>
                      <a:pt x="11" y="119"/>
                    </a:lnTo>
                    <a:lnTo>
                      <a:pt x="0" y="123"/>
                    </a:lnTo>
                    <a:lnTo>
                      <a:pt x="7" y="132"/>
                    </a:lnTo>
                    <a:lnTo>
                      <a:pt x="16" y="137"/>
                    </a:lnTo>
                    <a:lnTo>
                      <a:pt x="17" y="144"/>
                    </a:lnTo>
                    <a:lnTo>
                      <a:pt x="17" y="155"/>
                    </a:lnTo>
                    <a:lnTo>
                      <a:pt x="11" y="162"/>
                    </a:lnTo>
                    <a:lnTo>
                      <a:pt x="17" y="167"/>
                    </a:lnTo>
                    <a:lnTo>
                      <a:pt x="27" y="171"/>
                    </a:lnTo>
                    <a:lnTo>
                      <a:pt x="36" y="172"/>
                    </a:lnTo>
                    <a:lnTo>
                      <a:pt x="44" y="168"/>
                    </a:lnTo>
                    <a:lnTo>
                      <a:pt x="51" y="173"/>
                    </a:lnTo>
                    <a:lnTo>
                      <a:pt x="65" y="178"/>
                    </a:lnTo>
                    <a:lnTo>
                      <a:pt x="68" y="177"/>
                    </a:lnTo>
                    <a:lnTo>
                      <a:pt x="84" y="172"/>
                    </a:lnTo>
                    <a:lnTo>
                      <a:pt x="104" y="165"/>
                    </a:lnTo>
                    <a:lnTo>
                      <a:pt x="122" y="164"/>
                    </a:lnTo>
                    <a:lnTo>
                      <a:pt x="132" y="161"/>
                    </a:lnTo>
                    <a:lnTo>
                      <a:pt x="137" y="157"/>
                    </a:lnTo>
                    <a:lnTo>
                      <a:pt x="143" y="156"/>
                    </a:lnTo>
                    <a:lnTo>
                      <a:pt x="146" y="159"/>
                    </a:lnTo>
                    <a:lnTo>
                      <a:pt x="146" y="164"/>
                    </a:lnTo>
                    <a:lnTo>
                      <a:pt x="148" y="171"/>
                    </a:lnTo>
                    <a:lnTo>
                      <a:pt x="152" y="178"/>
                    </a:lnTo>
                    <a:lnTo>
                      <a:pt x="163" y="187"/>
                    </a:lnTo>
                    <a:lnTo>
                      <a:pt x="168" y="187"/>
                    </a:lnTo>
                    <a:lnTo>
                      <a:pt x="178" y="193"/>
                    </a:lnTo>
                    <a:lnTo>
                      <a:pt x="208" y="198"/>
                    </a:lnTo>
                    <a:lnTo>
                      <a:pt x="222" y="203"/>
                    </a:lnTo>
                    <a:lnTo>
                      <a:pt x="231" y="203"/>
                    </a:lnTo>
                    <a:lnTo>
                      <a:pt x="247" y="203"/>
                    </a:lnTo>
                    <a:lnTo>
                      <a:pt x="275" y="205"/>
                    </a:lnTo>
                    <a:lnTo>
                      <a:pt x="283" y="200"/>
                    </a:lnTo>
                    <a:lnTo>
                      <a:pt x="292" y="189"/>
                    </a:lnTo>
                    <a:lnTo>
                      <a:pt x="305" y="187"/>
                    </a:lnTo>
                    <a:lnTo>
                      <a:pt x="325" y="191"/>
                    </a:lnTo>
                    <a:lnTo>
                      <a:pt x="330" y="182"/>
                    </a:lnTo>
                    <a:lnTo>
                      <a:pt x="334" y="182"/>
                    </a:lnTo>
                    <a:lnTo>
                      <a:pt x="351" y="184"/>
                    </a:lnTo>
                    <a:lnTo>
                      <a:pt x="353" y="176"/>
                    </a:lnTo>
                    <a:lnTo>
                      <a:pt x="362" y="172"/>
                    </a:lnTo>
                    <a:lnTo>
                      <a:pt x="372" y="161"/>
                    </a:lnTo>
                    <a:lnTo>
                      <a:pt x="383" y="159"/>
                    </a:lnTo>
                    <a:lnTo>
                      <a:pt x="382" y="148"/>
                    </a:lnTo>
                    <a:lnTo>
                      <a:pt x="382" y="138"/>
                    </a:lnTo>
                    <a:lnTo>
                      <a:pt x="390" y="119"/>
                    </a:lnTo>
                    <a:lnTo>
                      <a:pt x="384" y="111"/>
                    </a:lnTo>
                    <a:lnTo>
                      <a:pt x="388" y="103"/>
                    </a:lnTo>
                    <a:lnTo>
                      <a:pt x="415" y="103"/>
                    </a:lnTo>
                    <a:lnTo>
                      <a:pt x="420" y="95"/>
                    </a:lnTo>
                    <a:lnTo>
                      <a:pt x="420" y="75"/>
                    </a:lnTo>
                    <a:lnTo>
                      <a:pt x="412" y="62"/>
                    </a:lnTo>
                    <a:lnTo>
                      <a:pt x="406" y="40"/>
                    </a:lnTo>
                    <a:lnTo>
                      <a:pt x="406" y="26"/>
                    </a:lnTo>
                    <a:lnTo>
                      <a:pt x="398" y="15"/>
                    </a:lnTo>
                    <a:lnTo>
                      <a:pt x="362" y="19"/>
                    </a:lnTo>
                    <a:lnTo>
                      <a:pt x="348" y="6"/>
                    </a:lnTo>
                    <a:lnTo>
                      <a:pt x="340" y="1"/>
                    </a:lnTo>
                    <a:lnTo>
                      <a:pt x="307" y="0"/>
                    </a:lnTo>
                    <a:lnTo>
                      <a:pt x="301" y="10"/>
                    </a:lnTo>
                    <a:lnTo>
                      <a:pt x="297" y="19"/>
                    </a:lnTo>
                    <a:lnTo>
                      <a:pt x="287" y="27"/>
                    </a:lnTo>
                    <a:lnTo>
                      <a:pt x="278" y="31"/>
                    </a:lnTo>
                    <a:lnTo>
                      <a:pt x="267" y="32"/>
                    </a:lnTo>
                    <a:lnTo>
                      <a:pt x="256" y="31"/>
                    </a:lnTo>
                    <a:lnTo>
                      <a:pt x="249" y="25"/>
                    </a:lnTo>
                    <a:lnTo>
                      <a:pt x="23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0" name="Freeform 171">
                <a:extLst>
                  <a:ext uri="{FF2B5EF4-FFF2-40B4-BE49-F238E27FC236}">
                    <a16:creationId xmlns:a16="http://schemas.microsoft.com/office/drawing/2014/main" id="{0B1999CE-E99C-81EF-2646-913FF9229F7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31" y="1972"/>
                <a:ext cx="5" cy="3"/>
              </a:xfrm>
              <a:custGeom>
                <a:avLst/>
                <a:gdLst/>
                <a:ahLst/>
                <a:cxnLst>
                  <a:cxn ang="0">
                    <a:pos x="18" y="7"/>
                  </a:cxn>
                  <a:cxn ang="0">
                    <a:pos x="21" y="11"/>
                  </a:cxn>
                  <a:cxn ang="0">
                    <a:pos x="16" y="13"/>
                  </a:cxn>
                  <a:cxn ang="0">
                    <a:pos x="10" y="12"/>
                  </a:cxn>
                  <a:cxn ang="0">
                    <a:pos x="6" y="7"/>
                  </a:cxn>
                  <a:cxn ang="0">
                    <a:pos x="0" y="0"/>
                  </a:cxn>
                  <a:cxn ang="0">
                    <a:pos x="13" y="1"/>
                  </a:cxn>
                  <a:cxn ang="0">
                    <a:pos x="18" y="7"/>
                  </a:cxn>
                </a:cxnLst>
                <a:rect l="0" t="0" r="r" b="b"/>
                <a:pathLst>
                  <a:path w="21" h="13">
                    <a:moveTo>
                      <a:pt x="18" y="7"/>
                    </a:moveTo>
                    <a:lnTo>
                      <a:pt x="21" y="11"/>
                    </a:lnTo>
                    <a:lnTo>
                      <a:pt x="16" y="13"/>
                    </a:lnTo>
                    <a:lnTo>
                      <a:pt x="10" y="12"/>
                    </a:lnTo>
                    <a:lnTo>
                      <a:pt x="6" y="7"/>
                    </a:lnTo>
                    <a:lnTo>
                      <a:pt x="0" y="0"/>
                    </a:lnTo>
                    <a:lnTo>
                      <a:pt x="13" y="1"/>
                    </a:lnTo>
                    <a:lnTo>
                      <a:pt x="18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1" name="Freeform 172">
                <a:extLst>
                  <a:ext uri="{FF2B5EF4-FFF2-40B4-BE49-F238E27FC236}">
                    <a16:creationId xmlns:a16="http://schemas.microsoft.com/office/drawing/2014/main" id="{33C251D4-3D65-7B55-E12E-6EA25DD7339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20" y="1898"/>
                <a:ext cx="3" cy="6"/>
              </a:xfrm>
              <a:custGeom>
                <a:avLst/>
                <a:gdLst/>
                <a:ahLst/>
                <a:cxnLst>
                  <a:cxn ang="0">
                    <a:pos x="8" y="30"/>
                  </a:cxn>
                  <a:cxn ang="0">
                    <a:pos x="14" y="23"/>
                  </a:cxn>
                  <a:cxn ang="0">
                    <a:pos x="14" y="12"/>
                  </a:cxn>
                  <a:cxn ang="0">
                    <a:pos x="13" y="5"/>
                  </a:cxn>
                  <a:cxn ang="0">
                    <a:pos x="4" y="0"/>
                  </a:cxn>
                  <a:cxn ang="0">
                    <a:pos x="2" y="8"/>
                  </a:cxn>
                  <a:cxn ang="0">
                    <a:pos x="0" y="18"/>
                  </a:cxn>
                  <a:cxn ang="0">
                    <a:pos x="8" y="30"/>
                  </a:cxn>
                </a:cxnLst>
                <a:rect l="0" t="0" r="r" b="b"/>
                <a:pathLst>
                  <a:path w="14" h="30">
                    <a:moveTo>
                      <a:pt x="8" y="30"/>
                    </a:moveTo>
                    <a:lnTo>
                      <a:pt x="14" y="23"/>
                    </a:lnTo>
                    <a:lnTo>
                      <a:pt x="14" y="12"/>
                    </a:lnTo>
                    <a:lnTo>
                      <a:pt x="13" y="5"/>
                    </a:lnTo>
                    <a:lnTo>
                      <a:pt x="4" y="0"/>
                    </a:lnTo>
                    <a:lnTo>
                      <a:pt x="2" y="8"/>
                    </a:lnTo>
                    <a:lnTo>
                      <a:pt x="0" y="18"/>
                    </a:lnTo>
                    <a:lnTo>
                      <a:pt x="8" y="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62" name="Group 173">
                <a:extLst>
                  <a:ext uri="{FF2B5EF4-FFF2-40B4-BE49-F238E27FC236}">
                    <a16:creationId xmlns:a16="http://schemas.microsoft.com/office/drawing/2014/main" id="{6EA075D5-9BBF-718A-E178-663641AA31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89" y="1903"/>
                <a:ext cx="129" cy="153"/>
                <a:chOff x="2589" y="1903"/>
                <a:chExt cx="129" cy="153"/>
              </a:xfrm>
              <a:grpFill/>
            </p:grpSpPr>
            <p:sp>
              <p:nvSpPr>
                <p:cNvPr id="203" name="Freeform 174">
                  <a:extLst>
                    <a:ext uri="{FF2B5EF4-FFF2-40B4-BE49-F238E27FC236}">
                      <a16:creationId xmlns:a16="http://schemas.microsoft.com/office/drawing/2014/main" id="{DC5ADDD0-233F-09BA-94FA-4D443A0DF31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53" y="2034"/>
                  <a:ext cx="34" cy="22"/>
                </a:xfrm>
                <a:custGeom>
                  <a:avLst/>
                  <a:gdLst/>
                  <a:ahLst/>
                  <a:cxnLst>
                    <a:cxn ang="0">
                      <a:pos x="172" y="0"/>
                    </a:cxn>
                    <a:cxn ang="0">
                      <a:pos x="168" y="1"/>
                    </a:cxn>
                    <a:cxn ang="0">
                      <a:pos x="168" y="2"/>
                    </a:cxn>
                    <a:cxn ang="0">
                      <a:pos x="167" y="12"/>
                    </a:cxn>
                    <a:cxn ang="0">
                      <a:pos x="153" y="34"/>
                    </a:cxn>
                    <a:cxn ang="0">
                      <a:pos x="143" y="60"/>
                    </a:cxn>
                    <a:cxn ang="0">
                      <a:pos x="142" y="66"/>
                    </a:cxn>
                    <a:cxn ang="0">
                      <a:pos x="146" y="70"/>
                    </a:cxn>
                    <a:cxn ang="0">
                      <a:pos x="147" y="75"/>
                    </a:cxn>
                    <a:cxn ang="0">
                      <a:pos x="152" y="87"/>
                    </a:cxn>
                    <a:cxn ang="0">
                      <a:pos x="146" y="103"/>
                    </a:cxn>
                    <a:cxn ang="0">
                      <a:pos x="145" y="110"/>
                    </a:cxn>
                    <a:cxn ang="0">
                      <a:pos x="130" y="110"/>
                    </a:cxn>
                    <a:cxn ang="0">
                      <a:pos x="118" y="108"/>
                    </a:cxn>
                    <a:cxn ang="0">
                      <a:pos x="108" y="98"/>
                    </a:cxn>
                    <a:cxn ang="0">
                      <a:pos x="99" y="88"/>
                    </a:cxn>
                    <a:cxn ang="0">
                      <a:pos x="84" y="83"/>
                    </a:cxn>
                    <a:cxn ang="0">
                      <a:pos x="76" y="82"/>
                    </a:cxn>
                    <a:cxn ang="0">
                      <a:pos x="67" y="79"/>
                    </a:cxn>
                    <a:cxn ang="0">
                      <a:pos x="61" y="71"/>
                    </a:cxn>
                    <a:cxn ang="0">
                      <a:pos x="49" y="66"/>
                    </a:cxn>
                    <a:cxn ang="0">
                      <a:pos x="37" y="56"/>
                    </a:cxn>
                    <a:cxn ang="0">
                      <a:pos x="25" y="51"/>
                    </a:cxn>
                    <a:cxn ang="0">
                      <a:pos x="8" y="48"/>
                    </a:cxn>
                    <a:cxn ang="0">
                      <a:pos x="2" y="40"/>
                    </a:cxn>
                    <a:cxn ang="0">
                      <a:pos x="0" y="26"/>
                    </a:cxn>
                    <a:cxn ang="0">
                      <a:pos x="1" y="18"/>
                    </a:cxn>
                    <a:cxn ang="0">
                      <a:pos x="3" y="15"/>
                    </a:cxn>
                    <a:cxn ang="0">
                      <a:pos x="6" y="10"/>
                    </a:cxn>
                    <a:cxn ang="0">
                      <a:pos x="9" y="8"/>
                    </a:cxn>
                    <a:cxn ang="0">
                      <a:pos x="19" y="15"/>
                    </a:cxn>
                    <a:cxn ang="0">
                      <a:pos x="25" y="15"/>
                    </a:cxn>
                    <a:cxn ang="0">
                      <a:pos x="41" y="5"/>
                    </a:cxn>
                    <a:cxn ang="0">
                      <a:pos x="62" y="15"/>
                    </a:cxn>
                    <a:cxn ang="0">
                      <a:pos x="66" y="22"/>
                    </a:cxn>
                    <a:cxn ang="0">
                      <a:pos x="73" y="22"/>
                    </a:cxn>
                    <a:cxn ang="0">
                      <a:pos x="80" y="20"/>
                    </a:cxn>
                    <a:cxn ang="0">
                      <a:pos x="110" y="16"/>
                    </a:cxn>
                    <a:cxn ang="0">
                      <a:pos x="119" y="13"/>
                    </a:cxn>
                    <a:cxn ang="0">
                      <a:pos x="127" y="8"/>
                    </a:cxn>
                    <a:cxn ang="0">
                      <a:pos x="146" y="8"/>
                    </a:cxn>
                    <a:cxn ang="0">
                      <a:pos x="152" y="4"/>
                    </a:cxn>
                    <a:cxn ang="0">
                      <a:pos x="163" y="2"/>
                    </a:cxn>
                    <a:cxn ang="0">
                      <a:pos x="172" y="0"/>
                    </a:cxn>
                  </a:cxnLst>
                  <a:rect l="0" t="0" r="r" b="b"/>
                  <a:pathLst>
                    <a:path w="172" h="110">
                      <a:moveTo>
                        <a:pt x="172" y="0"/>
                      </a:moveTo>
                      <a:lnTo>
                        <a:pt x="168" y="1"/>
                      </a:lnTo>
                      <a:lnTo>
                        <a:pt x="168" y="2"/>
                      </a:lnTo>
                      <a:lnTo>
                        <a:pt x="167" y="12"/>
                      </a:lnTo>
                      <a:lnTo>
                        <a:pt x="153" y="34"/>
                      </a:lnTo>
                      <a:lnTo>
                        <a:pt x="143" y="60"/>
                      </a:lnTo>
                      <a:lnTo>
                        <a:pt x="142" y="66"/>
                      </a:lnTo>
                      <a:lnTo>
                        <a:pt x="146" y="70"/>
                      </a:lnTo>
                      <a:lnTo>
                        <a:pt x="147" y="75"/>
                      </a:lnTo>
                      <a:lnTo>
                        <a:pt x="152" y="87"/>
                      </a:lnTo>
                      <a:lnTo>
                        <a:pt x="146" y="103"/>
                      </a:lnTo>
                      <a:lnTo>
                        <a:pt x="145" y="110"/>
                      </a:lnTo>
                      <a:lnTo>
                        <a:pt x="130" y="110"/>
                      </a:lnTo>
                      <a:lnTo>
                        <a:pt x="118" y="108"/>
                      </a:lnTo>
                      <a:lnTo>
                        <a:pt x="108" y="98"/>
                      </a:lnTo>
                      <a:lnTo>
                        <a:pt x="99" y="88"/>
                      </a:lnTo>
                      <a:lnTo>
                        <a:pt x="84" y="83"/>
                      </a:lnTo>
                      <a:lnTo>
                        <a:pt x="76" y="82"/>
                      </a:lnTo>
                      <a:lnTo>
                        <a:pt x="67" y="79"/>
                      </a:lnTo>
                      <a:lnTo>
                        <a:pt x="61" y="71"/>
                      </a:lnTo>
                      <a:lnTo>
                        <a:pt x="49" y="66"/>
                      </a:lnTo>
                      <a:lnTo>
                        <a:pt x="37" y="56"/>
                      </a:lnTo>
                      <a:lnTo>
                        <a:pt x="25" y="51"/>
                      </a:lnTo>
                      <a:lnTo>
                        <a:pt x="8" y="48"/>
                      </a:lnTo>
                      <a:lnTo>
                        <a:pt x="2" y="40"/>
                      </a:lnTo>
                      <a:lnTo>
                        <a:pt x="0" y="26"/>
                      </a:lnTo>
                      <a:lnTo>
                        <a:pt x="1" y="18"/>
                      </a:lnTo>
                      <a:lnTo>
                        <a:pt x="3" y="15"/>
                      </a:lnTo>
                      <a:lnTo>
                        <a:pt x="6" y="10"/>
                      </a:lnTo>
                      <a:lnTo>
                        <a:pt x="9" y="8"/>
                      </a:lnTo>
                      <a:lnTo>
                        <a:pt x="19" y="15"/>
                      </a:lnTo>
                      <a:lnTo>
                        <a:pt x="25" y="15"/>
                      </a:lnTo>
                      <a:lnTo>
                        <a:pt x="41" y="5"/>
                      </a:lnTo>
                      <a:lnTo>
                        <a:pt x="62" y="15"/>
                      </a:lnTo>
                      <a:lnTo>
                        <a:pt x="66" y="22"/>
                      </a:lnTo>
                      <a:lnTo>
                        <a:pt x="73" y="22"/>
                      </a:lnTo>
                      <a:lnTo>
                        <a:pt x="80" y="20"/>
                      </a:lnTo>
                      <a:lnTo>
                        <a:pt x="110" y="16"/>
                      </a:lnTo>
                      <a:lnTo>
                        <a:pt x="119" y="13"/>
                      </a:lnTo>
                      <a:lnTo>
                        <a:pt x="127" y="8"/>
                      </a:lnTo>
                      <a:lnTo>
                        <a:pt x="146" y="8"/>
                      </a:lnTo>
                      <a:lnTo>
                        <a:pt x="152" y="4"/>
                      </a:lnTo>
                      <a:lnTo>
                        <a:pt x="163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04" name="Freeform 175">
                  <a:extLst>
                    <a:ext uri="{FF2B5EF4-FFF2-40B4-BE49-F238E27FC236}">
                      <a16:creationId xmlns:a16="http://schemas.microsoft.com/office/drawing/2014/main" id="{EEE66317-8E3C-840C-FB3C-60483A8E042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06" y="1991"/>
                  <a:ext cx="16" cy="35"/>
                </a:xfrm>
                <a:custGeom>
                  <a:avLst/>
                  <a:gdLst/>
                  <a:ahLst/>
                  <a:cxnLst>
                    <a:cxn ang="0">
                      <a:pos x="50" y="0"/>
                    </a:cxn>
                    <a:cxn ang="0">
                      <a:pos x="63" y="5"/>
                    </a:cxn>
                    <a:cxn ang="0">
                      <a:pos x="64" y="8"/>
                    </a:cxn>
                    <a:cxn ang="0">
                      <a:pos x="70" y="12"/>
                    </a:cxn>
                    <a:cxn ang="0">
                      <a:pos x="75" y="24"/>
                    </a:cxn>
                    <a:cxn ang="0">
                      <a:pos x="81" y="43"/>
                    </a:cxn>
                    <a:cxn ang="0">
                      <a:pos x="82" y="63"/>
                    </a:cxn>
                    <a:cxn ang="0">
                      <a:pos x="80" y="79"/>
                    </a:cxn>
                    <a:cxn ang="0">
                      <a:pos x="81" y="111"/>
                    </a:cxn>
                    <a:cxn ang="0">
                      <a:pos x="80" y="138"/>
                    </a:cxn>
                    <a:cxn ang="0">
                      <a:pos x="76" y="144"/>
                    </a:cxn>
                    <a:cxn ang="0">
                      <a:pos x="76" y="149"/>
                    </a:cxn>
                    <a:cxn ang="0">
                      <a:pos x="70" y="154"/>
                    </a:cxn>
                    <a:cxn ang="0">
                      <a:pos x="57" y="150"/>
                    </a:cxn>
                    <a:cxn ang="0">
                      <a:pos x="52" y="155"/>
                    </a:cxn>
                    <a:cxn ang="0">
                      <a:pos x="47" y="165"/>
                    </a:cxn>
                    <a:cxn ang="0">
                      <a:pos x="41" y="171"/>
                    </a:cxn>
                    <a:cxn ang="0">
                      <a:pos x="31" y="173"/>
                    </a:cxn>
                    <a:cxn ang="0">
                      <a:pos x="26" y="168"/>
                    </a:cxn>
                    <a:cxn ang="0">
                      <a:pos x="15" y="152"/>
                    </a:cxn>
                    <a:cxn ang="0">
                      <a:pos x="14" y="144"/>
                    </a:cxn>
                    <a:cxn ang="0">
                      <a:pos x="14" y="139"/>
                    </a:cxn>
                    <a:cxn ang="0">
                      <a:pos x="11" y="130"/>
                    </a:cxn>
                    <a:cxn ang="0">
                      <a:pos x="14" y="109"/>
                    </a:cxn>
                    <a:cxn ang="0">
                      <a:pos x="17" y="106"/>
                    </a:cxn>
                    <a:cxn ang="0">
                      <a:pos x="18" y="101"/>
                    </a:cxn>
                    <a:cxn ang="0">
                      <a:pos x="16" y="97"/>
                    </a:cxn>
                    <a:cxn ang="0">
                      <a:pos x="14" y="89"/>
                    </a:cxn>
                    <a:cxn ang="0">
                      <a:pos x="15" y="80"/>
                    </a:cxn>
                    <a:cxn ang="0">
                      <a:pos x="15" y="70"/>
                    </a:cxn>
                    <a:cxn ang="0">
                      <a:pos x="12" y="63"/>
                    </a:cxn>
                    <a:cxn ang="0">
                      <a:pos x="10" y="54"/>
                    </a:cxn>
                    <a:cxn ang="0">
                      <a:pos x="7" y="53"/>
                    </a:cxn>
                    <a:cxn ang="0">
                      <a:pos x="4" y="53"/>
                    </a:cxn>
                    <a:cxn ang="0">
                      <a:pos x="0" y="47"/>
                    </a:cxn>
                    <a:cxn ang="0">
                      <a:pos x="0" y="26"/>
                    </a:cxn>
                    <a:cxn ang="0">
                      <a:pos x="1" y="25"/>
                    </a:cxn>
                    <a:cxn ang="0">
                      <a:pos x="10" y="33"/>
                    </a:cxn>
                    <a:cxn ang="0">
                      <a:pos x="20" y="32"/>
                    </a:cxn>
                    <a:cxn ang="0">
                      <a:pos x="39" y="12"/>
                    </a:cxn>
                    <a:cxn ang="0">
                      <a:pos x="45" y="10"/>
                    </a:cxn>
                    <a:cxn ang="0">
                      <a:pos x="50" y="0"/>
                    </a:cxn>
                  </a:cxnLst>
                  <a:rect l="0" t="0" r="r" b="b"/>
                  <a:pathLst>
                    <a:path w="82" h="173">
                      <a:moveTo>
                        <a:pt x="50" y="0"/>
                      </a:moveTo>
                      <a:lnTo>
                        <a:pt x="63" y="5"/>
                      </a:lnTo>
                      <a:lnTo>
                        <a:pt x="64" y="8"/>
                      </a:lnTo>
                      <a:lnTo>
                        <a:pt x="70" y="12"/>
                      </a:lnTo>
                      <a:lnTo>
                        <a:pt x="75" y="24"/>
                      </a:lnTo>
                      <a:lnTo>
                        <a:pt x="81" y="43"/>
                      </a:lnTo>
                      <a:lnTo>
                        <a:pt x="82" y="63"/>
                      </a:lnTo>
                      <a:lnTo>
                        <a:pt x="80" y="79"/>
                      </a:lnTo>
                      <a:lnTo>
                        <a:pt x="81" y="111"/>
                      </a:lnTo>
                      <a:lnTo>
                        <a:pt x="80" y="138"/>
                      </a:lnTo>
                      <a:lnTo>
                        <a:pt x="76" y="144"/>
                      </a:lnTo>
                      <a:lnTo>
                        <a:pt x="76" y="149"/>
                      </a:lnTo>
                      <a:lnTo>
                        <a:pt x="70" y="154"/>
                      </a:lnTo>
                      <a:lnTo>
                        <a:pt x="57" y="150"/>
                      </a:lnTo>
                      <a:lnTo>
                        <a:pt x="52" y="155"/>
                      </a:lnTo>
                      <a:lnTo>
                        <a:pt x="47" y="165"/>
                      </a:lnTo>
                      <a:lnTo>
                        <a:pt x="41" y="171"/>
                      </a:lnTo>
                      <a:lnTo>
                        <a:pt x="31" y="173"/>
                      </a:lnTo>
                      <a:lnTo>
                        <a:pt x="26" y="168"/>
                      </a:lnTo>
                      <a:lnTo>
                        <a:pt x="15" y="152"/>
                      </a:lnTo>
                      <a:lnTo>
                        <a:pt x="14" y="144"/>
                      </a:lnTo>
                      <a:lnTo>
                        <a:pt x="14" y="139"/>
                      </a:lnTo>
                      <a:lnTo>
                        <a:pt x="11" y="130"/>
                      </a:lnTo>
                      <a:lnTo>
                        <a:pt x="14" y="109"/>
                      </a:lnTo>
                      <a:lnTo>
                        <a:pt x="17" y="106"/>
                      </a:lnTo>
                      <a:lnTo>
                        <a:pt x="18" y="101"/>
                      </a:lnTo>
                      <a:lnTo>
                        <a:pt x="16" y="97"/>
                      </a:lnTo>
                      <a:lnTo>
                        <a:pt x="14" y="89"/>
                      </a:lnTo>
                      <a:lnTo>
                        <a:pt x="15" y="80"/>
                      </a:lnTo>
                      <a:lnTo>
                        <a:pt x="15" y="70"/>
                      </a:lnTo>
                      <a:lnTo>
                        <a:pt x="12" y="63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0" y="47"/>
                      </a:lnTo>
                      <a:lnTo>
                        <a:pt x="0" y="26"/>
                      </a:lnTo>
                      <a:lnTo>
                        <a:pt x="1" y="25"/>
                      </a:lnTo>
                      <a:lnTo>
                        <a:pt x="10" y="33"/>
                      </a:lnTo>
                      <a:lnTo>
                        <a:pt x="20" y="32"/>
                      </a:lnTo>
                      <a:lnTo>
                        <a:pt x="39" y="12"/>
                      </a:lnTo>
                      <a:lnTo>
                        <a:pt x="45" y="1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05" name="Freeform 176">
                  <a:extLst>
                    <a:ext uri="{FF2B5EF4-FFF2-40B4-BE49-F238E27FC236}">
                      <a16:creationId xmlns:a16="http://schemas.microsoft.com/office/drawing/2014/main" id="{01CA8F50-3400-316B-85DA-8CB84FA059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89" y="1903"/>
                  <a:ext cx="129" cy="136"/>
                </a:xfrm>
                <a:custGeom>
                  <a:avLst/>
                  <a:gdLst/>
                  <a:ahLst/>
                  <a:cxnLst>
                    <a:cxn ang="0">
                      <a:pos x="195" y="38"/>
                    </a:cxn>
                    <a:cxn ang="0">
                      <a:pos x="186" y="59"/>
                    </a:cxn>
                    <a:cxn ang="0">
                      <a:pos x="147" y="53"/>
                    </a:cxn>
                    <a:cxn ang="0">
                      <a:pos x="125" y="89"/>
                    </a:cxn>
                    <a:cxn ang="0">
                      <a:pos x="98" y="73"/>
                    </a:cxn>
                    <a:cxn ang="0">
                      <a:pos x="75" y="76"/>
                    </a:cxn>
                    <a:cxn ang="0">
                      <a:pos x="23" y="96"/>
                    </a:cxn>
                    <a:cxn ang="0">
                      <a:pos x="5" y="107"/>
                    </a:cxn>
                    <a:cxn ang="0">
                      <a:pos x="2" y="156"/>
                    </a:cxn>
                    <a:cxn ang="0">
                      <a:pos x="11" y="177"/>
                    </a:cxn>
                    <a:cxn ang="0">
                      <a:pos x="13" y="216"/>
                    </a:cxn>
                    <a:cxn ang="0">
                      <a:pos x="48" y="245"/>
                    </a:cxn>
                    <a:cxn ang="0">
                      <a:pos x="64" y="254"/>
                    </a:cxn>
                    <a:cxn ang="0">
                      <a:pos x="94" y="224"/>
                    </a:cxn>
                    <a:cxn ang="0">
                      <a:pos x="132" y="213"/>
                    </a:cxn>
                    <a:cxn ang="0">
                      <a:pos x="195" y="259"/>
                    </a:cxn>
                    <a:cxn ang="0">
                      <a:pos x="231" y="333"/>
                    </a:cxn>
                    <a:cxn ang="0">
                      <a:pos x="259" y="358"/>
                    </a:cxn>
                    <a:cxn ang="0">
                      <a:pos x="309" y="410"/>
                    </a:cxn>
                    <a:cxn ang="0">
                      <a:pos x="379" y="444"/>
                    </a:cxn>
                    <a:cxn ang="0">
                      <a:pos x="421" y="479"/>
                    </a:cxn>
                    <a:cxn ang="0">
                      <a:pos x="444" y="488"/>
                    </a:cxn>
                    <a:cxn ang="0">
                      <a:pos x="455" y="520"/>
                    </a:cxn>
                    <a:cxn ang="0">
                      <a:pos x="483" y="527"/>
                    </a:cxn>
                    <a:cxn ang="0">
                      <a:pos x="498" y="559"/>
                    </a:cxn>
                    <a:cxn ang="0">
                      <a:pos x="507" y="624"/>
                    </a:cxn>
                    <a:cxn ang="0">
                      <a:pos x="492" y="661"/>
                    </a:cxn>
                    <a:cxn ang="0">
                      <a:pos x="496" y="681"/>
                    </a:cxn>
                    <a:cxn ang="0">
                      <a:pos x="522" y="661"/>
                    </a:cxn>
                    <a:cxn ang="0">
                      <a:pos x="540" y="643"/>
                    </a:cxn>
                    <a:cxn ang="0">
                      <a:pos x="562" y="607"/>
                    </a:cxn>
                    <a:cxn ang="0">
                      <a:pos x="568" y="585"/>
                    </a:cxn>
                    <a:cxn ang="0">
                      <a:pos x="549" y="558"/>
                    </a:cxn>
                    <a:cxn ang="0">
                      <a:pos x="551" y="511"/>
                    </a:cxn>
                    <a:cxn ang="0">
                      <a:pos x="604" y="512"/>
                    </a:cxn>
                    <a:cxn ang="0">
                      <a:pos x="637" y="546"/>
                    </a:cxn>
                    <a:cxn ang="0">
                      <a:pos x="636" y="511"/>
                    </a:cxn>
                    <a:cxn ang="0">
                      <a:pos x="572" y="460"/>
                    </a:cxn>
                    <a:cxn ang="0">
                      <a:pos x="510" y="430"/>
                    </a:cxn>
                    <a:cxn ang="0">
                      <a:pos x="508" y="414"/>
                    </a:cxn>
                    <a:cxn ang="0">
                      <a:pos x="500" y="392"/>
                    </a:cxn>
                    <a:cxn ang="0">
                      <a:pos x="465" y="394"/>
                    </a:cxn>
                    <a:cxn ang="0">
                      <a:pos x="437" y="382"/>
                    </a:cxn>
                    <a:cxn ang="0">
                      <a:pos x="405" y="345"/>
                    </a:cxn>
                    <a:cxn ang="0">
                      <a:pos x="382" y="285"/>
                    </a:cxn>
                    <a:cxn ang="0">
                      <a:pos x="362" y="263"/>
                    </a:cxn>
                    <a:cxn ang="0">
                      <a:pos x="314" y="230"/>
                    </a:cxn>
                    <a:cxn ang="0">
                      <a:pos x="308" y="177"/>
                    </a:cxn>
                    <a:cxn ang="0">
                      <a:pos x="304" y="156"/>
                    </a:cxn>
                    <a:cxn ang="0">
                      <a:pos x="318" y="126"/>
                    </a:cxn>
                    <a:cxn ang="0">
                      <a:pos x="366" y="111"/>
                    </a:cxn>
                    <a:cxn ang="0">
                      <a:pos x="379" y="121"/>
                    </a:cxn>
                    <a:cxn ang="0">
                      <a:pos x="393" y="119"/>
                    </a:cxn>
                    <a:cxn ang="0">
                      <a:pos x="385" y="105"/>
                    </a:cxn>
                    <a:cxn ang="0">
                      <a:pos x="371" y="84"/>
                    </a:cxn>
                    <a:cxn ang="0">
                      <a:pos x="367" y="69"/>
                    </a:cxn>
                    <a:cxn ang="0">
                      <a:pos x="372" y="47"/>
                    </a:cxn>
                    <a:cxn ang="0">
                      <a:pos x="313" y="31"/>
                    </a:cxn>
                    <a:cxn ang="0">
                      <a:pos x="296" y="3"/>
                    </a:cxn>
                    <a:cxn ang="0">
                      <a:pos x="272" y="8"/>
                    </a:cxn>
                    <a:cxn ang="0">
                      <a:pos x="215" y="22"/>
                    </a:cxn>
                  </a:cxnLst>
                  <a:rect l="0" t="0" r="r" b="b"/>
                  <a:pathLst>
                    <a:path w="645" h="681">
                      <a:moveTo>
                        <a:pt x="201" y="17"/>
                      </a:moveTo>
                      <a:lnTo>
                        <a:pt x="199" y="28"/>
                      </a:lnTo>
                      <a:lnTo>
                        <a:pt x="199" y="36"/>
                      </a:lnTo>
                      <a:lnTo>
                        <a:pt x="195" y="38"/>
                      </a:lnTo>
                      <a:lnTo>
                        <a:pt x="184" y="40"/>
                      </a:lnTo>
                      <a:lnTo>
                        <a:pt x="183" y="46"/>
                      </a:lnTo>
                      <a:lnTo>
                        <a:pt x="184" y="53"/>
                      </a:lnTo>
                      <a:lnTo>
                        <a:pt x="186" y="59"/>
                      </a:lnTo>
                      <a:lnTo>
                        <a:pt x="185" y="63"/>
                      </a:lnTo>
                      <a:lnTo>
                        <a:pt x="164" y="59"/>
                      </a:lnTo>
                      <a:lnTo>
                        <a:pt x="153" y="58"/>
                      </a:lnTo>
                      <a:lnTo>
                        <a:pt x="147" y="53"/>
                      </a:lnTo>
                      <a:lnTo>
                        <a:pt x="140" y="49"/>
                      </a:lnTo>
                      <a:lnTo>
                        <a:pt x="137" y="60"/>
                      </a:lnTo>
                      <a:lnTo>
                        <a:pt x="126" y="79"/>
                      </a:lnTo>
                      <a:lnTo>
                        <a:pt x="125" y="89"/>
                      </a:lnTo>
                      <a:lnTo>
                        <a:pt x="123" y="94"/>
                      </a:lnTo>
                      <a:lnTo>
                        <a:pt x="115" y="89"/>
                      </a:lnTo>
                      <a:lnTo>
                        <a:pt x="109" y="81"/>
                      </a:lnTo>
                      <a:lnTo>
                        <a:pt x="98" y="73"/>
                      </a:lnTo>
                      <a:lnTo>
                        <a:pt x="92" y="53"/>
                      </a:lnTo>
                      <a:lnTo>
                        <a:pt x="81" y="59"/>
                      </a:lnTo>
                      <a:lnTo>
                        <a:pt x="75" y="68"/>
                      </a:lnTo>
                      <a:lnTo>
                        <a:pt x="75" y="76"/>
                      </a:lnTo>
                      <a:lnTo>
                        <a:pt x="71" y="81"/>
                      </a:lnTo>
                      <a:lnTo>
                        <a:pt x="60" y="90"/>
                      </a:lnTo>
                      <a:lnTo>
                        <a:pt x="48" y="90"/>
                      </a:lnTo>
                      <a:lnTo>
                        <a:pt x="23" y="96"/>
                      </a:lnTo>
                      <a:lnTo>
                        <a:pt x="14" y="96"/>
                      </a:lnTo>
                      <a:lnTo>
                        <a:pt x="5" y="97"/>
                      </a:lnTo>
                      <a:lnTo>
                        <a:pt x="3" y="102"/>
                      </a:lnTo>
                      <a:lnTo>
                        <a:pt x="5" y="107"/>
                      </a:lnTo>
                      <a:lnTo>
                        <a:pt x="16" y="133"/>
                      </a:lnTo>
                      <a:lnTo>
                        <a:pt x="18" y="143"/>
                      </a:lnTo>
                      <a:lnTo>
                        <a:pt x="7" y="150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" y="170"/>
                      </a:lnTo>
                      <a:lnTo>
                        <a:pt x="2" y="175"/>
                      </a:lnTo>
                      <a:lnTo>
                        <a:pt x="11" y="177"/>
                      </a:lnTo>
                      <a:lnTo>
                        <a:pt x="12" y="186"/>
                      </a:lnTo>
                      <a:lnTo>
                        <a:pt x="10" y="194"/>
                      </a:lnTo>
                      <a:lnTo>
                        <a:pt x="11" y="205"/>
                      </a:lnTo>
                      <a:lnTo>
                        <a:pt x="13" y="216"/>
                      </a:lnTo>
                      <a:lnTo>
                        <a:pt x="19" y="225"/>
                      </a:lnTo>
                      <a:lnTo>
                        <a:pt x="44" y="227"/>
                      </a:lnTo>
                      <a:lnTo>
                        <a:pt x="48" y="236"/>
                      </a:lnTo>
                      <a:lnTo>
                        <a:pt x="48" y="245"/>
                      </a:lnTo>
                      <a:lnTo>
                        <a:pt x="45" y="251"/>
                      </a:lnTo>
                      <a:lnTo>
                        <a:pt x="46" y="254"/>
                      </a:lnTo>
                      <a:lnTo>
                        <a:pt x="54" y="254"/>
                      </a:lnTo>
                      <a:lnTo>
                        <a:pt x="64" y="254"/>
                      </a:lnTo>
                      <a:lnTo>
                        <a:pt x="80" y="247"/>
                      </a:lnTo>
                      <a:lnTo>
                        <a:pt x="81" y="240"/>
                      </a:lnTo>
                      <a:lnTo>
                        <a:pt x="89" y="226"/>
                      </a:lnTo>
                      <a:lnTo>
                        <a:pt x="94" y="224"/>
                      </a:lnTo>
                      <a:lnTo>
                        <a:pt x="97" y="218"/>
                      </a:lnTo>
                      <a:lnTo>
                        <a:pt x="114" y="210"/>
                      </a:lnTo>
                      <a:lnTo>
                        <a:pt x="123" y="210"/>
                      </a:lnTo>
                      <a:lnTo>
                        <a:pt x="132" y="213"/>
                      </a:lnTo>
                      <a:lnTo>
                        <a:pt x="173" y="236"/>
                      </a:lnTo>
                      <a:lnTo>
                        <a:pt x="190" y="243"/>
                      </a:lnTo>
                      <a:lnTo>
                        <a:pt x="193" y="248"/>
                      </a:lnTo>
                      <a:lnTo>
                        <a:pt x="195" y="259"/>
                      </a:lnTo>
                      <a:lnTo>
                        <a:pt x="207" y="294"/>
                      </a:lnTo>
                      <a:lnTo>
                        <a:pt x="211" y="306"/>
                      </a:lnTo>
                      <a:lnTo>
                        <a:pt x="210" y="313"/>
                      </a:lnTo>
                      <a:lnTo>
                        <a:pt x="231" y="333"/>
                      </a:lnTo>
                      <a:lnTo>
                        <a:pt x="241" y="345"/>
                      </a:lnTo>
                      <a:lnTo>
                        <a:pt x="244" y="361"/>
                      </a:lnTo>
                      <a:lnTo>
                        <a:pt x="252" y="358"/>
                      </a:lnTo>
                      <a:lnTo>
                        <a:pt x="259" y="358"/>
                      </a:lnTo>
                      <a:lnTo>
                        <a:pt x="269" y="365"/>
                      </a:lnTo>
                      <a:lnTo>
                        <a:pt x="282" y="386"/>
                      </a:lnTo>
                      <a:lnTo>
                        <a:pt x="292" y="387"/>
                      </a:lnTo>
                      <a:lnTo>
                        <a:pt x="309" y="410"/>
                      </a:lnTo>
                      <a:lnTo>
                        <a:pt x="323" y="424"/>
                      </a:lnTo>
                      <a:lnTo>
                        <a:pt x="347" y="444"/>
                      </a:lnTo>
                      <a:lnTo>
                        <a:pt x="352" y="442"/>
                      </a:lnTo>
                      <a:lnTo>
                        <a:pt x="379" y="444"/>
                      </a:lnTo>
                      <a:lnTo>
                        <a:pt x="385" y="445"/>
                      </a:lnTo>
                      <a:lnTo>
                        <a:pt x="400" y="462"/>
                      </a:lnTo>
                      <a:lnTo>
                        <a:pt x="404" y="472"/>
                      </a:lnTo>
                      <a:lnTo>
                        <a:pt x="421" y="479"/>
                      </a:lnTo>
                      <a:lnTo>
                        <a:pt x="422" y="482"/>
                      </a:lnTo>
                      <a:lnTo>
                        <a:pt x="421" y="490"/>
                      </a:lnTo>
                      <a:lnTo>
                        <a:pt x="440" y="487"/>
                      </a:lnTo>
                      <a:lnTo>
                        <a:pt x="444" y="488"/>
                      </a:lnTo>
                      <a:lnTo>
                        <a:pt x="449" y="494"/>
                      </a:lnTo>
                      <a:lnTo>
                        <a:pt x="453" y="505"/>
                      </a:lnTo>
                      <a:lnTo>
                        <a:pt x="451" y="512"/>
                      </a:lnTo>
                      <a:lnTo>
                        <a:pt x="455" y="520"/>
                      </a:lnTo>
                      <a:lnTo>
                        <a:pt x="467" y="525"/>
                      </a:lnTo>
                      <a:lnTo>
                        <a:pt x="473" y="530"/>
                      </a:lnTo>
                      <a:lnTo>
                        <a:pt x="478" y="537"/>
                      </a:lnTo>
                      <a:lnTo>
                        <a:pt x="483" y="527"/>
                      </a:lnTo>
                      <a:lnTo>
                        <a:pt x="487" y="527"/>
                      </a:lnTo>
                      <a:lnTo>
                        <a:pt x="495" y="539"/>
                      </a:lnTo>
                      <a:lnTo>
                        <a:pt x="495" y="546"/>
                      </a:lnTo>
                      <a:lnTo>
                        <a:pt x="498" y="559"/>
                      </a:lnTo>
                      <a:lnTo>
                        <a:pt x="510" y="578"/>
                      </a:lnTo>
                      <a:lnTo>
                        <a:pt x="513" y="596"/>
                      </a:lnTo>
                      <a:lnTo>
                        <a:pt x="522" y="617"/>
                      </a:lnTo>
                      <a:lnTo>
                        <a:pt x="507" y="624"/>
                      </a:lnTo>
                      <a:lnTo>
                        <a:pt x="500" y="629"/>
                      </a:lnTo>
                      <a:lnTo>
                        <a:pt x="503" y="640"/>
                      </a:lnTo>
                      <a:lnTo>
                        <a:pt x="496" y="651"/>
                      </a:lnTo>
                      <a:lnTo>
                        <a:pt x="492" y="661"/>
                      </a:lnTo>
                      <a:lnTo>
                        <a:pt x="494" y="673"/>
                      </a:lnTo>
                      <a:lnTo>
                        <a:pt x="496" y="681"/>
                      </a:lnTo>
                      <a:lnTo>
                        <a:pt x="496" y="678"/>
                      </a:lnTo>
                      <a:lnTo>
                        <a:pt x="496" y="681"/>
                      </a:lnTo>
                      <a:lnTo>
                        <a:pt x="503" y="681"/>
                      </a:lnTo>
                      <a:lnTo>
                        <a:pt x="511" y="681"/>
                      </a:lnTo>
                      <a:lnTo>
                        <a:pt x="514" y="678"/>
                      </a:lnTo>
                      <a:lnTo>
                        <a:pt x="522" y="661"/>
                      </a:lnTo>
                      <a:lnTo>
                        <a:pt x="525" y="656"/>
                      </a:lnTo>
                      <a:lnTo>
                        <a:pt x="532" y="651"/>
                      </a:lnTo>
                      <a:lnTo>
                        <a:pt x="538" y="649"/>
                      </a:lnTo>
                      <a:lnTo>
                        <a:pt x="540" y="643"/>
                      </a:lnTo>
                      <a:lnTo>
                        <a:pt x="541" y="621"/>
                      </a:lnTo>
                      <a:lnTo>
                        <a:pt x="544" y="616"/>
                      </a:lnTo>
                      <a:lnTo>
                        <a:pt x="553" y="613"/>
                      </a:lnTo>
                      <a:lnTo>
                        <a:pt x="562" y="607"/>
                      </a:lnTo>
                      <a:lnTo>
                        <a:pt x="567" y="607"/>
                      </a:lnTo>
                      <a:lnTo>
                        <a:pt x="570" y="603"/>
                      </a:lnTo>
                      <a:lnTo>
                        <a:pt x="570" y="590"/>
                      </a:lnTo>
                      <a:lnTo>
                        <a:pt x="568" y="585"/>
                      </a:lnTo>
                      <a:lnTo>
                        <a:pt x="567" y="575"/>
                      </a:lnTo>
                      <a:lnTo>
                        <a:pt x="564" y="570"/>
                      </a:lnTo>
                      <a:lnTo>
                        <a:pt x="554" y="564"/>
                      </a:lnTo>
                      <a:lnTo>
                        <a:pt x="549" y="558"/>
                      </a:lnTo>
                      <a:lnTo>
                        <a:pt x="538" y="553"/>
                      </a:lnTo>
                      <a:lnTo>
                        <a:pt x="538" y="543"/>
                      </a:lnTo>
                      <a:lnTo>
                        <a:pt x="543" y="523"/>
                      </a:lnTo>
                      <a:lnTo>
                        <a:pt x="551" y="511"/>
                      </a:lnTo>
                      <a:lnTo>
                        <a:pt x="564" y="499"/>
                      </a:lnTo>
                      <a:lnTo>
                        <a:pt x="575" y="496"/>
                      </a:lnTo>
                      <a:lnTo>
                        <a:pt x="591" y="509"/>
                      </a:lnTo>
                      <a:lnTo>
                        <a:pt x="604" y="512"/>
                      </a:lnTo>
                      <a:lnTo>
                        <a:pt x="615" y="519"/>
                      </a:lnTo>
                      <a:lnTo>
                        <a:pt x="619" y="527"/>
                      </a:lnTo>
                      <a:lnTo>
                        <a:pt x="626" y="539"/>
                      </a:lnTo>
                      <a:lnTo>
                        <a:pt x="637" y="546"/>
                      </a:lnTo>
                      <a:lnTo>
                        <a:pt x="637" y="543"/>
                      </a:lnTo>
                      <a:lnTo>
                        <a:pt x="645" y="527"/>
                      </a:lnTo>
                      <a:lnTo>
                        <a:pt x="642" y="520"/>
                      </a:lnTo>
                      <a:lnTo>
                        <a:pt x="636" y="511"/>
                      </a:lnTo>
                      <a:lnTo>
                        <a:pt x="626" y="500"/>
                      </a:lnTo>
                      <a:lnTo>
                        <a:pt x="615" y="482"/>
                      </a:lnTo>
                      <a:lnTo>
                        <a:pt x="580" y="468"/>
                      </a:lnTo>
                      <a:lnTo>
                        <a:pt x="572" y="460"/>
                      </a:lnTo>
                      <a:lnTo>
                        <a:pt x="560" y="452"/>
                      </a:lnTo>
                      <a:lnTo>
                        <a:pt x="524" y="437"/>
                      </a:lnTo>
                      <a:lnTo>
                        <a:pt x="516" y="433"/>
                      </a:lnTo>
                      <a:lnTo>
                        <a:pt x="510" y="430"/>
                      </a:lnTo>
                      <a:lnTo>
                        <a:pt x="506" y="430"/>
                      </a:lnTo>
                      <a:lnTo>
                        <a:pt x="502" y="426"/>
                      </a:lnTo>
                      <a:lnTo>
                        <a:pt x="502" y="420"/>
                      </a:lnTo>
                      <a:lnTo>
                        <a:pt x="508" y="414"/>
                      </a:lnTo>
                      <a:lnTo>
                        <a:pt x="516" y="409"/>
                      </a:lnTo>
                      <a:lnTo>
                        <a:pt x="517" y="401"/>
                      </a:lnTo>
                      <a:lnTo>
                        <a:pt x="511" y="392"/>
                      </a:lnTo>
                      <a:lnTo>
                        <a:pt x="500" y="392"/>
                      </a:lnTo>
                      <a:lnTo>
                        <a:pt x="496" y="394"/>
                      </a:lnTo>
                      <a:lnTo>
                        <a:pt x="503" y="392"/>
                      </a:lnTo>
                      <a:lnTo>
                        <a:pt x="496" y="394"/>
                      </a:lnTo>
                      <a:lnTo>
                        <a:pt x="465" y="394"/>
                      </a:lnTo>
                      <a:lnTo>
                        <a:pt x="465" y="403"/>
                      </a:lnTo>
                      <a:lnTo>
                        <a:pt x="453" y="390"/>
                      </a:lnTo>
                      <a:lnTo>
                        <a:pt x="442" y="382"/>
                      </a:lnTo>
                      <a:lnTo>
                        <a:pt x="437" y="382"/>
                      </a:lnTo>
                      <a:lnTo>
                        <a:pt x="435" y="374"/>
                      </a:lnTo>
                      <a:lnTo>
                        <a:pt x="431" y="374"/>
                      </a:lnTo>
                      <a:lnTo>
                        <a:pt x="410" y="354"/>
                      </a:lnTo>
                      <a:lnTo>
                        <a:pt x="405" y="345"/>
                      </a:lnTo>
                      <a:lnTo>
                        <a:pt x="398" y="332"/>
                      </a:lnTo>
                      <a:lnTo>
                        <a:pt x="392" y="313"/>
                      </a:lnTo>
                      <a:lnTo>
                        <a:pt x="388" y="309"/>
                      </a:lnTo>
                      <a:lnTo>
                        <a:pt x="382" y="285"/>
                      </a:lnTo>
                      <a:lnTo>
                        <a:pt x="374" y="270"/>
                      </a:lnTo>
                      <a:lnTo>
                        <a:pt x="369" y="267"/>
                      </a:lnTo>
                      <a:lnTo>
                        <a:pt x="363" y="267"/>
                      </a:lnTo>
                      <a:lnTo>
                        <a:pt x="362" y="263"/>
                      </a:lnTo>
                      <a:lnTo>
                        <a:pt x="347" y="254"/>
                      </a:lnTo>
                      <a:lnTo>
                        <a:pt x="341" y="247"/>
                      </a:lnTo>
                      <a:lnTo>
                        <a:pt x="320" y="237"/>
                      </a:lnTo>
                      <a:lnTo>
                        <a:pt x="314" y="230"/>
                      </a:lnTo>
                      <a:lnTo>
                        <a:pt x="309" y="220"/>
                      </a:lnTo>
                      <a:lnTo>
                        <a:pt x="306" y="211"/>
                      </a:lnTo>
                      <a:lnTo>
                        <a:pt x="306" y="193"/>
                      </a:lnTo>
                      <a:lnTo>
                        <a:pt x="308" y="177"/>
                      </a:lnTo>
                      <a:lnTo>
                        <a:pt x="313" y="172"/>
                      </a:lnTo>
                      <a:lnTo>
                        <a:pt x="314" y="165"/>
                      </a:lnTo>
                      <a:lnTo>
                        <a:pt x="312" y="159"/>
                      </a:lnTo>
                      <a:lnTo>
                        <a:pt x="304" y="156"/>
                      </a:lnTo>
                      <a:lnTo>
                        <a:pt x="302" y="141"/>
                      </a:lnTo>
                      <a:lnTo>
                        <a:pt x="304" y="134"/>
                      </a:lnTo>
                      <a:lnTo>
                        <a:pt x="314" y="126"/>
                      </a:lnTo>
                      <a:lnTo>
                        <a:pt x="318" y="126"/>
                      </a:lnTo>
                      <a:lnTo>
                        <a:pt x="319" y="127"/>
                      </a:lnTo>
                      <a:lnTo>
                        <a:pt x="324" y="126"/>
                      </a:lnTo>
                      <a:lnTo>
                        <a:pt x="357" y="108"/>
                      </a:lnTo>
                      <a:lnTo>
                        <a:pt x="366" y="111"/>
                      </a:lnTo>
                      <a:lnTo>
                        <a:pt x="376" y="106"/>
                      </a:lnTo>
                      <a:lnTo>
                        <a:pt x="382" y="107"/>
                      </a:lnTo>
                      <a:lnTo>
                        <a:pt x="383" y="113"/>
                      </a:lnTo>
                      <a:lnTo>
                        <a:pt x="379" y="121"/>
                      </a:lnTo>
                      <a:lnTo>
                        <a:pt x="379" y="122"/>
                      </a:lnTo>
                      <a:lnTo>
                        <a:pt x="384" y="123"/>
                      </a:lnTo>
                      <a:lnTo>
                        <a:pt x="389" y="122"/>
                      </a:lnTo>
                      <a:lnTo>
                        <a:pt x="393" y="119"/>
                      </a:lnTo>
                      <a:lnTo>
                        <a:pt x="394" y="114"/>
                      </a:lnTo>
                      <a:lnTo>
                        <a:pt x="392" y="111"/>
                      </a:lnTo>
                      <a:lnTo>
                        <a:pt x="388" y="110"/>
                      </a:lnTo>
                      <a:lnTo>
                        <a:pt x="385" y="105"/>
                      </a:lnTo>
                      <a:lnTo>
                        <a:pt x="378" y="101"/>
                      </a:lnTo>
                      <a:lnTo>
                        <a:pt x="376" y="98"/>
                      </a:lnTo>
                      <a:lnTo>
                        <a:pt x="376" y="90"/>
                      </a:lnTo>
                      <a:lnTo>
                        <a:pt x="371" y="84"/>
                      </a:lnTo>
                      <a:lnTo>
                        <a:pt x="372" y="76"/>
                      </a:lnTo>
                      <a:lnTo>
                        <a:pt x="374" y="69"/>
                      </a:lnTo>
                      <a:lnTo>
                        <a:pt x="369" y="70"/>
                      </a:lnTo>
                      <a:lnTo>
                        <a:pt x="367" y="69"/>
                      </a:lnTo>
                      <a:lnTo>
                        <a:pt x="367" y="64"/>
                      </a:lnTo>
                      <a:lnTo>
                        <a:pt x="369" y="57"/>
                      </a:lnTo>
                      <a:lnTo>
                        <a:pt x="381" y="47"/>
                      </a:lnTo>
                      <a:lnTo>
                        <a:pt x="372" y="47"/>
                      </a:lnTo>
                      <a:lnTo>
                        <a:pt x="358" y="42"/>
                      </a:lnTo>
                      <a:lnTo>
                        <a:pt x="328" y="37"/>
                      </a:lnTo>
                      <a:lnTo>
                        <a:pt x="318" y="31"/>
                      </a:lnTo>
                      <a:lnTo>
                        <a:pt x="313" y="31"/>
                      </a:lnTo>
                      <a:lnTo>
                        <a:pt x="302" y="22"/>
                      </a:lnTo>
                      <a:lnTo>
                        <a:pt x="298" y="15"/>
                      </a:lnTo>
                      <a:lnTo>
                        <a:pt x="296" y="8"/>
                      </a:lnTo>
                      <a:lnTo>
                        <a:pt x="296" y="3"/>
                      </a:lnTo>
                      <a:lnTo>
                        <a:pt x="293" y="0"/>
                      </a:lnTo>
                      <a:lnTo>
                        <a:pt x="287" y="1"/>
                      </a:lnTo>
                      <a:lnTo>
                        <a:pt x="282" y="5"/>
                      </a:lnTo>
                      <a:lnTo>
                        <a:pt x="272" y="8"/>
                      </a:lnTo>
                      <a:lnTo>
                        <a:pt x="254" y="9"/>
                      </a:lnTo>
                      <a:lnTo>
                        <a:pt x="234" y="16"/>
                      </a:lnTo>
                      <a:lnTo>
                        <a:pt x="218" y="21"/>
                      </a:lnTo>
                      <a:lnTo>
                        <a:pt x="215" y="22"/>
                      </a:lnTo>
                      <a:lnTo>
                        <a:pt x="201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63" name="Freeform 177">
                <a:extLst>
                  <a:ext uri="{FF2B5EF4-FFF2-40B4-BE49-F238E27FC236}">
                    <a16:creationId xmlns:a16="http://schemas.microsoft.com/office/drawing/2014/main" id="{1CE86F2D-ACFC-621E-31D9-F578F91EDEE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8" y="1852"/>
                <a:ext cx="7" cy="11"/>
              </a:xfrm>
              <a:custGeom>
                <a:avLst/>
                <a:gdLst/>
                <a:ahLst/>
                <a:cxnLst>
                  <a:cxn ang="0">
                    <a:pos x="21" y="53"/>
                  </a:cxn>
                  <a:cxn ang="0">
                    <a:pos x="33" y="52"/>
                  </a:cxn>
                  <a:cxn ang="0">
                    <a:pos x="38" y="45"/>
                  </a:cxn>
                  <a:cxn ang="0">
                    <a:pos x="37" y="33"/>
                  </a:cxn>
                  <a:cxn ang="0">
                    <a:pos x="33" y="26"/>
                  </a:cxn>
                  <a:cxn ang="0">
                    <a:pos x="28" y="18"/>
                  </a:cxn>
                  <a:cxn ang="0">
                    <a:pos x="28" y="11"/>
                  </a:cxn>
                  <a:cxn ang="0">
                    <a:pos x="30" y="4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7"/>
                  </a:cxn>
                  <a:cxn ang="0">
                    <a:pos x="0" y="20"/>
                  </a:cxn>
                  <a:cxn ang="0">
                    <a:pos x="3" y="33"/>
                  </a:cxn>
                  <a:cxn ang="0">
                    <a:pos x="3" y="48"/>
                  </a:cxn>
                  <a:cxn ang="0">
                    <a:pos x="21" y="53"/>
                  </a:cxn>
                </a:cxnLst>
                <a:rect l="0" t="0" r="r" b="b"/>
                <a:pathLst>
                  <a:path w="38" h="53">
                    <a:moveTo>
                      <a:pt x="21" y="53"/>
                    </a:moveTo>
                    <a:lnTo>
                      <a:pt x="33" y="52"/>
                    </a:lnTo>
                    <a:lnTo>
                      <a:pt x="38" y="45"/>
                    </a:lnTo>
                    <a:lnTo>
                      <a:pt x="37" y="33"/>
                    </a:lnTo>
                    <a:lnTo>
                      <a:pt x="33" y="26"/>
                    </a:lnTo>
                    <a:lnTo>
                      <a:pt x="28" y="18"/>
                    </a:lnTo>
                    <a:lnTo>
                      <a:pt x="28" y="11"/>
                    </a:lnTo>
                    <a:lnTo>
                      <a:pt x="30" y="4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7"/>
                    </a:lnTo>
                    <a:lnTo>
                      <a:pt x="0" y="20"/>
                    </a:lnTo>
                    <a:lnTo>
                      <a:pt x="3" y="33"/>
                    </a:lnTo>
                    <a:lnTo>
                      <a:pt x="3" y="48"/>
                    </a:lnTo>
                    <a:lnTo>
                      <a:pt x="21" y="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4" name="Freeform 178">
                <a:extLst>
                  <a:ext uri="{FF2B5EF4-FFF2-40B4-BE49-F238E27FC236}">
                    <a16:creationId xmlns:a16="http://schemas.microsoft.com/office/drawing/2014/main" id="{880E50BA-4FB8-C324-2D18-F0A1AD3B297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1" y="1894"/>
                <a:ext cx="49" cy="28"/>
              </a:xfrm>
              <a:custGeom>
                <a:avLst/>
                <a:gdLst/>
                <a:ahLst/>
                <a:cxnLst>
                  <a:cxn ang="0">
                    <a:pos x="52" y="131"/>
                  </a:cxn>
                  <a:cxn ang="0">
                    <a:pos x="42" y="119"/>
                  </a:cxn>
                  <a:cxn ang="0">
                    <a:pos x="38" y="100"/>
                  </a:cxn>
                  <a:cxn ang="0">
                    <a:pos x="10" y="117"/>
                  </a:cxn>
                  <a:cxn ang="0">
                    <a:pos x="0" y="119"/>
                  </a:cxn>
                  <a:cxn ang="0">
                    <a:pos x="5" y="84"/>
                  </a:cxn>
                  <a:cxn ang="0">
                    <a:pos x="13" y="74"/>
                  </a:cxn>
                  <a:cxn ang="0">
                    <a:pos x="21" y="67"/>
                  </a:cxn>
                  <a:cxn ang="0">
                    <a:pos x="30" y="49"/>
                  </a:cxn>
                  <a:cxn ang="0">
                    <a:pos x="50" y="18"/>
                  </a:cxn>
                  <a:cxn ang="0">
                    <a:pos x="70" y="13"/>
                  </a:cxn>
                  <a:cxn ang="0">
                    <a:pos x="85" y="3"/>
                  </a:cxn>
                  <a:cxn ang="0">
                    <a:pos x="127" y="6"/>
                  </a:cxn>
                  <a:cxn ang="0">
                    <a:pos x="172" y="6"/>
                  </a:cxn>
                  <a:cxn ang="0">
                    <a:pos x="197" y="22"/>
                  </a:cxn>
                  <a:cxn ang="0">
                    <a:pos x="193" y="40"/>
                  </a:cxn>
                  <a:cxn ang="0">
                    <a:pos x="207" y="57"/>
                  </a:cxn>
                  <a:cxn ang="0">
                    <a:pos x="226" y="63"/>
                  </a:cxn>
                  <a:cxn ang="0">
                    <a:pos x="241" y="63"/>
                  </a:cxn>
                  <a:cxn ang="0">
                    <a:pos x="239" y="82"/>
                  </a:cxn>
                  <a:cxn ang="0">
                    <a:pos x="224" y="86"/>
                  </a:cxn>
                  <a:cxn ang="0">
                    <a:pos x="224" y="99"/>
                  </a:cxn>
                  <a:cxn ang="0">
                    <a:pos x="225" y="109"/>
                  </a:cxn>
                  <a:cxn ang="0">
                    <a:pos x="193" y="104"/>
                  </a:cxn>
                  <a:cxn ang="0">
                    <a:pos x="180" y="95"/>
                  </a:cxn>
                  <a:cxn ang="0">
                    <a:pos x="166" y="126"/>
                  </a:cxn>
                  <a:cxn ang="0">
                    <a:pos x="163" y="140"/>
                  </a:cxn>
                  <a:cxn ang="0">
                    <a:pos x="149" y="127"/>
                  </a:cxn>
                  <a:cxn ang="0">
                    <a:pos x="132" y="99"/>
                  </a:cxn>
                  <a:cxn ang="0">
                    <a:pos x="115" y="114"/>
                  </a:cxn>
                  <a:cxn ang="0">
                    <a:pos x="111" y="127"/>
                  </a:cxn>
                  <a:cxn ang="0">
                    <a:pos x="88" y="136"/>
                  </a:cxn>
                  <a:cxn ang="0">
                    <a:pos x="54" y="142"/>
                  </a:cxn>
                </a:cxnLst>
                <a:rect l="0" t="0" r="r" b="b"/>
                <a:pathLst>
                  <a:path w="241" h="142">
                    <a:moveTo>
                      <a:pt x="54" y="142"/>
                    </a:moveTo>
                    <a:lnTo>
                      <a:pt x="52" y="131"/>
                    </a:lnTo>
                    <a:lnTo>
                      <a:pt x="45" y="130"/>
                    </a:lnTo>
                    <a:lnTo>
                      <a:pt x="42" y="119"/>
                    </a:lnTo>
                    <a:lnTo>
                      <a:pt x="42" y="101"/>
                    </a:lnTo>
                    <a:lnTo>
                      <a:pt x="38" y="100"/>
                    </a:lnTo>
                    <a:lnTo>
                      <a:pt x="21" y="100"/>
                    </a:lnTo>
                    <a:lnTo>
                      <a:pt x="10" y="117"/>
                    </a:lnTo>
                    <a:lnTo>
                      <a:pt x="4" y="121"/>
                    </a:lnTo>
                    <a:lnTo>
                      <a:pt x="0" y="119"/>
                    </a:lnTo>
                    <a:lnTo>
                      <a:pt x="2" y="97"/>
                    </a:lnTo>
                    <a:lnTo>
                      <a:pt x="5" y="84"/>
                    </a:lnTo>
                    <a:lnTo>
                      <a:pt x="9" y="81"/>
                    </a:lnTo>
                    <a:lnTo>
                      <a:pt x="13" y="74"/>
                    </a:lnTo>
                    <a:lnTo>
                      <a:pt x="20" y="70"/>
                    </a:lnTo>
                    <a:lnTo>
                      <a:pt x="21" y="67"/>
                    </a:lnTo>
                    <a:lnTo>
                      <a:pt x="24" y="57"/>
                    </a:lnTo>
                    <a:lnTo>
                      <a:pt x="30" y="49"/>
                    </a:lnTo>
                    <a:lnTo>
                      <a:pt x="53" y="23"/>
                    </a:lnTo>
                    <a:lnTo>
                      <a:pt x="50" y="18"/>
                    </a:lnTo>
                    <a:lnTo>
                      <a:pt x="53" y="11"/>
                    </a:lnTo>
                    <a:lnTo>
                      <a:pt x="70" y="13"/>
                    </a:lnTo>
                    <a:lnTo>
                      <a:pt x="78" y="9"/>
                    </a:lnTo>
                    <a:lnTo>
                      <a:pt x="85" y="3"/>
                    </a:lnTo>
                    <a:lnTo>
                      <a:pt x="91" y="9"/>
                    </a:lnTo>
                    <a:lnTo>
                      <a:pt x="127" y="6"/>
                    </a:lnTo>
                    <a:lnTo>
                      <a:pt x="153" y="0"/>
                    </a:lnTo>
                    <a:lnTo>
                      <a:pt x="172" y="6"/>
                    </a:lnTo>
                    <a:lnTo>
                      <a:pt x="190" y="13"/>
                    </a:lnTo>
                    <a:lnTo>
                      <a:pt x="197" y="22"/>
                    </a:lnTo>
                    <a:lnTo>
                      <a:pt x="195" y="30"/>
                    </a:lnTo>
                    <a:lnTo>
                      <a:pt x="193" y="40"/>
                    </a:lnTo>
                    <a:lnTo>
                      <a:pt x="201" y="52"/>
                    </a:lnTo>
                    <a:lnTo>
                      <a:pt x="207" y="57"/>
                    </a:lnTo>
                    <a:lnTo>
                      <a:pt x="217" y="62"/>
                    </a:lnTo>
                    <a:lnTo>
                      <a:pt x="226" y="63"/>
                    </a:lnTo>
                    <a:lnTo>
                      <a:pt x="234" y="58"/>
                    </a:lnTo>
                    <a:lnTo>
                      <a:pt x="241" y="63"/>
                    </a:lnTo>
                    <a:lnTo>
                      <a:pt x="239" y="74"/>
                    </a:lnTo>
                    <a:lnTo>
                      <a:pt x="239" y="82"/>
                    </a:lnTo>
                    <a:lnTo>
                      <a:pt x="235" y="84"/>
                    </a:lnTo>
                    <a:lnTo>
                      <a:pt x="224" y="86"/>
                    </a:lnTo>
                    <a:lnTo>
                      <a:pt x="223" y="92"/>
                    </a:lnTo>
                    <a:lnTo>
                      <a:pt x="224" y="99"/>
                    </a:lnTo>
                    <a:lnTo>
                      <a:pt x="226" y="105"/>
                    </a:lnTo>
                    <a:lnTo>
                      <a:pt x="225" y="109"/>
                    </a:lnTo>
                    <a:lnTo>
                      <a:pt x="204" y="105"/>
                    </a:lnTo>
                    <a:lnTo>
                      <a:pt x="193" y="104"/>
                    </a:lnTo>
                    <a:lnTo>
                      <a:pt x="187" y="99"/>
                    </a:lnTo>
                    <a:lnTo>
                      <a:pt x="180" y="95"/>
                    </a:lnTo>
                    <a:lnTo>
                      <a:pt x="177" y="106"/>
                    </a:lnTo>
                    <a:lnTo>
                      <a:pt x="166" y="126"/>
                    </a:lnTo>
                    <a:lnTo>
                      <a:pt x="165" y="135"/>
                    </a:lnTo>
                    <a:lnTo>
                      <a:pt x="163" y="140"/>
                    </a:lnTo>
                    <a:lnTo>
                      <a:pt x="155" y="135"/>
                    </a:lnTo>
                    <a:lnTo>
                      <a:pt x="149" y="127"/>
                    </a:lnTo>
                    <a:lnTo>
                      <a:pt x="138" y="119"/>
                    </a:lnTo>
                    <a:lnTo>
                      <a:pt x="132" y="99"/>
                    </a:lnTo>
                    <a:lnTo>
                      <a:pt x="121" y="105"/>
                    </a:lnTo>
                    <a:lnTo>
                      <a:pt x="115" y="114"/>
                    </a:lnTo>
                    <a:lnTo>
                      <a:pt x="115" y="122"/>
                    </a:lnTo>
                    <a:lnTo>
                      <a:pt x="111" y="127"/>
                    </a:lnTo>
                    <a:lnTo>
                      <a:pt x="100" y="136"/>
                    </a:lnTo>
                    <a:lnTo>
                      <a:pt x="88" y="136"/>
                    </a:lnTo>
                    <a:lnTo>
                      <a:pt x="63" y="142"/>
                    </a:lnTo>
                    <a:lnTo>
                      <a:pt x="54" y="1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5" name="Freeform 179">
                <a:extLst>
                  <a:ext uri="{FF2B5EF4-FFF2-40B4-BE49-F238E27FC236}">
                    <a16:creationId xmlns:a16="http://schemas.microsoft.com/office/drawing/2014/main" id="{A95A3C0C-5F45-4FAA-439B-D7FE3FB43BC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7" y="1830"/>
                <a:ext cx="37" cy="32"/>
              </a:xfrm>
              <a:custGeom>
                <a:avLst/>
                <a:gdLst/>
                <a:ahLst/>
                <a:cxnLst>
                  <a:cxn ang="0">
                    <a:pos x="158" y="160"/>
                  </a:cxn>
                  <a:cxn ang="0">
                    <a:pos x="150" y="161"/>
                  </a:cxn>
                  <a:cxn ang="0">
                    <a:pos x="140" y="159"/>
                  </a:cxn>
                  <a:cxn ang="0">
                    <a:pos x="131" y="152"/>
                  </a:cxn>
                  <a:cxn ang="0">
                    <a:pos x="120" y="146"/>
                  </a:cxn>
                  <a:cxn ang="0">
                    <a:pos x="123" y="140"/>
                  </a:cxn>
                  <a:cxn ang="0">
                    <a:pos x="118" y="138"/>
                  </a:cxn>
                  <a:cxn ang="0">
                    <a:pos x="118" y="114"/>
                  </a:cxn>
                  <a:cxn ang="0">
                    <a:pos x="112" y="114"/>
                  </a:cxn>
                  <a:cxn ang="0">
                    <a:pos x="106" y="122"/>
                  </a:cxn>
                  <a:cxn ang="0">
                    <a:pos x="101" y="129"/>
                  </a:cxn>
                  <a:cxn ang="0">
                    <a:pos x="91" y="129"/>
                  </a:cxn>
                  <a:cxn ang="0">
                    <a:pos x="81" y="125"/>
                  </a:cxn>
                  <a:cxn ang="0">
                    <a:pos x="79" y="110"/>
                  </a:cxn>
                  <a:cxn ang="0">
                    <a:pos x="76" y="101"/>
                  </a:cxn>
                  <a:cxn ang="0">
                    <a:pos x="70" y="96"/>
                  </a:cxn>
                  <a:cxn ang="0">
                    <a:pos x="58" y="92"/>
                  </a:cxn>
                  <a:cxn ang="0">
                    <a:pos x="44" y="84"/>
                  </a:cxn>
                  <a:cxn ang="0">
                    <a:pos x="34" y="80"/>
                  </a:cxn>
                  <a:cxn ang="0">
                    <a:pos x="25" y="62"/>
                  </a:cxn>
                  <a:cxn ang="0">
                    <a:pos x="13" y="63"/>
                  </a:cxn>
                  <a:cxn ang="0">
                    <a:pos x="2" y="58"/>
                  </a:cxn>
                  <a:cxn ang="0">
                    <a:pos x="0" y="48"/>
                  </a:cxn>
                  <a:cxn ang="0">
                    <a:pos x="0" y="32"/>
                  </a:cxn>
                  <a:cxn ang="0">
                    <a:pos x="0" y="28"/>
                  </a:cxn>
                  <a:cxn ang="0">
                    <a:pos x="23" y="15"/>
                  </a:cxn>
                  <a:cxn ang="0">
                    <a:pos x="33" y="11"/>
                  </a:cxn>
                  <a:cxn ang="0">
                    <a:pos x="39" y="10"/>
                  </a:cxn>
                  <a:cxn ang="0">
                    <a:pos x="39" y="11"/>
                  </a:cxn>
                  <a:cxn ang="0">
                    <a:pos x="56" y="20"/>
                  </a:cxn>
                  <a:cxn ang="0">
                    <a:pos x="76" y="14"/>
                  </a:cxn>
                  <a:cxn ang="0">
                    <a:pos x="91" y="4"/>
                  </a:cxn>
                  <a:cxn ang="0">
                    <a:pos x="103" y="1"/>
                  </a:cxn>
                  <a:cxn ang="0">
                    <a:pos x="118" y="0"/>
                  </a:cxn>
                  <a:cxn ang="0">
                    <a:pos x="124" y="6"/>
                  </a:cxn>
                  <a:cxn ang="0">
                    <a:pos x="127" y="6"/>
                  </a:cxn>
                  <a:cxn ang="0">
                    <a:pos x="129" y="14"/>
                  </a:cxn>
                  <a:cxn ang="0">
                    <a:pos x="138" y="17"/>
                  </a:cxn>
                  <a:cxn ang="0">
                    <a:pos x="146" y="19"/>
                  </a:cxn>
                  <a:cxn ang="0">
                    <a:pos x="155" y="24"/>
                  </a:cxn>
                  <a:cxn ang="0">
                    <a:pos x="155" y="35"/>
                  </a:cxn>
                  <a:cxn ang="0">
                    <a:pos x="154" y="44"/>
                  </a:cxn>
                  <a:cxn ang="0">
                    <a:pos x="156" y="55"/>
                  </a:cxn>
                  <a:cxn ang="0">
                    <a:pos x="163" y="62"/>
                  </a:cxn>
                  <a:cxn ang="0">
                    <a:pos x="176" y="62"/>
                  </a:cxn>
                  <a:cxn ang="0">
                    <a:pos x="181" y="68"/>
                  </a:cxn>
                  <a:cxn ang="0">
                    <a:pos x="182" y="79"/>
                  </a:cxn>
                  <a:cxn ang="0">
                    <a:pos x="188" y="87"/>
                  </a:cxn>
                  <a:cxn ang="0">
                    <a:pos x="188" y="96"/>
                  </a:cxn>
                  <a:cxn ang="0">
                    <a:pos x="177" y="112"/>
                  </a:cxn>
                  <a:cxn ang="0">
                    <a:pos x="171" y="112"/>
                  </a:cxn>
                  <a:cxn ang="0">
                    <a:pos x="161" y="119"/>
                  </a:cxn>
                  <a:cxn ang="0">
                    <a:pos x="155" y="132"/>
                  </a:cxn>
                  <a:cxn ang="0">
                    <a:pos x="158" y="145"/>
                  </a:cxn>
                  <a:cxn ang="0">
                    <a:pos x="158" y="160"/>
                  </a:cxn>
                </a:cxnLst>
                <a:rect l="0" t="0" r="r" b="b"/>
                <a:pathLst>
                  <a:path w="188" h="161">
                    <a:moveTo>
                      <a:pt x="158" y="160"/>
                    </a:moveTo>
                    <a:lnTo>
                      <a:pt x="150" y="161"/>
                    </a:lnTo>
                    <a:lnTo>
                      <a:pt x="140" y="159"/>
                    </a:lnTo>
                    <a:lnTo>
                      <a:pt x="131" y="152"/>
                    </a:lnTo>
                    <a:lnTo>
                      <a:pt x="120" y="146"/>
                    </a:lnTo>
                    <a:lnTo>
                      <a:pt x="123" y="140"/>
                    </a:lnTo>
                    <a:lnTo>
                      <a:pt x="118" y="138"/>
                    </a:lnTo>
                    <a:lnTo>
                      <a:pt x="118" y="114"/>
                    </a:lnTo>
                    <a:lnTo>
                      <a:pt x="112" y="114"/>
                    </a:lnTo>
                    <a:lnTo>
                      <a:pt x="106" y="122"/>
                    </a:lnTo>
                    <a:lnTo>
                      <a:pt x="101" y="129"/>
                    </a:lnTo>
                    <a:lnTo>
                      <a:pt x="91" y="129"/>
                    </a:lnTo>
                    <a:lnTo>
                      <a:pt x="81" y="125"/>
                    </a:lnTo>
                    <a:lnTo>
                      <a:pt x="79" y="110"/>
                    </a:lnTo>
                    <a:lnTo>
                      <a:pt x="76" y="101"/>
                    </a:lnTo>
                    <a:lnTo>
                      <a:pt x="70" y="96"/>
                    </a:lnTo>
                    <a:lnTo>
                      <a:pt x="58" y="92"/>
                    </a:lnTo>
                    <a:lnTo>
                      <a:pt x="44" y="84"/>
                    </a:lnTo>
                    <a:lnTo>
                      <a:pt x="34" y="80"/>
                    </a:lnTo>
                    <a:lnTo>
                      <a:pt x="25" y="62"/>
                    </a:lnTo>
                    <a:lnTo>
                      <a:pt x="13" y="63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23" y="15"/>
                    </a:lnTo>
                    <a:lnTo>
                      <a:pt x="33" y="11"/>
                    </a:lnTo>
                    <a:lnTo>
                      <a:pt x="39" y="10"/>
                    </a:lnTo>
                    <a:lnTo>
                      <a:pt x="39" y="11"/>
                    </a:lnTo>
                    <a:lnTo>
                      <a:pt x="56" y="20"/>
                    </a:lnTo>
                    <a:lnTo>
                      <a:pt x="76" y="14"/>
                    </a:lnTo>
                    <a:lnTo>
                      <a:pt x="91" y="4"/>
                    </a:lnTo>
                    <a:lnTo>
                      <a:pt x="103" y="1"/>
                    </a:lnTo>
                    <a:lnTo>
                      <a:pt x="118" y="0"/>
                    </a:lnTo>
                    <a:lnTo>
                      <a:pt x="124" y="6"/>
                    </a:lnTo>
                    <a:lnTo>
                      <a:pt x="127" y="6"/>
                    </a:lnTo>
                    <a:lnTo>
                      <a:pt x="129" y="14"/>
                    </a:lnTo>
                    <a:lnTo>
                      <a:pt x="138" y="17"/>
                    </a:lnTo>
                    <a:lnTo>
                      <a:pt x="146" y="19"/>
                    </a:lnTo>
                    <a:lnTo>
                      <a:pt x="155" y="24"/>
                    </a:lnTo>
                    <a:lnTo>
                      <a:pt x="155" y="35"/>
                    </a:lnTo>
                    <a:lnTo>
                      <a:pt x="154" y="44"/>
                    </a:lnTo>
                    <a:lnTo>
                      <a:pt x="156" y="55"/>
                    </a:lnTo>
                    <a:lnTo>
                      <a:pt x="163" y="62"/>
                    </a:lnTo>
                    <a:lnTo>
                      <a:pt x="176" y="62"/>
                    </a:lnTo>
                    <a:lnTo>
                      <a:pt x="181" y="68"/>
                    </a:lnTo>
                    <a:lnTo>
                      <a:pt x="182" y="79"/>
                    </a:lnTo>
                    <a:lnTo>
                      <a:pt x="188" y="87"/>
                    </a:lnTo>
                    <a:lnTo>
                      <a:pt x="188" y="96"/>
                    </a:lnTo>
                    <a:lnTo>
                      <a:pt x="177" y="112"/>
                    </a:lnTo>
                    <a:lnTo>
                      <a:pt x="171" y="112"/>
                    </a:lnTo>
                    <a:lnTo>
                      <a:pt x="161" y="119"/>
                    </a:lnTo>
                    <a:lnTo>
                      <a:pt x="155" y="132"/>
                    </a:lnTo>
                    <a:lnTo>
                      <a:pt x="158" y="145"/>
                    </a:lnTo>
                    <a:lnTo>
                      <a:pt x="158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6" name="Freeform 180">
                <a:extLst>
                  <a:ext uri="{FF2B5EF4-FFF2-40B4-BE49-F238E27FC236}">
                    <a16:creationId xmlns:a16="http://schemas.microsoft.com/office/drawing/2014/main" id="{FE858580-DECF-30AC-7625-670BBC4940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16" y="1955"/>
                <a:ext cx="137" cy="109"/>
              </a:xfrm>
              <a:custGeom>
                <a:avLst/>
                <a:gdLst/>
                <a:ahLst/>
                <a:cxnLst>
                  <a:cxn ang="0">
                    <a:pos x="100" y="440"/>
                  </a:cxn>
                  <a:cxn ang="0">
                    <a:pos x="128" y="410"/>
                  </a:cxn>
                  <a:cxn ang="0">
                    <a:pos x="112" y="376"/>
                  </a:cxn>
                  <a:cxn ang="0">
                    <a:pos x="124" y="340"/>
                  </a:cxn>
                  <a:cxn ang="0">
                    <a:pos x="106" y="301"/>
                  </a:cxn>
                  <a:cxn ang="0">
                    <a:pos x="135" y="280"/>
                  </a:cxn>
                  <a:cxn ang="0">
                    <a:pos x="129" y="253"/>
                  </a:cxn>
                  <a:cxn ang="0">
                    <a:pos x="138" y="210"/>
                  </a:cxn>
                  <a:cxn ang="0">
                    <a:pos x="169" y="165"/>
                  </a:cxn>
                  <a:cxn ang="0">
                    <a:pos x="155" y="138"/>
                  </a:cxn>
                  <a:cxn ang="0">
                    <a:pos x="110" y="140"/>
                  </a:cxn>
                  <a:cxn ang="0">
                    <a:pos x="65" y="135"/>
                  </a:cxn>
                  <a:cxn ang="0">
                    <a:pos x="36" y="131"/>
                  </a:cxn>
                  <a:cxn ang="0">
                    <a:pos x="25" y="128"/>
                  </a:cxn>
                  <a:cxn ang="0">
                    <a:pos x="26" y="108"/>
                  </a:cxn>
                  <a:cxn ang="0">
                    <a:pos x="27" y="82"/>
                  </a:cxn>
                  <a:cxn ang="0">
                    <a:pos x="16" y="70"/>
                  </a:cxn>
                  <a:cxn ang="0">
                    <a:pos x="17" y="34"/>
                  </a:cxn>
                  <a:cxn ang="0">
                    <a:pos x="56" y="22"/>
                  </a:cxn>
                  <a:cxn ang="0">
                    <a:pos x="84" y="0"/>
                  </a:cxn>
                  <a:cxn ang="0">
                    <a:pos x="129" y="14"/>
                  </a:cxn>
                  <a:cxn ang="0">
                    <a:pos x="192" y="9"/>
                  </a:cxn>
                  <a:cxn ang="0">
                    <a:pos x="256" y="22"/>
                  </a:cxn>
                  <a:cxn ang="0">
                    <a:pos x="306" y="18"/>
                  </a:cxn>
                  <a:cxn ang="0">
                    <a:pos x="366" y="23"/>
                  </a:cxn>
                  <a:cxn ang="0">
                    <a:pos x="408" y="27"/>
                  </a:cxn>
                  <a:cxn ang="0">
                    <a:pos x="440" y="54"/>
                  </a:cxn>
                  <a:cxn ang="0">
                    <a:pos x="469" y="69"/>
                  </a:cxn>
                  <a:cxn ang="0">
                    <a:pos x="537" y="81"/>
                  </a:cxn>
                  <a:cxn ang="0">
                    <a:pos x="564" y="75"/>
                  </a:cxn>
                  <a:cxn ang="0">
                    <a:pos x="589" y="97"/>
                  </a:cxn>
                  <a:cxn ang="0">
                    <a:pos x="597" y="92"/>
                  </a:cxn>
                  <a:cxn ang="0">
                    <a:pos x="644" y="101"/>
                  </a:cxn>
                  <a:cxn ang="0">
                    <a:pos x="678" y="100"/>
                  </a:cxn>
                  <a:cxn ang="0">
                    <a:pos x="678" y="114"/>
                  </a:cxn>
                  <a:cxn ang="0">
                    <a:pos x="675" y="144"/>
                  </a:cxn>
                  <a:cxn ang="0">
                    <a:pos x="564" y="203"/>
                  </a:cxn>
                  <a:cxn ang="0">
                    <a:pos x="543" y="232"/>
                  </a:cxn>
                  <a:cxn ang="0">
                    <a:pos x="495" y="300"/>
                  </a:cxn>
                  <a:cxn ang="0">
                    <a:pos x="489" y="321"/>
                  </a:cxn>
                  <a:cxn ang="0">
                    <a:pos x="497" y="343"/>
                  </a:cxn>
                  <a:cxn ang="0">
                    <a:pos x="515" y="354"/>
                  </a:cxn>
                  <a:cxn ang="0">
                    <a:pos x="500" y="378"/>
                  </a:cxn>
                  <a:cxn ang="0">
                    <a:pos x="474" y="409"/>
                  </a:cxn>
                  <a:cxn ang="0">
                    <a:pos x="465" y="435"/>
                  </a:cxn>
                  <a:cxn ang="0">
                    <a:pos x="415" y="463"/>
                  </a:cxn>
                  <a:cxn ang="0">
                    <a:pos x="398" y="496"/>
                  </a:cxn>
                  <a:cxn ang="0">
                    <a:pos x="364" y="501"/>
                  </a:cxn>
                  <a:cxn ang="0">
                    <a:pos x="318" y="500"/>
                  </a:cxn>
                  <a:cxn ang="0">
                    <a:pos x="258" y="515"/>
                  </a:cxn>
                  <a:cxn ang="0">
                    <a:pos x="226" y="529"/>
                  </a:cxn>
                  <a:cxn ang="0">
                    <a:pos x="210" y="545"/>
                  </a:cxn>
                  <a:cxn ang="0">
                    <a:pos x="170" y="517"/>
                  </a:cxn>
                  <a:cxn ang="0">
                    <a:pos x="161" y="491"/>
                  </a:cxn>
                  <a:cxn ang="0">
                    <a:pos x="148" y="477"/>
                  </a:cxn>
                  <a:cxn ang="0">
                    <a:pos x="105" y="468"/>
                  </a:cxn>
                </a:cxnLst>
                <a:rect l="0" t="0" r="r" b="b"/>
                <a:pathLst>
                  <a:path w="687" h="545">
                    <a:moveTo>
                      <a:pt x="105" y="468"/>
                    </a:moveTo>
                    <a:lnTo>
                      <a:pt x="101" y="451"/>
                    </a:lnTo>
                    <a:lnTo>
                      <a:pt x="100" y="440"/>
                    </a:lnTo>
                    <a:lnTo>
                      <a:pt x="107" y="430"/>
                    </a:lnTo>
                    <a:lnTo>
                      <a:pt x="122" y="419"/>
                    </a:lnTo>
                    <a:lnTo>
                      <a:pt x="128" y="410"/>
                    </a:lnTo>
                    <a:lnTo>
                      <a:pt x="126" y="399"/>
                    </a:lnTo>
                    <a:lnTo>
                      <a:pt x="116" y="388"/>
                    </a:lnTo>
                    <a:lnTo>
                      <a:pt x="112" y="376"/>
                    </a:lnTo>
                    <a:lnTo>
                      <a:pt x="113" y="361"/>
                    </a:lnTo>
                    <a:lnTo>
                      <a:pt x="121" y="349"/>
                    </a:lnTo>
                    <a:lnTo>
                      <a:pt x="124" y="340"/>
                    </a:lnTo>
                    <a:lnTo>
                      <a:pt x="122" y="335"/>
                    </a:lnTo>
                    <a:lnTo>
                      <a:pt x="110" y="317"/>
                    </a:lnTo>
                    <a:lnTo>
                      <a:pt x="106" y="301"/>
                    </a:lnTo>
                    <a:lnTo>
                      <a:pt x="114" y="295"/>
                    </a:lnTo>
                    <a:lnTo>
                      <a:pt x="126" y="291"/>
                    </a:lnTo>
                    <a:lnTo>
                      <a:pt x="135" y="280"/>
                    </a:lnTo>
                    <a:lnTo>
                      <a:pt x="137" y="270"/>
                    </a:lnTo>
                    <a:lnTo>
                      <a:pt x="129" y="260"/>
                    </a:lnTo>
                    <a:lnTo>
                      <a:pt x="129" y="253"/>
                    </a:lnTo>
                    <a:lnTo>
                      <a:pt x="135" y="238"/>
                    </a:lnTo>
                    <a:lnTo>
                      <a:pt x="138" y="224"/>
                    </a:lnTo>
                    <a:lnTo>
                      <a:pt x="138" y="210"/>
                    </a:lnTo>
                    <a:lnTo>
                      <a:pt x="139" y="200"/>
                    </a:lnTo>
                    <a:lnTo>
                      <a:pt x="161" y="178"/>
                    </a:lnTo>
                    <a:lnTo>
                      <a:pt x="169" y="165"/>
                    </a:lnTo>
                    <a:lnTo>
                      <a:pt x="169" y="156"/>
                    </a:lnTo>
                    <a:lnTo>
                      <a:pt x="161" y="147"/>
                    </a:lnTo>
                    <a:lnTo>
                      <a:pt x="155" y="138"/>
                    </a:lnTo>
                    <a:lnTo>
                      <a:pt x="140" y="134"/>
                    </a:lnTo>
                    <a:lnTo>
                      <a:pt x="123" y="134"/>
                    </a:lnTo>
                    <a:lnTo>
                      <a:pt x="110" y="140"/>
                    </a:lnTo>
                    <a:lnTo>
                      <a:pt x="86" y="138"/>
                    </a:lnTo>
                    <a:lnTo>
                      <a:pt x="73" y="140"/>
                    </a:lnTo>
                    <a:lnTo>
                      <a:pt x="65" y="135"/>
                    </a:lnTo>
                    <a:lnTo>
                      <a:pt x="64" y="123"/>
                    </a:lnTo>
                    <a:lnTo>
                      <a:pt x="51" y="125"/>
                    </a:lnTo>
                    <a:lnTo>
                      <a:pt x="36" y="131"/>
                    </a:lnTo>
                    <a:lnTo>
                      <a:pt x="27" y="141"/>
                    </a:lnTo>
                    <a:lnTo>
                      <a:pt x="25" y="136"/>
                    </a:lnTo>
                    <a:lnTo>
                      <a:pt x="25" y="128"/>
                    </a:lnTo>
                    <a:lnTo>
                      <a:pt x="28" y="116"/>
                    </a:lnTo>
                    <a:lnTo>
                      <a:pt x="35" y="107"/>
                    </a:lnTo>
                    <a:lnTo>
                      <a:pt x="26" y="108"/>
                    </a:lnTo>
                    <a:lnTo>
                      <a:pt x="30" y="100"/>
                    </a:lnTo>
                    <a:lnTo>
                      <a:pt x="20" y="95"/>
                    </a:lnTo>
                    <a:lnTo>
                      <a:pt x="27" y="82"/>
                    </a:lnTo>
                    <a:lnTo>
                      <a:pt x="22" y="82"/>
                    </a:lnTo>
                    <a:lnTo>
                      <a:pt x="15" y="79"/>
                    </a:lnTo>
                    <a:lnTo>
                      <a:pt x="16" y="70"/>
                    </a:lnTo>
                    <a:lnTo>
                      <a:pt x="0" y="57"/>
                    </a:lnTo>
                    <a:lnTo>
                      <a:pt x="5" y="43"/>
                    </a:lnTo>
                    <a:lnTo>
                      <a:pt x="17" y="34"/>
                    </a:lnTo>
                    <a:lnTo>
                      <a:pt x="28" y="31"/>
                    </a:lnTo>
                    <a:lnTo>
                      <a:pt x="47" y="31"/>
                    </a:lnTo>
                    <a:lnTo>
                      <a:pt x="56" y="22"/>
                    </a:lnTo>
                    <a:lnTo>
                      <a:pt x="54" y="16"/>
                    </a:lnTo>
                    <a:lnTo>
                      <a:pt x="62" y="5"/>
                    </a:lnTo>
                    <a:lnTo>
                      <a:pt x="84" y="0"/>
                    </a:lnTo>
                    <a:lnTo>
                      <a:pt x="95" y="3"/>
                    </a:lnTo>
                    <a:lnTo>
                      <a:pt x="110" y="10"/>
                    </a:lnTo>
                    <a:lnTo>
                      <a:pt x="129" y="14"/>
                    </a:lnTo>
                    <a:lnTo>
                      <a:pt x="170" y="12"/>
                    </a:lnTo>
                    <a:lnTo>
                      <a:pt x="180" y="7"/>
                    </a:lnTo>
                    <a:lnTo>
                      <a:pt x="192" y="9"/>
                    </a:lnTo>
                    <a:lnTo>
                      <a:pt x="212" y="15"/>
                    </a:lnTo>
                    <a:lnTo>
                      <a:pt x="223" y="15"/>
                    </a:lnTo>
                    <a:lnTo>
                      <a:pt x="256" y="22"/>
                    </a:lnTo>
                    <a:lnTo>
                      <a:pt x="273" y="23"/>
                    </a:lnTo>
                    <a:lnTo>
                      <a:pt x="293" y="22"/>
                    </a:lnTo>
                    <a:lnTo>
                      <a:pt x="306" y="18"/>
                    </a:lnTo>
                    <a:lnTo>
                      <a:pt x="317" y="22"/>
                    </a:lnTo>
                    <a:lnTo>
                      <a:pt x="337" y="25"/>
                    </a:lnTo>
                    <a:lnTo>
                      <a:pt x="366" y="23"/>
                    </a:lnTo>
                    <a:lnTo>
                      <a:pt x="381" y="28"/>
                    </a:lnTo>
                    <a:lnTo>
                      <a:pt x="398" y="30"/>
                    </a:lnTo>
                    <a:lnTo>
                      <a:pt x="408" y="27"/>
                    </a:lnTo>
                    <a:lnTo>
                      <a:pt x="409" y="31"/>
                    </a:lnTo>
                    <a:lnTo>
                      <a:pt x="431" y="49"/>
                    </a:lnTo>
                    <a:lnTo>
                      <a:pt x="440" y="54"/>
                    </a:lnTo>
                    <a:lnTo>
                      <a:pt x="451" y="57"/>
                    </a:lnTo>
                    <a:lnTo>
                      <a:pt x="462" y="63"/>
                    </a:lnTo>
                    <a:lnTo>
                      <a:pt x="469" y="69"/>
                    </a:lnTo>
                    <a:lnTo>
                      <a:pt x="515" y="81"/>
                    </a:lnTo>
                    <a:lnTo>
                      <a:pt x="531" y="82"/>
                    </a:lnTo>
                    <a:lnTo>
                      <a:pt x="537" y="81"/>
                    </a:lnTo>
                    <a:lnTo>
                      <a:pt x="547" y="74"/>
                    </a:lnTo>
                    <a:lnTo>
                      <a:pt x="555" y="73"/>
                    </a:lnTo>
                    <a:lnTo>
                      <a:pt x="564" y="75"/>
                    </a:lnTo>
                    <a:lnTo>
                      <a:pt x="579" y="85"/>
                    </a:lnTo>
                    <a:lnTo>
                      <a:pt x="585" y="92"/>
                    </a:lnTo>
                    <a:lnTo>
                      <a:pt x="589" y="97"/>
                    </a:lnTo>
                    <a:lnTo>
                      <a:pt x="595" y="98"/>
                    </a:lnTo>
                    <a:lnTo>
                      <a:pt x="600" y="96"/>
                    </a:lnTo>
                    <a:lnTo>
                      <a:pt x="597" y="92"/>
                    </a:lnTo>
                    <a:lnTo>
                      <a:pt x="608" y="101"/>
                    </a:lnTo>
                    <a:lnTo>
                      <a:pt x="616" y="103"/>
                    </a:lnTo>
                    <a:lnTo>
                      <a:pt x="644" y="101"/>
                    </a:lnTo>
                    <a:lnTo>
                      <a:pt x="657" y="98"/>
                    </a:lnTo>
                    <a:lnTo>
                      <a:pt x="671" y="98"/>
                    </a:lnTo>
                    <a:lnTo>
                      <a:pt x="678" y="100"/>
                    </a:lnTo>
                    <a:lnTo>
                      <a:pt x="686" y="102"/>
                    </a:lnTo>
                    <a:lnTo>
                      <a:pt x="687" y="109"/>
                    </a:lnTo>
                    <a:lnTo>
                      <a:pt x="678" y="114"/>
                    </a:lnTo>
                    <a:lnTo>
                      <a:pt x="680" y="124"/>
                    </a:lnTo>
                    <a:lnTo>
                      <a:pt x="683" y="133"/>
                    </a:lnTo>
                    <a:lnTo>
                      <a:pt x="675" y="144"/>
                    </a:lnTo>
                    <a:lnTo>
                      <a:pt x="637" y="167"/>
                    </a:lnTo>
                    <a:lnTo>
                      <a:pt x="623" y="181"/>
                    </a:lnTo>
                    <a:lnTo>
                      <a:pt x="564" y="203"/>
                    </a:lnTo>
                    <a:lnTo>
                      <a:pt x="552" y="217"/>
                    </a:lnTo>
                    <a:lnTo>
                      <a:pt x="552" y="224"/>
                    </a:lnTo>
                    <a:lnTo>
                      <a:pt x="543" y="232"/>
                    </a:lnTo>
                    <a:lnTo>
                      <a:pt x="531" y="247"/>
                    </a:lnTo>
                    <a:lnTo>
                      <a:pt x="515" y="274"/>
                    </a:lnTo>
                    <a:lnTo>
                      <a:pt x="495" y="300"/>
                    </a:lnTo>
                    <a:lnTo>
                      <a:pt x="492" y="312"/>
                    </a:lnTo>
                    <a:lnTo>
                      <a:pt x="489" y="318"/>
                    </a:lnTo>
                    <a:lnTo>
                      <a:pt x="489" y="321"/>
                    </a:lnTo>
                    <a:lnTo>
                      <a:pt x="492" y="327"/>
                    </a:lnTo>
                    <a:lnTo>
                      <a:pt x="494" y="337"/>
                    </a:lnTo>
                    <a:lnTo>
                      <a:pt x="497" y="343"/>
                    </a:lnTo>
                    <a:lnTo>
                      <a:pt x="501" y="349"/>
                    </a:lnTo>
                    <a:lnTo>
                      <a:pt x="506" y="351"/>
                    </a:lnTo>
                    <a:lnTo>
                      <a:pt x="515" y="354"/>
                    </a:lnTo>
                    <a:lnTo>
                      <a:pt x="519" y="360"/>
                    </a:lnTo>
                    <a:lnTo>
                      <a:pt x="514" y="369"/>
                    </a:lnTo>
                    <a:lnTo>
                      <a:pt x="500" y="378"/>
                    </a:lnTo>
                    <a:lnTo>
                      <a:pt x="492" y="385"/>
                    </a:lnTo>
                    <a:lnTo>
                      <a:pt x="484" y="392"/>
                    </a:lnTo>
                    <a:lnTo>
                      <a:pt x="474" y="409"/>
                    </a:lnTo>
                    <a:lnTo>
                      <a:pt x="472" y="418"/>
                    </a:lnTo>
                    <a:lnTo>
                      <a:pt x="467" y="426"/>
                    </a:lnTo>
                    <a:lnTo>
                      <a:pt x="465" y="435"/>
                    </a:lnTo>
                    <a:lnTo>
                      <a:pt x="467" y="441"/>
                    </a:lnTo>
                    <a:lnTo>
                      <a:pt x="435" y="445"/>
                    </a:lnTo>
                    <a:lnTo>
                      <a:pt x="415" y="463"/>
                    </a:lnTo>
                    <a:lnTo>
                      <a:pt x="408" y="482"/>
                    </a:lnTo>
                    <a:lnTo>
                      <a:pt x="404" y="490"/>
                    </a:lnTo>
                    <a:lnTo>
                      <a:pt x="398" y="496"/>
                    </a:lnTo>
                    <a:lnTo>
                      <a:pt x="391" y="498"/>
                    </a:lnTo>
                    <a:lnTo>
                      <a:pt x="379" y="495"/>
                    </a:lnTo>
                    <a:lnTo>
                      <a:pt x="364" y="501"/>
                    </a:lnTo>
                    <a:lnTo>
                      <a:pt x="350" y="501"/>
                    </a:lnTo>
                    <a:lnTo>
                      <a:pt x="334" y="498"/>
                    </a:lnTo>
                    <a:lnTo>
                      <a:pt x="318" y="500"/>
                    </a:lnTo>
                    <a:lnTo>
                      <a:pt x="306" y="498"/>
                    </a:lnTo>
                    <a:lnTo>
                      <a:pt x="269" y="502"/>
                    </a:lnTo>
                    <a:lnTo>
                      <a:pt x="258" y="515"/>
                    </a:lnTo>
                    <a:lnTo>
                      <a:pt x="246" y="516"/>
                    </a:lnTo>
                    <a:lnTo>
                      <a:pt x="234" y="521"/>
                    </a:lnTo>
                    <a:lnTo>
                      <a:pt x="226" y="529"/>
                    </a:lnTo>
                    <a:lnTo>
                      <a:pt x="223" y="536"/>
                    </a:lnTo>
                    <a:lnTo>
                      <a:pt x="218" y="541"/>
                    </a:lnTo>
                    <a:lnTo>
                      <a:pt x="210" y="545"/>
                    </a:lnTo>
                    <a:lnTo>
                      <a:pt x="193" y="542"/>
                    </a:lnTo>
                    <a:lnTo>
                      <a:pt x="181" y="533"/>
                    </a:lnTo>
                    <a:lnTo>
                      <a:pt x="170" y="517"/>
                    </a:lnTo>
                    <a:lnTo>
                      <a:pt x="169" y="509"/>
                    </a:lnTo>
                    <a:lnTo>
                      <a:pt x="161" y="502"/>
                    </a:lnTo>
                    <a:lnTo>
                      <a:pt x="161" y="491"/>
                    </a:lnTo>
                    <a:lnTo>
                      <a:pt x="160" y="488"/>
                    </a:lnTo>
                    <a:lnTo>
                      <a:pt x="156" y="484"/>
                    </a:lnTo>
                    <a:lnTo>
                      <a:pt x="148" y="477"/>
                    </a:lnTo>
                    <a:lnTo>
                      <a:pt x="133" y="468"/>
                    </a:lnTo>
                    <a:lnTo>
                      <a:pt x="126" y="467"/>
                    </a:lnTo>
                    <a:lnTo>
                      <a:pt x="105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7" name="Freeform 181">
                <a:extLst>
                  <a:ext uri="{FF2B5EF4-FFF2-40B4-BE49-F238E27FC236}">
                    <a16:creationId xmlns:a16="http://schemas.microsoft.com/office/drawing/2014/main" id="{C415651C-02FE-CB4C-AEDE-16A503C7AA2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4" y="1794"/>
                <a:ext cx="40" cy="48"/>
              </a:xfrm>
              <a:custGeom>
                <a:avLst/>
                <a:gdLst/>
                <a:ahLst/>
                <a:cxnLst>
                  <a:cxn ang="0">
                    <a:pos x="124" y="239"/>
                  </a:cxn>
                  <a:cxn ang="0">
                    <a:pos x="116" y="221"/>
                  </a:cxn>
                  <a:cxn ang="0">
                    <a:pos x="116" y="201"/>
                  </a:cxn>
                  <a:cxn ang="0">
                    <a:pos x="99" y="194"/>
                  </a:cxn>
                  <a:cxn ang="0">
                    <a:pos x="88" y="183"/>
                  </a:cxn>
                  <a:cxn ang="0">
                    <a:pos x="79" y="177"/>
                  </a:cxn>
                  <a:cxn ang="0">
                    <a:pos x="52" y="181"/>
                  </a:cxn>
                  <a:cxn ang="0">
                    <a:pos x="17" y="197"/>
                  </a:cxn>
                  <a:cxn ang="0">
                    <a:pos x="0" y="187"/>
                  </a:cxn>
                  <a:cxn ang="0">
                    <a:pos x="10" y="185"/>
                  </a:cxn>
                  <a:cxn ang="0">
                    <a:pos x="30" y="186"/>
                  </a:cxn>
                  <a:cxn ang="0">
                    <a:pos x="42" y="182"/>
                  </a:cxn>
                  <a:cxn ang="0">
                    <a:pos x="25" y="182"/>
                  </a:cxn>
                  <a:cxn ang="0">
                    <a:pos x="24" y="172"/>
                  </a:cxn>
                  <a:cxn ang="0">
                    <a:pos x="54" y="162"/>
                  </a:cxn>
                  <a:cxn ang="0">
                    <a:pos x="78" y="155"/>
                  </a:cxn>
                  <a:cxn ang="0">
                    <a:pos x="62" y="156"/>
                  </a:cxn>
                  <a:cxn ang="0">
                    <a:pos x="45" y="153"/>
                  </a:cxn>
                  <a:cxn ang="0">
                    <a:pos x="38" y="138"/>
                  </a:cxn>
                  <a:cxn ang="0">
                    <a:pos x="62" y="106"/>
                  </a:cxn>
                  <a:cxn ang="0">
                    <a:pos x="74" y="52"/>
                  </a:cxn>
                  <a:cxn ang="0">
                    <a:pos x="88" y="57"/>
                  </a:cxn>
                  <a:cxn ang="0">
                    <a:pos x="94" y="65"/>
                  </a:cxn>
                  <a:cxn ang="0">
                    <a:pos x="85" y="69"/>
                  </a:cxn>
                  <a:cxn ang="0">
                    <a:pos x="83" y="79"/>
                  </a:cxn>
                  <a:cxn ang="0">
                    <a:pos x="84" y="94"/>
                  </a:cxn>
                  <a:cxn ang="0">
                    <a:pos x="100" y="103"/>
                  </a:cxn>
                  <a:cxn ang="0">
                    <a:pos x="106" y="101"/>
                  </a:cxn>
                  <a:cxn ang="0">
                    <a:pos x="101" y="88"/>
                  </a:cxn>
                  <a:cxn ang="0">
                    <a:pos x="103" y="81"/>
                  </a:cxn>
                  <a:cxn ang="0">
                    <a:pos x="111" y="65"/>
                  </a:cxn>
                  <a:cxn ang="0">
                    <a:pos x="112" y="51"/>
                  </a:cxn>
                  <a:cxn ang="0">
                    <a:pos x="105" y="48"/>
                  </a:cxn>
                  <a:cxn ang="0">
                    <a:pos x="103" y="26"/>
                  </a:cxn>
                  <a:cxn ang="0">
                    <a:pos x="117" y="11"/>
                  </a:cxn>
                  <a:cxn ang="0">
                    <a:pos x="138" y="4"/>
                  </a:cxn>
                  <a:cxn ang="0">
                    <a:pos x="161" y="2"/>
                  </a:cxn>
                  <a:cxn ang="0">
                    <a:pos x="182" y="3"/>
                  </a:cxn>
                  <a:cxn ang="0">
                    <a:pos x="196" y="16"/>
                  </a:cxn>
                  <a:cxn ang="0">
                    <a:pos x="170" y="73"/>
                  </a:cxn>
                  <a:cxn ang="0">
                    <a:pos x="191" y="90"/>
                  </a:cxn>
                  <a:cxn ang="0">
                    <a:pos x="182" y="111"/>
                  </a:cxn>
                  <a:cxn ang="0">
                    <a:pos x="171" y="129"/>
                  </a:cxn>
                  <a:cxn ang="0">
                    <a:pos x="158" y="142"/>
                  </a:cxn>
                  <a:cxn ang="0">
                    <a:pos x="135" y="137"/>
                  </a:cxn>
                  <a:cxn ang="0">
                    <a:pos x="138" y="160"/>
                  </a:cxn>
                  <a:cxn ang="0">
                    <a:pos x="138" y="182"/>
                  </a:cxn>
                  <a:cxn ang="0">
                    <a:pos x="132" y="208"/>
                  </a:cxn>
                  <a:cxn ang="0">
                    <a:pos x="137" y="232"/>
                  </a:cxn>
                </a:cxnLst>
                <a:rect l="0" t="0" r="r" b="b"/>
                <a:pathLst>
                  <a:path w="196" h="239">
                    <a:moveTo>
                      <a:pt x="137" y="239"/>
                    </a:moveTo>
                    <a:lnTo>
                      <a:pt x="124" y="239"/>
                    </a:lnTo>
                    <a:lnTo>
                      <a:pt x="117" y="232"/>
                    </a:lnTo>
                    <a:lnTo>
                      <a:pt x="116" y="221"/>
                    </a:lnTo>
                    <a:lnTo>
                      <a:pt x="117" y="212"/>
                    </a:lnTo>
                    <a:lnTo>
                      <a:pt x="116" y="201"/>
                    </a:lnTo>
                    <a:lnTo>
                      <a:pt x="107" y="196"/>
                    </a:lnTo>
                    <a:lnTo>
                      <a:pt x="99" y="194"/>
                    </a:lnTo>
                    <a:lnTo>
                      <a:pt x="90" y="189"/>
                    </a:lnTo>
                    <a:lnTo>
                      <a:pt x="88" y="183"/>
                    </a:lnTo>
                    <a:lnTo>
                      <a:pt x="85" y="183"/>
                    </a:lnTo>
                    <a:lnTo>
                      <a:pt x="79" y="177"/>
                    </a:lnTo>
                    <a:lnTo>
                      <a:pt x="64" y="178"/>
                    </a:lnTo>
                    <a:lnTo>
                      <a:pt x="52" y="181"/>
                    </a:lnTo>
                    <a:lnTo>
                      <a:pt x="37" y="191"/>
                    </a:lnTo>
                    <a:lnTo>
                      <a:pt x="17" y="197"/>
                    </a:lnTo>
                    <a:lnTo>
                      <a:pt x="0" y="188"/>
                    </a:lnTo>
                    <a:lnTo>
                      <a:pt x="0" y="187"/>
                    </a:lnTo>
                    <a:lnTo>
                      <a:pt x="3" y="185"/>
                    </a:lnTo>
                    <a:lnTo>
                      <a:pt x="10" y="185"/>
                    </a:lnTo>
                    <a:lnTo>
                      <a:pt x="21" y="191"/>
                    </a:lnTo>
                    <a:lnTo>
                      <a:pt x="30" y="186"/>
                    </a:lnTo>
                    <a:lnTo>
                      <a:pt x="38" y="186"/>
                    </a:lnTo>
                    <a:lnTo>
                      <a:pt x="42" y="182"/>
                    </a:lnTo>
                    <a:lnTo>
                      <a:pt x="35" y="181"/>
                    </a:lnTo>
                    <a:lnTo>
                      <a:pt x="25" y="182"/>
                    </a:lnTo>
                    <a:lnTo>
                      <a:pt x="20" y="181"/>
                    </a:lnTo>
                    <a:lnTo>
                      <a:pt x="24" y="172"/>
                    </a:lnTo>
                    <a:lnTo>
                      <a:pt x="43" y="169"/>
                    </a:lnTo>
                    <a:lnTo>
                      <a:pt x="54" y="162"/>
                    </a:lnTo>
                    <a:lnTo>
                      <a:pt x="72" y="159"/>
                    </a:lnTo>
                    <a:lnTo>
                      <a:pt x="78" y="155"/>
                    </a:lnTo>
                    <a:lnTo>
                      <a:pt x="73" y="151"/>
                    </a:lnTo>
                    <a:lnTo>
                      <a:pt x="62" y="156"/>
                    </a:lnTo>
                    <a:lnTo>
                      <a:pt x="52" y="155"/>
                    </a:lnTo>
                    <a:lnTo>
                      <a:pt x="45" y="153"/>
                    </a:lnTo>
                    <a:lnTo>
                      <a:pt x="38" y="146"/>
                    </a:lnTo>
                    <a:lnTo>
                      <a:pt x="38" y="138"/>
                    </a:lnTo>
                    <a:lnTo>
                      <a:pt x="40" y="133"/>
                    </a:lnTo>
                    <a:lnTo>
                      <a:pt x="62" y="106"/>
                    </a:lnTo>
                    <a:lnTo>
                      <a:pt x="68" y="69"/>
                    </a:lnTo>
                    <a:lnTo>
                      <a:pt x="74" y="52"/>
                    </a:lnTo>
                    <a:lnTo>
                      <a:pt x="84" y="48"/>
                    </a:lnTo>
                    <a:lnTo>
                      <a:pt x="88" y="57"/>
                    </a:lnTo>
                    <a:lnTo>
                      <a:pt x="94" y="62"/>
                    </a:lnTo>
                    <a:lnTo>
                      <a:pt x="94" y="65"/>
                    </a:lnTo>
                    <a:lnTo>
                      <a:pt x="94" y="67"/>
                    </a:lnTo>
                    <a:lnTo>
                      <a:pt x="85" y="69"/>
                    </a:lnTo>
                    <a:lnTo>
                      <a:pt x="84" y="73"/>
                    </a:lnTo>
                    <a:lnTo>
                      <a:pt x="83" y="79"/>
                    </a:lnTo>
                    <a:lnTo>
                      <a:pt x="84" y="90"/>
                    </a:lnTo>
                    <a:lnTo>
                      <a:pt x="84" y="94"/>
                    </a:lnTo>
                    <a:lnTo>
                      <a:pt x="89" y="100"/>
                    </a:lnTo>
                    <a:lnTo>
                      <a:pt x="100" y="103"/>
                    </a:lnTo>
                    <a:lnTo>
                      <a:pt x="105" y="103"/>
                    </a:lnTo>
                    <a:lnTo>
                      <a:pt x="106" y="101"/>
                    </a:lnTo>
                    <a:lnTo>
                      <a:pt x="105" y="94"/>
                    </a:lnTo>
                    <a:lnTo>
                      <a:pt x="101" y="88"/>
                    </a:lnTo>
                    <a:lnTo>
                      <a:pt x="100" y="83"/>
                    </a:lnTo>
                    <a:lnTo>
                      <a:pt x="103" y="81"/>
                    </a:lnTo>
                    <a:lnTo>
                      <a:pt x="110" y="76"/>
                    </a:lnTo>
                    <a:lnTo>
                      <a:pt x="111" y="65"/>
                    </a:lnTo>
                    <a:lnTo>
                      <a:pt x="116" y="53"/>
                    </a:lnTo>
                    <a:lnTo>
                      <a:pt x="112" y="51"/>
                    </a:lnTo>
                    <a:lnTo>
                      <a:pt x="106" y="51"/>
                    </a:lnTo>
                    <a:lnTo>
                      <a:pt x="105" y="48"/>
                    </a:lnTo>
                    <a:lnTo>
                      <a:pt x="102" y="31"/>
                    </a:lnTo>
                    <a:lnTo>
                      <a:pt x="103" y="26"/>
                    </a:lnTo>
                    <a:lnTo>
                      <a:pt x="108" y="19"/>
                    </a:lnTo>
                    <a:lnTo>
                      <a:pt x="117" y="11"/>
                    </a:lnTo>
                    <a:lnTo>
                      <a:pt x="128" y="6"/>
                    </a:lnTo>
                    <a:lnTo>
                      <a:pt x="138" y="4"/>
                    </a:lnTo>
                    <a:lnTo>
                      <a:pt x="151" y="6"/>
                    </a:lnTo>
                    <a:lnTo>
                      <a:pt x="161" y="2"/>
                    </a:lnTo>
                    <a:lnTo>
                      <a:pt x="173" y="0"/>
                    </a:lnTo>
                    <a:lnTo>
                      <a:pt x="182" y="3"/>
                    </a:lnTo>
                    <a:lnTo>
                      <a:pt x="191" y="10"/>
                    </a:lnTo>
                    <a:lnTo>
                      <a:pt x="196" y="16"/>
                    </a:lnTo>
                    <a:lnTo>
                      <a:pt x="186" y="62"/>
                    </a:lnTo>
                    <a:lnTo>
                      <a:pt x="170" y="73"/>
                    </a:lnTo>
                    <a:lnTo>
                      <a:pt x="172" y="81"/>
                    </a:lnTo>
                    <a:lnTo>
                      <a:pt x="191" y="90"/>
                    </a:lnTo>
                    <a:lnTo>
                      <a:pt x="189" y="101"/>
                    </a:lnTo>
                    <a:lnTo>
                      <a:pt x="182" y="111"/>
                    </a:lnTo>
                    <a:lnTo>
                      <a:pt x="172" y="118"/>
                    </a:lnTo>
                    <a:lnTo>
                      <a:pt x="171" y="129"/>
                    </a:lnTo>
                    <a:lnTo>
                      <a:pt x="166" y="140"/>
                    </a:lnTo>
                    <a:lnTo>
                      <a:pt x="158" y="142"/>
                    </a:lnTo>
                    <a:lnTo>
                      <a:pt x="145" y="137"/>
                    </a:lnTo>
                    <a:lnTo>
                      <a:pt x="135" y="137"/>
                    </a:lnTo>
                    <a:lnTo>
                      <a:pt x="134" y="145"/>
                    </a:lnTo>
                    <a:lnTo>
                      <a:pt x="138" y="160"/>
                    </a:lnTo>
                    <a:lnTo>
                      <a:pt x="139" y="170"/>
                    </a:lnTo>
                    <a:lnTo>
                      <a:pt x="138" y="182"/>
                    </a:lnTo>
                    <a:lnTo>
                      <a:pt x="138" y="201"/>
                    </a:lnTo>
                    <a:lnTo>
                      <a:pt x="132" y="208"/>
                    </a:lnTo>
                    <a:lnTo>
                      <a:pt x="132" y="215"/>
                    </a:lnTo>
                    <a:lnTo>
                      <a:pt x="137" y="232"/>
                    </a:lnTo>
                    <a:lnTo>
                      <a:pt x="137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8" name="Freeform 182">
                <a:extLst>
                  <a:ext uri="{FF2B5EF4-FFF2-40B4-BE49-F238E27FC236}">
                    <a16:creationId xmlns:a16="http://schemas.microsoft.com/office/drawing/2014/main" id="{FF9DF437-826F-E5B3-4959-EC6FC72259F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14" y="1980"/>
                <a:ext cx="35" cy="71"/>
              </a:xfrm>
              <a:custGeom>
                <a:avLst/>
                <a:gdLst/>
                <a:ahLst/>
                <a:cxnLst>
                  <a:cxn ang="0">
                    <a:pos x="109" y="328"/>
                  </a:cxn>
                  <a:cxn ang="0">
                    <a:pos x="115" y="307"/>
                  </a:cxn>
                  <a:cxn ang="0">
                    <a:pos x="136" y="287"/>
                  </a:cxn>
                  <a:cxn ang="0">
                    <a:pos x="124" y="265"/>
                  </a:cxn>
                  <a:cxn ang="0">
                    <a:pos x="121" y="238"/>
                  </a:cxn>
                  <a:cxn ang="0">
                    <a:pos x="132" y="217"/>
                  </a:cxn>
                  <a:cxn ang="0">
                    <a:pos x="118" y="194"/>
                  </a:cxn>
                  <a:cxn ang="0">
                    <a:pos x="122" y="172"/>
                  </a:cxn>
                  <a:cxn ang="0">
                    <a:pos x="143" y="157"/>
                  </a:cxn>
                  <a:cxn ang="0">
                    <a:pos x="137" y="137"/>
                  </a:cxn>
                  <a:cxn ang="0">
                    <a:pos x="143" y="115"/>
                  </a:cxn>
                  <a:cxn ang="0">
                    <a:pos x="146" y="87"/>
                  </a:cxn>
                  <a:cxn ang="0">
                    <a:pos x="169" y="55"/>
                  </a:cxn>
                  <a:cxn ang="0">
                    <a:pos x="177" y="33"/>
                  </a:cxn>
                  <a:cxn ang="0">
                    <a:pos x="163" y="15"/>
                  </a:cxn>
                  <a:cxn ang="0">
                    <a:pos x="131" y="11"/>
                  </a:cxn>
                  <a:cxn ang="0">
                    <a:pos x="94" y="15"/>
                  </a:cxn>
                  <a:cxn ang="0">
                    <a:pos x="73" y="12"/>
                  </a:cxn>
                  <a:cxn ang="0">
                    <a:pos x="59" y="2"/>
                  </a:cxn>
                  <a:cxn ang="0">
                    <a:pos x="35" y="18"/>
                  </a:cxn>
                  <a:cxn ang="0">
                    <a:pos x="45" y="74"/>
                  </a:cxn>
                  <a:cxn ang="0">
                    <a:pos x="38" y="104"/>
                  </a:cxn>
                  <a:cxn ang="0">
                    <a:pos x="32" y="129"/>
                  </a:cxn>
                  <a:cxn ang="0">
                    <a:pos x="28" y="155"/>
                  </a:cxn>
                  <a:cxn ang="0">
                    <a:pos x="16" y="184"/>
                  </a:cxn>
                  <a:cxn ang="0">
                    <a:pos x="3" y="220"/>
                  </a:cxn>
                  <a:cxn ang="0">
                    <a:pos x="1" y="238"/>
                  </a:cxn>
                  <a:cxn ang="0">
                    <a:pos x="18" y="259"/>
                  </a:cxn>
                  <a:cxn ang="0">
                    <a:pos x="40" y="253"/>
                  </a:cxn>
                  <a:cxn ang="0">
                    <a:pos x="36" y="262"/>
                  </a:cxn>
                  <a:cxn ang="0">
                    <a:pos x="35" y="290"/>
                  </a:cxn>
                  <a:cxn ang="0">
                    <a:pos x="36" y="319"/>
                  </a:cxn>
                  <a:cxn ang="0">
                    <a:pos x="29" y="340"/>
                  </a:cxn>
                  <a:cxn ang="0">
                    <a:pos x="32" y="355"/>
                  </a:cxn>
                  <a:cxn ang="0">
                    <a:pos x="55" y="352"/>
                  </a:cxn>
                  <a:cxn ang="0">
                    <a:pos x="76" y="356"/>
                  </a:cxn>
                  <a:cxn ang="0">
                    <a:pos x="97" y="352"/>
                  </a:cxn>
                  <a:cxn ang="0">
                    <a:pos x="113" y="345"/>
                  </a:cxn>
                </a:cxnLst>
                <a:rect l="0" t="0" r="r" b="b"/>
                <a:pathLst>
                  <a:path w="177" h="356">
                    <a:moveTo>
                      <a:pt x="113" y="345"/>
                    </a:moveTo>
                    <a:lnTo>
                      <a:pt x="109" y="328"/>
                    </a:lnTo>
                    <a:lnTo>
                      <a:pt x="108" y="317"/>
                    </a:lnTo>
                    <a:lnTo>
                      <a:pt x="115" y="307"/>
                    </a:lnTo>
                    <a:lnTo>
                      <a:pt x="130" y="296"/>
                    </a:lnTo>
                    <a:lnTo>
                      <a:pt x="136" y="287"/>
                    </a:lnTo>
                    <a:lnTo>
                      <a:pt x="134" y="275"/>
                    </a:lnTo>
                    <a:lnTo>
                      <a:pt x="124" y="265"/>
                    </a:lnTo>
                    <a:lnTo>
                      <a:pt x="120" y="253"/>
                    </a:lnTo>
                    <a:lnTo>
                      <a:pt x="121" y="238"/>
                    </a:lnTo>
                    <a:lnTo>
                      <a:pt x="129" y="226"/>
                    </a:lnTo>
                    <a:lnTo>
                      <a:pt x="132" y="217"/>
                    </a:lnTo>
                    <a:lnTo>
                      <a:pt x="130" y="212"/>
                    </a:lnTo>
                    <a:lnTo>
                      <a:pt x="118" y="194"/>
                    </a:lnTo>
                    <a:lnTo>
                      <a:pt x="114" y="178"/>
                    </a:lnTo>
                    <a:lnTo>
                      <a:pt x="122" y="172"/>
                    </a:lnTo>
                    <a:lnTo>
                      <a:pt x="134" y="168"/>
                    </a:lnTo>
                    <a:lnTo>
                      <a:pt x="143" y="157"/>
                    </a:lnTo>
                    <a:lnTo>
                      <a:pt x="145" y="147"/>
                    </a:lnTo>
                    <a:lnTo>
                      <a:pt x="137" y="137"/>
                    </a:lnTo>
                    <a:lnTo>
                      <a:pt x="137" y="130"/>
                    </a:lnTo>
                    <a:lnTo>
                      <a:pt x="143" y="115"/>
                    </a:lnTo>
                    <a:lnTo>
                      <a:pt x="146" y="101"/>
                    </a:lnTo>
                    <a:lnTo>
                      <a:pt x="146" y="87"/>
                    </a:lnTo>
                    <a:lnTo>
                      <a:pt x="147" y="77"/>
                    </a:lnTo>
                    <a:lnTo>
                      <a:pt x="169" y="55"/>
                    </a:lnTo>
                    <a:lnTo>
                      <a:pt x="177" y="42"/>
                    </a:lnTo>
                    <a:lnTo>
                      <a:pt x="177" y="33"/>
                    </a:lnTo>
                    <a:lnTo>
                      <a:pt x="169" y="24"/>
                    </a:lnTo>
                    <a:lnTo>
                      <a:pt x="163" y="15"/>
                    </a:lnTo>
                    <a:lnTo>
                      <a:pt x="148" y="11"/>
                    </a:lnTo>
                    <a:lnTo>
                      <a:pt x="131" y="11"/>
                    </a:lnTo>
                    <a:lnTo>
                      <a:pt x="118" y="17"/>
                    </a:lnTo>
                    <a:lnTo>
                      <a:pt x="94" y="15"/>
                    </a:lnTo>
                    <a:lnTo>
                      <a:pt x="81" y="17"/>
                    </a:lnTo>
                    <a:lnTo>
                      <a:pt x="73" y="12"/>
                    </a:lnTo>
                    <a:lnTo>
                      <a:pt x="72" y="0"/>
                    </a:lnTo>
                    <a:lnTo>
                      <a:pt x="59" y="2"/>
                    </a:lnTo>
                    <a:lnTo>
                      <a:pt x="44" y="8"/>
                    </a:lnTo>
                    <a:lnTo>
                      <a:pt x="35" y="18"/>
                    </a:lnTo>
                    <a:lnTo>
                      <a:pt x="44" y="63"/>
                    </a:lnTo>
                    <a:lnTo>
                      <a:pt x="45" y="74"/>
                    </a:lnTo>
                    <a:lnTo>
                      <a:pt x="41" y="81"/>
                    </a:lnTo>
                    <a:lnTo>
                      <a:pt x="38" y="104"/>
                    </a:lnTo>
                    <a:lnTo>
                      <a:pt x="35" y="113"/>
                    </a:lnTo>
                    <a:lnTo>
                      <a:pt x="32" y="129"/>
                    </a:lnTo>
                    <a:lnTo>
                      <a:pt x="30" y="144"/>
                    </a:lnTo>
                    <a:lnTo>
                      <a:pt x="28" y="155"/>
                    </a:lnTo>
                    <a:lnTo>
                      <a:pt x="22" y="173"/>
                    </a:lnTo>
                    <a:lnTo>
                      <a:pt x="16" y="184"/>
                    </a:lnTo>
                    <a:lnTo>
                      <a:pt x="3" y="203"/>
                    </a:lnTo>
                    <a:lnTo>
                      <a:pt x="3" y="220"/>
                    </a:lnTo>
                    <a:lnTo>
                      <a:pt x="0" y="235"/>
                    </a:lnTo>
                    <a:lnTo>
                      <a:pt x="1" y="238"/>
                    </a:lnTo>
                    <a:lnTo>
                      <a:pt x="8" y="243"/>
                    </a:lnTo>
                    <a:lnTo>
                      <a:pt x="18" y="259"/>
                    </a:lnTo>
                    <a:lnTo>
                      <a:pt x="25" y="255"/>
                    </a:lnTo>
                    <a:lnTo>
                      <a:pt x="40" y="253"/>
                    </a:lnTo>
                    <a:lnTo>
                      <a:pt x="39" y="258"/>
                    </a:lnTo>
                    <a:lnTo>
                      <a:pt x="36" y="262"/>
                    </a:lnTo>
                    <a:lnTo>
                      <a:pt x="38" y="277"/>
                    </a:lnTo>
                    <a:lnTo>
                      <a:pt x="35" y="290"/>
                    </a:lnTo>
                    <a:lnTo>
                      <a:pt x="36" y="296"/>
                    </a:lnTo>
                    <a:lnTo>
                      <a:pt x="36" y="319"/>
                    </a:lnTo>
                    <a:lnTo>
                      <a:pt x="35" y="328"/>
                    </a:lnTo>
                    <a:lnTo>
                      <a:pt x="29" y="340"/>
                    </a:lnTo>
                    <a:lnTo>
                      <a:pt x="29" y="351"/>
                    </a:lnTo>
                    <a:lnTo>
                      <a:pt x="32" y="355"/>
                    </a:lnTo>
                    <a:lnTo>
                      <a:pt x="43" y="352"/>
                    </a:lnTo>
                    <a:lnTo>
                      <a:pt x="55" y="352"/>
                    </a:lnTo>
                    <a:lnTo>
                      <a:pt x="67" y="352"/>
                    </a:lnTo>
                    <a:lnTo>
                      <a:pt x="76" y="356"/>
                    </a:lnTo>
                    <a:lnTo>
                      <a:pt x="87" y="356"/>
                    </a:lnTo>
                    <a:lnTo>
                      <a:pt x="97" y="352"/>
                    </a:lnTo>
                    <a:lnTo>
                      <a:pt x="104" y="348"/>
                    </a:lnTo>
                    <a:lnTo>
                      <a:pt x="113" y="34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69" name="Freeform 183">
                <a:extLst>
                  <a:ext uri="{FF2B5EF4-FFF2-40B4-BE49-F238E27FC236}">
                    <a16:creationId xmlns:a16="http://schemas.microsoft.com/office/drawing/2014/main" id="{5FC32963-B1C9-6069-EF80-2FC1198D7D5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1" y="1767"/>
                <a:ext cx="98" cy="131"/>
              </a:xfrm>
              <a:custGeom>
                <a:avLst/>
                <a:gdLst/>
                <a:ahLst/>
                <a:cxnLst>
                  <a:cxn ang="0">
                    <a:pos x="271" y="68"/>
                  </a:cxn>
                  <a:cxn ang="0">
                    <a:pos x="255" y="55"/>
                  </a:cxn>
                  <a:cxn ang="0">
                    <a:pos x="228" y="50"/>
                  </a:cxn>
                  <a:cxn ang="0">
                    <a:pos x="211" y="39"/>
                  </a:cxn>
                  <a:cxn ang="0">
                    <a:pos x="196" y="6"/>
                  </a:cxn>
                  <a:cxn ang="0">
                    <a:pos x="158" y="0"/>
                  </a:cxn>
                  <a:cxn ang="0">
                    <a:pos x="164" y="31"/>
                  </a:cxn>
                  <a:cxn ang="0">
                    <a:pos x="148" y="55"/>
                  </a:cxn>
                  <a:cxn ang="0">
                    <a:pos x="161" y="71"/>
                  </a:cxn>
                  <a:cxn ang="0">
                    <a:pos x="159" y="87"/>
                  </a:cxn>
                  <a:cxn ang="0">
                    <a:pos x="145" y="106"/>
                  </a:cxn>
                  <a:cxn ang="0">
                    <a:pos x="142" y="142"/>
                  </a:cxn>
                  <a:cxn ang="0">
                    <a:pos x="123" y="137"/>
                  </a:cxn>
                  <a:cxn ang="0">
                    <a:pos x="72" y="117"/>
                  </a:cxn>
                  <a:cxn ang="0">
                    <a:pos x="62" y="140"/>
                  </a:cxn>
                  <a:cxn ang="0">
                    <a:pos x="86" y="160"/>
                  </a:cxn>
                  <a:cxn ang="0">
                    <a:pos x="54" y="200"/>
                  </a:cxn>
                  <a:cxn ang="0">
                    <a:pos x="57" y="239"/>
                  </a:cxn>
                  <a:cxn ang="0">
                    <a:pos x="34" y="278"/>
                  </a:cxn>
                  <a:cxn ang="0">
                    <a:pos x="2" y="283"/>
                  </a:cxn>
                  <a:cxn ang="0">
                    <a:pos x="6" y="339"/>
                  </a:cxn>
                  <a:cxn ang="0">
                    <a:pos x="5" y="377"/>
                  </a:cxn>
                  <a:cxn ang="0">
                    <a:pos x="17" y="410"/>
                  </a:cxn>
                  <a:cxn ang="0">
                    <a:pos x="12" y="445"/>
                  </a:cxn>
                  <a:cxn ang="0">
                    <a:pos x="17" y="479"/>
                  </a:cxn>
                  <a:cxn ang="0">
                    <a:pos x="61" y="508"/>
                  </a:cxn>
                  <a:cxn ang="0">
                    <a:pos x="96" y="561"/>
                  </a:cxn>
                  <a:cxn ang="0">
                    <a:pos x="86" y="636"/>
                  </a:cxn>
                  <a:cxn ang="0">
                    <a:pos x="156" y="635"/>
                  </a:cxn>
                  <a:cxn ang="0">
                    <a:pos x="212" y="644"/>
                  </a:cxn>
                  <a:cxn ang="0">
                    <a:pos x="242" y="657"/>
                  </a:cxn>
                  <a:cxn ang="0">
                    <a:pos x="276" y="652"/>
                  </a:cxn>
                  <a:cxn ang="0">
                    <a:pos x="346" y="631"/>
                  </a:cxn>
                  <a:cxn ang="0">
                    <a:pos x="384" y="638"/>
                  </a:cxn>
                  <a:cxn ang="0">
                    <a:pos x="381" y="587"/>
                  </a:cxn>
                  <a:cxn ang="0">
                    <a:pos x="427" y="552"/>
                  </a:cxn>
                  <a:cxn ang="0">
                    <a:pos x="389" y="506"/>
                  </a:cxn>
                  <a:cxn ang="0">
                    <a:pos x="349" y="440"/>
                  </a:cxn>
                  <a:cxn ang="0">
                    <a:pos x="329" y="411"/>
                  </a:cxn>
                  <a:cxn ang="0">
                    <a:pos x="368" y="405"/>
                  </a:cxn>
                  <a:cxn ang="0">
                    <a:pos x="447" y="366"/>
                  </a:cxn>
                  <a:cxn ang="0">
                    <a:pos x="474" y="367"/>
                  </a:cxn>
                  <a:cxn ang="0">
                    <a:pos x="490" y="320"/>
                  </a:cxn>
                  <a:cxn ang="0">
                    <a:pos x="470" y="262"/>
                  </a:cxn>
                  <a:cxn ang="0">
                    <a:pos x="463" y="205"/>
                  </a:cxn>
                  <a:cxn ang="0">
                    <a:pos x="458" y="162"/>
                  </a:cxn>
                  <a:cxn ang="0">
                    <a:pos x="448" y="106"/>
                  </a:cxn>
                  <a:cxn ang="0">
                    <a:pos x="405" y="73"/>
                  </a:cxn>
                  <a:cxn ang="0">
                    <a:pos x="387" y="55"/>
                  </a:cxn>
                  <a:cxn ang="0">
                    <a:pos x="351" y="60"/>
                  </a:cxn>
                  <a:cxn ang="0">
                    <a:pos x="361" y="41"/>
                  </a:cxn>
                  <a:cxn ang="0">
                    <a:pos x="330" y="72"/>
                  </a:cxn>
                  <a:cxn ang="0">
                    <a:pos x="299" y="88"/>
                  </a:cxn>
                  <a:cxn ang="0">
                    <a:pos x="261" y="88"/>
                  </a:cxn>
                </a:cxnLst>
                <a:rect l="0" t="0" r="r" b="b"/>
                <a:pathLst>
                  <a:path w="490" h="659">
                    <a:moveTo>
                      <a:pt x="261" y="88"/>
                    </a:moveTo>
                    <a:lnTo>
                      <a:pt x="260" y="83"/>
                    </a:lnTo>
                    <a:lnTo>
                      <a:pt x="264" y="73"/>
                    </a:lnTo>
                    <a:lnTo>
                      <a:pt x="271" y="68"/>
                    </a:lnTo>
                    <a:lnTo>
                      <a:pt x="276" y="62"/>
                    </a:lnTo>
                    <a:lnTo>
                      <a:pt x="276" y="52"/>
                    </a:lnTo>
                    <a:lnTo>
                      <a:pt x="272" y="49"/>
                    </a:lnTo>
                    <a:lnTo>
                      <a:pt x="255" y="55"/>
                    </a:lnTo>
                    <a:lnTo>
                      <a:pt x="249" y="55"/>
                    </a:lnTo>
                    <a:lnTo>
                      <a:pt x="244" y="49"/>
                    </a:lnTo>
                    <a:lnTo>
                      <a:pt x="233" y="44"/>
                    </a:lnTo>
                    <a:lnTo>
                      <a:pt x="228" y="50"/>
                    </a:lnTo>
                    <a:lnTo>
                      <a:pt x="223" y="50"/>
                    </a:lnTo>
                    <a:lnTo>
                      <a:pt x="222" y="42"/>
                    </a:lnTo>
                    <a:lnTo>
                      <a:pt x="215" y="42"/>
                    </a:lnTo>
                    <a:lnTo>
                      <a:pt x="211" y="39"/>
                    </a:lnTo>
                    <a:lnTo>
                      <a:pt x="217" y="31"/>
                    </a:lnTo>
                    <a:lnTo>
                      <a:pt x="217" y="22"/>
                    </a:lnTo>
                    <a:lnTo>
                      <a:pt x="212" y="11"/>
                    </a:lnTo>
                    <a:lnTo>
                      <a:pt x="196" y="6"/>
                    </a:lnTo>
                    <a:lnTo>
                      <a:pt x="189" y="7"/>
                    </a:lnTo>
                    <a:lnTo>
                      <a:pt x="190" y="2"/>
                    </a:lnTo>
                    <a:lnTo>
                      <a:pt x="182" y="6"/>
                    </a:lnTo>
                    <a:lnTo>
                      <a:pt x="158" y="0"/>
                    </a:lnTo>
                    <a:lnTo>
                      <a:pt x="150" y="1"/>
                    </a:lnTo>
                    <a:lnTo>
                      <a:pt x="150" y="11"/>
                    </a:lnTo>
                    <a:lnTo>
                      <a:pt x="158" y="25"/>
                    </a:lnTo>
                    <a:lnTo>
                      <a:pt x="164" y="31"/>
                    </a:lnTo>
                    <a:lnTo>
                      <a:pt x="167" y="38"/>
                    </a:lnTo>
                    <a:lnTo>
                      <a:pt x="153" y="46"/>
                    </a:lnTo>
                    <a:lnTo>
                      <a:pt x="152" y="50"/>
                    </a:lnTo>
                    <a:lnTo>
                      <a:pt x="148" y="55"/>
                    </a:lnTo>
                    <a:lnTo>
                      <a:pt x="155" y="55"/>
                    </a:lnTo>
                    <a:lnTo>
                      <a:pt x="159" y="58"/>
                    </a:lnTo>
                    <a:lnTo>
                      <a:pt x="157" y="65"/>
                    </a:lnTo>
                    <a:lnTo>
                      <a:pt x="161" y="71"/>
                    </a:lnTo>
                    <a:lnTo>
                      <a:pt x="166" y="74"/>
                    </a:lnTo>
                    <a:lnTo>
                      <a:pt x="164" y="78"/>
                    </a:lnTo>
                    <a:lnTo>
                      <a:pt x="159" y="79"/>
                    </a:lnTo>
                    <a:lnTo>
                      <a:pt x="159" y="87"/>
                    </a:lnTo>
                    <a:lnTo>
                      <a:pt x="172" y="97"/>
                    </a:lnTo>
                    <a:lnTo>
                      <a:pt x="170" y="99"/>
                    </a:lnTo>
                    <a:lnTo>
                      <a:pt x="148" y="99"/>
                    </a:lnTo>
                    <a:lnTo>
                      <a:pt x="145" y="106"/>
                    </a:lnTo>
                    <a:lnTo>
                      <a:pt x="142" y="110"/>
                    </a:lnTo>
                    <a:lnTo>
                      <a:pt x="142" y="128"/>
                    </a:lnTo>
                    <a:lnTo>
                      <a:pt x="148" y="148"/>
                    </a:lnTo>
                    <a:lnTo>
                      <a:pt x="142" y="142"/>
                    </a:lnTo>
                    <a:lnTo>
                      <a:pt x="137" y="128"/>
                    </a:lnTo>
                    <a:lnTo>
                      <a:pt x="130" y="126"/>
                    </a:lnTo>
                    <a:lnTo>
                      <a:pt x="129" y="137"/>
                    </a:lnTo>
                    <a:lnTo>
                      <a:pt x="123" y="137"/>
                    </a:lnTo>
                    <a:lnTo>
                      <a:pt x="120" y="125"/>
                    </a:lnTo>
                    <a:lnTo>
                      <a:pt x="115" y="115"/>
                    </a:lnTo>
                    <a:lnTo>
                      <a:pt x="99" y="113"/>
                    </a:lnTo>
                    <a:lnTo>
                      <a:pt x="72" y="117"/>
                    </a:lnTo>
                    <a:lnTo>
                      <a:pt x="69" y="126"/>
                    </a:lnTo>
                    <a:lnTo>
                      <a:pt x="65" y="130"/>
                    </a:lnTo>
                    <a:lnTo>
                      <a:pt x="61" y="137"/>
                    </a:lnTo>
                    <a:lnTo>
                      <a:pt x="62" y="140"/>
                    </a:lnTo>
                    <a:lnTo>
                      <a:pt x="73" y="142"/>
                    </a:lnTo>
                    <a:lnTo>
                      <a:pt x="78" y="146"/>
                    </a:lnTo>
                    <a:lnTo>
                      <a:pt x="83" y="152"/>
                    </a:lnTo>
                    <a:lnTo>
                      <a:pt x="86" y="160"/>
                    </a:lnTo>
                    <a:lnTo>
                      <a:pt x="83" y="159"/>
                    </a:lnTo>
                    <a:lnTo>
                      <a:pt x="78" y="151"/>
                    </a:lnTo>
                    <a:lnTo>
                      <a:pt x="64" y="154"/>
                    </a:lnTo>
                    <a:lnTo>
                      <a:pt x="54" y="200"/>
                    </a:lnTo>
                    <a:lnTo>
                      <a:pt x="38" y="211"/>
                    </a:lnTo>
                    <a:lnTo>
                      <a:pt x="40" y="219"/>
                    </a:lnTo>
                    <a:lnTo>
                      <a:pt x="59" y="228"/>
                    </a:lnTo>
                    <a:lnTo>
                      <a:pt x="57" y="239"/>
                    </a:lnTo>
                    <a:lnTo>
                      <a:pt x="50" y="249"/>
                    </a:lnTo>
                    <a:lnTo>
                      <a:pt x="40" y="256"/>
                    </a:lnTo>
                    <a:lnTo>
                      <a:pt x="39" y="267"/>
                    </a:lnTo>
                    <a:lnTo>
                      <a:pt x="34" y="278"/>
                    </a:lnTo>
                    <a:lnTo>
                      <a:pt x="26" y="280"/>
                    </a:lnTo>
                    <a:lnTo>
                      <a:pt x="13" y="275"/>
                    </a:lnTo>
                    <a:lnTo>
                      <a:pt x="3" y="275"/>
                    </a:lnTo>
                    <a:lnTo>
                      <a:pt x="2" y="283"/>
                    </a:lnTo>
                    <a:lnTo>
                      <a:pt x="6" y="298"/>
                    </a:lnTo>
                    <a:lnTo>
                      <a:pt x="7" y="308"/>
                    </a:lnTo>
                    <a:lnTo>
                      <a:pt x="6" y="320"/>
                    </a:lnTo>
                    <a:lnTo>
                      <a:pt x="6" y="339"/>
                    </a:lnTo>
                    <a:lnTo>
                      <a:pt x="0" y="346"/>
                    </a:lnTo>
                    <a:lnTo>
                      <a:pt x="0" y="353"/>
                    </a:lnTo>
                    <a:lnTo>
                      <a:pt x="5" y="370"/>
                    </a:lnTo>
                    <a:lnTo>
                      <a:pt x="5" y="377"/>
                    </a:lnTo>
                    <a:lnTo>
                      <a:pt x="10" y="383"/>
                    </a:lnTo>
                    <a:lnTo>
                      <a:pt x="11" y="394"/>
                    </a:lnTo>
                    <a:lnTo>
                      <a:pt x="17" y="402"/>
                    </a:lnTo>
                    <a:lnTo>
                      <a:pt x="17" y="410"/>
                    </a:lnTo>
                    <a:lnTo>
                      <a:pt x="6" y="427"/>
                    </a:lnTo>
                    <a:lnTo>
                      <a:pt x="14" y="431"/>
                    </a:lnTo>
                    <a:lnTo>
                      <a:pt x="12" y="438"/>
                    </a:lnTo>
                    <a:lnTo>
                      <a:pt x="12" y="445"/>
                    </a:lnTo>
                    <a:lnTo>
                      <a:pt x="17" y="453"/>
                    </a:lnTo>
                    <a:lnTo>
                      <a:pt x="21" y="460"/>
                    </a:lnTo>
                    <a:lnTo>
                      <a:pt x="22" y="472"/>
                    </a:lnTo>
                    <a:lnTo>
                      <a:pt x="17" y="479"/>
                    </a:lnTo>
                    <a:lnTo>
                      <a:pt x="29" y="490"/>
                    </a:lnTo>
                    <a:lnTo>
                      <a:pt x="37" y="496"/>
                    </a:lnTo>
                    <a:lnTo>
                      <a:pt x="43" y="507"/>
                    </a:lnTo>
                    <a:lnTo>
                      <a:pt x="61" y="508"/>
                    </a:lnTo>
                    <a:lnTo>
                      <a:pt x="102" y="520"/>
                    </a:lnTo>
                    <a:lnTo>
                      <a:pt x="115" y="526"/>
                    </a:lnTo>
                    <a:lnTo>
                      <a:pt x="113" y="538"/>
                    </a:lnTo>
                    <a:lnTo>
                      <a:pt x="96" y="561"/>
                    </a:lnTo>
                    <a:lnTo>
                      <a:pt x="93" y="573"/>
                    </a:lnTo>
                    <a:lnTo>
                      <a:pt x="86" y="598"/>
                    </a:lnTo>
                    <a:lnTo>
                      <a:pt x="84" y="626"/>
                    </a:lnTo>
                    <a:lnTo>
                      <a:pt x="86" y="636"/>
                    </a:lnTo>
                    <a:lnTo>
                      <a:pt x="88" y="638"/>
                    </a:lnTo>
                    <a:lnTo>
                      <a:pt x="94" y="644"/>
                    </a:lnTo>
                    <a:lnTo>
                      <a:pt x="130" y="639"/>
                    </a:lnTo>
                    <a:lnTo>
                      <a:pt x="156" y="635"/>
                    </a:lnTo>
                    <a:lnTo>
                      <a:pt x="175" y="639"/>
                    </a:lnTo>
                    <a:lnTo>
                      <a:pt x="193" y="648"/>
                    </a:lnTo>
                    <a:lnTo>
                      <a:pt x="204" y="644"/>
                    </a:lnTo>
                    <a:lnTo>
                      <a:pt x="212" y="644"/>
                    </a:lnTo>
                    <a:lnTo>
                      <a:pt x="221" y="646"/>
                    </a:lnTo>
                    <a:lnTo>
                      <a:pt x="227" y="654"/>
                    </a:lnTo>
                    <a:lnTo>
                      <a:pt x="237" y="659"/>
                    </a:lnTo>
                    <a:lnTo>
                      <a:pt x="242" y="657"/>
                    </a:lnTo>
                    <a:lnTo>
                      <a:pt x="244" y="649"/>
                    </a:lnTo>
                    <a:lnTo>
                      <a:pt x="252" y="643"/>
                    </a:lnTo>
                    <a:lnTo>
                      <a:pt x="263" y="644"/>
                    </a:lnTo>
                    <a:lnTo>
                      <a:pt x="276" y="652"/>
                    </a:lnTo>
                    <a:lnTo>
                      <a:pt x="290" y="652"/>
                    </a:lnTo>
                    <a:lnTo>
                      <a:pt x="309" y="639"/>
                    </a:lnTo>
                    <a:lnTo>
                      <a:pt x="342" y="636"/>
                    </a:lnTo>
                    <a:lnTo>
                      <a:pt x="346" y="631"/>
                    </a:lnTo>
                    <a:lnTo>
                      <a:pt x="357" y="635"/>
                    </a:lnTo>
                    <a:lnTo>
                      <a:pt x="372" y="635"/>
                    </a:lnTo>
                    <a:lnTo>
                      <a:pt x="377" y="642"/>
                    </a:lnTo>
                    <a:lnTo>
                      <a:pt x="384" y="638"/>
                    </a:lnTo>
                    <a:lnTo>
                      <a:pt x="384" y="631"/>
                    </a:lnTo>
                    <a:lnTo>
                      <a:pt x="377" y="615"/>
                    </a:lnTo>
                    <a:lnTo>
                      <a:pt x="376" y="599"/>
                    </a:lnTo>
                    <a:lnTo>
                      <a:pt x="381" y="587"/>
                    </a:lnTo>
                    <a:lnTo>
                      <a:pt x="403" y="578"/>
                    </a:lnTo>
                    <a:lnTo>
                      <a:pt x="406" y="568"/>
                    </a:lnTo>
                    <a:lnTo>
                      <a:pt x="410" y="560"/>
                    </a:lnTo>
                    <a:lnTo>
                      <a:pt x="427" y="552"/>
                    </a:lnTo>
                    <a:lnTo>
                      <a:pt x="428" y="545"/>
                    </a:lnTo>
                    <a:lnTo>
                      <a:pt x="425" y="539"/>
                    </a:lnTo>
                    <a:lnTo>
                      <a:pt x="399" y="519"/>
                    </a:lnTo>
                    <a:lnTo>
                      <a:pt x="389" y="506"/>
                    </a:lnTo>
                    <a:lnTo>
                      <a:pt x="361" y="483"/>
                    </a:lnTo>
                    <a:lnTo>
                      <a:pt x="351" y="470"/>
                    </a:lnTo>
                    <a:lnTo>
                      <a:pt x="351" y="453"/>
                    </a:lnTo>
                    <a:lnTo>
                      <a:pt x="349" y="440"/>
                    </a:lnTo>
                    <a:lnTo>
                      <a:pt x="336" y="434"/>
                    </a:lnTo>
                    <a:lnTo>
                      <a:pt x="328" y="425"/>
                    </a:lnTo>
                    <a:lnTo>
                      <a:pt x="328" y="416"/>
                    </a:lnTo>
                    <a:lnTo>
                      <a:pt x="329" y="411"/>
                    </a:lnTo>
                    <a:lnTo>
                      <a:pt x="345" y="426"/>
                    </a:lnTo>
                    <a:lnTo>
                      <a:pt x="347" y="426"/>
                    </a:lnTo>
                    <a:lnTo>
                      <a:pt x="352" y="412"/>
                    </a:lnTo>
                    <a:lnTo>
                      <a:pt x="368" y="405"/>
                    </a:lnTo>
                    <a:lnTo>
                      <a:pt x="385" y="399"/>
                    </a:lnTo>
                    <a:lnTo>
                      <a:pt x="403" y="391"/>
                    </a:lnTo>
                    <a:lnTo>
                      <a:pt x="409" y="379"/>
                    </a:lnTo>
                    <a:lnTo>
                      <a:pt x="447" y="366"/>
                    </a:lnTo>
                    <a:lnTo>
                      <a:pt x="451" y="343"/>
                    </a:lnTo>
                    <a:lnTo>
                      <a:pt x="460" y="346"/>
                    </a:lnTo>
                    <a:lnTo>
                      <a:pt x="468" y="358"/>
                    </a:lnTo>
                    <a:lnTo>
                      <a:pt x="474" y="367"/>
                    </a:lnTo>
                    <a:lnTo>
                      <a:pt x="481" y="367"/>
                    </a:lnTo>
                    <a:lnTo>
                      <a:pt x="485" y="358"/>
                    </a:lnTo>
                    <a:lnTo>
                      <a:pt x="489" y="341"/>
                    </a:lnTo>
                    <a:lnTo>
                      <a:pt x="490" y="320"/>
                    </a:lnTo>
                    <a:lnTo>
                      <a:pt x="489" y="316"/>
                    </a:lnTo>
                    <a:lnTo>
                      <a:pt x="473" y="297"/>
                    </a:lnTo>
                    <a:lnTo>
                      <a:pt x="470" y="273"/>
                    </a:lnTo>
                    <a:lnTo>
                      <a:pt x="470" y="262"/>
                    </a:lnTo>
                    <a:lnTo>
                      <a:pt x="469" y="246"/>
                    </a:lnTo>
                    <a:lnTo>
                      <a:pt x="467" y="237"/>
                    </a:lnTo>
                    <a:lnTo>
                      <a:pt x="464" y="213"/>
                    </a:lnTo>
                    <a:lnTo>
                      <a:pt x="463" y="205"/>
                    </a:lnTo>
                    <a:lnTo>
                      <a:pt x="448" y="194"/>
                    </a:lnTo>
                    <a:lnTo>
                      <a:pt x="447" y="186"/>
                    </a:lnTo>
                    <a:lnTo>
                      <a:pt x="452" y="174"/>
                    </a:lnTo>
                    <a:lnTo>
                      <a:pt x="458" y="162"/>
                    </a:lnTo>
                    <a:lnTo>
                      <a:pt x="459" y="149"/>
                    </a:lnTo>
                    <a:lnTo>
                      <a:pt x="459" y="132"/>
                    </a:lnTo>
                    <a:lnTo>
                      <a:pt x="451" y="115"/>
                    </a:lnTo>
                    <a:lnTo>
                      <a:pt x="448" y="106"/>
                    </a:lnTo>
                    <a:lnTo>
                      <a:pt x="426" y="99"/>
                    </a:lnTo>
                    <a:lnTo>
                      <a:pt x="424" y="85"/>
                    </a:lnTo>
                    <a:lnTo>
                      <a:pt x="415" y="72"/>
                    </a:lnTo>
                    <a:lnTo>
                      <a:pt x="405" y="73"/>
                    </a:lnTo>
                    <a:lnTo>
                      <a:pt x="399" y="68"/>
                    </a:lnTo>
                    <a:lnTo>
                      <a:pt x="397" y="67"/>
                    </a:lnTo>
                    <a:lnTo>
                      <a:pt x="394" y="60"/>
                    </a:lnTo>
                    <a:lnTo>
                      <a:pt x="387" y="55"/>
                    </a:lnTo>
                    <a:lnTo>
                      <a:pt x="381" y="49"/>
                    </a:lnTo>
                    <a:lnTo>
                      <a:pt x="365" y="51"/>
                    </a:lnTo>
                    <a:lnTo>
                      <a:pt x="357" y="55"/>
                    </a:lnTo>
                    <a:lnTo>
                      <a:pt x="351" y="60"/>
                    </a:lnTo>
                    <a:lnTo>
                      <a:pt x="352" y="54"/>
                    </a:lnTo>
                    <a:lnTo>
                      <a:pt x="358" y="49"/>
                    </a:lnTo>
                    <a:lnTo>
                      <a:pt x="368" y="42"/>
                    </a:lnTo>
                    <a:lnTo>
                      <a:pt x="361" y="41"/>
                    </a:lnTo>
                    <a:lnTo>
                      <a:pt x="352" y="42"/>
                    </a:lnTo>
                    <a:lnTo>
                      <a:pt x="339" y="60"/>
                    </a:lnTo>
                    <a:lnTo>
                      <a:pt x="335" y="70"/>
                    </a:lnTo>
                    <a:lnTo>
                      <a:pt x="330" y="72"/>
                    </a:lnTo>
                    <a:lnTo>
                      <a:pt x="330" y="66"/>
                    </a:lnTo>
                    <a:lnTo>
                      <a:pt x="312" y="71"/>
                    </a:lnTo>
                    <a:lnTo>
                      <a:pt x="296" y="83"/>
                    </a:lnTo>
                    <a:lnTo>
                      <a:pt x="299" y="88"/>
                    </a:lnTo>
                    <a:lnTo>
                      <a:pt x="290" y="88"/>
                    </a:lnTo>
                    <a:lnTo>
                      <a:pt x="277" y="84"/>
                    </a:lnTo>
                    <a:lnTo>
                      <a:pt x="264" y="94"/>
                    </a:lnTo>
                    <a:lnTo>
                      <a:pt x="261" y="8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70" name="Group 184">
                <a:extLst>
                  <a:ext uri="{FF2B5EF4-FFF2-40B4-BE49-F238E27FC236}">
                    <a16:creationId xmlns:a16="http://schemas.microsoft.com/office/drawing/2014/main" id="{B2834B12-EED8-DFA3-87FF-A97E0C12D4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465" y="1836"/>
                <a:ext cx="156" cy="154"/>
                <a:chOff x="2465" y="1836"/>
                <a:chExt cx="156" cy="154"/>
              </a:xfrm>
              <a:grpFill/>
            </p:grpSpPr>
            <p:sp>
              <p:nvSpPr>
                <p:cNvPr id="201" name="Freeform 185">
                  <a:extLst>
                    <a:ext uri="{FF2B5EF4-FFF2-40B4-BE49-F238E27FC236}">
                      <a16:creationId xmlns:a16="http://schemas.microsoft.com/office/drawing/2014/main" id="{86096BB4-9E0C-CBAB-60EB-C7871607C30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10" y="1966"/>
                  <a:ext cx="11" cy="24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46" y="2"/>
                    </a:cxn>
                    <a:cxn ang="0">
                      <a:pos x="47" y="32"/>
                    </a:cxn>
                    <a:cxn ang="0">
                      <a:pos x="52" y="59"/>
                    </a:cxn>
                    <a:cxn ang="0">
                      <a:pos x="51" y="70"/>
                    </a:cxn>
                    <a:cxn ang="0">
                      <a:pos x="47" y="79"/>
                    </a:cxn>
                    <a:cxn ang="0">
                      <a:pos x="44" y="89"/>
                    </a:cxn>
                    <a:cxn ang="0">
                      <a:pos x="41" y="103"/>
                    </a:cxn>
                    <a:cxn ang="0">
                      <a:pos x="33" y="115"/>
                    </a:cxn>
                    <a:cxn ang="0">
                      <a:pos x="33" y="121"/>
                    </a:cxn>
                    <a:cxn ang="0">
                      <a:pos x="28" y="114"/>
                    </a:cxn>
                    <a:cxn ang="0">
                      <a:pos x="22" y="113"/>
                    </a:cxn>
                    <a:cxn ang="0">
                      <a:pos x="16" y="109"/>
                    </a:cxn>
                    <a:cxn ang="0">
                      <a:pos x="14" y="103"/>
                    </a:cxn>
                    <a:cxn ang="0">
                      <a:pos x="14" y="95"/>
                    </a:cxn>
                    <a:cxn ang="0">
                      <a:pos x="8" y="93"/>
                    </a:cxn>
                    <a:cxn ang="0">
                      <a:pos x="5" y="87"/>
                    </a:cxn>
                    <a:cxn ang="0">
                      <a:pos x="4" y="65"/>
                    </a:cxn>
                    <a:cxn ang="0">
                      <a:pos x="0" y="60"/>
                    </a:cxn>
                    <a:cxn ang="0">
                      <a:pos x="0" y="44"/>
                    </a:cxn>
                    <a:cxn ang="0">
                      <a:pos x="5" y="30"/>
                    </a:cxn>
                    <a:cxn ang="0">
                      <a:pos x="10" y="32"/>
                    </a:cxn>
                    <a:cxn ang="0">
                      <a:pos x="16" y="29"/>
                    </a:cxn>
                    <a:cxn ang="0">
                      <a:pos x="27" y="22"/>
                    </a:cxn>
                    <a:cxn ang="0">
                      <a:pos x="36" y="18"/>
                    </a:cxn>
                    <a:cxn ang="0">
                      <a:pos x="38" y="14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52" h="121">
                      <a:moveTo>
                        <a:pt x="41" y="0"/>
                      </a:moveTo>
                      <a:lnTo>
                        <a:pt x="46" y="2"/>
                      </a:lnTo>
                      <a:lnTo>
                        <a:pt x="47" y="32"/>
                      </a:lnTo>
                      <a:lnTo>
                        <a:pt x="52" y="59"/>
                      </a:lnTo>
                      <a:lnTo>
                        <a:pt x="51" y="70"/>
                      </a:lnTo>
                      <a:lnTo>
                        <a:pt x="47" y="79"/>
                      </a:lnTo>
                      <a:lnTo>
                        <a:pt x="44" y="89"/>
                      </a:lnTo>
                      <a:lnTo>
                        <a:pt x="41" y="103"/>
                      </a:lnTo>
                      <a:lnTo>
                        <a:pt x="33" y="115"/>
                      </a:lnTo>
                      <a:lnTo>
                        <a:pt x="33" y="121"/>
                      </a:lnTo>
                      <a:lnTo>
                        <a:pt x="28" y="114"/>
                      </a:lnTo>
                      <a:lnTo>
                        <a:pt x="22" y="113"/>
                      </a:lnTo>
                      <a:lnTo>
                        <a:pt x="16" y="109"/>
                      </a:lnTo>
                      <a:lnTo>
                        <a:pt x="14" y="103"/>
                      </a:lnTo>
                      <a:lnTo>
                        <a:pt x="14" y="95"/>
                      </a:lnTo>
                      <a:lnTo>
                        <a:pt x="8" y="93"/>
                      </a:lnTo>
                      <a:lnTo>
                        <a:pt x="5" y="87"/>
                      </a:lnTo>
                      <a:lnTo>
                        <a:pt x="4" y="65"/>
                      </a:lnTo>
                      <a:lnTo>
                        <a:pt x="0" y="60"/>
                      </a:lnTo>
                      <a:lnTo>
                        <a:pt x="0" y="44"/>
                      </a:lnTo>
                      <a:lnTo>
                        <a:pt x="5" y="30"/>
                      </a:lnTo>
                      <a:lnTo>
                        <a:pt x="10" y="32"/>
                      </a:lnTo>
                      <a:lnTo>
                        <a:pt x="16" y="29"/>
                      </a:lnTo>
                      <a:lnTo>
                        <a:pt x="27" y="22"/>
                      </a:lnTo>
                      <a:lnTo>
                        <a:pt x="36" y="18"/>
                      </a:lnTo>
                      <a:lnTo>
                        <a:pt x="38" y="14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02" name="Freeform 186">
                  <a:extLst>
                    <a:ext uri="{FF2B5EF4-FFF2-40B4-BE49-F238E27FC236}">
                      <a16:creationId xmlns:a16="http://schemas.microsoft.com/office/drawing/2014/main" id="{4F6FF2CD-24E6-2EA1-6F2F-4986CD7FDB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65" y="1836"/>
                  <a:ext cx="139" cy="140"/>
                </a:xfrm>
                <a:custGeom>
                  <a:avLst/>
                  <a:gdLst/>
                  <a:ahLst/>
                  <a:cxnLst>
                    <a:cxn ang="0">
                      <a:pos x="349" y="36"/>
                    </a:cxn>
                    <a:cxn ang="0">
                      <a:pos x="322" y="100"/>
                    </a:cxn>
                    <a:cxn ang="0">
                      <a:pos x="284" y="138"/>
                    </a:cxn>
                    <a:cxn ang="0">
                      <a:pos x="248" y="154"/>
                    </a:cxn>
                    <a:cxn ang="0">
                      <a:pos x="191" y="133"/>
                    </a:cxn>
                    <a:cxn ang="0">
                      <a:pos x="159" y="140"/>
                    </a:cxn>
                    <a:cxn ang="0">
                      <a:pos x="177" y="202"/>
                    </a:cxn>
                    <a:cxn ang="0">
                      <a:pos x="160" y="205"/>
                    </a:cxn>
                    <a:cxn ang="0">
                      <a:pos x="93" y="194"/>
                    </a:cxn>
                    <a:cxn ang="0">
                      <a:pos x="51" y="206"/>
                    </a:cxn>
                    <a:cxn ang="0">
                      <a:pos x="0" y="235"/>
                    </a:cxn>
                    <a:cxn ang="0">
                      <a:pos x="11" y="248"/>
                    </a:cxn>
                    <a:cxn ang="0">
                      <a:pos x="10" y="263"/>
                    </a:cxn>
                    <a:cxn ang="0">
                      <a:pos x="43" y="273"/>
                    </a:cxn>
                    <a:cxn ang="0">
                      <a:pos x="103" y="294"/>
                    </a:cxn>
                    <a:cxn ang="0">
                      <a:pos x="128" y="302"/>
                    </a:cxn>
                    <a:cxn ang="0">
                      <a:pos x="148" y="328"/>
                    </a:cxn>
                    <a:cxn ang="0">
                      <a:pos x="144" y="351"/>
                    </a:cxn>
                    <a:cxn ang="0">
                      <a:pos x="188" y="397"/>
                    </a:cxn>
                    <a:cxn ang="0">
                      <a:pos x="199" y="440"/>
                    </a:cxn>
                    <a:cxn ang="0">
                      <a:pos x="220" y="475"/>
                    </a:cxn>
                    <a:cxn ang="0">
                      <a:pos x="197" y="527"/>
                    </a:cxn>
                    <a:cxn ang="0">
                      <a:pos x="197" y="547"/>
                    </a:cxn>
                    <a:cxn ang="0">
                      <a:pos x="162" y="628"/>
                    </a:cxn>
                    <a:cxn ang="0">
                      <a:pos x="222" y="666"/>
                    </a:cxn>
                    <a:cxn ang="0">
                      <a:pos x="308" y="670"/>
                    </a:cxn>
                    <a:cxn ang="0">
                      <a:pos x="361" y="698"/>
                    </a:cxn>
                    <a:cxn ang="0">
                      <a:pos x="431" y="697"/>
                    </a:cxn>
                    <a:cxn ang="0">
                      <a:pos x="452" y="629"/>
                    </a:cxn>
                    <a:cxn ang="0">
                      <a:pos x="487" y="615"/>
                    </a:cxn>
                    <a:cxn ang="0">
                      <a:pos x="525" y="625"/>
                    </a:cxn>
                    <a:cxn ang="0">
                      <a:pos x="552" y="628"/>
                    </a:cxn>
                    <a:cxn ang="0">
                      <a:pos x="593" y="645"/>
                    </a:cxn>
                    <a:cxn ang="0">
                      <a:pos x="640" y="608"/>
                    </a:cxn>
                    <a:cxn ang="0">
                      <a:pos x="667" y="585"/>
                    </a:cxn>
                    <a:cxn ang="0">
                      <a:pos x="635" y="550"/>
                    </a:cxn>
                    <a:cxn ang="0">
                      <a:pos x="624" y="509"/>
                    </a:cxn>
                    <a:cxn ang="0">
                      <a:pos x="640" y="477"/>
                    </a:cxn>
                    <a:cxn ang="0">
                      <a:pos x="636" y="430"/>
                    </a:cxn>
                    <a:cxn ang="0">
                      <a:pos x="620" y="388"/>
                    </a:cxn>
                    <a:cxn ang="0">
                      <a:pos x="584" y="385"/>
                    </a:cxn>
                    <a:cxn ang="0">
                      <a:pos x="603" y="355"/>
                    </a:cxn>
                    <a:cxn ang="0">
                      <a:pos x="635" y="299"/>
                    </a:cxn>
                    <a:cxn ang="0">
                      <a:pos x="663" y="279"/>
                    </a:cxn>
                    <a:cxn ang="0">
                      <a:pos x="694" y="179"/>
                    </a:cxn>
                    <a:cxn ang="0">
                      <a:pos x="608" y="143"/>
                    </a:cxn>
                    <a:cxn ang="0">
                      <a:pos x="548" y="127"/>
                    </a:cxn>
                    <a:cxn ang="0">
                      <a:pos x="526" y="82"/>
                    </a:cxn>
                    <a:cxn ang="0">
                      <a:pos x="489" y="93"/>
                    </a:cxn>
                    <a:cxn ang="0">
                      <a:pos x="452" y="52"/>
                    </a:cxn>
                    <a:cxn ang="0">
                      <a:pos x="408" y="16"/>
                    </a:cxn>
                  </a:cxnLst>
                  <a:rect l="0" t="0" r="r" b="b"/>
                  <a:pathLst>
                    <a:path w="694" h="700">
                      <a:moveTo>
                        <a:pt x="408" y="0"/>
                      </a:moveTo>
                      <a:lnTo>
                        <a:pt x="403" y="4"/>
                      </a:lnTo>
                      <a:lnTo>
                        <a:pt x="381" y="7"/>
                      </a:lnTo>
                      <a:lnTo>
                        <a:pt x="355" y="17"/>
                      </a:lnTo>
                      <a:lnTo>
                        <a:pt x="349" y="36"/>
                      </a:lnTo>
                      <a:lnTo>
                        <a:pt x="345" y="66"/>
                      </a:lnTo>
                      <a:lnTo>
                        <a:pt x="349" y="70"/>
                      </a:lnTo>
                      <a:lnTo>
                        <a:pt x="348" y="76"/>
                      </a:lnTo>
                      <a:lnTo>
                        <a:pt x="336" y="90"/>
                      </a:lnTo>
                      <a:lnTo>
                        <a:pt x="322" y="100"/>
                      </a:lnTo>
                      <a:lnTo>
                        <a:pt x="290" y="109"/>
                      </a:lnTo>
                      <a:lnTo>
                        <a:pt x="275" y="119"/>
                      </a:lnTo>
                      <a:lnTo>
                        <a:pt x="268" y="132"/>
                      </a:lnTo>
                      <a:lnTo>
                        <a:pt x="269" y="138"/>
                      </a:lnTo>
                      <a:lnTo>
                        <a:pt x="284" y="138"/>
                      </a:lnTo>
                      <a:lnTo>
                        <a:pt x="289" y="139"/>
                      </a:lnTo>
                      <a:lnTo>
                        <a:pt x="288" y="143"/>
                      </a:lnTo>
                      <a:lnTo>
                        <a:pt x="267" y="145"/>
                      </a:lnTo>
                      <a:lnTo>
                        <a:pt x="257" y="152"/>
                      </a:lnTo>
                      <a:lnTo>
                        <a:pt x="248" y="154"/>
                      </a:lnTo>
                      <a:lnTo>
                        <a:pt x="237" y="154"/>
                      </a:lnTo>
                      <a:lnTo>
                        <a:pt x="224" y="150"/>
                      </a:lnTo>
                      <a:lnTo>
                        <a:pt x="208" y="148"/>
                      </a:lnTo>
                      <a:lnTo>
                        <a:pt x="203" y="149"/>
                      </a:lnTo>
                      <a:lnTo>
                        <a:pt x="191" y="133"/>
                      </a:lnTo>
                      <a:lnTo>
                        <a:pt x="192" y="124"/>
                      </a:lnTo>
                      <a:lnTo>
                        <a:pt x="188" y="122"/>
                      </a:lnTo>
                      <a:lnTo>
                        <a:pt x="167" y="123"/>
                      </a:lnTo>
                      <a:lnTo>
                        <a:pt x="157" y="120"/>
                      </a:lnTo>
                      <a:lnTo>
                        <a:pt x="159" y="140"/>
                      </a:lnTo>
                      <a:lnTo>
                        <a:pt x="162" y="149"/>
                      </a:lnTo>
                      <a:lnTo>
                        <a:pt x="168" y="154"/>
                      </a:lnTo>
                      <a:lnTo>
                        <a:pt x="175" y="177"/>
                      </a:lnTo>
                      <a:lnTo>
                        <a:pt x="175" y="189"/>
                      </a:lnTo>
                      <a:lnTo>
                        <a:pt x="177" y="202"/>
                      </a:lnTo>
                      <a:lnTo>
                        <a:pt x="183" y="206"/>
                      </a:lnTo>
                      <a:lnTo>
                        <a:pt x="179" y="210"/>
                      </a:lnTo>
                      <a:lnTo>
                        <a:pt x="168" y="211"/>
                      </a:lnTo>
                      <a:lnTo>
                        <a:pt x="165" y="208"/>
                      </a:lnTo>
                      <a:lnTo>
                        <a:pt x="160" y="205"/>
                      </a:lnTo>
                      <a:lnTo>
                        <a:pt x="152" y="208"/>
                      </a:lnTo>
                      <a:lnTo>
                        <a:pt x="145" y="210"/>
                      </a:lnTo>
                      <a:lnTo>
                        <a:pt x="136" y="209"/>
                      </a:lnTo>
                      <a:lnTo>
                        <a:pt x="118" y="215"/>
                      </a:lnTo>
                      <a:lnTo>
                        <a:pt x="93" y="194"/>
                      </a:lnTo>
                      <a:lnTo>
                        <a:pt x="76" y="195"/>
                      </a:lnTo>
                      <a:lnTo>
                        <a:pt x="71" y="193"/>
                      </a:lnTo>
                      <a:lnTo>
                        <a:pt x="66" y="197"/>
                      </a:lnTo>
                      <a:lnTo>
                        <a:pt x="65" y="202"/>
                      </a:lnTo>
                      <a:lnTo>
                        <a:pt x="51" y="206"/>
                      </a:lnTo>
                      <a:lnTo>
                        <a:pt x="42" y="206"/>
                      </a:lnTo>
                      <a:lnTo>
                        <a:pt x="26" y="209"/>
                      </a:lnTo>
                      <a:lnTo>
                        <a:pt x="4" y="219"/>
                      </a:lnTo>
                      <a:lnTo>
                        <a:pt x="0" y="229"/>
                      </a:lnTo>
                      <a:lnTo>
                        <a:pt x="0" y="235"/>
                      </a:lnTo>
                      <a:lnTo>
                        <a:pt x="20" y="232"/>
                      </a:lnTo>
                      <a:lnTo>
                        <a:pt x="19" y="237"/>
                      </a:lnTo>
                      <a:lnTo>
                        <a:pt x="14" y="237"/>
                      </a:lnTo>
                      <a:lnTo>
                        <a:pt x="9" y="243"/>
                      </a:lnTo>
                      <a:lnTo>
                        <a:pt x="11" y="248"/>
                      </a:lnTo>
                      <a:lnTo>
                        <a:pt x="19" y="247"/>
                      </a:lnTo>
                      <a:lnTo>
                        <a:pt x="28" y="247"/>
                      </a:lnTo>
                      <a:lnTo>
                        <a:pt x="26" y="254"/>
                      </a:lnTo>
                      <a:lnTo>
                        <a:pt x="5" y="258"/>
                      </a:lnTo>
                      <a:lnTo>
                        <a:pt x="10" y="263"/>
                      </a:lnTo>
                      <a:lnTo>
                        <a:pt x="23" y="268"/>
                      </a:lnTo>
                      <a:lnTo>
                        <a:pt x="23" y="279"/>
                      </a:lnTo>
                      <a:lnTo>
                        <a:pt x="35" y="280"/>
                      </a:lnTo>
                      <a:lnTo>
                        <a:pt x="35" y="274"/>
                      </a:lnTo>
                      <a:lnTo>
                        <a:pt x="43" y="273"/>
                      </a:lnTo>
                      <a:lnTo>
                        <a:pt x="74" y="284"/>
                      </a:lnTo>
                      <a:lnTo>
                        <a:pt x="84" y="291"/>
                      </a:lnTo>
                      <a:lnTo>
                        <a:pt x="86" y="296"/>
                      </a:lnTo>
                      <a:lnTo>
                        <a:pt x="91" y="299"/>
                      </a:lnTo>
                      <a:lnTo>
                        <a:pt x="103" y="294"/>
                      </a:lnTo>
                      <a:lnTo>
                        <a:pt x="111" y="296"/>
                      </a:lnTo>
                      <a:lnTo>
                        <a:pt x="106" y="300"/>
                      </a:lnTo>
                      <a:lnTo>
                        <a:pt x="118" y="305"/>
                      </a:lnTo>
                      <a:lnTo>
                        <a:pt x="124" y="300"/>
                      </a:lnTo>
                      <a:lnTo>
                        <a:pt x="128" y="302"/>
                      </a:lnTo>
                      <a:lnTo>
                        <a:pt x="125" y="318"/>
                      </a:lnTo>
                      <a:lnTo>
                        <a:pt x="140" y="322"/>
                      </a:lnTo>
                      <a:lnTo>
                        <a:pt x="155" y="318"/>
                      </a:lnTo>
                      <a:lnTo>
                        <a:pt x="165" y="323"/>
                      </a:lnTo>
                      <a:lnTo>
                        <a:pt x="148" y="328"/>
                      </a:lnTo>
                      <a:lnTo>
                        <a:pt x="148" y="334"/>
                      </a:lnTo>
                      <a:lnTo>
                        <a:pt x="155" y="342"/>
                      </a:lnTo>
                      <a:lnTo>
                        <a:pt x="150" y="349"/>
                      </a:lnTo>
                      <a:lnTo>
                        <a:pt x="144" y="344"/>
                      </a:lnTo>
                      <a:lnTo>
                        <a:pt x="144" y="351"/>
                      </a:lnTo>
                      <a:lnTo>
                        <a:pt x="155" y="364"/>
                      </a:lnTo>
                      <a:lnTo>
                        <a:pt x="161" y="374"/>
                      </a:lnTo>
                      <a:lnTo>
                        <a:pt x="164" y="381"/>
                      </a:lnTo>
                      <a:lnTo>
                        <a:pt x="176" y="389"/>
                      </a:lnTo>
                      <a:lnTo>
                        <a:pt x="188" y="397"/>
                      </a:lnTo>
                      <a:lnTo>
                        <a:pt x="203" y="401"/>
                      </a:lnTo>
                      <a:lnTo>
                        <a:pt x="200" y="408"/>
                      </a:lnTo>
                      <a:lnTo>
                        <a:pt x="204" y="417"/>
                      </a:lnTo>
                      <a:lnTo>
                        <a:pt x="204" y="429"/>
                      </a:lnTo>
                      <a:lnTo>
                        <a:pt x="199" y="440"/>
                      </a:lnTo>
                      <a:lnTo>
                        <a:pt x="203" y="450"/>
                      </a:lnTo>
                      <a:lnTo>
                        <a:pt x="213" y="457"/>
                      </a:lnTo>
                      <a:lnTo>
                        <a:pt x="220" y="467"/>
                      </a:lnTo>
                      <a:lnTo>
                        <a:pt x="224" y="480"/>
                      </a:lnTo>
                      <a:lnTo>
                        <a:pt x="220" y="475"/>
                      </a:lnTo>
                      <a:lnTo>
                        <a:pt x="207" y="460"/>
                      </a:lnTo>
                      <a:lnTo>
                        <a:pt x="203" y="467"/>
                      </a:lnTo>
                      <a:lnTo>
                        <a:pt x="203" y="484"/>
                      </a:lnTo>
                      <a:lnTo>
                        <a:pt x="198" y="517"/>
                      </a:lnTo>
                      <a:lnTo>
                        <a:pt x="197" y="527"/>
                      </a:lnTo>
                      <a:lnTo>
                        <a:pt x="203" y="518"/>
                      </a:lnTo>
                      <a:lnTo>
                        <a:pt x="207" y="526"/>
                      </a:lnTo>
                      <a:lnTo>
                        <a:pt x="204" y="530"/>
                      </a:lnTo>
                      <a:lnTo>
                        <a:pt x="197" y="534"/>
                      </a:lnTo>
                      <a:lnTo>
                        <a:pt x="197" y="547"/>
                      </a:lnTo>
                      <a:lnTo>
                        <a:pt x="186" y="607"/>
                      </a:lnTo>
                      <a:lnTo>
                        <a:pt x="181" y="618"/>
                      </a:lnTo>
                      <a:lnTo>
                        <a:pt x="171" y="624"/>
                      </a:lnTo>
                      <a:lnTo>
                        <a:pt x="161" y="624"/>
                      </a:lnTo>
                      <a:lnTo>
                        <a:pt x="162" y="628"/>
                      </a:lnTo>
                      <a:lnTo>
                        <a:pt x="184" y="646"/>
                      </a:lnTo>
                      <a:lnTo>
                        <a:pt x="193" y="650"/>
                      </a:lnTo>
                      <a:lnTo>
                        <a:pt x="204" y="652"/>
                      </a:lnTo>
                      <a:lnTo>
                        <a:pt x="215" y="660"/>
                      </a:lnTo>
                      <a:lnTo>
                        <a:pt x="222" y="666"/>
                      </a:lnTo>
                      <a:lnTo>
                        <a:pt x="268" y="678"/>
                      </a:lnTo>
                      <a:lnTo>
                        <a:pt x="284" y="679"/>
                      </a:lnTo>
                      <a:lnTo>
                        <a:pt x="290" y="678"/>
                      </a:lnTo>
                      <a:lnTo>
                        <a:pt x="300" y="671"/>
                      </a:lnTo>
                      <a:lnTo>
                        <a:pt x="308" y="670"/>
                      </a:lnTo>
                      <a:lnTo>
                        <a:pt x="317" y="672"/>
                      </a:lnTo>
                      <a:lnTo>
                        <a:pt x="332" y="682"/>
                      </a:lnTo>
                      <a:lnTo>
                        <a:pt x="345" y="683"/>
                      </a:lnTo>
                      <a:lnTo>
                        <a:pt x="350" y="689"/>
                      </a:lnTo>
                      <a:lnTo>
                        <a:pt x="361" y="698"/>
                      </a:lnTo>
                      <a:lnTo>
                        <a:pt x="369" y="700"/>
                      </a:lnTo>
                      <a:lnTo>
                        <a:pt x="397" y="698"/>
                      </a:lnTo>
                      <a:lnTo>
                        <a:pt x="410" y="695"/>
                      </a:lnTo>
                      <a:lnTo>
                        <a:pt x="424" y="695"/>
                      </a:lnTo>
                      <a:lnTo>
                        <a:pt x="431" y="697"/>
                      </a:lnTo>
                      <a:lnTo>
                        <a:pt x="429" y="667"/>
                      </a:lnTo>
                      <a:lnTo>
                        <a:pt x="425" y="663"/>
                      </a:lnTo>
                      <a:lnTo>
                        <a:pt x="428" y="649"/>
                      </a:lnTo>
                      <a:lnTo>
                        <a:pt x="434" y="638"/>
                      </a:lnTo>
                      <a:lnTo>
                        <a:pt x="452" y="629"/>
                      </a:lnTo>
                      <a:lnTo>
                        <a:pt x="463" y="622"/>
                      </a:lnTo>
                      <a:lnTo>
                        <a:pt x="469" y="617"/>
                      </a:lnTo>
                      <a:lnTo>
                        <a:pt x="478" y="612"/>
                      </a:lnTo>
                      <a:lnTo>
                        <a:pt x="483" y="612"/>
                      </a:lnTo>
                      <a:lnTo>
                        <a:pt x="487" y="615"/>
                      </a:lnTo>
                      <a:lnTo>
                        <a:pt x="503" y="618"/>
                      </a:lnTo>
                      <a:lnTo>
                        <a:pt x="505" y="619"/>
                      </a:lnTo>
                      <a:lnTo>
                        <a:pt x="507" y="623"/>
                      </a:lnTo>
                      <a:lnTo>
                        <a:pt x="512" y="624"/>
                      </a:lnTo>
                      <a:lnTo>
                        <a:pt x="525" y="625"/>
                      </a:lnTo>
                      <a:lnTo>
                        <a:pt x="526" y="622"/>
                      </a:lnTo>
                      <a:lnTo>
                        <a:pt x="536" y="623"/>
                      </a:lnTo>
                      <a:lnTo>
                        <a:pt x="538" y="625"/>
                      </a:lnTo>
                      <a:lnTo>
                        <a:pt x="546" y="625"/>
                      </a:lnTo>
                      <a:lnTo>
                        <a:pt x="552" y="628"/>
                      </a:lnTo>
                      <a:lnTo>
                        <a:pt x="553" y="633"/>
                      </a:lnTo>
                      <a:lnTo>
                        <a:pt x="557" y="634"/>
                      </a:lnTo>
                      <a:lnTo>
                        <a:pt x="569" y="635"/>
                      </a:lnTo>
                      <a:lnTo>
                        <a:pt x="578" y="644"/>
                      </a:lnTo>
                      <a:lnTo>
                        <a:pt x="593" y="645"/>
                      </a:lnTo>
                      <a:lnTo>
                        <a:pt x="617" y="634"/>
                      </a:lnTo>
                      <a:lnTo>
                        <a:pt x="619" y="631"/>
                      </a:lnTo>
                      <a:lnTo>
                        <a:pt x="620" y="625"/>
                      </a:lnTo>
                      <a:lnTo>
                        <a:pt x="629" y="619"/>
                      </a:lnTo>
                      <a:lnTo>
                        <a:pt x="640" y="608"/>
                      </a:lnTo>
                      <a:lnTo>
                        <a:pt x="646" y="604"/>
                      </a:lnTo>
                      <a:lnTo>
                        <a:pt x="648" y="600"/>
                      </a:lnTo>
                      <a:lnTo>
                        <a:pt x="667" y="590"/>
                      </a:lnTo>
                      <a:lnTo>
                        <a:pt x="668" y="588"/>
                      </a:lnTo>
                      <a:lnTo>
                        <a:pt x="667" y="585"/>
                      </a:lnTo>
                      <a:lnTo>
                        <a:pt x="670" y="579"/>
                      </a:lnTo>
                      <a:lnTo>
                        <a:pt x="670" y="570"/>
                      </a:lnTo>
                      <a:lnTo>
                        <a:pt x="666" y="561"/>
                      </a:lnTo>
                      <a:lnTo>
                        <a:pt x="641" y="559"/>
                      </a:lnTo>
                      <a:lnTo>
                        <a:pt x="635" y="550"/>
                      </a:lnTo>
                      <a:lnTo>
                        <a:pt x="633" y="539"/>
                      </a:lnTo>
                      <a:lnTo>
                        <a:pt x="632" y="528"/>
                      </a:lnTo>
                      <a:lnTo>
                        <a:pt x="634" y="520"/>
                      </a:lnTo>
                      <a:lnTo>
                        <a:pt x="633" y="511"/>
                      </a:lnTo>
                      <a:lnTo>
                        <a:pt x="624" y="509"/>
                      </a:lnTo>
                      <a:lnTo>
                        <a:pt x="623" y="504"/>
                      </a:lnTo>
                      <a:lnTo>
                        <a:pt x="622" y="499"/>
                      </a:lnTo>
                      <a:lnTo>
                        <a:pt x="624" y="490"/>
                      </a:lnTo>
                      <a:lnTo>
                        <a:pt x="629" y="484"/>
                      </a:lnTo>
                      <a:lnTo>
                        <a:pt x="640" y="477"/>
                      </a:lnTo>
                      <a:lnTo>
                        <a:pt x="638" y="467"/>
                      </a:lnTo>
                      <a:lnTo>
                        <a:pt x="627" y="441"/>
                      </a:lnTo>
                      <a:lnTo>
                        <a:pt x="625" y="436"/>
                      </a:lnTo>
                      <a:lnTo>
                        <a:pt x="627" y="431"/>
                      </a:lnTo>
                      <a:lnTo>
                        <a:pt x="636" y="430"/>
                      </a:lnTo>
                      <a:lnTo>
                        <a:pt x="634" y="419"/>
                      </a:lnTo>
                      <a:lnTo>
                        <a:pt x="627" y="418"/>
                      </a:lnTo>
                      <a:lnTo>
                        <a:pt x="624" y="407"/>
                      </a:lnTo>
                      <a:lnTo>
                        <a:pt x="624" y="389"/>
                      </a:lnTo>
                      <a:lnTo>
                        <a:pt x="620" y="388"/>
                      </a:lnTo>
                      <a:lnTo>
                        <a:pt x="603" y="388"/>
                      </a:lnTo>
                      <a:lnTo>
                        <a:pt x="592" y="404"/>
                      </a:lnTo>
                      <a:lnTo>
                        <a:pt x="586" y="409"/>
                      </a:lnTo>
                      <a:lnTo>
                        <a:pt x="582" y="407"/>
                      </a:lnTo>
                      <a:lnTo>
                        <a:pt x="584" y="385"/>
                      </a:lnTo>
                      <a:lnTo>
                        <a:pt x="587" y="372"/>
                      </a:lnTo>
                      <a:lnTo>
                        <a:pt x="591" y="369"/>
                      </a:lnTo>
                      <a:lnTo>
                        <a:pt x="595" y="362"/>
                      </a:lnTo>
                      <a:lnTo>
                        <a:pt x="602" y="358"/>
                      </a:lnTo>
                      <a:lnTo>
                        <a:pt x="603" y="355"/>
                      </a:lnTo>
                      <a:lnTo>
                        <a:pt x="606" y="345"/>
                      </a:lnTo>
                      <a:lnTo>
                        <a:pt x="612" y="337"/>
                      </a:lnTo>
                      <a:lnTo>
                        <a:pt x="635" y="311"/>
                      </a:lnTo>
                      <a:lnTo>
                        <a:pt x="632" y="306"/>
                      </a:lnTo>
                      <a:lnTo>
                        <a:pt x="635" y="299"/>
                      </a:lnTo>
                      <a:lnTo>
                        <a:pt x="652" y="300"/>
                      </a:lnTo>
                      <a:lnTo>
                        <a:pt x="660" y="297"/>
                      </a:lnTo>
                      <a:lnTo>
                        <a:pt x="667" y="291"/>
                      </a:lnTo>
                      <a:lnTo>
                        <a:pt x="665" y="289"/>
                      </a:lnTo>
                      <a:lnTo>
                        <a:pt x="663" y="279"/>
                      </a:lnTo>
                      <a:lnTo>
                        <a:pt x="665" y="251"/>
                      </a:lnTo>
                      <a:lnTo>
                        <a:pt x="672" y="226"/>
                      </a:lnTo>
                      <a:lnTo>
                        <a:pt x="675" y="214"/>
                      </a:lnTo>
                      <a:lnTo>
                        <a:pt x="692" y="191"/>
                      </a:lnTo>
                      <a:lnTo>
                        <a:pt x="694" y="179"/>
                      </a:lnTo>
                      <a:lnTo>
                        <a:pt x="681" y="173"/>
                      </a:lnTo>
                      <a:lnTo>
                        <a:pt x="640" y="161"/>
                      </a:lnTo>
                      <a:lnTo>
                        <a:pt x="622" y="160"/>
                      </a:lnTo>
                      <a:lnTo>
                        <a:pt x="616" y="149"/>
                      </a:lnTo>
                      <a:lnTo>
                        <a:pt x="608" y="143"/>
                      </a:lnTo>
                      <a:lnTo>
                        <a:pt x="596" y="132"/>
                      </a:lnTo>
                      <a:lnTo>
                        <a:pt x="584" y="133"/>
                      </a:lnTo>
                      <a:lnTo>
                        <a:pt x="566" y="128"/>
                      </a:lnTo>
                      <a:lnTo>
                        <a:pt x="558" y="129"/>
                      </a:lnTo>
                      <a:lnTo>
                        <a:pt x="548" y="127"/>
                      </a:lnTo>
                      <a:lnTo>
                        <a:pt x="539" y="119"/>
                      </a:lnTo>
                      <a:lnTo>
                        <a:pt x="528" y="114"/>
                      </a:lnTo>
                      <a:lnTo>
                        <a:pt x="531" y="108"/>
                      </a:lnTo>
                      <a:lnTo>
                        <a:pt x="526" y="106"/>
                      </a:lnTo>
                      <a:lnTo>
                        <a:pt x="526" y="82"/>
                      </a:lnTo>
                      <a:lnTo>
                        <a:pt x="520" y="82"/>
                      </a:lnTo>
                      <a:lnTo>
                        <a:pt x="514" y="90"/>
                      </a:lnTo>
                      <a:lnTo>
                        <a:pt x="509" y="97"/>
                      </a:lnTo>
                      <a:lnTo>
                        <a:pt x="499" y="97"/>
                      </a:lnTo>
                      <a:lnTo>
                        <a:pt x="489" y="93"/>
                      </a:lnTo>
                      <a:lnTo>
                        <a:pt x="487" y="78"/>
                      </a:lnTo>
                      <a:lnTo>
                        <a:pt x="484" y="69"/>
                      </a:lnTo>
                      <a:lnTo>
                        <a:pt x="478" y="64"/>
                      </a:lnTo>
                      <a:lnTo>
                        <a:pt x="466" y="60"/>
                      </a:lnTo>
                      <a:lnTo>
                        <a:pt x="452" y="52"/>
                      </a:lnTo>
                      <a:lnTo>
                        <a:pt x="442" y="48"/>
                      </a:lnTo>
                      <a:lnTo>
                        <a:pt x="433" y="30"/>
                      </a:lnTo>
                      <a:lnTo>
                        <a:pt x="421" y="31"/>
                      </a:lnTo>
                      <a:lnTo>
                        <a:pt x="410" y="26"/>
                      </a:lnTo>
                      <a:lnTo>
                        <a:pt x="408" y="16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171" name="Group 187">
                <a:extLst>
                  <a:ext uri="{FF2B5EF4-FFF2-40B4-BE49-F238E27FC236}">
                    <a16:creationId xmlns:a16="http://schemas.microsoft.com/office/drawing/2014/main" id="{E326ABD5-56B7-69BE-9178-28C6C4E4630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428" y="1692"/>
                <a:ext cx="108" cy="163"/>
                <a:chOff x="2428" y="1692"/>
                <a:chExt cx="108" cy="163"/>
              </a:xfrm>
              <a:grpFill/>
            </p:grpSpPr>
            <p:sp>
              <p:nvSpPr>
                <p:cNvPr id="199" name="Freeform 188">
                  <a:extLst>
                    <a:ext uri="{FF2B5EF4-FFF2-40B4-BE49-F238E27FC236}">
                      <a16:creationId xmlns:a16="http://schemas.microsoft.com/office/drawing/2014/main" id="{33271DC3-AC00-1713-95F8-2C648034A1D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50" y="1692"/>
                  <a:ext cx="86" cy="163"/>
                </a:xfrm>
                <a:custGeom>
                  <a:avLst/>
                  <a:gdLst/>
                  <a:ahLst/>
                  <a:cxnLst>
                    <a:cxn ang="0">
                      <a:pos x="227" y="761"/>
                    </a:cxn>
                    <a:cxn ang="0">
                      <a:pos x="260" y="737"/>
                    </a:cxn>
                    <a:cxn ang="0">
                      <a:pos x="328" y="744"/>
                    </a:cxn>
                    <a:cxn ang="0">
                      <a:pos x="410" y="698"/>
                    </a:cxn>
                    <a:cxn ang="0">
                      <a:pos x="381" y="674"/>
                    </a:cxn>
                    <a:cxn ang="0">
                      <a:pos x="394" y="659"/>
                    </a:cxn>
                    <a:cxn ang="0">
                      <a:pos x="423" y="628"/>
                    </a:cxn>
                    <a:cxn ang="0">
                      <a:pos x="399" y="554"/>
                    </a:cxn>
                    <a:cxn ang="0">
                      <a:pos x="337" y="565"/>
                    </a:cxn>
                    <a:cxn ang="0">
                      <a:pos x="339" y="507"/>
                    </a:cxn>
                    <a:cxn ang="0">
                      <a:pos x="344" y="495"/>
                    </a:cxn>
                    <a:cxn ang="0">
                      <a:pos x="316" y="433"/>
                    </a:cxn>
                    <a:cxn ang="0">
                      <a:pos x="268" y="385"/>
                    </a:cxn>
                    <a:cxn ang="0">
                      <a:pos x="228" y="293"/>
                    </a:cxn>
                    <a:cxn ang="0">
                      <a:pos x="155" y="265"/>
                    </a:cxn>
                    <a:cxn ang="0">
                      <a:pos x="181" y="229"/>
                    </a:cxn>
                    <a:cxn ang="0">
                      <a:pos x="198" y="202"/>
                    </a:cxn>
                    <a:cxn ang="0">
                      <a:pos x="233" y="109"/>
                    </a:cxn>
                    <a:cxn ang="0">
                      <a:pos x="154" y="97"/>
                    </a:cxn>
                    <a:cxn ang="0">
                      <a:pos x="99" y="104"/>
                    </a:cxn>
                    <a:cxn ang="0">
                      <a:pos x="109" y="78"/>
                    </a:cxn>
                    <a:cxn ang="0">
                      <a:pos x="151" y="0"/>
                    </a:cxn>
                    <a:cxn ang="0">
                      <a:pos x="75" y="6"/>
                    </a:cxn>
                    <a:cxn ang="0">
                      <a:pos x="37" y="60"/>
                    </a:cxn>
                    <a:cxn ang="0">
                      <a:pos x="25" y="115"/>
                    </a:cxn>
                    <a:cxn ang="0">
                      <a:pos x="33" y="133"/>
                    </a:cxn>
                    <a:cxn ang="0">
                      <a:pos x="26" y="158"/>
                    </a:cxn>
                    <a:cxn ang="0">
                      <a:pos x="5" y="195"/>
                    </a:cxn>
                    <a:cxn ang="0">
                      <a:pos x="33" y="215"/>
                    </a:cxn>
                    <a:cxn ang="0">
                      <a:pos x="31" y="254"/>
                    </a:cxn>
                    <a:cxn ang="0">
                      <a:pos x="34" y="286"/>
                    </a:cxn>
                    <a:cxn ang="0">
                      <a:pos x="28" y="330"/>
                    </a:cxn>
                    <a:cxn ang="0">
                      <a:pos x="54" y="248"/>
                    </a:cxn>
                    <a:cxn ang="0">
                      <a:pos x="53" y="273"/>
                    </a:cxn>
                    <a:cxn ang="0">
                      <a:pos x="79" y="272"/>
                    </a:cxn>
                    <a:cxn ang="0">
                      <a:pos x="77" y="308"/>
                    </a:cxn>
                    <a:cxn ang="0">
                      <a:pos x="60" y="372"/>
                    </a:cxn>
                    <a:cxn ang="0">
                      <a:pos x="65" y="384"/>
                    </a:cxn>
                    <a:cxn ang="0">
                      <a:pos x="95" y="380"/>
                    </a:cxn>
                    <a:cxn ang="0">
                      <a:pos x="162" y="373"/>
                    </a:cxn>
                    <a:cxn ang="0">
                      <a:pos x="145" y="431"/>
                    </a:cxn>
                    <a:cxn ang="0">
                      <a:pos x="181" y="437"/>
                    </a:cxn>
                    <a:cxn ang="0">
                      <a:pos x="179" y="481"/>
                    </a:cxn>
                    <a:cxn ang="0">
                      <a:pos x="168" y="523"/>
                    </a:cxn>
                    <a:cxn ang="0">
                      <a:pos x="98" y="558"/>
                    </a:cxn>
                    <a:cxn ang="0">
                      <a:pos x="108" y="615"/>
                    </a:cxn>
                    <a:cxn ang="0">
                      <a:pos x="59" y="674"/>
                    </a:cxn>
                    <a:cxn ang="0">
                      <a:pos x="97" y="674"/>
                    </a:cxn>
                    <a:cxn ang="0">
                      <a:pos x="141" y="692"/>
                    </a:cxn>
                    <a:cxn ang="0">
                      <a:pos x="194" y="663"/>
                    </a:cxn>
                    <a:cxn ang="0">
                      <a:pos x="156" y="711"/>
                    </a:cxn>
                    <a:cxn ang="0">
                      <a:pos x="47" y="791"/>
                    </a:cxn>
                    <a:cxn ang="0">
                      <a:pos x="45" y="810"/>
                    </a:cxn>
                    <a:cxn ang="0">
                      <a:pos x="77" y="784"/>
                    </a:cxn>
                    <a:cxn ang="0">
                      <a:pos x="149" y="759"/>
                    </a:cxn>
                  </a:cxnLst>
                  <a:rect l="0" t="0" r="r" b="b"/>
                  <a:pathLst>
                    <a:path w="430" h="814">
                      <a:moveTo>
                        <a:pt x="199" y="767"/>
                      </a:moveTo>
                      <a:lnTo>
                        <a:pt x="200" y="768"/>
                      </a:lnTo>
                      <a:lnTo>
                        <a:pt x="203" y="762"/>
                      </a:lnTo>
                      <a:lnTo>
                        <a:pt x="212" y="760"/>
                      </a:lnTo>
                      <a:lnTo>
                        <a:pt x="222" y="764"/>
                      </a:lnTo>
                      <a:lnTo>
                        <a:pt x="227" y="761"/>
                      </a:lnTo>
                      <a:lnTo>
                        <a:pt x="225" y="754"/>
                      </a:lnTo>
                      <a:lnTo>
                        <a:pt x="251" y="754"/>
                      </a:lnTo>
                      <a:lnTo>
                        <a:pt x="253" y="750"/>
                      </a:lnTo>
                      <a:lnTo>
                        <a:pt x="259" y="748"/>
                      </a:lnTo>
                      <a:lnTo>
                        <a:pt x="260" y="743"/>
                      </a:lnTo>
                      <a:lnTo>
                        <a:pt x="260" y="737"/>
                      </a:lnTo>
                      <a:lnTo>
                        <a:pt x="267" y="741"/>
                      </a:lnTo>
                      <a:lnTo>
                        <a:pt x="274" y="744"/>
                      </a:lnTo>
                      <a:lnTo>
                        <a:pt x="283" y="741"/>
                      </a:lnTo>
                      <a:lnTo>
                        <a:pt x="285" y="745"/>
                      </a:lnTo>
                      <a:lnTo>
                        <a:pt x="290" y="750"/>
                      </a:lnTo>
                      <a:lnTo>
                        <a:pt x="328" y="744"/>
                      </a:lnTo>
                      <a:lnTo>
                        <a:pt x="339" y="746"/>
                      </a:lnTo>
                      <a:lnTo>
                        <a:pt x="388" y="733"/>
                      </a:lnTo>
                      <a:lnTo>
                        <a:pt x="389" y="729"/>
                      </a:lnTo>
                      <a:lnTo>
                        <a:pt x="410" y="713"/>
                      </a:lnTo>
                      <a:lnTo>
                        <a:pt x="413" y="702"/>
                      </a:lnTo>
                      <a:lnTo>
                        <a:pt x="410" y="698"/>
                      </a:lnTo>
                      <a:lnTo>
                        <a:pt x="386" y="698"/>
                      </a:lnTo>
                      <a:lnTo>
                        <a:pt x="373" y="697"/>
                      </a:lnTo>
                      <a:lnTo>
                        <a:pt x="373" y="689"/>
                      </a:lnTo>
                      <a:lnTo>
                        <a:pt x="369" y="682"/>
                      </a:lnTo>
                      <a:lnTo>
                        <a:pt x="378" y="679"/>
                      </a:lnTo>
                      <a:lnTo>
                        <a:pt x="381" y="674"/>
                      </a:lnTo>
                      <a:lnTo>
                        <a:pt x="386" y="668"/>
                      </a:lnTo>
                      <a:lnTo>
                        <a:pt x="383" y="665"/>
                      </a:lnTo>
                      <a:lnTo>
                        <a:pt x="377" y="663"/>
                      </a:lnTo>
                      <a:lnTo>
                        <a:pt x="383" y="658"/>
                      </a:lnTo>
                      <a:lnTo>
                        <a:pt x="391" y="655"/>
                      </a:lnTo>
                      <a:lnTo>
                        <a:pt x="394" y="659"/>
                      </a:lnTo>
                      <a:lnTo>
                        <a:pt x="403" y="657"/>
                      </a:lnTo>
                      <a:lnTo>
                        <a:pt x="404" y="651"/>
                      </a:lnTo>
                      <a:lnTo>
                        <a:pt x="403" y="642"/>
                      </a:lnTo>
                      <a:lnTo>
                        <a:pt x="408" y="642"/>
                      </a:lnTo>
                      <a:lnTo>
                        <a:pt x="415" y="638"/>
                      </a:lnTo>
                      <a:lnTo>
                        <a:pt x="423" y="628"/>
                      </a:lnTo>
                      <a:lnTo>
                        <a:pt x="429" y="608"/>
                      </a:lnTo>
                      <a:lnTo>
                        <a:pt x="430" y="593"/>
                      </a:lnTo>
                      <a:lnTo>
                        <a:pt x="426" y="577"/>
                      </a:lnTo>
                      <a:lnTo>
                        <a:pt x="418" y="563"/>
                      </a:lnTo>
                      <a:lnTo>
                        <a:pt x="408" y="557"/>
                      </a:lnTo>
                      <a:lnTo>
                        <a:pt x="399" y="554"/>
                      </a:lnTo>
                      <a:lnTo>
                        <a:pt x="387" y="554"/>
                      </a:lnTo>
                      <a:lnTo>
                        <a:pt x="365" y="557"/>
                      </a:lnTo>
                      <a:lnTo>
                        <a:pt x="355" y="572"/>
                      </a:lnTo>
                      <a:lnTo>
                        <a:pt x="350" y="567"/>
                      </a:lnTo>
                      <a:lnTo>
                        <a:pt x="340" y="566"/>
                      </a:lnTo>
                      <a:lnTo>
                        <a:pt x="337" y="565"/>
                      </a:lnTo>
                      <a:lnTo>
                        <a:pt x="340" y="555"/>
                      </a:lnTo>
                      <a:lnTo>
                        <a:pt x="353" y="540"/>
                      </a:lnTo>
                      <a:lnTo>
                        <a:pt x="355" y="534"/>
                      </a:lnTo>
                      <a:lnTo>
                        <a:pt x="355" y="525"/>
                      </a:lnTo>
                      <a:lnTo>
                        <a:pt x="345" y="512"/>
                      </a:lnTo>
                      <a:lnTo>
                        <a:pt x="339" y="507"/>
                      </a:lnTo>
                      <a:lnTo>
                        <a:pt x="335" y="501"/>
                      </a:lnTo>
                      <a:lnTo>
                        <a:pt x="330" y="498"/>
                      </a:lnTo>
                      <a:lnTo>
                        <a:pt x="317" y="485"/>
                      </a:lnTo>
                      <a:lnTo>
                        <a:pt x="321" y="482"/>
                      </a:lnTo>
                      <a:lnTo>
                        <a:pt x="332" y="492"/>
                      </a:lnTo>
                      <a:lnTo>
                        <a:pt x="344" y="495"/>
                      </a:lnTo>
                      <a:lnTo>
                        <a:pt x="345" y="493"/>
                      </a:lnTo>
                      <a:lnTo>
                        <a:pt x="343" y="477"/>
                      </a:lnTo>
                      <a:lnTo>
                        <a:pt x="335" y="471"/>
                      </a:lnTo>
                      <a:lnTo>
                        <a:pt x="326" y="459"/>
                      </a:lnTo>
                      <a:lnTo>
                        <a:pt x="323" y="444"/>
                      </a:lnTo>
                      <a:lnTo>
                        <a:pt x="316" y="433"/>
                      </a:lnTo>
                      <a:lnTo>
                        <a:pt x="311" y="423"/>
                      </a:lnTo>
                      <a:lnTo>
                        <a:pt x="301" y="410"/>
                      </a:lnTo>
                      <a:lnTo>
                        <a:pt x="290" y="405"/>
                      </a:lnTo>
                      <a:lnTo>
                        <a:pt x="276" y="402"/>
                      </a:lnTo>
                      <a:lnTo>
                        <a:pt x="273" y="399"/>
                      </a:lnTo>
                      <a:lnTo>
                        <a:pt x="268" y="385"/>
                      </a:lnTo>
                      <a:lnTo>
                        <a:pt x="260" y="374"/>
                      </a:lnTo>
                      <a:lnTo>
                        <a:pt x="254" y="361"/>
                      </a:lnTo>
                      <a:lnTo>
                        <a:pt x="252" y="350"/>
                      </a:lnTo>
                      <a:lnTo>
                        <a:pt x="248" y="312"/>
                      </a:lnTo>
                      <a:lnTo>
                        <a:pt x="240" y="305"/>
                      </a:lnTo>
                      <a:lnTo>
                        <a:pt x="228" y="293"/>
                      </a:lnTo>
                      <a:lnTo>
                        <a:pt x="221" y="282"/>
                      </a:lnTo>
                      <a:lnTo>
                        <a:pt x="193" y="266"/>
                      </a:lnTo>
                      <a:lnTo>
                        <a:pt x="188" y="265"/>
                      </a:lnTo>
                      <a:lnTo>
                        <a:pt x="171" y="271"/>
                      </a:lnTo>
                      <a:lnTo>
                        <a:pt x="156" y="267"/>
                      </a:lnTo>
                      <a:lnTo>
                        <a:pt x="155" y="265"/>
                      </a:lnTo>
                      <a:lnTo>
                        <a:pt x="157" y="258"/>
                      </a:lnTo>
                      <a:lnTo>
                        <a:pt x="163" y="251"/>
                      </a:lnTo>
                      <a:lnTo>
                        <a:pt x="172" y="249"/>
                      </a:lnTo>
                      <a:lnTo>
                        <a:pt x="182" y="249"/>
                      </a:lnTo>
                      <a:lnTo>
                        <a:pt x="192" y="244"/>
                      </a:lnTo>
                      <a:lnTo>
                        <a:pt x="181" y="229"/>
                      </a:lnTo>
                      <a:lnTo>
                        <a:pt x="176" y="228"/>
                      </a:lnTo>
                      <a:lnTo>
                        <a:pt x="174" y="222"/>
                      </a:lnTo>
                      <a:lnTo>
                        <a:pt x="183" y="223"/>
                      </a:lnTo>
                      <a:lnTo>
                        <a:pt x="189" y="218"/>
                      </a:lnTo>
                      <a:lnTo>
                        <a:pt x="195" y="210"/>
                      </a:lnTo>
                      <a:lnTo>
                        <a:pt x="198" y="202"/>
                      </a:lnTo>
                      <a:lnTo>
                        <a:pt x="211" y="183"/>
                      </a:lnTo>
                      <a:lnTo>
                        <a:pt x="212" y="173"/>
                      </a:lnTo>
                      <a:lnTo>
                        <a:pt x="216" y="160"/>
                      </a:lnTo>
                      <a:lnTo>
                        <a:pt x="220" y="145"/>
                      </a:lnTo>
                      <a:lnTo>
                        <a:pt x="233" y="129"/>
                      </a:lnTo>
                      <a:lnTo>
                        <a:pt x="233" y="109"/>
                      </a:lnTo>
                      <a:lnTo>
                        <a:pt x="230" y="100"/>
                      </a:lnTo>
                      <a:lnTo>
                        <a:pt x="214" y="99"/>
                      </a:lnTo>
                      <a:lnTo>
                        <a:pt x="200" y="102"/>
                      </a:lnTo>
                      <a:lnTo>
                        <a:pt x="178" y="98"/>
                      </a:lnTo>
                      <a:lnTo>
                        <a:pt x="166" y="100"/>
                      </a:lnTo>
                      <a:lnTo>
                        <a:pt x="154" y="97"/>
                      </a:lnTo>
                      <a:lnTo>
                        <a:pt x="118" y="109"/>
                      </a:lnTo>
                      <a:lnTo>
                        <a:pt x="111" y="116"/>
                      </a:lnTo>
                      <a:lnTo>
                        <a:pt x="106" y="113"/>
                      </a:lnTo>
                      <a:lnTo>
                        <a:pt x="108" y="105"/>
                      </a:lnTo>
                      <a:lnTo>
                        <a:pt x="108" y="102"/>
                      </a:lnTo>
                      <a:lnTo>
                        <a:pt x="99" y="104"/>
                      </a:lnTo>
                      <a:lnTo>
                        <a:pt x="99" y="99"/>
                      </a:lnTo>
                      <a:lnTo>
                        <a:pt x="114" y="95"/>
                      </a:lnTo>
                      <a:lnTo>
                        <a:pt x="124" y="86"/>
                      </a:lnTo>
                      <a:lnTo>
                        <a:pt x="107" y="84"/>
                      </a:lnTo>
                      <a:lnTo>
                        <a:pt x="108" y="77"/>
                      </a:lnTo>
                      <a:lnTo>
                        <a:pt x="109" y="78"/>
                      </a:lnTo>
                      <a:lnTo>
                        <a:pt x="119" y="66"/>
                      </a:lnTo>
                      <a:lnTo>
                        <a:pt x="139" y="54"/>
                      </a:lnTo>
                      <a:lnTo>
                        <a:pt x="147" y="39"/>
                      </a:lnTo>
                      <a:lnTo>
                        <a:pt x="161" y="30"/>
                      </a:lnTo>
                      <a:lnTo>
                        <a:pt x="163" y="4"/>
                      </a:lnTo>
                      <a:lnTo>
                        <a:pt x="151" y="0"/>
                      </a:lnTo>
                      <a:lnTo>
                        <a:pt x="138" y="4"/>
                      </a:lnTo>
                      <a:lnTo>
                        <a:pt x="124" y="8"/>
                      </a:lnTo>
                      <a:lnTo>
                        <a:pt x="112" y="8"/>
                      </a:lnTo>
                      <a:lnTo>
                        <a:pt x="96" y="12"/>
                      </a:lnTo>
                      <a:lnTo>
                        <a:pt x="95" y="11"/>
                      </a:lnTo>
                      <a:lnTo>
                        <a:pt x="75" y="6"/>
                      </a:lnTo>
                      <a:lnTo>
                        <a:pt x="64" y="9"/>
                      </a:lnTo>
                      <a:lnTo>
                        <a:pt x="54" y="27"/>
                      </a:lnTo>
                      <a:lnTo>
                        <a:pt x="54" y="41"/>
                      </a:lnTo>
                      <a:lnTo>
                        <a:pt x="42" y="43"/>
                      </a:lnTo>
                      <a:lnTo>
                        <a:pt x="43" y="57"/>
                      </a:lnTo>
                      <a:lnTo>
                        <a:pt x="37" y="60"/>
                      </a:lnTo>
                      <a:lnTo>
                        <a:pt x="39" y="65"/>
                      </a:lnTo>
                      <a:lnTo>
                        <a:pt x="47" y="73"/>
                      </a:lnTo>
                      <a:lnTo>
                        <a:pt x="20" y="88"/>
                      </a:lnTo>
                      <a:lnTo>
                        <a:pt x="20" y="109"/>
                      </a:lnTo>
                      <a:lnTo>
                        <a:pt x="27" y="113"/>
                      </a:lnTo>
                      <a:lnTo>
                        <a:pt x="25" y="115"/>
                      </a:lnTo>
                      <a:lnTo>
                        <a:pt x="18" y="114"/>
                      </a:lnTo>
                      <a:lnTo>
                        <a:pt x="16" y="115"/>
                      </a:lnTo>
                      <a:lnTo>
                        <a:pt x="16" y="130"/>
                      </a:lnTo>
                      <a:lnTo>
                        <a:pt x="22" y="131"/>
                      </a:lnTo>
                      <a:lnTo>
                        <a:pt x="34" y="129"/>
                      </a:lnTo>
                      <a:lnTo>
                        <a:pt x="33" y="133"/>
                      </a:lnTo>
                      <a:lnTo>
                        <a:pt x="27" y="136"/>
                      </a:lnTo>
                      <a:lnTo>
                        <a:pt x="33" y="138"/>
                      </a:lnTo>
                      <a:lnTo>
                        <a:pt x="28" y="147"/>
                      </a:lnTo>
                      <a:lnTo>
                        <a:pt x="27" y="151"/>
                      </a:lnTo>
                      <a:lnTo>
                        <a:pt x="28" y="157"/>
                      </a:lnTo>
                      <a:lnTo>
                        <a:pt x="26" y="158"/>
                      </a:lnTo>
                      <a:lnTo>
                        <a:pt x="22" y="163"/>
                      </a:lnTo>
                      <a:lnTo>
                        <a:pt x="22" y="167"/>
                      </a:lnTo>
                      <a:lnTo>
                        <a:pt x="18" y="170"/>
                      </a:lnTo>
                      <a:lnTo>
                        <a:pt x="16" y="178"/>
                      </a:lnTo>
                      <a:lnTo>
                        <a:pt x="16" y="192"/>
                      </a:lnTo>
                      <a:lnTo>
                        <a:pt x="5" y="195"/>
                      </a:lnTo>
                      <a:lnTo>
                        <a:pt x="0" y="197"/>
                      </a:lnTo>
                      <a:lnTo>
                        <a:pt x="0" y="201"/>
                      </a:lnTo>
                      <a:lnTo>
                        <a:pt x="10" y="202"/>
                      </a:lnTo>
                      <a:lnTo>
                        <a:pt x="11" y="211"/>
                      </a:lnTo>
                      <a:lnTo>
                        <a:pt x="23" y="222"/>
                      </a:lnTo>
                      <a:lnTo>
                        <a:pt x="33" y="215"/>
                      </a:lnTo>
                      <a:lnTo>
                        <a:pt x="43" y="206"/>
                      </a:lnTo>
                      <a:lnTo>
                        <a:pt x="44" y="205"/>
                      </a:lnTo>
                      <a:lnTo>
                        <a:pt x="45" y="206"/>
                      </a:lnTo>
                      <a:lnTo>
                        <a:pt x="45" y="212"/>
                      </a:lnTo>
                      <a:lnTo>
                        <a:pt x="33" y="243"/>
                      </a:lnTo>
                      <a:lnTo>
                        <a:pt x="31" y="254"/>
                      </a:lnTo>
                      <a:lnTo>
                        <a:pt x="31" y="259"/>
                      </a:lnTo>
                      <a:lnTo>
                        <a:pt x="28" y="264"/>
                      </a:lnTo>
                      <a:lnTo>
                        <a:pt x="26" y="275"/>
                      </a:lnTo>
                      <a:lnTo>
                        <a:pt x="26" y="283"/>
                      </a:lnTo>
                      <a:lnTo>
                        <a:pt x="32" y="282"/>
                      </a:lnTo>
                      <a:lnTo>
                        <a:pt x="34" y="286"/>
                      </a:lnTo>
                      <a:lnTo>
                        <a:pt x="33" y="292"/>
                      </a:lnTo>
                      <a:lnTo>
                        <a:pt x="25" y="307"/>
                      </a:lnTo>
                      <a:lnTo>
                        <a:pt x="20" y="331"/>
                      </a:lnTo>
                      <a:lnTo>
                        <a:pt x="20" y="334"/>
                      </a:lnTo>
                      <a:lnTo>
                        <a:pt x="26" y="334"/>
                      </a:lnTo>
                      <a:lnTo>
                        <a:pt x="28" y="330"/>
                      </a:lnTo>
                      <a:lnTo>
                        <a:pt x="32" y="318"/>
                      </a:lnTo>
                      <a:lnTo>
                        <a:pt x="43" y="291"/>
                      </a:lnTo>
                      <a:lnTo>
                        <a:pt x="42" y="277"/>
                      </a:lnTo>
                      <a:lnTo>
                        <a:pt x="39" y="270"/>
                      </a:lnTo>
                      <a:lnTo>
                        <a:pt x="38" y="266"/>
                      </a:lnTo>
                      <a:lnTo>
                        <a:pt x="54" y="248"/>
                      </a:lnTo>
                      <a:lnTo>
                        <a:pt x="54" y="254"/>
                      </a:lnTo>
                      <a:lnTo>
                        <a:pt x="47" y="271"/>
                      </a:lnTo>
                      <a:lnTo>
                        <a:pt x="47" y="282"/>
                      </a:lnTo>
                      <a:lnTo>
                        <a:pt x="49" y="278"/>
                      </a:lnTo>
                      <a:lnTo>
                        <a:pt x="52" y="277"/>
                      </a:lnTo>
                      <a:lnTo>
                        <a:pt x="53" y="273"/>
                      </a:lnTo>
                      <a:lnTo>
                        <a:pt x="55" y="271"/>
                      </a:lnTo>
                      <a:lnTo>
                        <a:pt x="61" y="276"/>
                      </a:lnTo>
                      <a:lnTo>
                        <a:pt x="64" y="275"/>
                      </a:lnTo>
                      <a:lnTo>
                        <a:pt x="64" y="261"/>
                      </a:lnTo>
                      <a:lnTo>
                        <a:pt x="72" y="266"/>
                      </a:lnTo>
                      <a:lnTo>
                        <a:pt x="79" y="272"/>
                      </a:lnTo>
                      <a:lnTo>
                        <a:pt x="74" y="273"/>
                      </a:lnTo>
                      <a:lnTo>
                        <a:pt x="71" y="278"/>
                      </a:lnTo>
                      <a:lnTo>
                        <a:pt x="69" y="283"/>
                      </a:lnTo>
                      <a:lnTo>
                        <a:pt x="68" y="298"/>
                      </a:lnTo>
                      <a:lnTo>
                        <a:pt x="71" y="303"/>
                      </a:lnTo>
                      <a:lnTo>
                        <a:pt x="77" y="308"/>
                      </a:lnTo>
                      <a:lnTo>
                        <a:pt x="79" y="319"/>
                      </a:lnTo>
                      <a:lnTo>
                        <a:pt x="74" y="328"/>
                      </a:lnTo>
                      <a:lnTo>
                        <a:pt x="69" y="341"/>
                      </a:lnTo>
                      <a:lnTo>
                        <a:pt x="61" y="355"/>
                      </a:lnTo>
                      <a:lnTo>
                        <a:pt x="59" y="363"/>
                      </a:lnTo>
                      <a:lnTo>
                        <a:pt x="60" y="372"/>
                      </a:lnTo>
                      <a:lnTo>
                        <a:pt x="54" y="367"/>
                      </a:lnTo>
                      <a:lnTo>
                        <a:pt x="52" y="372"/>
                      </a:lnTo>
                      <a:lnTo>
                        <a:pt x="59" y="395"/>
                      </a:lnTo>
                      <a:lnTo>
                        <a:pt x="64" y="399"/>
                      </a:lnTo>
                      <a:lnTo>
                        <a:pt x="66" y="398"/>
                      </a:lnTo>
                      <a:lnTo>
                        <a:pt x="65" y="384"/>
                      </a:lnTo>
                      <a:lnTo>
                        <a:pt x="66" y="380"/>
                      </a:lnTo>
                      <a:lnTo>
                        <a:pt x="70" y="379"/>
                      </a:lnTo>
                      <a:lnTo>
                        <a:pt x="87" y="391"/>
                      </a:lnTo>
                      <a:lnTo>
                        <a:pt x="92" y="394"/>
                      </a:lnTo>
                      <a:lnTo>
                        <a:pt x="95" y="388"/>
                      </a:lnTo>
                      <a:lnTo>
                        <a:pt x="95" y="380"/>
                      </a:lnTo>
                      <a:lnTo>
                        <a:pt x="119" y="383"/>
                      </a:lnTo>
                      <a:lnTo>
                        <a:pt x="135" y="374"/>
                      </a:lnTo>
                      <a:lnTo>
                        <a:pt x="136" y="372"/>
                      </a:lnTo>
                      <a:lnTo>
                        <a:pt x="144" y="368"/>
                      </a:lnTo>
                      <a:lnTo>
                        <a:pt x="165" y="371"/>
                      </a:lnTo>
                      <a:lnTo>
                        <a:pt x="162" y="373"/>
                      </a:lnTo>
                      <a:lnTo>
                        <a:pt x="158" y="373"/>
                      </a:lnTo>
                      <a:lnTo>
                        <a:pt x="150" y="380"/>
                      </a:lnTo>
                      <a:lnTo>
                        <a:pt x="138" y="406"/>
                      </a:lnTo>
                      <a:lnTo>
                        <a:pt x="135" y="413"/>
                      </a:lnTo>
                      <a:lnTo>
                        <a:pt x="138" y="421"/>
                      </a:lnTo>
                      <a:lnTo>
                        <a:pt x="145" y="431"/>
                      </a:lnTo>
                      <a:lnTo>
                        <a:pt x="149" y="438"/>
                      </a:lnTo>
                      <a:lnTo>
                        <a:pt x="150" y="439"/>
                      </a:lnTo>
                      <a:lnTo>
                        <a:pt x="151" y="437"/>
                      </a:lnTo>
                      <a:lnTo>
                        <a:pt x="158" y="449"/>
                      </a:lnTo>
                      <a:lnTo>
                        <a:pt x="172" y="444"/>
                      </a:lnTo>
                      <a:lnTo>
                        <a:pt x="181" y="437"/>
                      </a:lnTo>
                      <a:lnTo>
                        <a:pt x="184" y="438"/>
                      </a:lnTo>
                      <a:lnTo>
                        <a:pt x="181" y="444"/>
                      </a:lnTo>
                      <a:lnTo>
                        <a:pt x="179" y="461"/>
                      </a:lnTo>
                      <a:lnTo>
                        <a:pt x="174" y="468"/>
                      </a:lnTo>
                      <a:lnTo>
                        <a:pt x="169" y="479"/>
                      </a:lnTo>
                      <a:lnTo>
                        <a:pt x="179" y="481"/>
                      </a:lnTo>
                      <a:lnTo>
                        <a:pt x="174" y="490"/>
                      </a:lnTo>
                      <a:lnTo>
                        <a:pt x="168" y="506"/>
                      </a:lnTo>
                      <a:lnTo>
                        <a:pt x="172" y="509"/>
                      </a:lnTo>
                      <a:lnTo>
                        <a:pt x="177" y="513"/>
                      </a:lnTo>
                      <a:lnTo>
                        <a:pt x="173" y="514"/>
                      </a:lnTo>
                      <a:lnTo>
                        <a:pt x="168" y="523"/>
                      </a:lnTo>
                      <a:lnTo>
                        <a:pt x="128" y="522"/>
                      </a:lnTo>
                      <a:lnTo>
                        <a:pt x="115" y="529"/>
                      </a:lnTo>
                      <a:lnTo>
                        <a:pt x="102" y="540"/>
                      </a:lnTo>
                      <a:lnTo>
                        <a:pt x="79" y="565"/>
                      </a:lnTo>
                      <a:lnTo>
                        <a:pt x="84" y="568"/>
                      </a:lnTo>
                      <a:lnTo>
                        <a:pt x="98" y="558"/>
                      </a:lnTo>
                      <a:lnTo>
                        <a:pt x="109" y="556"/>
                      </a:lnTo>
                      <a:lnTo>
                        <a:pt x="111" y="565"/>
                      </a:lnTo>
                      <a:lnTo>
                        <a:pt x="112" y="585"/>
                      </a:lnTo>
                      <a:lnTo>
                        <a:pt x="113" y="589"/>
                      </a:lnTo>
                      <a:lnTo>
                        <a:pt x="119" y="593"/>
                      </a:lnTo>
                      <a:lnTo>
                        <a:pt x="108" y="615"/>
                      </a:lnTo>
                      <a:lnTo>
                        <a:pt x="79" y="636"/>
                      </a:lnTo>
                      <a:lnTo>
                        <a:pt x="48" y="652"/>
                      </a:lnTo>
                      <a:lnTo>
                        <a:pt x="50" y="654"/>
                      </a:lnTo>
                      <a:lnTo>
                        <a:pt x="52" y="660"/>
                      </a:lnTo>
                      <a:lnTo>
                        <a:pt x="56" y="671"/>
                      </a:lnTo>
                      <a:lnTo>
                        <a:pt x="59" y="674"/>
                      </a:lnTo>
                      <a:lnTo>
                        <a:pt x="65" y="675"/>
                      </a:lnTo>
                      <a:lnTo>
                        <a:pt x="72" y="671"/>
                      </a:lnTo>
                      <a:lnTo>
                        <a:pt x="82" y="663"/>
                      </a:lnTo>
                      <a:lnTo>
                        <a:pt x="91" y="659"/>
                      </a:lnTo>
                      <a:lnTo>
                        <a:pt x="95" y="660"/>
                      </a:lnTo>
                      <a:lnTo>
                        <a:pt x="97" y="674"/>
                      </a:lnTo>
                      <a:lnTo>
                        <a:pt x="101" y="678"/>
                      </a:lnTo>
                      <a:lnTo>
                        <a:pt x="113" y="678"/>
                      </a:lnTo>
                      <a:lnTo>
                        <a:pt x="120" y="671"/>
                      </a:lnTo>
                      <a:lnTo>
                        <a:pt x="123" y="670"/>
                      </a:lnTo>
                      <a:lnTo>
                        <a:pt x="127" y="673"/>
                      </a:lnTo>
                      <a:lnTo>
                        <a:pt x="141" y="692"/>
                      </a:lnTo>
                      <a:lnTo>
                        <a:pt x="147" y="694"/>
                      </a:lnTo>
                      <a:lnTo>
                        <a:pt x="156" y="694"/>
                      </a:lnTo>
                      <a:lnTo>
                        <a:pt x="162" y="689"/>
                      </a:lnTo>
                      <a:lnTo>
                        <a:pt x="166" y="682"/>
                      </a:lnTo>
                      <a:lnTo>
                        <a:pt x="179" y="675"/>
                      </a:lnTo>
                      <a:lnTo>
                        <a:pt x="194" y="663"/>
                      </a:lnTo>
                      <a:lnTo>
                        <a:pt x="195" y="670"/>
                      </a:lnTo>
                      <a:lnTo>
                        <a:pt x="190" y="678"/>
                      </a:lnTo>
                      <a:lnTo>
                        <a:pt x="174" y="697"/>
                      </a:lnTo>
                      <a:lnTo>
                        <a:pt x="172" y="705"/>
                      </a:lnTo>
                      <a:lnTo>
                        <a:pt x="168" y="708"/>
                      </a:lnTo>
                      <a:lnTo>
                        <a:pt x="156" y="711"/>
                      </a:lnTo>
                      <a:lnTo>
                        <a:pt x="124" y="711"/>
                      </a:lnTo>
                      <a:lnTo>
                        <a:pt x="109" y="713"/>
                      </a:lnTo>
                      <a:lnTo>
                        <a:pt x="104" y="724"/>
                      </a:lnTo>
                      <a:lnTo>
                        <a:pt x="95" y="730"/>
                      </a:lnTo>
                      <a:lnTo>
                        <a:pt x="88" y="745"/>
                      </a:lnTo>
                      <a:lnTo>
                        <a:pt x="47" y="791"/>
                      </a:lnTo>
                      <a:lnTo>
                        <a:pt x="31" y="800"/>
                      </a:lnTo>
                      <a:lnTo>
                        <a:pt x="28" y="809"/>
                      </a:lnTo>
                      <a:lnTo>
                        <a:pt x="28" y="813"/>
                      </a:lnTo>
                      <a:lnTo>
                        <a:pt x="31" y="807"/>
                      </a:lnTo>
                      <a:lnTo>
                        <a:pt x="34" y="804"/>
                      </a:lnTo>
                      <a:lnTo>
                        <a:pt x="45" y="810"/>
                      </a:lnTo>
                      <a:lnTo>
                        <a:pt x="50" y="809"/>
                      </a:lnTo>
                      <a:lnTo>
                        <a:pt x="54" y="814"/>
                      </a:lnTo>
                      <a:lnTo>
                        <a:pt x="58" y="809"/>
                      </a:lnTo>
                      <a:lnTo>
                        <a:pt x="60" y="800"/>
                      </a:lnTo>
                      <a:lnTo>
                        <a:pt x="71" y="796"/>
                      </a:lnTo>
                      <a:lnTo>
                        <a:pt x="77" y="784"/>
                      </a:lnTo>
                      <a:lnTo>
                        <a:pt x="107" y="783"/>
                      </a:lnTo>
                      <a:lnTo>
                        <a:pt x="127" y="791"/>
                      </a:lnTo>
                      <a:lnTo>
                        <a:pt x="134" y="791"/>
                      </a:lnTo>
                      <a:lnTo>
                        <a:pt x="141" y="782"/>
                      </a:lnTo>
                      <a:lnTo>
                        <a:pt x="145" y="760"/>
                      </a:lnTo>
                      <a:lnTo>
                        <a:pt x="149" y="759"/>
                      </a:lnTo>
                      <a:lnTo>
                        <a:pt x="156" y="759"/>
                      </a:lnTo>
                      <a:lnTo>
                        <a:pt x="166" y="754"/>
                      </a:lnTo>
                      <a:lnTo>
                        <a:pt x="182" y="750"/>
                      </a:lnTo>
                      <a:lnTo>
                        <a:pt x="199" y="76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200" name="Freeform 189">
                  <a:extLst>
                    <a:ext uri="{FF2B5EF4-FFF2-40B4-BE49-F238E27FC236}">
                      <a16:creationId xmlns:a16="http://schemas.microsoft.com/office/drawing/2014/main" id="{5104A662-A6E2-2005-D6B5-213525937F7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28" y="1759"/>
                  <a:ext cx="28" cy="25"/>
                </a:xfrm>
                <a:custGeom>
                  <a:avLst/>
                  <a:gdLst/>
                  <a:ahLst/>
                  <a:cxnLst>
                    <a:cxn ang="0">
                      <a:pos x="28" y="36"/>
                    </a:cxn>
                    <a:cxn ang="0">
                      <a:pos x="27" y="48"/>
                    </a:cxn>
                    <a:cxn ang="0">
                      <a:pos x="21" y="58"/>
                    </a:cxn>
                    <a:cxn ang="0">
                      <a:pos x="11" y="59"/>
                    </a:cxn>
                    <a:cxn ang="0">
                      <a:pos x="11" y="72"/>
                    </a:cxn>
                    <a:cxn ang="0">
                      <a:pos x="0" y="80"/>
                    </a:cxn>
                    <a:cxn ang="0">
                      <a:pos x="16" y="91"/>
                    </a:cxn>
                    <a:cxn ang="0">
                      <a:pos x="23" y="110"/>
                    </a:cxn>
                    <a:cxn ang="0">
                      <a:pos x="34" y="115"/>
                    </a:cxn>
                    <a:cxn ang="0">
                      <a:pos x="47" y="104"/>
                    </a:cxn>
                    <a:cxn ang="0">
                      <a:pos x="53" y="93"/>
                    </a:cxn>
                    <a:cxn ang="0">
                      <a:pos x="82" y="85"/>
                    </a:cxn>
                    <a:cxn ang="0">
                      <a:pos x="97" y="99"/>
                    </a:cxn>
                    <a:cxn ang="0">
                      <a:pos x="98" y="106"/>
                    </a:cxn>
                    <a:cxn ang="0">
                      <a:pos x="98" y="121"/>
                    </a:cxn>
                    <a:cxn ang="0">
                      <a:pos x="101" y="126"/>
                    </a:cxn>
                    <a:cxn ang="0">
                      <a:pos x="103" y="126"/>
                    </a:cxn>
                    <a:cxn ang="0">
                      <a:pos x="117" y="117"/>
                    </a:cxn>
                    <a:cxn ang="0">
                      <a:pos x="119" y="107"/>
                    </a:cxn>
                    <a:cxn ang="0">
                      <a:pos x="132" y="105"/>
                    </a:cxn>
                    <a:cxn ang="0">
                      <a:pos x="138" y="97"/>
                    </a:cxn>
                    <a:cxn ang="0">
                      <a:pos x="132" y="85"/>
                    </a:cxn>
                    <a:cxn ang="0">
                      <a:pos x="130" y="78"/>
                    </a:cxn>
                    <a:cxn ang="0">
                      <a:pos x="138" y="90"/>
                    </a:cxn>
                    <a:cxn ang="0">
                      <a:pos x="140" y="79"/>
                    </a:cxn>
                    <a:cxn ang="0">
                      <a:pos x="135" y="68"/>
                    </a:cxn>
                    <a:cxn ang="0">
                      <a:pos x="130" y="66"/>
                    </a:cxn>
                    <a:cxn ang="0">
                      <a:pos x="116" y="68"/>
                    </a:cxn>
                    <a:cxn ang="0">
                      <a:pos x="122" y="57"/>
                    </a:cxn>
                    <a:cxn ang="0">
                      <a:pos x="120" y="39"/>
                    </a:cxn>
                    <a:cxn ang="0">
                      <a:pos x="112" y="27"/>
                    </a:cxn>
                    <a:cxn ang="0">
                      <a:pos x="106" y="16"/>
                    </a:cxn>
                    <a:cxn ang="0">
                      <a:pos x="89" y="10"/>
                    </a:cxn>
                    <a:cxn ang="0">
                      <a:pos x="64" y="18"/>
                    </a:cxn>
                    <a:cxn ang="0">
                      <a:pos x="58" y="24"/>
                    </a:cxn>
                    <a:cxn ang="0">
                      <a:pos x="50" y="27"/>
                    </a:cxn>
                    <a:cxn ang="0">
                      <a:pos x="48" y="24"/>
                    </a:cxn>
                    <a:cxn ang="0">
                      <a:pos x="59" y="10"/>
                    </a:cxn>
                    <a:cxn ang="0">
                      <a:pos x="57" y="7"/>
                    </a:cxn>
                    <a:cxn ang="0">
                      <a:pos x="48" y="2"/>
                    </a:cxn>
                    <a:cxn ang="0">
                      <a:pos x="39" y="0"/>
                    </a:cxn>
                    <a:cxn ang="0">
                      <a:pos x="38" y="5"/>
                    </a:cxn>
                    <a:cxn ang="0">
                      <a:pos x="36" y="8"/>
                    </a:cxn>
                    <a:cxn ang="0">
                      <a:pos x="33" y="14"/>
                    </a:cxn>
                    <a:cxn ang="0">
                      <a:pos x="34" y="20"/>
                    </a:cxn>
                    <a:cxn ang="0">
                      <a:pos x="34" y="27"/>
                    </a:cxn>
                    <a:cxn ang="0">
                      <a:pos x="33" y="34"/>
                    </a:cxn>
                    <a:cxn ang="0">
                      <a:pos x="28" y="36"/>
                    </a:cxn>
                  </a:cxnLst>
                  <a:rect l="0" t="0" r="r" b="b"/>
                  <a:pathLst>
                    <a:path w="140" h="126">
                      <a:moveTo>
                        <a:pt x="28" y="36"/>
                      </a:moveTo>
                      <a:lnTo>
                        <a:pt x="27" y="48"/>
                      </a:lnTo>
                      <a:lnTo>
                        <a:pt x="21" y="58"/>
                      </a:lnTo>
                      <a:lnTo>
                        <a:pt x="11" y="59"/>
                      </a:lnTo>
                      <a:lnTo>
                        <a:pt x="11" y="72"/>
                      </a:lnTo>
                      <a:lnTo>
                        <a:pt x="0" y="80"/>
                      </a:lnTo>
                      <a:lnTo>
                        <a:pt x="16" y="91"/>
                      </a:lnTo>
                      <a:lnTo>
                        <a:pt x="23" y="110"/>
                      </a:lnTo>
                      <a:lnTo>
                        <a:pt x="34" y="115"/>
                      </a:lnTo>
                      <a:lnTo>
                        <a:pt x="47" y="104"/>
                      </a:lnTo>
                      <a:lnTo>
                        <a:pt x="53" y="93"/>
                      </a:lnTo>
                      <a:lnTo>
                        <a:pt x="82" y="85"/>
                      </a:lnTo>
                      <a:lnTo>
                        <a:pt x="97" y="99"/>
                      </a:lnTo>
                      <a:lnTo>
                        <a:pt x="98" y="106"/>
                      </a:lnTo>
                      <a:lnTo>
                        <a:pt x="98" y="121"/>
                      </a:lnTo>
                      <a:lnTo>
                        <a:pt x="101" y="126"/>
                      </a:lnTo>
                      <a:lnTo>
                        <a:pt x="103" y="126"/>
                      </a:lnTo>
                      <a:lnTo>
                        <a:pt x="117" y="117"/>
                      </a:lnTo>
                      <a:lnTo>
                        <a:pt x="119" y="107"/>
                      </a:lnTo>
                      <a:lnTo>
                        <a:pt x="132" y="105"/>
                      </a:lnTo>
                      <a:lnTo>
                        <a:pt x="138" y="97"/>
                      </a:lnTo>
                      <a:lnTo>
                        <a:pt x="132" y="85"/>
                      </a:lnTo>
                      <a:lnTo>
                        <a:pt x="130" y="78"/>
                      </a:lnTo>
                      <a:lnTo>
                        <a:pt x="138" y="90"/>
                      </a:lnTo>
                      <a:lnTo>
                        <a:pt x="140" y="79"/>
                      </a:lnTo>
                      <a:lnTo>
                        <a:pt x="135" y="68"/>
                      </a:lnTo>
                      <a:lnTo>
                        <a:pt x="130" y="66"/>
                      </a:lnTo>
                      <a:lnTo>
                        <a:pt x="116" y="68"/>
                      </a:lnTo>
                      <a:lnTo>
                        <a:pt x="122" y="57"/>
                      </a:lnTo>
                      <a:lnTo>
                        <a:pt x="120" y="39"/>
                      </a:lnTo>
                      <a:lnTo>
                        <a:pt x="112" y="27"/>
                      </a:lnTo>
                      <a:lnTo>
                        <a:pt x="106" y="16"/>
                      </a:lnTo>
                      <a:lnTo>
                        <a:pt x="89" y="10"/>
                      </a:lnTo>
                      <a:lnTo>
                        <a:pt x="64" y="18"/>
                      </a:lnTo>
                      <a:lnTo>
                        <a:pt x="58" y="24"/>
                      </a:lnTo>
                      <a:lnTo>
                        <a:pt x="50" y="27"/>
                      </a:lnTo>
                      <a:lnTo>
                        <a:pt x="48" y="24"/>
                      </a:lnTo>
                      <a:lnTo>
                        <a:pt x="59" y="10"/>
                      </a:lnTo>
                      <a:lnTo>
                        <a:pt x="57" y="7"/>
                      </a:lnTo>
                      <a:lnTo>
                        <a:pt x="48" y="2"/>
                      </a:lnTo>
                      <a:lnTo>
                        <a:pt x="39" y="0"/>
                      </a:lnTo>
                      <a:lnTo>
                        <a:pt x="38" y="5"/>
                      </a:lnTo>
                      <a:lnTo>
                        <a:pt x="36" y="8"/>
                      </a:lnTo>
                      <a:lnTo>
                        <a:pt x="33" y="14"/>
                      </a:lnTo>
                      <a:lnTo>
                        <a:pt x="34" y="20"/>
                      </a:lnTo>
                      <a:lnTo>
                        <a:pt x="34" y="27"/>
                      </a:lnTo>
                      <a:lnTo>
                        <a:pt x="33" y="34"/>
                      </a:lnTo>
                      <a:lnTo>
                        <a:pt x="28" y="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72" name="Freeform 190">
                <a:extLst>
                  <a:ext uri="{FF2B5EF4-FFF2-40B4-BE49-F238E27FC236}">
                    <a16:creationId xmlns:a16="http://schemas.microsoft.com/office/drawing/2014/main" id="{D29AF0D5-16BB-2C39-7653-6CF957F6F3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03" y="1761"/>
                <a:ext cx="47" cy="69"/>
              </a:xfrm>
              <a:custGeom>
                <a:avLst/>
                <a:gdLst/>
                <a:ahLst/>
                <a:cxnLst>
                  <a:cxn ang="0">
                    <a:pos x="223" y="97"/>
                  </a:cxn>
                  <a:cxn ang="0">
                    <a:pos x="178" y="84"/>
                  </a:cxn>
                  <a:cxn ang="0">
                    <a:pos x="148" y="100"/>
                  </a:cxn>
                  <a:cxn ang="0">
                    <a:pos x="136" y="63"/>
                  </a:cxn>
                  <a:cxn ang="0">
                    <a:pos x="152" y="39"/>
                  </a:cxn>
                  <a:cxn ang="0">
                    <a:pos x="152" y="2"/>
                  </a:cxn>
                  <a:cxn ang="0">
                    <a:pos x="135" y="6"/>
                  </a:cxn>
                  <a:cxn ang="0">
                    <a:pos x="113" y="18"/>
                  </a:cxn>
                  <a:cxn ang="0">
                    <a:pos x="108" y="34"/>
                  </a:cxn>
                  <a:cxn ang="0">
                    <a:pos x="88" y="53"/>
                  </a:cxn>
                  <a:cxn ang="0">
                    <a:pos x="104" y="60"/>
                  </a:cxn>
                  <a:cxn ang="0">
                    <a:pos x="120" y="63"/>
                  </a:cxn>
                  <a:cxn ang="0">
                    <a:pos x="99" y="87"/>
                  </a:cxn>
                  <a:cxn ang="0">
                    <a:pos x="65" y="97"/>
                  </a:cxn>
                  <a:cxn ang="0">
                    <a:pos x="31" y="96"/>
                  </a:cxn>
                  <a:cxn ang="0">
                    <a:pos x="23" y="118"/>
                  </a:cxn>
                  <a:cxn ang="0">
                    <a:pos x="43" y="130"/>
                  </a:cxn>
                  <a:cxn ang="0">
                    <a:pos x="24" y="154"/>
                  </a:cxn>
                  <a:cxn ang="0">
                    <a:pos x="23" y="173"/>
                  </a:cxn>
                  <a:cxn ang="0">
                    <a:pos x="40" y="179"/>
                  </a:cxn>
                  <a:cxn ang="0">
                    <a:pos x="78" y="192"/>
                  </a:cxn>
                  <a:cxn ang="0">
                    <a:pos x="54" y="209"/>
                  </a:cxn>
                  <a:cxn ang="0">
                    <a:pos x="32" y="248"/>
                  </a:cxn>
                  <a:cxn ang="0">
                    <a:pos x="81" y="238"/>
                  </a:cxn>
                  <a:cxn ang="0">
                    <a:pos x="56" y="249"/>
                  </a:cxn>
                  <a:cxn ang="0">
                    <a:pos x="29" y="274"/>
                  </a:cxn>
                  <a:cxn ang="0">
                    <a:pos x="15" y="279"/>
                  </a:cxn>
                  <a:cxn ang="0">
                    <a:pos x="0" y="291"/>
                  </a:cxn>
                  <a:cxn ang="0">
                    <a:pos x="13" y="299"/>
                  </a:cxn>
                  <a:cxn ang="0">
                    <a:pos x="11" y="314"/>
                  </a:cxn>
                  <a:cxn ang="0">
                    <a:pos x="38" y="312"/>
                  </a:cxn>
                  <a:cxn ang="0">
                    <a:pos x="16" y="334"/>
                  </a:cxn>
                  <a:cxn ang="0">
                    <a:pos x="48" y="328"/>
                  </a:cxn>
                  <a:cxn ang="0">
                    <a:pos x="33" y="338"/>
                  </a:cxn>
                  <a:cxn ang="0">
                    <a:pos x="44" y="340"/>
                  </a:cxn>
                  <a:cxn ang="0">
                    <a:pos x="60" y="343"/>
                  </a:cxn>
                  <a:cxn ang="0">
                    <a:pos x="102" y="329"/>
                  </a:cxn>
                  <a:cxn ang="0">
                    <a:pos x="109" y="308"/>
                  </a:cxn>
                  <a:cxn ang="0">
                    <a:pos x="119" y="317"/>
                  </a:cxn>
                  <a:cxn ang="0">
                    <a:pos x="145" y="306"/>
                  </a:cxn>
                  <a:cxn ang="0">
                    <a:pos x="153" y="291"/>
                  </a:cxn>
                  <a:cxn ang="0">
                    <a:pos x="201" y="281"/>
                  </a:cxn>
                  <a:cxn ang="0">
                    <a:pos x="218" y="278"/>
                  </a:cxn>
                  <a:cxn ang="0">
                    <a:pos x="225" y="236"/>
                  </a:cxn>
                  <a:cxn ang="0">
                    <a:pos x="231" y="197"/>
                  </a:cxn>
                  <a:cxn ang="0">
                    <a:pos x="233" y="160"/>
                  </a:cxn>
                  <a:cxn ang="0">
                    <a:pos x="226" y="117"/>
                  </a:cxn>
                </a:cxnLst>
                <a:rect l="0" t="0" r="r" b="b"/>
                <a:pathLst>
                  <a:path w="233" h="345">
                    <a:moveTo>
                      <a:pt x="226" y="117"/>
                    </a:moveTo>
                    <a:lnTo>
                      <a:pt x="223" y="112"/>
                    </a:lnTo>
                    <a:lnTo>
                      <a:pt x="223" y="97"/>
                    </a:lnTo>
                    <a:lnTo>
                      <a:pt x="222" y="90"/>
                    </a:lnTo>
                    <a:lnTo>
                      <a:pt x="207" y="76"/>
                    </a:lnTo>
                    <a:lnTo>
                      <a:pt x="178" y="84"/>
                    </a:lnTo>
                    <a:lnTo>
                      <a:pt x="172" y="95"/>
                    </a:lnTo>
                    <a:lnTo>
                      <a:pt x="159" y="106"/>
                    </a:lnTo>
                    <a:lnTo>
                      <a:pt x="148" y="100"/>
                    </a:lnTo>
                    <a:lnTo>
                      <a:pt x="141" y="82"/>
                    </a:lnTo>
                    <a:lnTo>
                      <a:pt x="125" y="71"/>
                    </a:lnTo>
                    <a:lnTo>
                      <a:pt x="136" y="63"/>
                    </a:lnTo>
                    <a:lnTo>
                      <a:pt x="136" y="50"/>
                    </a:lnTo>
                    <a:lnTo>
                      <a:pt x="146" y="49"/>
                    </a:lnTo>
                    <a:lnTo>
                      <a:pt x="152" y="39"/>
                    </a:lnTo>
                    <a:lnTo>
                      <a:pt x="153" y="27"/>
                    </a:lnTo>
                    <a:lnTo>
                      <a:pt x="155" y="22"/>
                    </a:lnTo>
                    <a:lnTo>
                      <a:pt x="152" y="2"/>
                    </a:lnTo>
                    <a:lnTo>
                      <a:pt x="151" y="0"/>
                    </a:lnTo>
                    <a:lnTo>
                      <a:pt x="145" y="1"/>
                    </a:lnTo>
                    <a:lnTo>
                      <a:pt x="135" y="6"/>
                    </a:lnTo>
                    <a:lnTo>
                      <a:pt x="131" y="4"/>
                    </a:lnTo>
                    <a:lnTo>
                      <a:pt x="121" y="11"/>
                    </a:lnTo>
                    <a:lnTo>
                      <a:pt x="113" y="18"/>
                    </a:lnTo>
                    <a:lnTo>
                      <a:pt x="108" y="20"/>
                    </a:lnTo>
                    <a:lnTo>
                      <a:pt x="105" y="30"/>
                    </a:lnTo>
                    <a:lnTo>
                      <a:pt x="108" y="34"/>
                    </a:lnTo>
                    <a:lnTo>
                      <a:pt x="107" y="37"/>
                    </a:lnTo>
                    <a:lnTo>
                      <a:pt x="99" y="45"/>
                    </a:lnTo>
                    <a:lnTo>
                      <a:pt x="88" y="53"/>
                    </a:lnTo>
                    <a:lnTo>
                      <a:pt x="91" y="59"/>
                    </a:lnTo>
                    <a:lnTo>
                      <a:pt x="99" y="59"/>
                    </a:lnTo>
                    <a:lnTo>
                      <a:pt x="104" y="60"/>
                    </a:lnTo>
                    <a:lnTo>
                      <a:pt x="110" y="59"/>
                    </a:lnTo>
                    <a:lnTo>
                      <a:pt x="119" y="59"/>
                    </a:lnTo>
                    <a:lnTo>
                      <a:pt x="120" y="63"/>
                    </a:lnTo>
                    <a:lnTo>
                      <a:pt x="117" y="71"/>
                    </a:lnTo>
                    <a:lnTo>
                      <a:pt x="98" y="84"/>
                    </a:lnTo>
                    <a:lnTo>
                      <a:pt x="99" y="87"/>
                    </a:lnTo>
                    <a:lnTo>
                      <a:pt x="98" y="95"/>
                    </a:lnTo>
                    <a:lnTo>
                      <a:pt x="83" y="93"/>
                    </a:lnTo>
                    <a:lnTo>
                      <a:pt x="65" y="97"/>
                    </a:lnTo>
                    <a:lnTo>
                      <a:pt x="61" y="90"/>
                    </a:lnTo>
                    <a:lnTo>
                      <a:pt x="37" y="87"/>
                    </a:lnTo>
                    <a:lnTo>
                      <a:pt x="31" y="96"/>
                    </a:lnTo>
                    <a:lnTo>
                      <a:pt x="26" y="104"/>
                    </a:lnTo>
                    <a:lnTo>
                      <a:pt x="29" y="120"/>
                    </a:lnTo>
                    <a:lnTo>
                      <a:pt x="23" y="118"/>
                    </a:lnTo>
                    <a:lnTo>
                      <a:pt x="15" y="119"/>
                    </a:lnTo>
                    <a:lnTo>
                      <a:pt x="21" y="128"/>
                    </a:lnTo>
                    <a:lnTo>
                      <a:pt x="43" y="130"/>
                    </a:lnTo>
                    <a:lnTo>
                      <a:pt x="44" y="136"/>
                    </a:lnTo>
                    <a:lnTo>
                      <a:pt x="28" y="146"/>
                    </a:lnTo>
                    <a:lnTo>
                      <a:pt x="24" y="154"/>
                    </a:lnTo>
                    <a:lnTo>
                      <a:pt x="17" y="158"/>
                    </a:lnTo>
                    <a:lnTo>
                      <a:pt x="17" y="166"/>
                    </a:lnTo>
                    <a:lnTo>
                      <a:pt x="23" y="173"/>
                    </a:lnTo>
                    <a:lnTo>
                      <a:pt x="28" y="174"/>
                    </a:lnTo>
                    <a:lnTo>
                      <a:pt x="28" y="179"/>
                    </a:lnTo>
                    <a:lnTo>
                      <a:pt x="40" y="179"/>
                    </a:lnTo>
                    <a:lnTo>
                      <a:pt x="43" y="186"/>
                    </a:lnTo>
                    <a:lnTo>
                      <a:pt x="75" y="187"/>
                    </a:lnTo>
                    <a:lnTo>
                      <a:pt x="78" y="192"/>
                    </a:lnTo>
                    <a:lnTo>
                      <a:pt x="74" y="197"/>
                    </a:lnTo>
                    <a:lnTo>
                      <a:pt x="61" y="201"/>
                    </a:lnTo>
                    <a:lnTo>
                      <a:pt x="54" y="209"/>
                    </a:lnTo>
                    <a:lnTo>
                      <a:pt x="53" y="224"/>
                    </a:lnTo>
                    <a:lnTo>
                      <a:pt x="48" y="233"/>
                    </a:lnTo>
                    <a:lnTo>
                      <a:pt x="32" y="248"/>
                    </a:lnTo>
                    <a:lnTo>
                      <a:pt x="65" y="243"/>
                    </a:lnTo>
                    <a:lnTo>
                      <a:pt x="81" y="227"/>
                    </a:lnTo>
                    <a:lnTo>
                      <a:pt x="81" y="238"/>
                    </a:lnTo>
                    <a:lnTo>
                      <a:pt x="89" y="240"/>
                    </a:lnTo>
                    <a:lnTo>
                      <a:pt x="91" y="241"/>
                    </a:lnTo>
                    <a:lnTo>
                      <a:pt x="56" y="249"/>
                    </a:lnTo>
                    <a:lnTo>
                      <a:pt x="42" y="251"/>
                    </a:lnTo>
                    <a:lnTo>
                      <a:pt x="31" y="268"/>
                    </a:lnTo>
                    <a:lnTo>
                      <a:pt x="29" y="274"/>
                    </a:lnTo>
                    <a:lnTo>
                      <a:pt x="27" y="278"/>
                    </a:lnTo>
                    <a:lnTo>
                      <a:pt x="21" y="276"/>
                    </a:lnTo>
                    <a:lnTo>
                      <a:pt x="15" y="279"/>
                    </a:lnTo>
                    <a:lnTo>
                      <a:pt x="8" y="278"/>
                    </a:lnTo>
                    <a:lnTo>
                      <a:pt x="2" y="283"/>
                    </a:lnTo>
                    <a:lnTo>
                      <a:pt x="0" y="291"/>
                    </a:lnTo>
                    <a:lnTo>
                      <a:pt x="24" y="289"/>
                    </a:lnTo>
                    <a:lnTo>
                      <a:pt x="26" y="294"/>
                    </a:lnTo>
                    <a:lnTo>
                      <a:pt x="13" y="299"/>
                    </a:lnTo>
                    <a:lnTo>
                      <a:pt x="5" y="308"/>
                    </a:lnTo>
                    <a:lnTo>
                      <a:pt x="3" y="314"/>
                    </a:lnTo>
                    <a:lnTo>
                      <a:pt x="11" y="314"/>
                    </a:lnTo>
                    <a:lnTo>
                      <a:pt x="13" y="319"/>
                    </a:lnTo>
                    <a:lnTo>
                      <a:pt x="16" y="319"/>
                    </a:lnTo>
                    <a:lnTo>
                      <a:pt x="38" y="312"/>
                    </a:lnTo>
                    <a:lnTo>
                      <a:pt x="38" y="318"/>
                    </a:lnTo>
                    <a:lnTo>
                      <a:pt x="29" y="323"/>
                    </a:lnTo>
                    <a:lnTo>
                      <a:pt x="16" y="334"/>
                    </a:lnTo>
                    <a:lnTo>
                      <a:pt x="19" y="334"/>
                    </a:lnTo>
                    <a:lnTo>
                      <a:pt x="45" y="326"/>
                    </a:lnTo>
                    <a:lnTo>
                      <a:pt x="48" y="328"/>
                    </a:lnTo>
                    <a:lnTo>
                      <a:pt x="45" y="334"/>
                    </a:lnTo>
                    <a:lnTo>
                      <a:pt x="39" y="334"/>
                    </a:lnTo>
                    <a:lnTo>
                      <a:pt x="33" y="338"/>
                    </a:lnTo>
                    <a:lnTo>
                      <a:pt x="34" y="340"/>
                    </a:lnTo>
                    <a:lnTo>
                      <a:pt x="34" y="345"/>
                    </a:lnTo>
                    <a:lnTo>
                      <a:pt x="44" y="340"/>
                    </a:lnTo>
                    <a:lnTo>
                      <a:pt x="51" y="339"/>
                    </a:lnTo>
                    <a:lnTo>
                      <a:pt x="55" y="341"/>
                    </a:lnTo>
                    <a:lnTo>
                      <a:pt x="60" y="343"/>
                    </a:lnTo>
                    <a:lnTo>
                      <a:pt x="67" y="338"/>
                    </a:lnTo>
                    <a:lnTo>
                      <a:pt x="74" y="338"/>
                    </a:lnTo>
                    <a:lnTo>
                      <a:pt x="102" y="329"/>
                    </a:lnTo>
                    <a:lnTo>
                      <a:pt x="109" y="323"/>
                    </a:lnTo>
                    <a:lnTo>
                      <a:pt x="110" y="316"/>
                    </a:lnTo>
                    <a:lnTo>
                      <a:pt x="109" y="308"/>
                    </a:lnTo>
                    <a:lnTo>
                      <a:pt x="113" y="310"/>
                    </a:lnTo>
                    <a:lnTo>
                      <a:pt x="115" y="316"/>
                    </a:lnTo>
                    <a:lnTo>
                      <a:pt x="119" y="317"/>
                    </a:lnTo>
                    <a:lnTo>
                      <a:pt x="131" y="311"/>
                    </a:lnTo>
                    <a:lnTo>
                      <a:pt x="135" y="305"/>
                    </a:lnTo>
                    <a:lnTo>
                      <a:pt x="145" y="306"/>
                    </a:lnTo>
                    <a:lnTo>
                      <a:pt x="148" y="301"/>
                    </a:lnTo>
                    <a:lnTo>
                      <a:pt x="151" y="295"/>
                    </a:lnTo>
                    <a:lnTo>
                      <a:pt x="153" y="291"/>
                    </a:lnTo>
                    <a:lnTo>
                      <a:pt x="177" y="286"/>
                    </a:lnTo>
                    <a:lnTo>
                      <a:pt x="189" y="281"/>
                    </a:lnTo>
                    <a:lnTo>
                      <a:pt x="201" y="281"/>
                    </a:lnTo>
                    <a:lnTo>
                      <a:pt x="209" y="285"/>
                    </a:lnTo>
                    <a:lnTo>
                      <a:pt x="216" y="285"/>
                    </a:lnTo>
                    <a:lnTo>
                      <a:pt x="218" y="278"/>
                    </a:lnTo>
                    <a:lnTo>
                      <a:pt x="215" y="269"/>
                    </a:lnTo>
                    <a:lnTo>
                      <a:pt x="222" y="251"/>
                    </a:lnTo>
                    <a:lnTo>
                      <a:pt x="225" y="236"/>
                    </a:lnTo>
                    <a:lnTo>
                      <a:pt x="231" y="225"/>
                    </a:lnTo>
                    <a:lnTo>
                      <a:pt x="233" y="216"/>
                    </a:lnTo>
                    <a:lnTo>
                      <a:pt x="231" y="197"/>
                    </a:lnTo>
                    <a:lnTo>
                      <a:pt x="227" y="178"/>
                    </a:lnTo>
                    <a:lnTo>
                      <a:pt x="231" y="176"/>
                    </a:lnTo>
                    <a:lnTo>
                      <a:pt x="233" y="160"/>
                    </a:lnTo>
                    <a:lnTo>
                      <a:pt x="220" y="128"/>
                    </a:lnTo>
                    <a:lnTo>
                      <a:pt x="220" y="119"/>
                    </a:lnTo>
                    <a:lnTo>
                      <a:pt x="226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73" name="Freeform 191">
                <a:extLst>
                  <a:ext uri="{FF2B5EF4-FFF2-40B4-BE49-F238E27FC236}">
                    <a16:creationId xmlns:a16="http://schemas.microsoft.com/office/drawing/2014/main" id="{CC1F8DEC-553B-A168-7E95-C5968896552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58" y="1813"/>
                <a:ext cx="199" cy="132"/>
              </a:xfrm>
              <a:custGeom>
                <a:avLst/>
                <a:gdLst/>
                <a:ahLst/>
                <a:cxnLst>
                  <a:cxn ang="0">
                    <a:pos x="148" y="384"/>
                  </a:cxn>
                  <a:cxn ang="0">
                    <a:pos x="40" y="377"/>
                  </a:cxn>
                  <a:cxn ang="0">
                    <a:pos x="19" y="282"/>
                  </a:cxn>
                  <a:cxn ang="0">
                    <a:pos x="85" y="184"/>
                  </a:cxn>
                  <a:cxn ang="0">
                    <a:pos x="84" y="95"/>
                  </a:cxn>
                  <a:cxn ang="0">
                    <a:pos x="121" y="51"/>
                  </a:cxn>
                  <a:cxn ang="0">
                    <a:pos x="219" y="44"/>
                  </a:cxn>
                  <a:cxn ang="0">
                    <a:pos x="275" y="67"/>
                  </a:cxn>
                  <a:cxn ang="0">
                    <a:pos x="328" y="77"/>
                  </a:cxn>
                  <a:cxn ang="0">
                    <a:pos x="386" y="70"/>
                  </a:cxn>
                  <a:cxn ang="0">
                    <a:pos x="449" y="86"/>
                  </a:cxn>
                  <a:cxn ang="0">
                    <a:pos x="473" y="52"/>
                  </a:cxn>
                  <a:cxn ang="0">
                    <a:pos x="537" y="18"/>
                  </a:cxn>
                  <a:cxn ang="0">
                    <a:pos x="589" y="6"/>
                  </a:cxn>
                  <a:cxn ang="0">
                    <a:pos x="662" y="25"/>
                  </a:cxn>
                  <a:cxn ang="0">
                    <a:pos x="667" y="72"/>
                  </a:cxn>
                  <a:cxn ang="0">
                    <a:pos x="720" y="105"/>
                  </a:cxn>
                  <a:cxn ang="0">
                    <a:pos x="759" y="165"/>
                  </a:cxn>
                  <a:cxn ang="0">
                    <a:pos x="842" y="163"/>
                  </a:cxn>
                  <a:cxn ang="0">
                    <a:pos x="896" y="199"/>
                  </a:cxn>
                  <a:cxn ang="0">
                    <a:pos x="958" y="223"/>
                  </a:cxn>
                  <a:cxn ang="0">
                    <a:pos x="987" y="282"/>
                  </a:cxn>
                  <a:cxn ang="0">
                    <a:pos x="968" y="320"/>
                  </a:cxn>
                  <a:cxn ang="0">
                    <a:pos x="963" y="389"/>
                  </a:cxn>
                  <a:cxn ang="0">
                    <a:pos x="888" y="419"/>
                  </a:cxn>
                  <a:cxn ang="0">
                    <a:pos x="817" y="465"/>
                  </a:cxn>
                  <a:cxn ang="0">
                    <a:pos x="757" y="485"/>
                  </a:cxn>
                  <a:cxn ang="0">
                    <a:pos x="725" y="517"/>
                  </a:cxn>
                  <a:cxn ang="0">
                    <a:pos x="709" y="545"/>
                  </a:cxn>
                  <a:cxn ang="0">
                    <a:pos x="687" y="534"/>
                  </a:cxn>
                  <a:cxn ang="0">
                    <a:pos x="666" y="507"/>
                  </a:cxn>
                  <a:cxn ang="0">
                    <a:pos x="660" y="527"/>
                  </a:cxn>
                  <a:cxn ang="0">
                    <a:pos x="684" y="539"/>
                  </a:cxn>
                  <a:cxn ang="0">
                    <a:pos x="708" y="559"/>
                  </a:cxn>
                  <a:cxn ang="0">
                    <a:pos x="750" y="590"/>
                  </a:cxn>
                  <a:cxn ang="0">
                    <a:pos x="799" y="584"/>
                  </a:cxn>
                  <a:cxn ang="0">
                    <a:pos x="723" y="619"/>
                  </a:cxn>
                  <a:cxn ang="0">
                    <a:pos x="680" y="646"/>
                  </a:cxn>
                  <a:cxn ang="0">
                    <a:pos x="632" y="638"/>
                  </a:cxn>
                  <a:cxn ang="0">
                    <a:pos x="607" y="590"/>
                  </a:cxn>
                  <a:cxn ang="0">
                    <a:pos x="613" y="550"/>
                  </a:cxn>
                  <a:cxn ang="0">
                    <a:pos x="618" y="524"/>
                  </a:cxn>
                  <a:cxn ang="0">
                    <a:pos x="557" y="518"/>
                  </a:cxn>
                  <a:cxn ang="0">
                    <a:pos x="528" y="496"/>
                  </a:cxn>
                  <a:cxn ang="0">
                    <a:pos x="543" y="471"/>
                  </a:cxn>
                  <a:cxn ang="0">
                    <a:pos x="492" y="489"/>
                  </a:cxn>
                  <a:cxn ang="0">
                    <a:pos x="450" y="509"/>
                  </a:cxn>
                  <a:cxn ang="0">
                    <a:pos x="434" y="547"/>
                  </a:cxn>
                  <a:cxn ang="0">
                    <a:pos x="418" y="566"/>
                  </a:cxn>
                  <a:cxn ang="0">
                    <a:pos x="368" y="592"/>
                  </a:cxn>
                  <a:cxn ang="0">
                    <a:pos x="352" y="560"/>
                  </a:cxn>
                  <a:cxn ang="0">
                    <a:pos x="382" y="498"/>
                  </a:cxn>
                  <a:cxn ang="0">
                    <a:pos x="431" y="484"/>
                  </a:cxn>
                  <a:cxn ang="0">
                    <a:pos x="406" y="423"/>
                  </a:cxn>
                  <a:cxn ang="0">
                    <a:pos x="387" y="369"/>
                  </a:cxn>
                  <a:cxn ang="0">
                    <a:pos x="310" y="339"/>
                  </a:cxn>
                </a:cxnLst>
                <a:rect l="0" t="0" r="r" b="b"/>
                <a:pathLst>
                  <a:path w="995" h="658">
                    <a:moveTo>
                      <a:pt x="248" y="353"/>
                    </a:moveTo>
                    <a:lnTo>
                      <a:pt x="242" y="352"/>
                    </a:lnTo>
                    <a:lnTo>
                      <a:pt x="208" y="373"/>
                    </a:lnTo>
                    <a:lnTo>
                      <a:pt x="189" y="374"/>
                    </a:lnTo>
                    <a:lnTo>
                      <a:pt x="173" y="378"/>
                    </a:lnTo>
                    <a:lnTo>
                      <a:pt x="157" y="389"/>
                    </a:lnTo>
                    <a:lnTo>
                      <a:pt x="148" y="384"/>
                    </a:lnTo>
                    <a:lnTo>
                      <a:pt x="137" y="374"/>
                    </a:lnTo>
                    <a:lnTo>
                      <a:pt x="121" y="376"/>
                    </a:lnTo>
                    <a:lnTo>
                      <a:pt x="106" y="379"/>
                    </a:lnTo>
                    <a:lnTo>
                      <a:pt x="83" y="377"/>
                    </a:lnTo>
                    <a:lnTo>
                      <a:pt x="64" y="374"/>
                    </a:lnTo>
                    <a:lnTo>
                      <a:pt x="47" y="374"/>
                    </a:lnTo>
                    <a:lnTo>
                      <a:pt x="40" y="377"/>
                    </a:lnTo>
                    <a:lnTo>
                      <a:pt x="36" y="367"/>
                    </a:lnTo>
                    <a:lnTo>
                      <a:pt x="27" y="358"/>
                    </a:lnTo>
                    <a:lnTo>
                      <a:pt x="15" y="348"/>
                    </a:lnTo>
                    <a:lnTo>
                      <a:pt x="0" y="341"/>
                    </a:lnTo>
                    <a:lnTo>
                      <a:pt x="6" y="318"/>
                    </a:lnTo>
                    <a:lnTo>
                      <a:pt x="17" y="288"/>
                    </a:lnTo>
                    <a:lnTo>
                      <a:pt x="19" y="282"/>
                    </a:lnTo>
                    <a:lnTo>
                      <a:pt x="24" y="283"/>
                    </a:lnTo>
                    <a:lnTo>
                      <a:pt x="33" y="281"/>
                    </a:lnTo>
                    <a:lnTo>
                      <a:pt x="31" y="269"/>
                    </a:lnTo>
                    <a:lnTo>
                      <a:pt x="33" y="254"/>
                    </a:lnTo>
                    <a:lnTo>
                      <a:pt x="51" y="216"/>
                    </a:lnTo>
                    <a:lnTo>
                      <a:pt x="65" y="197"/>
                    </a:lnTo>
                    <a:lnTo>
                      <a:pt x="85" y="184"/>
                    </a:lnTo>
                    <a:lnTo>
                      <a:pt x="103" y="169"/>
                    </a:lnTo>
                    <a:lnTo>
                      <a:pt x="108" y="156"/>
                    </a:lnTo>
                    <a:lnTo>
                      <a:pt x="102" y="140"/>
                    </a:lnTo>
                    <a:lnTo>
                      <a:pt x="103" y="129"/>
                    </a:lnTo>
                    <a:lnTo>
                      <a:pt x="92" y="118"/>
                    </a:lnTo>
                    <a:lnTo>
                      <a:pt x="91" y="114"/>
                    </a:lnTo>
                    <a:lnTo>
                      <a:pt x="84" y="95"/>
                    </a:lnTo>
                    <a:lnTo>
                      <a:pt x="83" y="83"/>
                    </a:lnTo>
                    <a:lnTo>
                      <a:pt x="76" y="71"/>
                    </a:lnTo>
                    <a:lnTo>
                      <a:pt x="83" y="65"/>
                    </a:lnTo>
                    <a:lnTo>
                      <a:pt x="91" y="64"/>
                    </a:lnTo>
                    <a:lnTo>
                      <a:pt x="100" y="65"/>
                    </a:lnTo>
                    <a:lnTo>
                      <a:pt x="114" y="57"/>
                    </a:lnTo>
                    <a:lnTo>
                      <a:pt x="121" y="51"/>
                    </a:lnTo>
                    <a:lnTo>
                      <a:pt x="123" y="44"/>
                    </a:lnTo>
                    <a:lnTo>
                      <a:pt x="130" y="40"/>
                    </a:lnTo>
                    <a:lnTo>
                      <a:pt x="172" y="34"/>
                    </a:lnTo>
                    <a:lnTo>
                      <a:pt x="180" y="37"/>
                    </a:lnTo>
                    <a:lnTo>
                      <a:pt x="197" y="38"/>
                    </a:lnTo>
                    <a:lnTo>
                      <a:pt x="205" y="35"/>
                    </a:lnTo>
                    <a:lnTo>
                      <a:pt x="219" y="44"/>
                    </a:lnTo>
                    <a:lnTo>
                      <a:pt x="235" y="49"/>
                    </a:lnTo>
                    <a:lnTo>
                      <a:pt x="243" y="50"/>
                    </a:lnTo>
                    <a:lnTo>
                      <a:pt x="252" y="49"/>
                    </a:lnTo>
                    <a:lnTo>
                      <a:pt x="258" y="52"/>
                    </a:lnTo>
                    <a:lnTo>
                      <a:pt x="267" y="55"/>
                    </a:lnTo>
                    <a:lnTo>
                      <a:pt x="274" y="59"/>
                    </a:lnTo>
                    <a:lnTo>
                      <a:pt x="275" y="67"/>
                    </a:lnTo>
                    <a:lnTo>
                      <a:pt x="282" y="72"/>
                    </a:lnTo>
                    <a:lnTo>
                      <a:pt x="297" y="71"/>
                    </a:lnTo>
                    <a:lnTo>
                      <a:pt x="299" y="79"/>
                    </a:lnTo>
                    <a:lnTo>
                      <a:pt x="306" y="86"/>
                    </a:lnTo>
                    <a:lnTo>
                      <a:pt x="312" y="79"/>
                    </a:lnTo>
                    <a:lnTo>
                      <a:pt x="320" y="77"/>
                    </a:lnTo>
                    <a:lnTo>
                      <a:pt x="328" y="77"/>
                    </a:lnTo>
                    <a:lnTo>
                      <a:pt x="334" y="71"/>
                    </a:lnTo>
                    <a:lnTo>
                      <a:pt x="340" y="76"/>
                    </a:lnTo>
                    <a:lnTo>
                      <a:pt x="349" y="78"/>
                    </a:lnTo>
                    <a:lnTo>
                      <a:pt x="356" y="76"/>
                    </a:lnTo>
                    <a:lnTo>
                      <a:pt x="361" y="83"/>
                    </a:lnTo>
                    <a:lnTo>
                      <a:pt x="369" y="88"/>
                    </a:lnTo>
                    <a:lnTo>
                      <a:pt x="386" y="70"/>
                    </a:lnTo>
                    <a:lnTo>
                      <a:pt x="398" y="79"/>
                    </a:lnTo>
                    <a:lnTo>
                      <a:pt x="402" y="87"/>
                    </a:lnTo>
                    <a:lnTo>
                      <a:pt x="408" y="93"/>
                    </a:lnTo>
                    <a:lnTo>
                      <a:pt x="415" y="88"/>
                    </a:lnTo>
                    <a:lnTo>
                      <a:pt x="424" y="88"/>
                    </a:lnTo>
                    <a:lnTo>
                      <a:pt x="440" y="86"/>
                    </a:lnTo>
                    <a:lnTo>
                      <a:pt x="449" y="86"/>
                    </a:lnTo>
                    <a:lnTo>
                      <a:pt x="456" y="89"/>
                    </a:lnTo>
                    <a:lnTo>
                      <a:pt x="461" y="95"/>
                    </a:lnTo>
                    <a:lnTo>
                      <a:pt x="469" y="93"/>
                    </a:lnTo>
                    <a:lnTo>
                      <a:pt x="473" y="86"/>
                    </a:lnTo>
                    <a:lnTo>
                      <a:pt x="471" y="70"/>
                    </a:lnTo>
                    <a:lnTo>
                      <a:pt x="473" y="61"/>
                    </a:lnTo>
                    <a:lnTo>
                      <a:pt x="473" y="52"/>
                    </a:lnTo>
                    <a:lnTo>
                      <a:pt x="476" y="44"/>
                    </a:lnTo>
                    <a:lnTo>
                      <a:pt x="494" y="27"/>
                    </a:lnTo>
                    <a:lnTo>
                      <a:pt x="501" y="23"/>
                    </a:lnTo>
                    <a:lnTo>
                      <a:pt x="510" y="23"/>
                    </a:lnTo>
                    <a:lnTo>
                      <a:pt x="517" y="18"/>
                    </a:lnTo>
                    <a:lnTo>
                      <a:pt x="537" y="18"/>
                    </a:lnTo>
                    <a:lnTo>
                      <a:pt x="537" y="18"/>
                    </a:lnTo>
                    <a:lnTo>
                      <a:pt x="543" y="23"/>
                    </a:lnTo>
                    <a:lnTo>
                      <a:pt x="551" y="25"/>
                    </a:lnTo>
                    <a:lnTo>
                      <a:pt x="558" y="22"/>
                    </a:lnTo>
                    <a:lnTo>
                      <a:pt x="563" y="16"/>
                    </a:lnTo>
                    <a:lnTo>
                      <a:pt x="565" y="7"/>
                    </a:lnTo>
                    <a:lnTo>
                      <a:pt x="573" y="2"/>
                    </a:lnTo>
                    <a:lnTo>
                      <a:pt x="589" y="6"/>
                    </a:lnTo>
                    <a:lnTo>
                      <a:pt x="597" y="6"/>
                    </a:lnTo>
                    <a:lnTo>
                      <a:pt x="613" y="1"/>
                    </a:lnTo>
                    <a:lnTo>
                      <a:pt x="629" y="3"/>
                    </a:lnTo>
                    <a:lnTo>
                      <a:pt x="645" y="0"/>
                    </a:lnTo>
                    <a:lnTo>
                      <a:pt x="657" y="9"/>
                    </a:lnTo>
                    <a:lnTo>
                      <a:pt x="662" y="17"/>
                    </a:lnTo>
                    <a:lnTo>
                      <a:pt x="662" y="25"/>
                    </a:lnTo>
                    <a:lnTo>
                      <a:pt x="675" y="37"/>
                    </a:lnTo>
                    <a:lnTo>
                      <a:pt x="680" y="43"/>
                    </a:lnTo>
                    <a:lnTo>
                      <a:pt x="680" y="52"/>
                    </a:lnTo>
                    <a:lnTo>
                      <a:pt x="671" y="56"/>
                    </a:lnTo>
                    <a:lnTo>
                      <a:pt x="664" y="57"/>
                    </a:lnTo>
                    <a:lnTo>
                      <a:pt x="667" y="65"/>
                    </a:lnTo>
                    <a:lnTo>
                      <a:pt x="667" y="72"/>
                    </a:lnTo>
                    <a:lnTo>
                      <a:pt x="671" y="88"/>
                    </a:lnTo>
                    <a:lnTo>
                      <a:pt x="678" y="93"/>
                    </a:lnTo>
                    <a:lnTo>
                      <a:pt x="686" y="97"/>
                    </a:lnTo>
                    <a:lnTo>
                      <a:pt x="702" y="100"/>
                    </a:lnTo>
                    <a:lnTo>
                      <a:pt x="709" y="97"/>
                    </a:lnTo>
                    <a:lnTo>
                      <a:pt x="718" y="97"/>
                    </a:lnTo>
                    <a:lnTo>
                      <a:pt x="720" y="105"/>
                    </a:lnTo>
                    <a:lnTo>
                      <a:pt x="731" y="116"/>
                    </a:lnTo>
                    <a:lnTo>
                      <a:pt x="738" y="145"/>
                    </a:lnTo>
                    <a:lnTo>
                      <a:pt x="736" y="152"/>
                    </a:lnTo>
                    <a:lnTo>
                      <a:pt x="738" y="159"/>
                    </a:lnTo>
                    <a:lnTo>
                      <a:pt x="745" y="165"/>
                    </a:lnTo>
                    <a:lnTo>
                      <a:pt x="752" y="169"/>
                    </a:lnTo>
                    <a:lnTo>
                      <a:pt x="759" y="165"/>
                    </a:lnTo>
                    <a:lnTo>
                      <a:pt x="767" y="164"/>
                    </a:lnTo>
                    <a:lnTo>
                      <a:pt x="775" y="165"/>
                    </a:lnTo>
                    <a:lnTo>
                      <a:pt x="786" y="177"/>
                    </a:lnTo>
                    <a:lnTo>
                      <a:pt x="795" y="174"/>
                    </a:lnTo>
                    <a:lnTo>
                      <a:pt x="801" y="178"/>
                    </a:lnTo>
                    <a:lnTo>
                      <a:pt x="827" y="170"/>
                    </a:lnTo>
                    <a:lnTo>
                      <a:pt x="842" y="163"/>
                    </a:lnTo>
                    <a:lnTo>
                      <a:pt x="849" y="165"/>
                    </a:lnTo>
                    <a:lnTo>
                      <a:pt x="854" y="173"/>
                    </a:lnTo>
                    <a:lnTo>
                      <a:pt x="865" y="195"/>
                    </a:lnTo>
                    <a:lnTo>
                      <a:pt x="876" y="206"/>
                    </a:lnTo>
                    <a:lnTo>
                      <a:pt x="883" y="206"/>
                    </a:lnTo>
                    <a:lnTo>
                      <a:pt x="887" y="199"/>
                    </a:lnTo>
                    <a:lnTo>
                      <a:pt x="896" y="199"/>
                    </a:lnTo>
                    <a:lnTo>
                      <a:pt x="901" y="205"/>
                    </a:lnTo>
                    <a:lnTo>
                      <a:pt x="908" y="206"/>
                    </a:lnTo>
                    <a:lnTo>
                      <a:pt x="915" y="210"/>
                    </a:lnTo>
                    <a:lnTo>
                      <a:pt x="922" y="216"/>
                    </a:lnTo>
                    <a:lnTo>
                      <a:pt x="938" y="215"/>
                    </a:lnTo>
                    <a:lnTo>
                      <a:pt x="951" y="224"/>
                    </a:lnTo>
                    <a:lnTo>
                      <a:pt x="958" y="223"/>
                    </a:lnTo>
                    <a:lnTo>
                      <a:pt x="971" y="234"/>
                    </a:lnTo>
                    <a:lnTo>
                      <a:pt x="979" y="235"/>
                    </a:lnTo>
                    <a:lnTo>
                      <a:pt x="988" y="235"/>
                    </a:lnTo>
                    <a:lnTo>
                      <a:pt x="994" y="240"/>
                    </a:lnTo>
                    <a:lnTo>
                      <a:pt x="987" y="244"/>
                    </a:lnTo>
                    <a:lnTo>
                      <a:pt x="995" y="267"/>
                    </a:lnTo>
                    <a:lnTo>
                      <a:pt x="987" y="282"/>
                    </a:lnTo>
                    <a:lnTo>
                      <a:pt x="971" y="286"/>
                    </a:lnTo>
                    <a:lnTo>
                      <a:pt x="976" y="292"/>
                    </a:lnTo>
                    <a:lnTo>
                      <a:pt x="984" y="294"/>
                    </a:lnTo>
                    <a:lnTo>
                      <a:pt x="988" y="301"/>
                    </a:lnTo>
                    <a:lnTo>
                      <a:pt x="972" y="306"/>
                    </a:lnTo>
                    <a:lnTo>
                      <a:pt x="969" y="313"/>
                    </a:lnTo>
                    <a:lnTo>
                      <a:pt x="968" y="320"/>
                    </a:lnTo>
                    <a:lnTo>
                      <a:pt x="973" y="326"/>
                    </a:lnTo>
                    <a:lnTo>
                      <a:pt x="976" y="335"/>
                    </a:lnTo>
                    <a:lnTo>
                      <a:pt x="974" y="342"/>
                    </a:lnTo>
                    <a:lnTo>
                      <a:pt x="980" y="346"/>
                    </a:lnTo>
                    <a:lnTo>
                      <a:pt x="978" y="362"/>
                    </a:lnTo>
                    <a:lnTo>
                      <a:pt x="971" y="385"/>
                    </a:lnTo>
                    <a:lnTo>
                      <a:pt x="963" y="389"/>
                    </a:lnTo>
                    <a:lnTo>
                      <a:pt x="947" y="385"/>
                    </a:lnTo>
                    <a:lnTo>
                      <a:pt x="940" y="387"/>
                    </a:lnTo>
                    <a:lnTo>
                      <a:pt x="925" y="379"/>
                    </a:lnTo>
                    <a:lnTo>
                      <a:pt x="919" y="384"/>
                    </a:lnTo>
                    <a:lnTo>
                      <a:pt x="910" y="398"/>
                    </a:lnTo>
                    <a:lnTo>
                      <a:pt x="896" y="404"/>
                    </a:lnTo>
                    <a:lnTo>
                      <a:pt x="888" y="419"/>
                    </a:lnTo>
                    <a:lnTo>
                      <a:pt x="890" y="427"/>
                    </a:lnTo>
                    <a:lnTo>
                      <a:pt x="890" y="442"/>
                    </a:lnTo>
                    <a:lnTo>
                      <a:pt x="866" y="446"/>
                    </a:lnTo>
                    <a:lnTo>
                      <a:pt x="853" y="448"/>
                    </a:lnTo>
                    <a:lnTo>
                      <a:pt x="843" y="459"/>
                    </a:lnTo>
                    <a:lnTo>
                      <a:pt x="836" y="458"/>
                    </a:lnTo>
                    <a:lnTo>
                      <a:pt x="817" y="465"/>
                    </a:lnTo>
                    <a:lnTo>
                      <a:pt x="813" y="477"/>
                    </a:lnTo>
                    <a:lnTo>
                      <a:pt x="801" y="470"/>
                    </a:lnTo>
                    <a:lnTo>
                      <a:pt x="779" y="481"/>
                    </a:lnTo>
                    <a:lnTo>
                      <a:pt x="777" y="486"/>
                    </a:lnTo>
                    <a:lnTo>
                      <a:pt x="775" y="481"/>
                    </a:lnTo>
                    <a:lnTo>
                      <a:pt x="764" y="485"/>
                    </a:lnTo>
                    <a:lnTo>
                      <a:pt x="757" y="485"/>
                    </a:lnTo>
                    <a:lnTo>
                      <a:pt x="741" y="500"/>
                    </a:lnTo>
                    <a:lnTo>
                      <a:pt x="737" y="501"/>
                    </a:lnTo>
                    <a:lnTo>
                      <a:pt x="731" y="511"/>
                    </a:lnTo>
                    <a:lnTo>
                      <a:pt x="724" y="522"/>
                    </a:lnTo>
                    <a:lnTo>
                      <a:pt x="716" y="525"/>
                    </a:lnTo>
                    <a:lnTo>
                      <a:pt x="719" y="520"/>
                    </a:lnTo>
                    <a:lnTo>
                      <a:pt x="725" y="517"/>
                    </a:lnTo>
                    <a:lnTo>
                      <a:pt x="730" y="512"/>
                    </a:lnTo>
                    <a:lnTo>
                      <a:pt x="725" y="497"/>
                    </a:lnTo>
                    <a:lnTo>
                      <a:pt x="721" y="497"/>
                    </a:lnTo>
                    <a:lnTo>
                      <a:pt x="716" y="512"/>
                    </a:lnTo>
                    <a:lnTo>
                      <a:pt x="707" y="522"/>
                    </a:lnTo>
                    <a:lnTo>
                      <a:pt x="709" y="536"/>
                    </a:lnTo>
                    <a:lnTo>
                      <a:pt x="709" y="545"/>
                    </a:lnTo>
                    <a:lnTo>
                      <a:pt x="704" y="545"/>
                    </a:lnTo>
                    <a:lnTo>
                      <a:pt x="704" y="541"/>
                    </a:lnTo>
                    <a:lnTo>
                      <a:pt x="698" y="530"/>
                    </a:lnTo>
                    <a:lnTo>
                      <a:pt x="699" y="527"/>
                    </a:lnTo>
                    <a:lnTo>
                      <a:pt x="697" y="523"/>
                    </a:lnTo>
                    <a:lnTo>
                      <a:pt x="691" y="528"/>
                    </a:lnTo>
                    <a:lnTo>
                      <a:pt x="687" y="534"/>
                    </a:lnTo>
                    <a:lnTo>
                      <a:pt x="684" y="533"/>
                    </a:lnTo>
                    <a:lnTo>
                      <a:pt x="687" y="525"/>
                    </a:lnTo>
                    <a:lnTo>
                      <a:pt x="684" y="523"/>
                    </a:lnTo>
                    <a:lnTo>
                      <a:pt x="671" y="523"/>
                    </a:lnTo>
                    <a:lnTo>
                      <a:pt x="670" y="520"/>
                    </a:lnTo>
                    <a:lnTo>
                      <a:pt x="670" y="512"/>
                    </a:lnTo>
                    <a:lnTo>
                      <a:pt x="666" y="507"/>
                    </a:lnTo>
                    <a:lnTo>
                      <a:pt x="664" y="520"/>
                    </a:lnTo>
                    <a:lnTo>
                      <a:pt x="661" y="522"/>
                    </a:lnTo>
                    <a:lnTo>
                      <a:pt x="644" y="517"/>
                    </a:lnTo>
                    <a:lnTo>
                      <a:pt x="649" y="520"/>
                    </a:lnTo>
                    <a:lnTo>
                      <a:pt x="653" y="525"/>
                    </a:lnTo>
                    <a:lnTo>
                      <a:pt x="657" y="525"/>
                    </a:lnTo>
                    <a:lnTo>
                      <a:pt x="660" y="527"/>
                    </a:lnTo>
                    <a:lnTo>
                      <a:pt x="662" y="533"/>
                    </a:lnTo>
                    <a:lnTo>
                      <a:pt x="664" y="538"/>
                    </a:lnTo>
                    <a:lnTo>
                      <a:pt x="667" y="543"/>
                    </a:lnTo>
                    <a:lnTo>
                      <a:pt x="670" y="540"/>
                    </a:lnTo>
                    <a:lnTo>
                      <a:pt x="670" y="533"/>
                    </a:lnTo>
                    <a:lnTo>
                      <a:pt x="680" y="535"/>
                    </a:lnTo>
                    <a:lnTo>
                      <a:pt x="684" y="539"/>
                    </a:lnTo>
                    <a:lnTo>
                      <a:pt x="689" y="539"/>
                    </a:lnTo>
                    <a:lnTo>
                      <a:pt x="686" y="551"/>
                    </a:lnTo>
                    <a:lnTo>
                      <a:pt x="688" y="552"/>
                    </a:lnTo>
                    <a:lnTo>
                      <a:pt x="694" y="550"/>
                    </a:lnTo>
                    <a:lnTo>
                      <a:pt x="697" y="551"/>
                    </a:lnTo>
                    <a:lnTo>
                      <a:pt x="694" y="560"/>
                    </a:lnTo>
                    <a:lnTo>
                      <a:pt x="708" y="559"/>
                    </a:lnTo>
                    <a:lnTo>
                      <a:pt x="714" y="567"/>
                    </a:lnTo>
                    <a:lnTo>
                      <a:pt x="714" y="578"/>
                    </a:lnTo>
                    <a:lnTo>
                      <a:pt x="716" y="588"/>
                    </a:lnTo>
                    <a:lnTo>
                      <a:pt x="720" y="583"/>
                    </a:lnTo>
                    <a:lnTo>
                      <a:pt x="737" y="588"/>
                    </a:lnTo>
                    <a:lnTo>
                      <a:pt x="738" y="582"/>
                    </a:lnTo>
                    <a:lnTo>
                      <a:pt x="750" y="590"/>
                    </a:lnTo>
                    <a:lnTo>
                      <a:pt x="762" y="577"/>
                    </a:lnTo>
                    <a:lnTo>
                      <a:pt x="766" y="577"/>
                    </a:lnTo>
                    <a:lnTo>
                      <a:pt x="768" y="582"/>
                    </a:lnTo>
                    <a:lnTo>
                      <a:pt x="775" y="578"/>
                    </a:lnTo>
                    <a:lnTo>
                      <a:pt x="789" y="575"/>
                    </a:lnTo>
                    <a:lnTo>
                      <a:pt x="800" y="576"/>
                    </a:lnTo>
                    <a:lnTo>
                      <a:pt x="799" y="584"/>
                    </a:lnTo>
                    <a:lnTo>
                      <a:pt x="795" y="588"/>
                    </a:lnTo>
                    <a:lnTo>
                      <a:pt x="794" y="597"/>
                    </a:lnTo>
                    <a:lnTo>
                      <a:pt x="794" y="608"/>
                    </a:lnTo>
                    <a:lnTo>
                      <a:pt x="775" y="608"/>
                    </a:lnTo>
                    <a:lnTo>
                      <a:pt x="772" y="611"/>
                    </a:lnTo>
                    <a:lnTo>
                      <a:pt x="740" y="602"/>
                    </a:lnTo>
                    <a:lnTo>
                      <a:pt x="723" y="619"/>
                    </a:lnTo>
                    <a:lnTo>
                      <a:pt x="714" y="629"/>
                    </a:lnTo>
                    <a:lnTo>
                      <a:pt x="702" y="626"/>
                    </a:lnTo>
                    <a:lnTo>
                      <a:pt x="687" y="630"/>
                    </a:lnTo>
                    <a:lnTo>
                      <a:pt x="692" y="633"/>
                    </a:lnTo>
                    <a:lnTo>
                      <a:pt x="686" y="635"/>
                    </a:lnTo>
                    <a:lnTo>
                      <a:pt x="681" y="641"/>
                    </a:lnTo>
                    <a:lnTo>
                      <a:pt x="680" y="646"/>
                    </a:lnTo>
                    <a:lnTo>
                      <a:pt x="677" y="649"/>
                    </a:lnTo>
                    <a:lnTo>
                      <a:pt x="670" y="651"/>
                    </a:lnTo>
                    <a:lnTo>
                      <a:pt x="659" y="658"/>
                    </a:lnTo>
                    <a:lnTo>
                      <a:pt x="643" y="657"/>
                    </a:lnTo>
                    <a:lnTo>
                      <a:pt x="639" y="656"/>
                    </a:lnTo>
                    <a:lnTo>
                      <a:pt x="628" y="646"/>
                    </a:lnTo>
                    <a:lnTo>
                      <a:pt x="632" y="638"/>
                    </a:lnTo>
                    <a:lnTo>
                      <a:pt x="632" y="629"/>
                    </a:lnTo>
                    <a:lnTo>
                      <a:pt x="634" y="620"/>
                    </a:lnTo>
                    <a:lnTo>
                      <a:pt x="633" y="610"/>
                    </a:lnTo>
                    <a:lnTo>
                      <a:pt x="628" y="599"/>
                    </a:lnTo>
                    <a:lnTo>
                      <a:pt x="621" y="598"/>
                    </a:lnTo>
                    <a:lnTo>
                      <a:pt x="614" y="598"/>
                    </a:lnTo>
                    <a:lnTo>
                      <a:pt x="607" y="590"/>
                    </a:lnTo>
                    <a:lnTo>
                      <a:pt x="595" y="583"/>
                    </a:lnTo>
                    <a:lnTo>
                      <a:pt x="579" y="583"/>
                    </a:lnTo>
                    <a:lnTo>
                      <a:pt x="579" y="581"/>
                    </a:lnTo>
                    <a:lnTo>
                      <a:pt x="581" y="575"/>
                    </a:lnTo>
                    <a:lnTo>
                      <a:pt x="591" y="570"/>
                    </a:lnTo>
                    <a:lnTo>
                      <a:pt x="605" y="556"/>
                    </a:lnTo>
                    <a:lnTo>
                      <a:pt x="613" y="550"/>
                    </a:lnTo>
                    <a:lnTo>
                      <a:pt x="641" y="541"/>
                    </a:lnTo>
                    <a:lnTo>
                      <a:pt x="645" y="539"/>
                    </a:lnTo>
                    <a:lnTo>
                      <a:pt x="641" y="536"/>
                    </a:lnTo>
                    <a:lnTo>
                      <a:pt x="640" y="529"/>
                    </a:lnTo>
                    <a:lnTo>
                      <a:pt x="634" y="523"/>
                    </a:lnTo>
                    <a:lnTo>
                      <a:pt x="628" y="529"/>
                    </a:lnTo>
                    <a:lnTo>
                      <a:pt x="618" y="524"/>
                    </a:lnTo>
                    <a:lnTo>
                      <a:pt x="618" y="519"/>
                    </a:lnTo>
                    <a:lnTo>
                      <a:pt x="610" y="522"/>
                    </a:lnTo>
                    <a:lnTo>
                      <a:pt x="608" y="525"/>
                    </a:lnTo>
                    <a:lnTo>
                      <a:pt x="601" y="525"/>
                    </a:lnTo>
                    <a:lnTo>
                      <a:pt x="579" y="530"/>
                    </a:lnTo>
                    <a:lnTo>
                      <a:pt x="563" y="524"/>
                    </a:lnTo>
                    <a:lnTo>
                      <a:pt x="557" y="518"/>
                    </a:lnTo>
                    <a:lnTo>
                      <a:pt x="551" y="516"/>
                    </a:lnTo>
                    <a:lnTo>
                      <a:pt x="539" y="517"/>
                    </a:lnTo>
                    <a:lnTo>
                      <a:pt x="538" y="513"/>
                    </a:lnTo>
                    <a:lnTo>
                      <a:pt x="551" y="503"/>
                    </a:lnTo>
                    <a:lnTo>
                      <a:pt x="549" y="501"/>
                    </a:lnTo>
                    <a:lnTo>
                      <a:pt x="533" y="498"/>
                    </a:lnTo>
                    <a:lnTo>
                      <a:pt x="528" y="496"/>
                    </a:lnTo>
                    <a:lnTo>
                      <a:pt x="536" y="492"/>
                    </a:lnTo>
                    <a:lnTo>
                      <a:pt x="560" y="496"/>
                    </a:lnTo>
                    <a:lnTo>
                      <a:pt x="563" y="495"/>
                    </a:lnTo>
                    <a:lnTo>
                      <a:pt x="560" y="491"/>
                    </a:lnTo>
                    <a:lnTo>
                      <a:pt x="554" y="490"/>
                    </a:lnTo>
                    <a:lnTo>
                      <a:pt x="548" y="481"/>
                    </a:lnTo>
                    <a:lnTo>
                      <a:pt x="543" y="471"/>
                    </a:lnTo>
                    <a:lnTo>
                      <a:pt x="541" y="479"/>
                    </a:lnTo>
                    <a:lnTo>
                      <a:pt x="533" y="482"/>
                    </a:lnTo>
                    <a:lnTo>
                      <a:pt x="524" y="485"/>
                    </a:lnTo>
                    <a:lnTo>
                      <a:pt x="526" y="475"/>
                    </a:lnTo>
                    <a:lnTo>
                      <a:pt x="520" y="480"/>
                    </a:lnTo>
                    <a:lnTo>
                      <a:pt x="508" y="486"/>
                    </a:lnTo>
                    <a:lnTo>
                      <a:pt x="492" y="489"/>
                    </a:lnTo>
                    <a:lnTo>
                      <a:pt x="485" y="492"/>
                    </a:lnTo>
                    <a:lnTo>
                      <a:pt x="478" y="495"/>
                    </a:lnTo>
                    <a:lnTo>
                      <a:pt x="477" y="502"/>
                    </a:lnTo>
                    <a:lnTo>
                      <a:pt x="466" y="520"/>
                    </a:lnTo>
                    <a:lnTo>
                      <a:pt x="461" y="519"/>
                    </a:lnTo>
                    <a:lnTo>
                      <a:pt x="457" y="511"/>
                    </a:lnTo>
                    <a:lnTo>
                      <a:pt x="450" y="509"/>
                    </a:lnTo>
                    <a:lnTo>
                      <a:pt x="446" y="504"/>
                    </a:lnTo>
                    <a:lnTo>
                      <a:pt x="449" y="512"/>
                    </a:lnTo>
                    <a:lnTo>
                      <a:pt x="457" y="519"/>
                    </a:lnTo>
                    <a:lnTo>
                      <a:pt x="458" y="530"/>
                    </a:lnTo>
                    <a:lnTo>
                      <a:pt x="453" y="541"/>
                    </a:lnTo>
                    <a:lnTo>
                      <a:pt x="449" y="546"/>
                    </a:lnTo>
                    <a:lnTo>
                      <a:pt x="434" y="547"/>
                    </a:lnTo>
                    <a:lnTo>
                      <a:pt x="431" y="552"/>
                    </a:lnTo>
                    <a:lnTo>
                      <a:pt x="426" y="555"/>
                    </a:lnTo>
                    <a:lnTo>
                      <a:pt x="425" y="562"/>
                    </a:lnTo>
                    <a:lnTo>
                      <a:pt x="420" y="560"/>
                    </a:lnTo>
                    <a:lnTo>
                      <a:pt x="419" y="550"/>
                    </a:lnTo>
                    <a:lnTo>
                      <a:pt x="418" y="546"/>
                    </a:lnTo>
                    <a:lnTo>
                      <a:pt x="418" y="566"/>
                    </a:lnTo>
                    <a:lnTo>
                      <a:pt x="419" y="581"/>
                    </a:lnTo>
                    <a:lnTo>
                      <a:pt x="417" y="582"/>
                    </a:lnTo>
                    <a:lnTo>
                      <a:pt x="411" y="578"/>
                    </a:lnTo>
                    <a:lnTo>
                      <a:pt x="402" y="578"/>
                    </a:lnTo>
                    <a:lnTo>
                      <a:pt x="393" y="582"/>
                    </a:lnTo>
                    <a:lnTo>
                      <a:pt x="379" y="584"/>
                    </a:lnTo>
                    <a:lnTo>
                      <a:pt x="368" y="592"/>
                    </a:lnTo>
                    <a:lnTo>
                      <a:pt x="356" y="593"/>
                    </a:lnTo>
                    <a:lnTo>
                      <a:pt x="344" y="576"/>
                    </a:lnTo>
                    <a:lnTo>
                      <a:pt x="336" y="577"/>
                    </a:lnTo>
                    <a:lnTo>
                      <a:pt x="336" y="573"/>
                    </a:lnTo>
                    <a:lnTo>
                      <a:pt x="345" y="573"/>
                    </a:lnTo>
                    <a:lnTo>
                      <a:pt x="350" y="567"/>
                    </a:lnTo>
                    <a:lnTo>
                      <a:pt x="352" y="560"/>
                    </a:lnTo>
                    <a:lnTo>
                      <a:pt x="354" y="552"/>
                    </a:lnTo>
                    <a:lnTo>
                      <a:pt x="363" y="547"/>
                    </a:lnTo>
                    <a:lnTo>
                      <a:pt x="364" y="539"/>
                    </a:lnTo>
                    <a:lnTo>
                      <a:pt x="369" y="534"/>
                    </a:lnTo>
                    <a:lnTo>
                      <a:pt x="376" y="530"/>
                    </a:lnTo>
                    <a:lnTo>
                      <a:pt x="379" y="506"/>
                    </a:lnTo>
                    <a:lnTo>
                      <a:pt x="382" y="498"/>
                    </a:lnTo>
                    <a:lnTo>
                      <a:pt x="391" y="495"/>
                    </a:lnTo>
                    <a:lnTo>
                      <a:pt x="395" y="501"/>
                    </a:lnTo>
                    <a:lnTo>
                      <a:pt x="402" y="497"/>
                    </a:lnTo>
                    <a:lnTo>
                      <a:pt x="425" y="503"/>
                    </a:lnTo>
                    <a:lnTo>
                      <a:pt x="431" y="498"/>
                    </a:lnTo>
                    <a:lnTo>
                      <a:pt x="435" y="491"/>
                    </a:lnTo>
                    <a:lnTo>
                      <a:pt x="431" y="484"/>
                    </a:lnTo>
                    <a:lnTo>
                      <a:pt x="434" y="476"/>
                    </a:lnTo>
                    <a:lnTo>
                      <a:pt x="433" y="468"/>
                    </a:lnTo>
                    <a:lnTo>
                      <a:pt x="428" y="460"/>
                    </a:lnTo>
                    <a:lnTo>
                      <a:pt x="413" y="453"/>
                    </a:lnTo>
                    <a:lnTo>
                      <a:pt x="407" y="439"/>
                    </a:lnTo>
                    <a:lnTo>
                      <a:pt x="408" y="431"/>
                    </a:lnTo>
                    <a:lnTo>
                      <a:pt x="406" y="423"/>
                    </a:lnTo>
                    <a:lnTo>
                      <a:pt x="398" y="422"/>
                    </a:lnTo>
                    <a:lnTo>
                      <a:pt x="395" y="415"/>
                    </a:lnTo>
                    <a:lnTo>
                      <a:pt x="387" y="409"/>
                    </a:lnTo>
                    <a:lnTo>
                      <a:pt x="391" y="393"/>
                    </a:lnTo>
                    <a:lnTo>
                      <a:pt x="391" y="385"/>
                    </a:lnTo>
                    <a:lnTo>
                      <a:pt x="391" y="377"/>
                    </a:lnTo>
                    <a:lnTo>
                      <a:pt x="387" y="369"/>
                    </a:lnTo>
                    <a:lnTo>
                      <a:pt x="379" y="372"/>
                    </a:lnTo>
                    <a:lnTo>
                      <a:pt x="368" y="360"/>
                    </a:lnTo>
                    <a:lnTo>
                      <a:pt x="359" y="358"/>
                    </a:lnTo>
                    <a:lnTo>
                      <a:pt x="343" y="361"/>
                    </a:lnTo>
                    <a:lnTo>
                      <a:pt x="336" y="358"/>
                    </a:lnTo>
                    <a:lnTo>
                      <a:pt x="317" y="342"/>
                    </a:lnTo>
                    <a:lnTo>
                      <a:pt x="310" y="339"/>
                    </a:lnTo>
                    <a:lnTo>
                      <a:pt x="294" y="334"/>
                    </a:lnTo>
                    <a:lnTo>
                      <a:pt x="278" y="339"/>
                    </a:lnTo>
                    <a:lnTo>
                      <a:pt x="269" y="340"/>
                    </a:lnTo>
                    <a:lnTo>
                      <a:pt x="261" y="339"/>
                    </a:lnTo>
                    <a:lnTo>
                      <a:pt x="254" y="342"/>
                    </a:lnTo>
                    <a:lnTo>
                      <a:pt x="248" y="3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74" name="Freeform 192">
                <a:extLst>
                  <a:ext uri="{FF2B5EF4-FFF2-40B4-BE49-F238E27FC236}">
                    <a16:creationId xmlns:a16="http://schemas.microsoft.com/office/drawing/2014/main" id="{B8A06029-FEBA-1A2E-1327-9480666972E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07" y="1880"/>
                <a:ext cx="38" cy="48"/>
              </a:xfrm>
              <a:custGeom>
                <a:avLst/>
                <a:gdLst/>
                <a:ahLst/>
                <a:cxnLst>
                  <a:cxn ang="0">
                    <a:pos x="88" y="239"/>
                  </a:cxn>
                  <a:cxn ang="0">
                    <a:pos x="88" y="225"/>
                  </a:cxn>
                  <a:cxn ang="0">
                    <a:pos x="86" y="212"/>
                  </a:cxn>
                  <a:cxn ang="0">
                    <a:pos x="84" y="200"/>
                  </a:cxn>
                  <a:cxn ang="0">
                    <a:pos x="86" y="184"/>
                  </a:cxn>
                  <a:cxn ang="0">
                    <a:pos x="86" y="164"/>
                  </a:cxn>
                  <a:cxn ang="0">
                    <a:pos x="81" y="135"/>
                  </a:cxn>
                  <a:cxn ang="0">
                    <a:pos x="70" y="115"/>
                  </a:cxn>
                  <a:cxn ang="0">
                    <a:pos x="57" y="94"/>
                  </a:cxn>
                  <a:cxn ang="0">
                    <a:pos x="45" y="73"/>
                  </a:cxn>
                  <a:cxn ang="0">
                    <a:pos x="42" y="56"/>
                  </a:cxn>
                  <a:cxn ang="0">
                    <a:pos x="34" y="43"/>
                  </a:cxn>
                  <a:cxn ang="0">
                    <a:pos x="20" y="29"/>
                  </a:cxn>
                  <a:cxn ang="0">
                    <a:pos x="8" y="19"/>
                  </a:cxn>
                  <a:cxn ang="0">
                    <a:pos x="0" y="19"/>
                  </a:cxn>
                  <a:cxn ang="0">
                    <a:pos x="6" y="8"/>
                  </a:cxn>
                  <a:cxn ang="0">
                    <a:pos x="13" y="3"/>
                  </a:cxn>
                  <a:cxn ang="0">
                    <a:pos x="21" y="6"/>
                  </a:cxn>
                  <a:cxn ang="0">
                    <a:pos x="30" y="5"/>
                  </a:cxn>
                  <a:cxn ang="0">
                    <a:pos x="46" y="0"/>
                  </a:cxn>
                  <a:cxn ang="0">
                    <a:pos x="62" y="5"/>
                  </a:cxn>
                  <a:cxn ang="0">
                    <a:pos x="69" y="8"/>
                  </a:cxn>
                  <a:cxn ang="0">
                    <a:pos x="88" y="24"/>
                  </a:cxn>
                  <a:cxn ang="0">
                    <a:pos x="95" y="27"/>
                  </a:cxn>
                  <a:cxn ang="0">
                    <a:pos x="111" y="24"/>
                  </a:cxn>
                  <a:cxn ang="0">
                    <a:pos x="120" y="26"/>
                  </a:cxn>
                  <a:cxn ang="0">
                    <a:pos x="131" y="38"/>
                  </a:cxn>
                  <a:cxn ang="0">
                    <a:pos x="139" y="35"/>
                  </a:cxn>
                  <a:cxn ang="0">
                    <a:pos x="143" y="43"/>
                  </a:cxn>
                  <a:cxn ang="0">
                    <a:pos x="143" y="51"/>
                  </a:cxn>
                  <a:cxn ang="0">
                    <a:pos x="143" y="59"/>
                  </a:cxn>
                  <a:cxn ang="0">
                    <a:pos x="139" y="75"/>
                  </a:cxn>
                  <a:cxn ang="0">
                    <a:pos x="147" y="81"/>
                  </a:cxn>
                  <a:cxn ang="0">
                    <a:pos x="150" y="87"/>
                  </a:cxn>
                  <a:cxn ang="0">
                    <a:pos x="158" y="89"/>
                  </a:cxn>
                  <a:cxn ang="0">
                    <a:pos x="160" y="97"/>
                  </a:cxn>
                  <a:cxn ang="0">
                    <a:pos x="159" y="104"/>
                  </a:cxn>
                  <a:cxn ang="0">
                    <a:pos x="165" y="119"/>
                  </a:cxn>
                  <a:cxn ang="0">
                    <a:pos x="180" y="126"/>
                  </a:cxn>
                  <a:cxn ang="0">
                    <a:pos x="185" y="134"/>
                  </a:cxn>
                  <a:cxn ang="0">
                    <a:pos x="186" y="141"/>
                  </a:cxn>
                  <a:cxn ang="0">
                    <a:pos x="183" y="150"/>
                  </a:cxn>
                  <a:cxn ang="0">
                    <a:pos x="187" y="157"/>
                  </a:cxn>
                  <a:cxn ang="0">
                    <a:pos x="183" y="164"/>
                  </a:cxn>
                  <a:cxn ang="0">
                    <a:pos x="177" y="169"/>
                  </a:cxn>
                  <a:cxn ang="0">
                    <a:pos x="154" y="163"/>
                  </a:cxn>
                  <a:cxn ang="0">
                    <a:pos x="147" y="167"/>
                  </a:cxn>
                  <a:cxn ang="0">
                    <a:pos x="143" y="161"/>
                  </a:cxn>
                  <a:cxn ang="0">
                    <a:pos x="134" y="164"/>
                  </a:cxn>
                  <a:cxn ang="0">
                    <a:pos x="131" y="172"/>
                  </a:cxn>
                  <a:cxn ang="0">
                    <a:pos x="128" y="196"/>
                  </a:cxn>
                  <a:cxn ang="0">
                    <a:pos x="121" y="200"/>
                  </a:cxn>
                  <a:cxn ang="0">
                    <a:pos x="116" y="205"/>
                  </a:cxn>
                  <a:cxn ang="0">
                    <a:pos x="115" y="213"/>
                  </a:cxn>
                  <a:cxn ang="0">
                    <a:pos x="107" y="218"/>
                  </a:cxn>
                  <a:cxn ang="0">
                    <a:pos x="104" y="226"/>
                  </a:cxn>
                  <a:cxn ang="0">
                    <a:pos x="104" y="233"/>
                  </a:cxn>
                  <a:cxn ang="0">
                    <a:pos x="97" y="239"/>
                  </a:cxn>
                  <a:cxn ang="0">
                    <a:pos x="88" y="239"/>
                  </a:cxn>
                </a:cxnLst>
                <a:rect l="0" t="0" r="r" b="b"/>
                <a:pathLst>
                  <a:path w="187" h="239">
                    <a:moveTo>
                      <a:pt x="88" y="239"/>
                    </a:moveTo>
                    <a:lnTo>
                      <a:pt x="88" y="225"/>
                    </a:lnTo>
                    <a:lnTo>
                      <a:pt x="86" y="212"/>
                    </a:lnTo>
                    <a:lnTo>
                      <a:pt x="84" y="200"/>
                    </a:lnTo>
                    <a:lnTo>
                      <a:pt x="86" y="184"/>
                    </a:lnTo>
                    <a:lnTo>
                      <a:pt x="86" y="164"/>
                    </a:lnTo>
                    <a:lnTo>
                      <a:pt x="81" y="135"/>
                    </a:lnTo>
                    <a:lnTo>
                      <a:pt x="70" y="115"/>
                    </a:lnTo>
                    <a:lnTo>
                      <a:pt x="57" y="94"/>
                    </a:lnTo>
                    <a:lnTo>
                      <a:pt x="45" y="73"/>
                    </a:lnTo>
                    <a:lnTo>
                      <a:pt x="42" y="56"/>
                    </a:lnTo>
                    <a:lnTo>
                      <a:pt x="34" y="43"/>
                    </a:lnTo>
                    <a:lnTo>
                      <a:pt x="20" y="29"/>
                    </a:lnTo>
                    <a:lnTo>
                      <a:pt x="8" y="19"/>
                    </a:lnTo>
                    <a:lnTo>
                      <a:pt x="0" y="19"/>
                    </a:lnTo>
                    <a:lnTo>
                      <a:pt x="6" y="8"/>
                    </a:lnTo>
                    <a:lnTo>
                      <a:pt x="13" y="3"/>
                    </a:lnTo>
                    <a:lnTo>
                      <a:pt x="21" y="6"/>
                    </a:lnTo>
                    <a:lnTo>
                      <a:pt x="30" y="5"/>
                    </a:lnTo>
                    <a:lnTo>
                      <a:pt x="46" y="0"/>
                    </a:lnTo>
                    <a:lnTo>
                      <a:pt x="62" y="5"/>
                    </a:lnTo>
                    <a:lnTo>
                      <a:pt x="69" y="8"/>
                    </a:lnTo>
                    <a:lnTo>
                      <a:pt x="88" y="24"/>
                    </a:lnTo>
                    <a:lnTo>
                      <a:pt x="95" y="27"/>
                    </a:lnTo>
                    <a:lnTo>
                      <a:pt x="111" y="24"/>
                    </a:lnTo>
                    <a:lnTo>
                      <a:pt x="120" y="26"/>
                    </a:lnTo>
                    <a:lnTo>
                      <a:pt x="131" y="38"/>
                    </a:lnTo>
                    <a:lnTo>
                      <a:pt x="139" y="35"/>
                    </a:lnTo>
                    <a:lnTo>
                      <a:pt x="143" y="43"/>
                    </a:lnTo>
                    <a:lnTo>
                      <a:pt x="143" y="51"/>
                    </a:lnTo>
                    <a:lnTo>
                      <a:pt x="143" y="59"/>
                    </a:lnTo>
                    <a:lnTo>
                      <a:pt x="139" y="75"/>
                    </a:lnTo>
                    <a:lnTo>
                      <a:pt x="147" y="81"/>
                    </a:lnTo>
                    <a:lnTo>
                      <a:pt x="150" y="87"/>
                    </a:lnTo>
                    <a:lnTo>
                      <a:pt x="158" y="89"/>
                    </a:lnTo>
                    <a:lnTo>
                      <a:pt x="160" y="97"/>
                    </a:lnTo>
                    <a:lnTo>
                      <a:pt x="159" y="104"/>
                    </a:lnTo>
                    <a:lnTo>
                      <a:pt x="165" y="119"/>
                    </a:lnTo>
                    <a:lnTo>
                      <a:pt x="180" y="126"/>
                    </a:lnTo>
                    <a:lnTo>
                      <a:pt x="185" y="134"/>
                    </a:lnTo>
                    <a:lnTo>
                      <a:pt x="186" y="141"/>
                    </a:lnTo>
                    <a:lnTo>
                      <a:pt x="183" y="150"/>
                    </a:lnTo>
                    <a:lnTo>
                      <a:pt x="187" y="157"/>
                    </a:lnTo>
                    <a:lnTo>
                      <a:pt x="183" y="164"/>
                    </a:lnTo>
                    <a:lnTo>
                      <a:pt x="177" y="169"/>
                    </a:lnTo>
                    <a:lnTo>
                      <a:pt x="154" y="163"/>
                    </a:lnTo>
                    <a:lnTo>
                      <a:pt x="147" y="167"/>
                    </a:lnTo>
                    <a:lnTo>
                      <a:pt x="143" y="161"/>
                    </a:lnTo>
                    <a:lnTo>
                      <a:pt x="134" y="164"/>
                    </a:lnTo>
                    <a:lnTo>
                      <a:pt x="131" y="172"/>
                    </a:lnTo>
                    <a:lnTo>
                      <a:pt x="128" y="196"/>
                    </a:lnTo>
                    <a:lnTo>
                      <a:pt x="121" y="200"/>
                    </a:lnTo>
                    <a:lnTo>
                      <a:pt x="116" y="205"/>
                    </a:lnTo>
                    <a:lnTo>
                      <a:pt x="115" y="213"/>
                    </a:lnTo>
                    <a:lnTo>
                      <a:pt x="107" y="218"/>
                    </a:lnTo>
                    <a:lnTo>
                      <a:pt x="104" y="226"/>
                    </a:lnTo>
                    <a:lnTo>
                      <a:pt x="104" y="233"/>
                    </a:lnTo>
                    <a:lnTo>
                      <a:pt x="97" y="239"/>
                    </a:lnTo>
                    <a:lnTo>
                      <a:pt x="88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75" name="Freeform 193">
                <a:extLst>
                  <a:ext uri="{FF2B5EF4-FFF2-40B4-BE49-F238E27FC236}">
                    <a16:creationId xmlns:a16="http://schemas.microsoft.com/office/drawing/2014/main" id="{1FE5600E-7CA4-51D5-CB3D-9A9BD0B7545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69" y="1742"/>
                <a:ext cx="107" cy="90"/>
              </a:xfrm>
              <a:custGeom>
                <a:avLst/>
                <a:gdLst/>
                <a:ahLst/>
                <a:cxnLst>
                  <a:cxn ang="0">
                    <a:pos x="6" y="374"/>
                  </a:cxn>
                  <a:cxn ang="0">
                    <a:pos x="26" y="342"/>
                  </a:cxn>
                  <a:cxn ang="0">
                    <a:pos x="38" y="292"/>
                  </a:cxn>
                  <a:cxn ang="0">
                    <a:pos x="33" y="214"/>
                  </a:cxn>
                  <a:cxn ang="0">
                    <a:pos x="73" y="210"/>
                  </a:cxn>
                  <a:cxn ang="0">
                    <a:pos x="94" y="207"/>
                  </a:cxn>
                  <a:cxn ang="0">
                    <a:pos x="106" y="190"/>
                  </a:cxn>
                  <a:cxn ang="0">
                    <a:pos x="125" y="182"/>
                  </a:cxn>
                  <a:cxn ang="0">
                    <a:pos x="145" y="190"/>
                  </a:cxn>
                  <a:cxn ang="0">
                    <a:pos x="135" y="167"/>
                  </a:cxn>
                  <a:cxn ang="0">
                    <a:pos x="145" y="138"/>
                  </a:cxn>
                  <a:cxn ang="0">
                    <a:pos x="149" y="113"/>
                  </a:cxn>
                  <a:cxn ang="0">
                    <a:pos x="170" y="102"/>
                  </a:cxn>
                  <a:cxn ang="0">
                    <a:pos x="199" y="80"/>
                  </a:cxn>
                  <a:cxn ang="0">
                    <a:pos x="183" y="69"/>
                  </a:cxn>
                  <a:cxn ang="0">
                    <a:pos x="197" y="51"/>
                  </a:cxn>
                  <a:cxn ang="0">
                    <a:pos x="204" y="50"/>
                  </a:cxn>
                  <a:cxn ang="0">
                    <a:pos x="219" y="32"/>
                  </a:cxn>
                  <a:cxn ang="0">
                    <a:pos x="253" y="25"/>
                  </a:cxn>
                  <a:cxn ang="0">
                    <a:pos x="273" y="0"/>
                  </a:cxn>
                  <a:cxn ang="0">
                    <a:pos x="302" y="5"/>
                  </a:cxn>
                  <a:cxn ang="0">
                    <a:pos x="329" y="13"/>
                  </a:cxn>
                  <a:cxn ang="0">
                    <a:pos x="348" y="43"/>
                  </a:cxn>
                  <a:cxn ang="0">
                    <a:pos x="376" y="29"/>
                  </a:cxn>
                  <a:cxn ang="0">
                    <a:pos x="407" y="34"/>
                  </a:cxn>
                  <a:cxn ang="0">
                    <a:pos x="430" y="53"/>
                  </a:cxn>
                  <a:cxn ang="0">
                    <a:pos x="429" y="80"/>
                  </a:cxn>
                  <a:cxn ang="0">
                    <a:pos x="435" y="102"/>
                  </a:cxn>
                  <a:cxn ang="0">
                    <a:pos x="424" y="123"/>
                  </a:cxn>
                  <a:cxn ang="0">
                    <a:pos x="442" y="158"/>
                  </a:cxn>
                  <a:cxn ang="0">
                    <a:pos x="473" y="195"/>
                  </a:cxn>
                  <a:cxn ang="0">
                    <a:pos x="478" y="217"/>
                  </a:cxn>
                  <a:cxn ang="0">
                    <a:pos x="511" y="226"/>
                  </a:cxn>
                  <a:cxn ang="0">
                    <a:pos x="521" y="242"/>
                  </a:cxn>
                  <a:cxn ang="0">
                    <a:pos x="525" y="263"/>
                  </a:cxn>
                  <a:cxn ang="0">
                    <a:pos x="501" y="284"/>
                  </a:cxn>
                  <a:cxn ang="0">
                    <a:pos x="465" y="271"/>
                  </a:cxn>
                  <a:cxn ang="0">
                    <a:pos x="449" y="285"/>
                  </a:cxn>
                  <a:cxn ang="0">
                    <a:pos x="463" y="311"/>
                  </a:cxn>
                  <a:cxn ang="0">
                    <a:pos x="465" y="333"/>
                  </a:cxn>
                  <a:cxn ang="0">
                    <a:pos x="473" y="353"/>
                  </a:cxn>
                  <a:cxn ang="0">
                    <a:pos x="451" y="380"/>
                  </a:cxn>
                  <a:cxn ang="0">
                    <a:pos x="417" y="401"/>
                  </a:cxn>
                  <a:cxn ang="0">
                    <a:pos x="412" y="427"/>
                  </a:cxn>
                  <a:cxn ang="0">
                    <a:pos x="402" y="452"/>
                  </a:cxn>
                  <a:cxn ang="0">
                    <a:pos x="381" y="443"/>
                  </a:cxn>
                  <a:cxn ang="0">
                    <a:pos x="349" y="450"/>
                  </a:cxn>
                  <a:cxn ang="0">
                    <a:pos x="327" y="427"/>
                  </a:cxn>
                  <a:cxn ang="0">
                    <a:pos x="297" y="433"/>
                  </a:cxn>
                  <a:cxn ang="0">
                    <a:pos x="275" y="428"/>
                  </a:cxn>
                  <a:cxn ang="0">
                    <a:pos x="253" y="436"/>
                  </a:cxn>
                  <a:cxn ang="0">
                    <a:pos x="238" y="428"/>
                  </a:cxn>
                  <a:cxn ang="0">
                    <a:pos x="215" y="416"/>
                  </a:cxn>
                  <a:cxn ang="0">
                    <a:pos x="193" y="406"/>
                  </a:cxn>
                  <a:cxn ang="0">
                    <a:pos x="160" y="401"/>
                  </a:cxn>
                  <a:cxn ang="0">
                    <a:pos x="121" y="394"/>
                  </a:cxn>
                  <a:cxn ang="0">
                    <a:pos x="64" y="401"/>
                  </a:cxn>
                  <a:cxn ang="0">
                    <a:pos x="41" y="422"/>
                  </a:cxn>
                  <a:cxn ang="0">
                    <a:pos x="17" y="428"/>
                  </a:cxn>
                </a:cxnLst>
                <a:rect l="0" t="0" r="r" b="b"/>
                <a:pathLst>
                  <a:path w="532" h="452">
                    <a:moveTo>
                      <a:pt x="17" y="428"/>
                    </a:moveTo>
                    <a:lnTo>
                      <a:pt x="21" y="387"/>
                    </a:lnTo>
                    <a:lnTo>
                      <a:pt x="6" y="374"/>
                    </a:lnTo>
                    <a:lnTo>
                      <a:pt x="0" y="363"/>
                    </a:lnTo>
                    <a:lnTo>
                      <a:pt x="11" y="351"/>
                    </a:lnTo>
                    <a:lnTo>
                      <a:pt x="26" y="342"/>
                    </a:lnTo>
                    <a:lnTo>
                      <a:pt x="37" y="325"/>
                    </a:lnTo>
                    <a:lnTo>
                      <a:pt x="38" y="308"/>
                    </a:lnTo>
                    <a:lnTo>
                      <a:pt x="38" y="292"/>
                    </a:lnTo>
                    <a:lnTo>
                      <a:pt x="20" y="220"/>
                    </a:lnTo>
                    <a:lnTo>
                      <a:pt x="19" y="210"/>
                    </a:lnTo>
                    <a:lnTo>
                      <a:pt x="33" y="214"/>
                    </a:lnTo>
                    <a:lnTo>
                      <a:pt x="49" y="210"/>
                    </a:lnTo>
                    <a:lnTo>
                      <a:pt x="65" y="213"/>
                    </a:lnTo>
                    <a:lnTo>
                      <a:pt x="73" y="210"/>
                    </a:lnTo>
                    <a:lnTo>
                      <a:pt x="79" y="204"/>
                    </a:lnTo>
                    <a:lnTo>
                      <a:pt x="86" y="208"/>
                    </a:lnTo>
                    <a:lnTo>
                      <a:pt x="94" y="207"/>
                    </a:lnTo>
                    <a:lnTo>
                      <a:pt x="91" y="193"/>
                    </a:lnTo>
                    <a:lnTo>
                      <a:pt x="97" y="190"/>
                    </a:lnTo>
                    <a:lnTo>
                      <a:pt x="106" y="190"/>
                    </a:lnTo>
                    <a:lnTo>
                      <a:pt x="111" y="183"/>
                    </a:lnTo>
                    <a:lnTo>
                      <a:pt x="118" y="179"/>
                    </a:lnTo>
                    <a:lnTo>
                      <a:pt x="125" y="182"/>
                    </a:lnTo>
                    <a:lnTo>
                      <a:pt x="130" y="188"/>
                    </a:lnTo>
                    <a:lnTo>
                      <a:pt x="138" y="192"/>
                    </a:lnTo>
                    <a:lnTo>
                      <a:pt x="145" y="190"/>
                    </a:lnTo>
                    <a:lnTo>
                      <a:pt x="144" y="181"/>
                    </a:lnTo>
                    <a:lnTo>
                      <a:pt x="139" y="175"/>
                    </a:lnTo>
                    <a:lnTo>
                      <a:pt x="135" y="167"/>
                    </a:lnTo>
                    <a:lnTo>
                      <a:pt x="137" y="160"/>
                    </a:lnTo>
                    <a:lnTo>
                      <a:pt x="145" y="147"/>
                    </a:lnTo>
                    <a:lnTo>
                      <a:pt x="145" y="138"/>
                    </a:lnTo>
                    <a:lnTo>
                      <a:pt x="148" y="129"/>
                    </a:lnTo>
                    <a:lnTo>
                      <a:pt x="148" y="122"/>
                    </a:lnTo>
                    <a:lnTo>
                      <a:pt x="149" y="113"/>
                    </a:lnTo>
                    <a:lnTo>
                      <a:pt x="156" y="110"/>
                    </a:lnTo>
                    <a:lnTo>
                      <a:pt x="165" y="107"/>
                    </a:lnTo>
                    <a:lnTo>
                      <a:pt x="170" y="102"/>
                    </a:lnTo>
                    <a:lnTo>
                      <a:pt x="177" y="99"/>
                    </a:lnTo>
                    <a:lnTo>
                      <a:pt x="191" y="99"/>
                    </a:lnTo>
                    <a:lnTo>
                      <a:pt x="199" y="80"/>
                    </a:lnTo>
                    <a:lnTo>
                      <a:pt x="192" y="77"/>
                    </a:lnTo>
                    <a:lnTo>
                      <a:pt x="183" y="77"/>
                    </a:lnTo>
                    <a:lnTo>
                      <a:pt x="183" y="69"/>
                    </a:lnTo>
                    <a:lnTo>
                      <a:pt x="183" y="61"/>
                    </a:lnTo>
                    <a:lnTo>
                      <a:pt x="191" y="57"/>
                    </a:lnTo>
                    <a:lnTo>
                      <a:pt x="197" y="51"/>
                    </a:lnTo>
                    <a:lnTo>
                      <a:pt x="195" y="50"/>
                    </a:lnTo>
                    <a:lnTo>
                      <a:pt x="195" y="48"/>
                    </a:lnTo>
                    <a:lnTo>
                      <a:pt x="204" y="50"/>
                    </a:lnTo>
                    <a:lnTo>
                      <a:pt x="210" y="46"/>
                    </a:lnTo>
                    <a:lnTo>
                      <a:pt x="213" y="37"/>
                    </a:lnTo>
                    <a:lnTo>
                      <a:pt x="219" y="32"/>
                    </a:lnTo>
                    <a:lnTo>
                      <a:pt x="235" y="39"/>
                    </a:lnTo>
                    <a:lnTo>
                      <a:pt x="242" y="37"/>
                    </a:lnTo>
                    <a:lnTo>
                      <a:pt x="253" y="25"/>
                    </a:lnTo>
                    <a:lnTo>
                      <a:pt x="254" y="16"/>
                    </a:lnTo>
                    <a:lnTo>
                      <a:pt x="267" y="5"/>
                    </a:lnTo>
                    <a:lnTo>
                      <a:pt x="273" y="0"/>
                    </a:lnTo>
                    <a:lnTo>
                      <a:pt x="284" y="0"/>
                    </a:lnTo>
                    <a:lnTo>
                      <a:pt x="286" y="8"/>
                    </a:lnTo>
                    <a:lnTo>
                      <a:pt x="302" y="5"/>
                    </a:lnTo>
                    <a:lnTo>
                      <a:pt x="310" y="8"/>
                    </a:lnTo>
                    <a:lnTo>
                      <a:pt x="313" y="15"/>
                    </a:lnTo>
                    <a:lnTo>
                      <a:pt x="329" y="13"/>
                    </a:lnTo>
                    <a:lnTo>
                      <a:pt x="338" y="14"/>
                    </a:lnTo>
                    <a:lnTo>
                      <a:pt x="350" y="24"/>
                    </a:lnTo>
                    <a:lnTo>
                      <a:pt x="348" y="43"/>
                    </a:lnTo>
                    <a:lnTo>
                      <a:pt x="363" y="35"/>
                    </a:lnTo>
                    <a:lnTo>
                      <a:pt x="370" y="34"/>
                    </a:lnTo>
                    <a:lnTo>
                      <a:pt x="376" y="29"/>
                    </a:lnTo>
                    <a:lnTo>
                      <a:pt x="392" y="27"/>
                    </a:lnTo>
                    <a:lnTo>
                      <a:pt x="399" y="29"/>
                    </a:lnTo>
                    <a:lnTo>
                      <a:pt x="407" y="34"/>
                    </a:lnTo>
                    <a:lnTo>
                      <a:pt x="413" y="39"/>
                    </a:lnTo>
                    <a:lnTo>
                      <a:pt x="422" y="52"/>
                    </a:lnTo>
                    <a:lnTo>
                      <a:pt x="430" y="53"/>
                    </a:lnTo>
                    <a:lnTo>
                      <a:pt x="431" y="64"/>
                    </a:lnTo>
                    <a:lnTo>
                      <a:pt x="429" y="73"/>
                    </a:lnTo>
                    <a:lnTo>
                      <a:pt x="429" y="80"/>
                    </a:lnTo>
                    <a:lnTo>
                      <a:pt x="434" y="88"/>
                    </a:lnTo>
                    <a:lnTo>
                      <a:pt x="436" y="95"/>
                    </a:lnTo>
                    <a:lnTo>
                      <a:pt x="435" y="102"/>
                    </a:lnTo>
                    <a:lnTo>
                      <a:pt x="433" y="110"/>
                    </a:lnTo>
                    <a:lnTo>
                      <a:pt x="426" y="116"/>
                    </a:lnTo>
                    <a:lnTo>
                      <a:pt x="424" y="123"/>
                    </a:lnTo>
                    <a:lnTo>
                      <a:pt x="426" y="131"/>
                    </a:lnTo>
                    <a:lnTo>
                      <a:pt x="437" y="143"/>
                    </a:lnTo>
                    <a:lnTo>
                      <a:pt x="442" y="158"/>
                    </a:lnTo>
                    <a:lnTo>
                      <a:pt x="453" y="180"/>
                    </a:lnTo>
                    <a:lnTo>
                      <a:pt x="458" y="186"/>
                    </a:lnTo>
                    <a:lnTo>
                      <a:pt x="473" y="195"/>
                    </a:lnTo>
                    <a:lnTo>
                      <a:pt x="478" y="201"/>
                    </a:lnTo>
                    <a:lnTo>
                      <a:pt x="479" y="209"/>
                    </a:lnTo>
                    <a:lnTo>
                      <a:pt x="478" y="217"/>
                    </a:lnTo>
                    <a:lnTo>
                      <a:pt x="482" y="224"/>
                    </a:lnTo>
                    <a:lnTo>
                      <a:pt x="505" y="222"/>
                    </a:lnTo>
                    <a:lnTo>
                      <a:pt x="511" y="226"/>
                    </a:lnTo>
                    <a:lnTo>
                      <a:pt x="519" y="229"/>
                    </a:lnTo>
                    <a:lnTo>
                      <a:pt x="516" y="236"/>
                    </a:lnTo>
                    <a:lnTo>
                      <a:pt x="521" y="242"/>
                    </a:lnTo>
                    <a:lnTo>
                      <a:pt x="531" y="244"/>
                    </a:lnTo>
                    <a:lnTo>
                      <a:pt x="532" y="257"/>
                    </a:lnTo>
                    <a:lnTo>
                      <a:pt x="525" y="263"/>
                    </a:lnTo>
                    <a:lnTo>
                      <a:pt x="521" y="269"/>
                    </a:lnTo>
                    <a:lnTo>
                      <a:pt x="509" y="279"/>
                    </a:lnTo>
                    <a:lnTo>
                      <a:pt x="501" y="284"/>
                    </a:lnTo>
                    <a:lnTo>
                      <a:pt x="484" y="282"/>
                    </a:lnTo>
                    <a:lnTo>
                      <a:pt x="472" y="272"/>
                    </a:lnTo>
                    <a:lnTo>
                      <a:pt x="465" y="271"/>
                    </a:lnTo>
                    <a:lnTo>
                      <a:pt x="457" y="274"/>
                    </a:lnTo>
                    <a:lnTo>
                      <a:pt x="456" y="282"/>
                    </a:lnTo>
                    <a:lnTo>
                      <a:pt x="449" y="285"/>
                    </a:lnTo>
                    <a:lnTo>
                      <a:pt x="450" y="294"/>
                    </a:lnTo>
                    <a:lnTo>
                      <a:pt x="461" y="304"/>
                    </a:lnTo>
                    <a:lnTo>
                      <a:pt x="463" y="311"/>
                    </a:lnTo>
                    <a:lnTo>
                      <a:pt x="461" y="320"/>
                    </a:lnTo>
                    <a:lnTo>
                      <a:pt x="466" y="325"/>
                    </a:lnTo>
                    <a:lnTo>
                      <a:pt x="465" y="333"/>
                    </a:lnTo>
                    <a:lnTo>
                      <a:pt x="472" y="337"/>
                    </a:lnTo>
                    <a:lnTo>
                      <a:pt x="474" y="344"/>
                    </a:lnTo>
                    <a:lnTo>
                      <a:pt x="473" y="353"/>
                    </a:lnTo>
                    <a:lnTo>
                      <a:pt x="478" y="375"/>
                    </a:lnTo>
                    <a:lnTo>
                      <a:pt x="458" y="375"/>
                    </a:lnTo>
                    <a:lnTo>
                      <a:pt x="451" y="380"/>
                    </a:lnTo>
                    <a:lnTo>
                      <a:pt x="442" y="380"/>
                    </a:lnTo>
                    <a:lnTo>
                      <a:pt x="435" y="384"/>
                    </a:lnTo>
                    <a:lnTo>
                      <a:pt x="417" y="401"/>
                    </a:lnTo>
                    <a:lnTo>
                      <a:pt x="414" y="409"/>
                    </a:lnTo>
                    <a:lnTo>
                      <a:pt x="414" y="418"/>
                    </a:lnTo>
                    <a:lnTo>
                      <a:pt x="412" y="427"/>
                    </a:lnTo>
                    <a:lnTo>
                      <a:pt x="414" y="443"/>
                    </a:lnTo>
                    <a:lnTo>
                      <a:pt x="410" y="450"/>
                    </a:lnTo>
                    <a:lnTo>
                      <a:pt x="402" y="452"/>
                    </a:lnTo>
                    <a:lnTo>
                      <a:pt x="397" y="446"/>
                    </a:lnTo>
                    <a:lnTo>
                      <a:pt x="390" y="443"/>
                    </a:lnTo>
                    <a:lnTo>
                      <a:pt x="381" y="443"/>
                    </a:lnTo>
                    <a:lnTo>
                      <a:pt x="365" y="445"/>
                    </a:lnTo>
                    <a:lnTo>
                      <a:pt x="356" y="445"/>
                    </a:lnTo>
                    <a:lnTo>
                      <a:pt x="349" y="450"/>
                    </a:lnTo>
                    <a:lnTo>
                      <a:pt x="343" y="444"/>
                    </a:lnTo>
                    <a:lnTo>
                      <a:pt x="339" y="436"/>
                    </a:lnTo>
                    <a:lnTo>
                      <a:pt x="327" y="427"/>
                    </a:lnTo>
                    <a:lnTo>
                      <a:pt x="310" y="445"/>
                    </a:lnTo>
                    <a:lnTo>
                      <a:pt x="302" y="440"/>
                    </a:lnTo>
                    <a:lnTo>
                      <a:pt x="297" y="433"/>
                    </a:lnTo>
                    <a:lnTo>
                      <a:pt x="290" y="435"/>
                    </a:lnTo>
                    <a:lnTo>
                      <a:pt x="281" y="433"/>
                    </a:lnTo>
                    <a:lnTo>
                      <a:pt x="275" y="428"/>
                    </a:lnTo>
                    <a:lnTo>
                      <a:pt x="269" y="434"/>
                    </a:lnTo>
                    <a:lnTo>
                      <a:pt x="261" y="434"/>
                    </a:lnTo>
                    <a:lnTo>
                      <a:pt x="253" y="436"/>
                    </a:lnTo>
                    <a:lnTo>
                      <a:pt x="247" y="443"/>
                    </a:lnTo>
                    <a:lnTo>
                      <a:pt x="240" y="436"/>
                    </a:lnTo>
                    <a:lnTo>
                      <a:pt x="238" y="428"/>
                    </a:lnTo>
                    <a:lnTo>
                      <a:pt x="223" y="429"/>
                    </a:lnTo>
                    <a:lnTo>
                      <a:pt x="216" y="424"/>
                    </a:lnTo>
                    <a:lnTo>
                      <a:pt x="215" y="416"/>
                    </a:lnTo>
                    <a:lnTo>
                      <a:pt x="208" y="412"/>
                    </a:lnTo>
                    <a:lnTo>
                      <a:pt x="199" y="409"/>
                    </a:lnTo>
                    <a:lnTo>
                      <a:pt x="193" y="406"/>
                    </a:lnTo>
                    <a:lnTo>
                      <a:pt x="184" y="407"/>
                    </a:lnTo>
                    <a:lnTo>
                      <a:pt x="176" y="406"/>
                    </a:lnTo>
                    <a:lnTo>
                      <a:pt x="160" y="401"/>
                    </a:lnTo>
                    <a:lnTo>
                      <a:pt x="146" y="392"/>
                    </a:lnTo>
                    <a:lnTo>
                      <a:pt x="138" y="395"/>
                    </a:lnTo>
                    <a:lnTo>
                      <a:pt x="121" y="394"/>
                    </a:lnTo>
                    <a:lnTo>
                      <a:pt x="113" y="391"/>
                    </a:lnTo>
                    <a:lnTo>
                      <a:pt x="71" y="397"/>
                    </a:lnTo>
                    <a:lnTo>
                      <a:pt x="64" y="401"/>
                    </a:lnTo>
                    <a:lnTo>
                      <a:pt x="62" y="408"/>
                    </a:lnTo>
                    <a:lnTo>
                      <a:pt x="55" y="414"/>
                    </a:lnTo>
                    <a:lnTo>
                      <a:pt x="41" y="422"/>
                    </a:lnTo>
                    <a:lnTo>
                      <a:pt x="32" y="421"/>
                    </a:lnTo>
                    <a:lnTo>
                      <a:pt x="24" y="422"/>
                    </a:lnTo>
                    <a:lnTo>
                      <a:pt x="17" y="42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76" name="Group 194">
                <a:extLst>
                  <a:ext uri="{FF2B5EF4-FFF2-40B4-BE49-F238E27FC236}">
                    <a16:creationId xmlns:a16="http://schemas.microsoft.com/office/drawing/2014/main" id="{869A8BEA-B80B-2360-BAA0-E91530FE459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88" y="1930"/>
                <a:ext cx="43" cy="43"/>
                <a:chOff x="2688" y="1930"/>
                <a:chExt cx="43" cy="43"/>
              </a:xfrm>
              <a:grpFill/>
            </p:grpSpPr>
            <p:sp>
              <p:nvSpPr>
                <p:cNvPr id="197" name="Freeform 195">
                  <a:extLst>
                    <a:ext uri="{FF2B5EF4-FFF2-40B4-BE49-F238E27FC236}">
                      <a16:creationId xmlns:a16="http://schemas.microsoft.com/office/drawing/2014/main" id="{17B4F0AE-4CDF-F681-A256-D514B7E2CF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88" y="1930"/>
                  <a:ext cx="43" cy="43"/>
                </a:xfrm>
                <a:custGeom>
                  <a:avLst/>
                  <a:gdLst/>
                  <a:ahLst/>
                  <a:cxnLst>
                    <a:cxn ang="0">
                      <a:pos x="145" y="208"/>
                    </a:cxn>
                    <a:cxn ang="0">
                      <a:pos x="129" y="192"/>
                    </a:cxn>
                    <a:cxn ang="0">
                      <a:pos x="114" y="180"/>
                    </a:cxn>
                    <a:cxn ang="0">
                      <a:pos x="98" y="179"/>
                    </a:cxn>
                    <a:cxn ang="0">
                      <a:pos x="82" y="140"/>
                    </a:cxn>
                    <a:cxn ang="0">
                      <a:pos x="52" y="114"/>
                    </a:cxn>
                    <a:cxn ang="0">
                      <a:pos x="35" y="93"/>
                    </a:cxn>
                    <a:cxn ang="0">
                      <a:pos x="23" y="73"/>
                    </a:cxn>
                    <a:cxn ang="0">
                      <a:pos x="22" y="60"/>
                    </a:cxn>
                    <a:cxn ang="0">
                      <a:pos x="7" y="40"/>
                    </a:cxn>
                    <a:cxn ang="0">
                      <a:pos x="3" y="29"/>
                    </a:cxn>
                    <a:cxn ang="0">
                      <a:pos x="8" y="0"/>
                    </a:cxn>
                    <a:cxn ang="0">
                      <a:pos x="30" y="19"/>
                    </a:cxn>
                    <a:cxn ang="0">
                      <a:pos x="61" y="4"/>
                    </a:cxn>
                    <a:cxn ang="0">
                      <a:pos x="79" y="8"/>
                    </a:cxn>
                    <a:cxn ang="0">
                      <a:pos x="89" y="9"/>
                    </a:cxn>
                    <a:cxn ang="0">
                      <a:pos x="108" y="9"/>
                    </a:cxn>
                    <a:cxn ang="0">
                      <a:pos x="125" y="9"/>
                    </a:cxn>
                    <a:cxn ang="0">
                      <a:pos x="135" y="16"/>
                    </a:cxn>
                    <a:cxn ang="0">
                      <a:pos x="152" y="18"/>
                    </a:cxn>
                    <a:cxn ang="0">
                      <a:pos x="162" y="14"/>
                    </a:cxn>
                    <a:cxn ang="0">
                      <a:pos x="167" y="28"/>
                    </a:cxn>
                    <a:cxn ang="0">
                      <a:pos x="186" y="28"/>
                    </a:cxn>
                    <a:cxn ang="0">
                      <a:pos x="200" y="35"/>
                    </a:cxn>
                    <a:cxn ang="0">
                      <a:pos x="190" y="57"/>
                    </a:cxn>
                    <a:cxn ang="0">
                      <a:pos x="189" y="63"/>
                    </a:cxn>
                    <a:cxn ang="0">
                      <a:pos x="191" y="76"/>
                    </a:cxn>
                    <a:cxn ang="0">
                      <a:pos x="199" y="79"/>
                    </a:cxn>
                    <a:cxn ang="0">
                      <a:pos x="207" y="87"/>
                    </a:cxn>
                    <a:cxn ang="0">
                      <a:pos x="212" y="93"/>
                    </a:cxn>
                    <a:cxn ang="0">
                      <a:pos x="211" y="102"/>
                    </a:cxn>
                    <a:cxn ang="0">
                      <a:pos x="195" y="98"/>
                    </a:cxn>
                    <a:cxn ang="0">
                      <a:pos x="201" y="109"/>
                    </a:cxn>
                    <a:cxn ang="0">
                      <a:pos x="208" y="126"/>
                    </a:cxn>
                    <a:cxn ang="0">
                      <a:pos x="202" y="129"/>
                    </a:cxn>
                    <a:cxn ang="0">
                      <a:pos x="192" y="135"/>
                    </a:cxn>
                    <a:cxn ang="0">
                      <a:pos x="184" y="136"/>
                    </a:cxn>
                    <a:cxn ang="0">
                      <a:pos x="176" y="137"/>
                    </a:cxn>
                    <a:cxn ang="0">
                      <a:pos x="183" y="146"/>
                    </a:cxn>
                    <a:cxn ang="0">
                      <a:pos x="183" y="157"/>
                    </a:cxn>
                    <a:cxn ang="0">
                      <a:pos x="178" y="149"/>
                    </a:cxn>
                    <a:cxn ang="0">
                      <a:pos x="163" y="156"/>
                    </a:cxn>
                    <a:cxn ang="0">
                      <a:pos x="160" y="170"/>
                    </a:cxn>
                    <a:cxn ang="0">
                      <a:pos x="151" y="175"/>
                    </a:cxn>
                    <a:cxn ang="0">
                      <a:pos x="149" y="189"/>
                    </a:cxn>
                    <a:cxn ang="0">
                      <a:pos x="154" y="201"/>
                    </a:cxn>
                  </a:cxnLst>
                  <a:rect l="0" t="0" r="r" b="b"/>
                  <a:pathLst>
                    <a:path w="215" h="216">
                      <a:moveTo>
                        <a:pt x="149" y="216"/>
                      </a:moveTo>
                      <a:lnTo>
                        <a:pt x="149" y="208"/>
                      </a:lnTo>
                      <a:lnTo>
                        <a:pt x="145" y="208"/>
                      </a:lnTo>
                      <a:lnTo>
                        <a:pt x="146" y="203"/>
                      </a:lnTo>
                      <a:lnTo>
                        <a:pt x="137" y="202"/>
                      </a:lnTo>
                      <a:lnTo>
                        <a:pt x="129" y="192"/>
                      </a:lnTo>
                      <a:lnTo>
                        <a:pt x="122" y="191"/>
                      </a:lnTo>
                      <a:lnTo>
                        <a:pt x="114" y="185"/>
                      </a:lnTo>
                      <a:lnTo>
                        <a:pt x="114" y="180"/>
                      </a:lnTo>
                      <a:lnTo>
                        <a:pt x="106" y="179"/>
                      </a:lnTo>
                      <a:lnTo>
                        <a:pt x="99" y="184"/>
                      </a:lnTo>
                      <a:lnTo>
                        <a:pt x="98" y="179"/>
                      </a:lnTo>
                      <a:lnTo>
                        <a:pt x="105" y="175"/>
                      </a:lnTo>
                      <a:lnTo>
                        <a:pt x="83" y="151"/>
                      </a:lnTo>
                      <a:lnTo>
                        <a:pt x="82" y="140"/>
                      </a:lnTo>
                      <a:lnTo>
                        <a:pt x="77" y="136"/>
                      </a:lnTo>
                      <a:lnTo>
                        <a:pt x="72" y="133"/>
                      </a:lnTo>
                      <a:lnTo>
                        <a:pt x="52" y="114"/>
                      </a:lnTo>
                      <a:lnTo>
                        <a:pt x="51" y="109"/>
                      </a:lnTo>
                      <a:lnTo>
                        <a:pt x="41" y="95"/>
                      </a:lnTo>
                      <a:lnTo>
                        <a:pt x="35" y="93"/>
                      </a:lnTo>
                      <a:lnTo>
                        <a:pt x="27" y="81"/>
                      </a:lnTo>
                      <a:lnTo>
                        <a:pt x="22" y="79"/>
                      </a:lnTo>
                      <a:lnTo>
                        <a:pt x="23" y="73"/>
                      </a:lnTo>
                      <a:lnTo>
                        <a:pt x="25" y="71"/>
                      </a:lnTo>
                      <a:lnTo>
                        <a:pt x="22" y="65"/>
                      </a:lnTo>
                      <a:lnTo>
                        <a:pt x="22" y="60"/>
                      </a:lnTo>
                      <a:lnTo>
                        <a:pt x="16" y="54"/>
                      </a:lnTo>
                      <a:lnTo>
                        <a:pt x="12" y="41"/>
                      </a:lnTo>
                      <a:lnTo>
                        <a:pt x="7" y="40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3" y="29"/>
                      </a:lnTo>
                      <a:lnTo>
                        <a:pt x="2" y="25"/>
                      </a:lnTo>
                      <a:lnTo>
                        <a:pt x="2" y="6"/>
                      </a:lnTo>
                      <a:lnTo>
                        <a:pt x="8" y="0"/>
                      </a:lnTo>
                      <a:lnTo>
                        <a:pt x="17" y="2"/>
                      </a:lnTo>
                      <a:lnTo>
                        <a:pt x="17" y="4"/>
                      </a:lnTo>
                      <a:lnTo>
                        <a:pt x="30" y="19"/>
                      </a:lnTo>
                      <a:lnTo>
                        <a:pt x="34" y="19"/>
                      </a:lnTo>
                      <a:lnTo>
                        <a:pt x="43" y="2"/>
                      </a:lnTo>
                      <a:lnTo>
                        <a:pt x="61" y="4"/>
                      </a:lnTo>
                      <a:lnTo>
                        <a:pt x="65" y="0"/>
                      </a:lnTo>
                      <a:lnTo>
                        <a:pt x="67" y="0"/>
                      </a:lnTo>
                      <a:lnTo>
                        <a:pt x="79" y="8"/>
                      </a:lnTo>
                      <a:lnTo>
                        <a:pt x="83" y="8"/>
                      </a:lnTo>
                      <a:lnTo>
                        <a:pt x="86" y="6"/>
                      </a:lnTo>
                      <a:lnTo>
                        <a:pt x="89" y="9"/>
                      </a:lnTo>
                      <a:lnTo>
                        <a:pt x="104" y="12"/>
                      </a:lnTo>
                      <a:lnTo>
                        <a:pt x="105" y="9"/>
                      </a:lnTo>
                      <a:lnTo>
                        <a:pt x="108" y="9"/>
                      </a:lnTo>
                      <a:lnTo>
                        <a:pt x="116" y="17"/>
                      </a:lnTo>
                      <a:lnTo>
                        <a:pt x="119" y="17"/>
                      </a:lnTo>
                      <a:lnTo>
                        <a:pt x="125" y="9"/>
                      </a:lnTo>
                      <a:lnTo>
                        <a:pt x="129" y="9"/>
                      </a:lnTo>
                      <a:lnTo>
                        <a:pt x="132" y="14"/>
                      </a:lnTo>
                      <a:lnTo>
                        <a:pt x="135" y="16"/>
                      </a:lnTo>
                      <a:lnTo>
                        <a:pt x="137" y="11"/>
                      </a:lnTo>
                      <a:lnTo>
                        <a:pt x="148" y="12"/>
                      </a:lnTo>
                      <a:lnTo>
                        <a:pt x="152" y="18"/>
                      </a:lnTo>
                      <a:lnTo>
                        <a:pt x="154" y="17"/>
                      </a:lnTo>
                      <a:lnTo>
                        <a:pt x="154" y="14"/>
                      </a:lnTo>
                      <a:lnTo>
                        <a:pt x="162" y="14"/>
                      </a:lnTo>
                      <a:lnTo>
                        <a:pt x="168" y="22"/>
                      </a:lnTo>
                      <a:lnTo>
                        <a:pt x="167" y="27"/>
                      </a:lnTo>
                      <a:lnTo>
                        <a:pt x="167" y="28"/>
                      </a:lnTo>
                      <a:lnTo>
                        <a:pt x="173" y="33"/>
                      </a:lnTo>
                      <a:lnTo>
                        <a:pt x="180" y="33"/>
                      </a:lnTo>
                      <a:lnTo>
                        <a:pt x="186" y="28"/>
                      </a:lnTo>
                      <a:lnTo>
                        <a:pt x="199" y="28"/>
                      </a:lnTo>
                      <a:lnTo>
                        <a:pt x="201" y="31"/>
                      </a:lnTo>
                      <a:lnTo>
                        <a:pt x="200" y="35"/>
                      </a:lnTo>
                      <a:lnTo>
                        <a:pt x="200" y="39"/>
                      </a:lnTo>
                      <a:lnTo>
                        <a:pt x="195" y="46"/>
                      </a:lnTo>
                      <a:lnTo>
                        <a:pt x="190" y="57"/>
                      </a:lnTo>
                      <a:lnTo>
                        <a:pt x="188" y="59"/>
                      </a:lnTo>
                      <a:lnTo>
                        <a:pt x="188" y="61"/>
                      </a:lnTo>
                      <a:lnTo>
                        <a:pt x="189" y="63"/>
                      </a:lnTo>
                      <a:lnTo>
                        <a:pt x="185" y="68"/>
                      </a:lnTo>
                      <a:lnTo>
                        <a:pt x="188" y="76"/>
                      </a:lnTo>
                      <a:lnTo>
                        <a:pt x="191" y="76"/>
                      </a:lnTo>
                      <a:lnTo>
                        <a:pt x="194" y="78"/>
                      </a:lnTo>
                      <a:lnTo>
                        <a:pt x="197" y="77"/>
                      </a:lnTo>
                      <a:lnTo>
                        <a:pt x="199" y="79"/>
                      </a:lnTo>
                      <a:lnTo>
                        <a:pt x="200" y="83"/>
                      </a:lnTo>
                      <a:lnTo>
                        <a:pt x="203" y="87"/>
                      </a:lnTo>
                      <a:lnTo>
                        <a:pt x="207" y="87"/>
                      </a:lnTo>
                      <a:lnTo>
                        <a:pt x="207" y="88"/>
                      </a:lnTo>
                      <a:lnTo>
                        <a:pt x="207" y="90"/>
                      </a:lnTo>
                      <a:lnTo>
                        <a:pt x="212" y="93"/>
                      </a:lnTo>
                      <a:lnTo>
                        <a:pt x="215" y="94"/>
                      </a:lnTo>
                      <a:lnTo>
                        <a:pt x="215" y="97"/>
                      </a:lnTo>
                      <a:lnTo>
                        <a:pt x="211" y="102"/>
                      </a:lnTo>
                      <a:lnTo>
                        <a:pt x="202" y="102"/>
                      </a:lnTo>
                      <a:lnTo>
                        <a:pt x="197" y="98"/>
                      </a:lnTo>
                      <a:lnTo>
                        <a:pt x="195" y="98"/>
                      </a:lnTo>
                      <a:lnTo>
                        <a:pt x="194" y="100"/>
                      </a:lnTo>
                      <a:lnTo>
                        <a:pt x="195" y="102"/>
                      </a:lnTo>
                      <a:lnTo>
                        <a:pt x="201" y="109"/>
                      </a:lnTo>
                      <a:lnTo>
                        <a:pt x="207" y="117"/>
                      </a:lnTo>
                      <a:lnTo>
                        <a:pt x="210" y="119"/>
                      </a:lnTo>
                      <a:lnTo>
                        <a:pt x="208" y="126"/>
                      </a:lnTo>
                      <a:lnTo>
                        <a:pt x="207" y="129"/>
                      </a:lnTo>
                      <a:lnTo>
                        <a:pt x="205" y="130"/>
                      </a:lnTo>
                      <a:lnTo>
                        <a:pt x="202" y="129"/>
                      </a:lnTo>
                      <a:lnTo>
                        <a:pt x="200" y="129"/>
                      </a:lnTo>
                      <a:lnTo>
                        <a:pt x="197" y="132"/>
                      </a:lnTo>
                      <a:lnTo>
                        <a:pt x="192" y="135"/>
                      </a:lnTo>
                      <a:lnTo>
                        <a:pt x="189" y="135"/>
                      </a:lnTo>
                      <a:lnTo>
                        <a:pt x="186" y="136"/>
                      </a:lnTo>
                      <a:lnTo>
                        <a:pt x="184" y="136"/>
                      </a:lnTo>
                      <a:lnTo>
                        <a:pt x="183" y="133"/>
                      </a:lnTo>
                      <a:lnTo>
                        <a:pt x="180" y="133"/>
                      </a:lnTo>
                      <a:lnTo>
                        <a:pt x="176" y="137"/>
                      </a:lnTo>
                      <a:lnTo>
                        <a:pt x="178" y="140"/>
                      </a:lnTo>
                      <a:lnTo>
                        <a:pt x="181" y="141"/>
                      </a:lnTo>
                      <a:lnTo>
                        <a:pt x="183" y="146"/>
                      </a:lnTo>
                      <a:lnTo>
                        <a:pt x="184" y="149"/>
                      </a:lnTo>
                      <a:lnTo>
                        <a:pt x="184" y="154"/>
                      </a:lnTo>
                      <a:lnTo>
                        <a:pt x="183" y="157"/>
                      </a:lnTo>
                      <a:lnTo>
                        <a:pt x="180" y="157"/>
                      </a:lnTo>
                      <a:lnTo>
                        <a:pt x="179" y="154"/>
                      </a:lnTo>
                      <a:lnTo>
                        <a:pt x="178" y="149"/>
                      </a:lnTo>
                      <a:lnTo>
                        <a:pt x="175" y="148"/>
                      </a:lnTo>
                      <a:lnTo>
                        <a:pt x="172" y="148"/>
                      </a:lnTo>
                      <a:lnTo>
                        <a:pt x="163" y="156"/>
                      </a:lnTo>
                      <a:lnTo>
                        <a:pt x="162" y="160"/>
                      </a:lnTo>
                      <a:lnTo>
                        <a:pt x="160" y="163"/>
                      </a:lnTo>
                      <a:lnTo>
                        <a:pt x="160" y="170"/>
                      </a:lnTo>
                      <a:lnTo>
                        <a:pt x="158" y="173"/>
                      </a:lnTo>
                      <a:lnTo>
                        <a:pt x="153" y="173"/>
                      </a:lnTo>
                      <a:lnTo>
                        <a:pt x="151" y="175"/>
                      </a:lnTo>
                      <a:lnTo>
                        <a:pt x="151" y="184"/>
                      </a:lnTo>
                      <a:lnTo>
                        <a:pt x="149" y="185"/>
                      </a:lnTo>
                      <a:lnTo>
                        <a:pt x="149" y="189"/>
                      </a:lnTo>
                      <a:lnTo>
                        <a:pt x="152" y="194"/>
                      </a:lnTo>
                      <a:lnTo>
                        <a:pt x="154" y="196"/>
                      </a:lnTo>
                      <a:lnTo>
                        <a:pt x="154" y="201"/>
                      </a:lnTo>
                      <a:lnTo>
                        <a:pt x="149" y="208"/>
                      </a:lnTo>
                      <a:lnTo>
                        <a:pt x="14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98" name="Freeform 196">
                  <a:extLst>
                    <a:ext uri="{FF2B5EF4-FFF2-40B4-BE49-F238E27FC236}">
                      <a16:creationId xmlns:a16="http://schemas.microsoft.com/office/drawing/2014/main" id="{C7DE73FD-B5FF-8F67-1025-2E453DA5E6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03" y="1965"/>
                  <a:ext cx="15" cy="8"/>
                </a:xfrm>
                <a:custGeom>
                  <a:avLst/>
                  <a:gdLst/>
                  <a:ahLst/>
                  <a:cxnLst>
                    <a:cxn ang="0">
                      <a:pos x="75" y="42"/>
                    </a:cxn>
                    <a:cxn ang="0">
                      <a:pos x="45" y="20"/>
                    </a:cxn>
                    <a:cxn ang="0">
                      <a:pos x="29" y="17"/>
                    </a:cxn>
                    <a:cxn ang="0">
                      <a:pos x="13" y="7"/>
                    </a:cxn>
                    <a:cxn ang="0">
                      <a:pos x="0" y="5"/>
                    </a:cxn>
                    <a:cxn ang="0">
                      <a:pos x="4" y="0"/>
                    </a:cxn>
                    <a:cxn ang="0">
                      <a:pos x="15" y="2"/>
                    </a:cxn>
                    <a:cxn ang="0">
                      <a:pos x="20" y="10"/>
                    </a:cxn>
                    <a:cxn ang="0">
                      <a:pos x="25" y="10"/>
                    </a:cxn>
                    <a:cxn ang="0">
                      <a:pos x="32" y="5"/>
                    </a:cxn>
                    <a:cxn ang="0">
                      <a:pos x="40" y="6"/>
                    </a:cxn>
                    <a:cxn ang="0">
                      <a:pos x="40" y="11"/>
                    </a:cxn>
                    <a:cxn ang="0">
                      <a:pos x="48" y="17"/>
                    </a:cxn>
                    <a:cxn ang="0">
                      <a:pos x="55" y="18"/>
                    </a:cxn>
                    <a:cxn ang="0">
                      <a:pos x="63" y="28"/>
                    </a:cxn>
                    <a:cxn ang="0">
                      <a:pos x="72" y="29"/>
                    </a:cxn>
                    <a:cxn ang="0">
                      <a:pos x="71" y="34"/>
                    </a:cxn>
                    <a:cxn ang="0">
                      <a:pos x="75" y="34"/>
                    </a:cxn>
                    <a:cxn ang="0">
                      <a:pos x="75" y="42"/>
                    </a:cxn>
                  </a:cxnLst>
                  <a:rect l="0" t="0" r="r" b="b"/>
                  <a:pathLst>
                    <a:path w="75" h="42">
                      <a:moveTo>
                        <a:pt x="75" y="42"/>
                      </a:moveTo>
                      <a:lnTo>
                        <a:pt x="45" y="20"/>
                      </a:lnTo>
                      <a:lnTo>
                        <a:pt x="29" y="17"/>
                      </a:lnTo>
                      <a:lnTo>
                        <a:pt x="13" y="7"/>
                      </a:lnTo>
                      <a:lnTo>
                        <a:pt x="0" y="5"/>
                      </a:lnTo>
                      <a:lnTo>
                        <a:pt x="4" y="0"/>
                      </a:lnTo>
                      <a:lnTo>
                        <a:pt x="15" y="2"/>
                      </a:lnTo>
                      <a:lnTo>
                        <a:pt x="20" y="10"/>
                      </a:lnTo>
                      <a:lnTo>
                        <a:pt x="25" y="10"/>
                      </a:lnTo>
                      <a:lnTo>
                        <a:pt x="32" y="5"/>
                      </a:lnTo>
                      <a:lnTo>
                        <a:pt x="40" y="6"/>
                      </a:lnTo>
                      <a:lnTo>
                        <a:pt x="40" y="11"/>
                      </a:lnTo>
                      <a:lnTo>
                        <a:pt x="48" y="17"/>
                      </a:lnTo>
                      <a:lnTo>
                        <a:pt x="55" y="18"/>
                      </a:lnTo>
                      <a:lnTo>
                        <a:pt x="63" y="28"/>
                      </a:lnTo>
                      <a:lnTo>
                        <a:pt x="72" y="29"/>
                      </a:lnTo>
                      <a:lnTo>
                        <a:pt x="71" y="34"/>
                      </a:lnTo>
                      <a:lnTo>
                        <a:pt x="75" y="34"/>
                      </a:lnTo>
                      <a:lnTo>
                        <a:pt x="75" y="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77" name="Freeform 197">
                <a:extLst>
                  <a:ext uri="{FF2B5EF4-FFF2-40B4-BE49-F238E27FC236}">
                    <a16:creationId xmlns:a16="http://schemas.microsoft.com/office/drawing/2014/main" id="{D62C3137-93F5-D840-CFC0-7EE7063EB5F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8" y="2034"/>
                <a:ext cx="25" cy="26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35" y="2"/>
                  </a:cxn>
                  <a:cxn ang="0">
                    <a:pos x="21" y="12"/>
                  </a:cxn>
                  <a:cxn ang="0">
                    <a:pos x="13" y="8"/>
                  </a:cxn>
                  <a:cxn ang="0">
                    <a:pos x="2" y="28"/>
                  </a:cxn>
                  <a:cxn ang="0">
                    <a:pos x="0" y="37"/>
                  </a:cxn>
                  <a:cxn ang="0">
                    <a:pos x="6" y="50"/>
                  </a:cxn>
                  <a:cxn ang="0">
                    <a:pos x="21" y="58"/>
                  </a:cxn>
                  <a:cxn ang="0">
                    <a:pos x="28" y="70"/>
                  </a:cxn>
                  <a:cxn ang="0">
                    <a:pos x="23" y="86"/>
                  </a:cxn>
                  <a:cxn ang="0">
                    <a:pos x="26" y="99"/>
                  </a:cxn>
                  <a:cxn ang="0">
                    <a:pos x="32" y="106"/>
                  </a:cxn>
                  <a:cxn ang="0">
                    <a:pos x="39" y="108"/>
                  </a:cxn>
                  <a:cxn ang="0">
                    <a:pos x="42" y="98"/>
                  </a:cxn>
                  <a:cxn ang="0">
                    <a:pos x="49" y="90"/>
                  </a:cxn>
                  <a:cxn ang="0">
                    <a:pos x="53" y="96"/>
                  </a:cxn>
                  <a:cxn ang="0">
                    <a:pos x="60" y="103"/>
                  </a:cxn>
                  <a:cxn ang="0">
                    <a:pos x="65" y="119"/>
                  </a:cxn>
                  <a:cxn ang="0">
                    <a:pos x="66" y="130"/>
                  </a:cxn>
                  <a:cxn ang="0">
                    <a:pos x="71" y="131"/>
                  </a:cxn>
                  <a:cxn ang="0">
                    <a:pos x="76" y="110"/>
                  </a:cxn>
                  <a:cxn ang="0">
                    <a:pos x="85" y="107"/>
                  </a:cxn>
                  <a:cxn ang="0">
                    <a:pos x="91" y="117"/>
                  </a:cxn>
                  <a:cxn ang="0">
                    <a:pos x="98" y="124"/>
                  </a:cxn>
                  <a:cxn ang="0">
                    <a:pos x="107" y="129"/>
                  </a:cxn>
                  <a:cxn ang="0">
                    <a:pos x="105" y="107"/>
                  </a:cxn>
                  <a:cxn ang="0">
                    <a:pos x="98" y="77"/>
                  </a:cxn>
                  <a:cxn ang="0">
                    <a:pos x="91" y="66"/>
                  </a:cxn>
                  <a:cxn ang="0">
                    <a:pos x="88" y="54"/>
                  </a:cxn>
                  <a:cxn ang="0">
                    <a:pos x="105" y="66"/>
                  </a:cxn>
                  <a:cxn ang="0">
                    <a:pos x="108" y="71"/>
                  </a:cxn>
                  <a:cxn ang="0">
                    <a:pos x="113" y="71"/>
                  </a:cxn>
                  <a:cxn ang="0">
                    <a:pos x="119" y="65"/>
                  </a:cxn>
                  <a:cxn ang="0">
                    <a:pos x="128" y="64"/>
                  </a:cxn>
                  <a:cxn ang="0">
                    <a:pos x="126" y="56"/>
                  </a:cxn>
                  <a:cxn ang="0">
                    <a:pos x="114" y="48"/>
                  </a:cxn>
                  <a:cxn ang="0">
                    <a:pos x="107" y="33"/>
                  </a:cxn>
                  <a:cxn ang="0">
                    <a:pos x="107" y="26"/>
                  </a:cxn>
                  <a:cxn ang="0">
                    <a:pos x="98" y="21"/>
                  </a:cxn>
                  <a:cxn ang="0">
                    <a:pos x="74" y="12"/>
                  </a:cxn>
                  <a:cxn ang="0">
                    <a:pos x="61" y="8"/>
                  </a:cxn>
                  <a:cxn ang="0">
                    <a:pos x="55" y="8"/>
                  </a:cxn>
                  <a:cxn ang="0">
                    <a:pos x="49" y="0"/>
                  </a:cxn>
                </a:cxnLst>
                <a:rect l="0" t="0" r="r" b="b"/>
                <a:pathLst>
                  <a:path w="128" h="131">
                    <a:moveTo>
                      <a:pt x="49" y="0"/>
                    </a:moveTo>
                    <a:lnTo>
                      <a:pt x="35" y="2"/>
                    </a:lnTo>
                    <a:lnTo>
                      <a:pt x="21" y="12"/>
                    </a:lnTo>
                    <a:lnTo>
                      <a:pt x="13" y="8"/>
                    </a:lnTo>
                    <a:lnTo>
                      <a:pt x="2" y="28"/>
                    </a:lnTo>
                    <a:lnTo>
                      <a:pt x="0" y="37"/>
                    </a:lnTo>
                    <a:lnTo>
                      <a:pt x="6" y="50"/>
                    </a:lnTo>
                    <a:lnTo>
                      <a:pt x="21" y="58"/>
                    </a:lnTo>
                    <a:lnTo>
                      <a:pt x="28" y="70"/>
                    </a:lnTo>
                    <a:lnTo>
                      <a:pt x="23" y="86"/>
                    </a:lnTo>
                    <a:lnTo>
                      <a:pt x="26" y="99"/>
                    </a:lnTo>
                    <a:lnTo>
                      <a:pt x="32" y="106"/>
                    </a:lnTo>
                    <a:lnTo>
                      <a:pt x="39" y="108"/>
                    </a:lnTo>
                    <a:lnTo>
                      <a:pt x="42" y="98"/>
                    </a:lnTo>
                    <a:lnTo>
                      <a:pt x="49" y="90"/>
                    </a:lnTo>
                    <a:lnTo>
                      <a:pt x="53" y="96"/>
                    </a:lnTo>
                    <a:lnTo>
                      <a:pt x="60" y="103"/>
                    </a:lnTo>
                    <a:lnTo>
                      <a:pt x="65" y="119"/>
                    </a:lnTo>
                    <a:lnTo>
                      <a:pt x="66" y="130"/>
                    </a:lnTo>
                    <a:lnTo>
                      <a:pt x="71" y="131"/>
                    </a:lnTo>
                    <a:lnTo>
                      <a:pt x="76" y="110"/>
                    </a:lnTo>
                    <a:lnTo>
                      <a:pt x="85" y="107"/>
                    </a:lnTo>
                    <a:lnTo>
                      <a:pt x="91" y="117"/>
                    </a:lnTo>
                    <a:lnTo>
                      <a:pt x="98" y="124"/>
                    </a:lnTo>
                    <a:lnTo>
                      <a:pt x="107" y="129"/>
                    </a:lnTo>
                    <a:lnTo>
                      <a:pt x="105" y="107"/>
                    </a:lnTo>
                    <a:lnTo>
                      <a:pt x="98" y="77"/>
                    </a:lnTo>
                    <a:lnTo>
                      <a:pt x="91" y="66"/>
                    </a:lnTo>
                    <a:lnTo>
                      <a:pt x="88" y="54"/>
                    </a:lnTo>
                    <a:lnTo>
                      <a:pt x="105" y="66"/>
                    </a:lnTo>
                    <a:lnTo>
                      <a:pt x="108" y="71"/>
                    </a:lnTo>
                    <a:lnTo>
                      <a:pt x="113" y="71"/>
                    </a:lnTo>
                    <a:lnTo>
                      <a:pt x="119" y="65"/>
                    </a:lnTo>
                    <a:lnTo>
                      <a:pt x="128" y="64"/>
                    </a:lnTo>
                    <a:lnTo>
                      <a:pt x="126" y="56"/>
                    </a:lnTo>
                    <a:lnTo>
                      <a:pt x="114" y="48"/>
                    </a:lnTo>
                    <a:lnTo>
                      <a:pt x="107" y="33"/>
                    </a:lnTo>
                    <a:lnTo>
                      <a:pt x="107" y="26"/>
                    </a:lnTo>
                    <a:lnTo>
                      <a:pt x="98" y="21"/>
                    </a:lnTo>
                    <a:lnTo>
                      <a:pt x="74" y="12"/>
                    </a:lnTo>
                    <a:lnTo>
                      <a:pt x="61" y="8"/>
                    </a:lnTo>
                    <a:lnTo>
                      <a:pt x="55" y="8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78" name="Freeform 198">
                <a:extLst>
                  <a:ext uri="{FF2B5EF4-FFF2-40B4-BE49-F238E27FC236}">
                    <a16:creationId xmlns:a16="http://schemas.microsoft.com/office/drawing/2014/main" id="{8D5A550D-796A-CF96-B925-A98BD41C54E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7" y="1984"/>
                <a:ext cx="70" cy="59"/>
              </a:xfrm>
              <a:custGeom>
                <a:avLst/>
                <a:gdLst/>
                <a:ahLst/>
                <a:cxnLst>
                  <a:cxn ang="0">
                    <a:pos x="314" y="70"/>
                  </a:cxn>
                  <a:cxn ang="0">
                    <a:pos x="258" y="65"/>
                  </a:cxn>
                  <a:cxn ang="0">
                    <a:pos x="245" y="66"/>
                  </a:cxn>
                  <a:cxn ang="0">
                    <a:pos x="223" y="73"/>
                  </a:cxn>
                  <a:cxn ang="0">
                    <a:pos x="193" y="86"/>
                  </a:cxn>
                  <a:cxn ang="0">
                    <a:pos x="216" y="100"/>
                  </a:cxn>
                  <a:cxn ang="0">
                    <a:pos x="227" y="116"/>
                  </a:cxn>
                  <a:cxn ang="0">
                    <a:pos x="201" y="103"/>
                  </a:cxn>
                  <a:cxn ang="0">
                    <a:pos x="207" y="120"/>
                  </a:cxn>
                  <a:cxn ang="0">
                    <a:pos x="201" y="125"/>
                  </a:cxn>
                  <a:cxn ang="0">
                    <a:pos x="185" y="111"/>
                  </a:cxn>
                  <a:cxn ang="0">
                    <a:pos x="184" y="124"/>
                  </a:cxn>
                  <a:cxn ang="0">
                    <a:pos x="188" y="135"/>
                  </a:cxn>
                  <a:cxn ang="0">
                    <a:pos x="172" y="111"/>
                  </a:cxn>
                  <a:cxn ang="0">
                    <a:pos x="148" y="93"/>
                  </a:cxn>
                  <a:cxn ang="0">
                    <a:pos x="137" y="90"/>
                  </a:cxn>
                  <a:cxn ang="0">
                    <a:pos x="135" y="120"/>
                  </a:cxn>
                  <a:cxn ang="0">
                    <a:pos x="144" y="140"/>
                  </a:cxn>
                  <a:cxn ang="0">
                    <a:pos x="164" y="172"/>
                  </a:cxn>
                  <a:cxn ang="0">
                    <a:pos x="172" y="190"/>
                  </a:cxn>
                  <a:cxn ang="0">
                    <a:pos x="163" y="191"/>
                  </a:cxn>
                  <a:cxn ang="0">
                    <a:pos x="161" y="179"/>
                  </a:cxn>
                  <a:cxn ang="0">
                    <a:pos x="150" y="186"/>
                  </a:cxn>
                  <a:cxn ang="0">
                    <a:pos x="151" y="203"/>
                  </a:cxn>
                  <a:cxn ang="0">
                    <a:pos x="141" y="203"/>
                  </a:cxn>
                  <a:cxn ang="0">
                    <a:pos x="135" y="212"/>
                  </a:cxn>
                  <a:cxn ang="0">
                    <a:pos x="156" y="219"/>
                  </a:cxn>
                  <a:cxn ang="0">
                    <a:pos x="172" y="224"/>
                  </a:cxn>
                  <a:cxn ang="0">
                    <a:pos x="184" y="237"/>
                  </a:cxn>
                  <a:cxn ang="0">
                    <a:pos x="199" y="250"/>
                  </a:cxn>
                  <a:cxn ang="0">
                    <a:pos x="211" y="255"/>
                  </a:cxn>
                  <a:cxn ang="0">
                    <a:pos x="199" y="285"/>
                  </a:cxn>
                  <a:cxn ang="0">
                    <a:pos x="175" y="275"/>
                  </a:cxn>
                  <a:cxn ang="0">
                    <a:pos x="152" y="270"/>
                  </a:cxn>
                  <a:cxn ang="0">
                    <a:pos x="164" y="259"/>
                  </a:cxn>
                  <a:cxn ang="0">
                    <a:pos x="139" y="243"/>
                  </a:cxn>
                  <a:cxn ang="0">
                    <a:pos x="123" y="245"/>
                  </a:cxn>
                  <a:cxn ang="0">
                    <a:pos x="98" y="245"/>
                  </a:cxn>
                  <a:cxn ang="0">
                    <a:pos x="67" y="242"/>
                  </a:cxn>
                  <a:cxn ang="0">
                    <a:pos x="61" y="245"/>
                  </a:cxn>
                  <a:cxn ang="0">
                    <a:pos x="51" y="240"/>
                  </a:cxn>
                  <a:cxn ang="0">
                    <a:pos x="33" y="208"/>
                  </a:cxn>
                  <a:cxn ang="0">
                    <a:pos x="53" y="208"/>
                  </a:cxn>
                  <a:cxn ang="0">
                    <a:pos x="35" y="194"/>
                  </a:cxn>
                  <a:cxn ang="0">
                    <a:pos x="17" y="178"/>
                  </a:cxn>
                  <a:cxn ang="0">
                    <a:pos x="3" y="154"/>
                  </a:cxn>
                  <a:cxn ang="0">
                    <a:pos x="0" y="152"/>
                  </a:cxn>
                  <a:cxn ang="0">
                    <a:pos x="10" y="146"/>
                  </a:cxn>
                  <a:cxn ang="0">
                    <a:pos x="17" y="127"/>
                  </a:cxn>
                  <a:cxn ang="0">
                    <a:pos x="35" y="103"/>
                  </a:cxn>
                  <a:cxn ang="0">
                    <a:pos x="49" y="77"/>
                  </a:cxn>
                  <a:cxn ang="0">
                    <a:pos x="82" y="62"/>
                  </a:cxn>
                  <a:cxn ang="0">
                    <a:pos x="112" y="45"/>
                  </a:cxn>
                  <a:cxn ang="0">
                    <a:pos x="147" y="31"/>
                  </a:cxn>
                  <a:cxn ang="0">
                    <a:pos x="166" y="29"/>
                  </a:cxn>
                  <a:cxn ang="0">
                    <a:pos x="205" y="25"/>
                  </a:cxn>
                  <a:cxn ang="0">
                    <a:pos x="248" y="16"/>
                  </a:cxn>
                  <a:cxn ang="0">
                    <a:pos x="293" y="36"/>
                  </a:cxn>
                  <a:cxn ang="0">
                    <a:pos x="327" y="20"/>
                  </a:cxn>
                  <a:cxn ang="0">
                    <a:pos x="340" y="0"/>
                  </a:cxn>
                  <a:cxn ang="0">
                    <a:pos x="352" y="13"/>
                  </a:cxn>
                  <a:cxn ang="0">
                    <a:pos x="340" y="33"/>
                  </a:cxn>
                  <a:cxn ang="0">
                    <a:pos x="334" y="63"/>
                  </a:cxn>
                </a:cxnLst>
                <a:rect l="0" t="0" r="r" b="b"/>
                <a:pathLst>
                  <a:path w="352" h="293">
                    <a:moveTo>
                      <a:pt x="324" y="78"/>
                    </a:moveTo>
                    <a:lnTo>
                      <a:pt x="314" y="70"/>
                    </a:lnTo>
                    <a:lnTo>
                      <a:pt x="268" y="57"/>
                    </a:lnTo>
                    <a:lnTo>
                      <a:pt x="258" y="65"/>
                    </a:lnTo>
                    <a:lnTo>
                      <a:pt x="253" y="66"/>
                    </a:lnTo>
                    <a:lnTo>
                      <a:pt x="245" y="66"/>
                    </a:lnTo>
                    <a:lnTo>
                      <a:pt x="234" y="62"/>
                    </a:lnTo>
                    <a:lnTo>
                      <a:pt x="223" y="73"/>
                    </a:lnTo>
                    <a:lnTo>
                      <a:pt x="207" y="76"/>
                    </a:lnTo>
                    <a:lnTo>
                      <a:pt x="193" y="86"/>
                    </a:lnTo>
                    <a:lnTo>
                      <a:pt x="201" y="94"/>
                    </a:lnTo>
                    <a:lnTo>
                      <a:pt x="216" y="100"/>
                    </a:lnTo>
                    <a:lnTo>
                      <a:pt x="225" y="110"/>
                    </a:lnTo>
                    <a:lnTo>
                      <a:pt x="227" y="116"/>
                    </a:lnTo>
                    <a:lnTo>
                      <a:pt x="217" y="106"/>
                    </a:lnTo>
                    <a:lnTo>
                      <a:pt x="201" y="103"/>
                    </a:lnTo>
                    <a:lnTo>
                      <a:pt x="196" y="113"/>
                    </a:lnTo>
                    <a:lnTo>
                      <a:pt x="207" y="120"/>
                    </a:lnTo>
                    <a:lnTo>
                      <a:pt x="209" y="133"/>
                    </a:lnTo>
                    <a:lnTo>
                      <a:pt x="201" y="125"/>
                    </a:lnTo>
                    <a:lnTo>
                      <a:pt x="195" y="115"/>
                    </a:lnTo>
                    <a:lnTo>
                      <a:pt x="185" y="111"/>
                    </a:lnTo>
                    <a:lnTo>
                      <a:pt x="182" y="113"/>
                    </a:lnTo>
                    <a:lnTo>
                      <a:pt x="184" y="124"/>
                    </a:lnTo>
                    <a:lnTo>
                      <a:pt x="193" y="131"/>
                    </a:lnTo>
                    <a:lnTo>
                      <a:pt x="188" y="135"/>
                    </a:lnTo>
                    <a:lnTo>
                      <a:pt x="177" y="125"/>
                    </a:lnTo>
                    <a:lnTo>
                      <a:pt x="172" y="111"/>
                    </a:lnTo>
                    <a:lnTo>
                      <a:pt x="148" y="97"/>
                    </a:lnTo>
                    <a:lnTo>
                      <a:pt x="148" y="93"/>
                    </a:lnTo>
                    <a:lnTo>
                      <a:pt x="151" y="86"/>
                    </a:lnTo>
                    <a:lnTo>
                      <a:pt x="137" y="90"/>
                    </a:lnTo>
                    <a:lnTo>
                      <a:pt x="135" y="105"/>
                    </a:lnTo>
                    <a:lnTo>
                      <a:pt x="135" y="120"/>
                    </a:lnTo>
                    <a:lnTo>
                      <a:pt x="136" y="132"/>
                    </a:lnTo>
                    <a:lnTo>
                      <a:pt x="144" y="140"/>
                    </a:lnTo>
                    <a:lnTo>
                      <a:pt x="147" y="154"/>
                    </a:lnTo>
                    <a:lnTo>
                      <a:pt x="164" y="172"/>
                    </a:lnTo>
                    <a:lnTo>
                      <a:pt x="169" y="181"/>
                    </a:lnTo>
                    <a:lnTo>
                      <a:pt x="172" y="190"/>
                    </a:lnTo>
                    <a:lnTo>
                      <a:pt x="167" y="192"/>
                    </a:lnTo>
                    <a:lnTo>
                      <a:pt x="163" y="191"/>
                    </a:lnTo>
                    <a:lnTo>
                      <a:pt x="164" y="185"/>
                    </a:lnTo>
                    <a:lnTo>
                      <a:pt x="161" y="179"/>
                    </a:lnTo>
                    <a:lnTo>
                      <a:pt x="151" y="178"/>
                    </a:lnTo>
                    <a:lnTo>
                      <a:pt x="150" y="186"/>
                    </a:lnTo>
                    <a:lnTo>
                      <a:pt x="155" y="200"/>
                    </a:lnTo>
                    <a:lnTo>
                      <a:pt x="151" y="203"/>
                    </a:lnTo>
                    <a:lnTo>
                      <a:pt x="147" y="203"/>
                    </a:lnTo>
                    <a:lnTo>
                      <a:pt x="141" y="203"/>
                    </a:lnTo>
                    <a:lnTo>
                      <a:pt x="131" y="206"/>
                    </a:lnTo>
                    <a:lnTo>
                      <a:pt x="135" y="212"/>
                    </a:lnTo>
                    <a:lnTo>
                      <a:pt x="147" y="217"/>
                    </a:lnTo>
                    <a:lnTo>
                      <a:pt x="156" y="219"/>
                    </a:lnTo>
                    <a:lnTo>
                      <a:pt x="163" y="224"/>
                    </a:lnTo>
                    <a:lnTo>
                      <a:pt x="172" y="224"/>
                    </a:lnTo>
                    <a:lnTo>
                      <a:pt x="177" y="237"/>
                    </a:lnTo>
                    <a:lnTo>
                      <a:pt x="184" y="237"/>
                    </a:lnTo>
                    <a:lnTo>
                      <a:pt x="190" y="244"/>
                    </a:lnTo>
                    <a:lnTo>
                      <a:pt x="199" y="250"/>
                    </a:lnTo>
                    <a:lnTo>
                      <a:pt x="204" y="250"/>
                    </a:lnTo>
                    <a:lnTo>
                      <a:pt x="211" y="255"/>
                    </a:lnTo>
                    <a:lnTo>
                      <a:pt x="212" y="293"/>
                    </a:lnTo>
                    <a:lnTo>
                      <a:pt x="199" y="285"/>
                    </a:lnTo>
                    <a:lnTo>
                      <a:pt x="189" y="272"/>
                    </a:lnTo>
                    <a:lnTo>
                      <a:pt x="175" y="275"/>
                    </a:lnTo>
                    <a:lnTo>
                      <a:pt x="161" y="275"/>
                    </a:lnTo>
                    <a:lnTo>
                      <a:pt x="152" y="270"/>
                    </a:lnTo>
                    <a:lnTo>
                      <a:pt x="162" y="266"/>
                    </a:lnTo>
                    <a:lnTo>
                      <a:pt x="164" y="259"/>
                    </a:lnTo>
                    <a:lnTo>
                      <a:pt x="152" y="256"/>
                    </a:lnTo>
                    <a:lnTo>
                      <a:pt x="139" y="243"/>
                    </a:lnTo>
                    <a:lnTo>
                      <a:pt x="132" y="249"/>
                    </a:lnTo>
                    <a:lnTo>
                      <a:pt x="123" y="245"/>
                    </a:lnTo>
                    <a:lnTo>
                      <a:pt x="110" y="248"/>
                    </a:lnTo>
                    <a:lnTo>
                      <a:pt x="98" y="245"/>
                    </a:lnTo>
                    <a:lnTo>
                      <a:pt x="81" y="248"/>
                    </a:lnTo>
                    <a:lnTo>
                      <a:pt x="67" y="242"/>
                    </a:lnTo>
                    <a:lnTo>
                      <a:pt x="64" y="242"/>
                    </a:lnTo>
                    <a:lnTo>
                      <a:pt x="61" y="245"/>
                    </a:lnTo>
                    <a:lnTo>
                      <a:pt x="55" y="248"/>
                    </a:lnTo>
                    <a:lnTo>
                      <a:pt x="51" y="240"/>
                    </a:lnTo>
                    <a:lnTo>
                      <a:pt x="45" y="228"/>
                    </a:lnTo>
                    <a:lnTo>
                      <a:pt x="33" y="208"/>
                    </a:lnTo>
                    <a:lnTo>
                      <a:pt x="43" y="210"/>
                    </a:lnTo>
                    <a:lnTo>
                      <a:pt x="53" y="208"/>
                    </a:lnTo>
                    <a:lnTo>
                      <a:pt x="49" y="200"/>
                    </a:lnTo>
                    <a:lnTo>
                      <a:pt x="35" y="194"/>
                    </a:lnTo>
                    <a:lnTo>
                      <a:pt x="33" y="203"/>
                    </a:lnTo>
                    <a:lnTo>
                      <a:pt x="17" y="178"/>
                    </a:lnTo>
                    <a:lnTo>
                      <a:pt x="7" y="170"/>
                    </a:lnTo>
                    <a:lnTo>
                      <a:pt x="3" y="154"/>
                    </a:lnTo>
                    <a:lnTo>
                      <a:pt x="1" y="152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0" y="146"/>
                    </a:lnTo>
                    <a:lnTo>
                      <a:pt x="15" y="140"/>
                    </a:lnTo>
                    <a:lnTo>
                      <a:pt x="17" y="127"/>
                    </a:lnTo>
                    <a:lnTo>
                      <a:pt x="27" y="120"/>
                    </a:lnTo>
                    <a:lnTo>
                      <a:pt x="35" y="103"/>
                    </a:lnTo>
                    <a:lnTo>
                      <a:pt x="49" y="92"/>
                    </a:lnTo>
                    <a:lnTo>
                      <a:pt x="49" y="77"/>
                    </a:lnTo>
                    <a:lnTo>
                      <a:pt x="46" y="67"/>
                    </a:lnTo>
                    <a:lnTo>
                      <a:pt x="82" y="62"/>
                    </a:lnTo>
                    <a:lnTo>
                      <a:pt x="93" y="52"/>
                    </a:lnTo>
                    <a:lnTo>
                      <a:pt x="112" y="45"/>
                    </a:lnTo>
                    <a:lnTo>
                      <a:pt x="132" y="45"/>
                    </a:lnTo>
                    <a:lnTo>
                      <a:pt x="147" y="31"/>
                    </a:lnTo>
                    <a:lnTo>
                      <a:pt x="153" y="29"/>
                    </a:lnTo>
                    <a:lnTo>
                      <a:pt x="166" y="29"/>
                    </a:lnTo>
                    <a:lnTo>
                      <a:pt x="183" y="25"/>
                    </a:lnTo>
                    <a:lnTo>
                      <a:pt x="205" y="25"/>
                    </a:lnTo>
                    <a:lnTo>
                      <a:pt x="236" y="16"/>
                    </a:lnTo>
                    <a:lnTo>
                      <a:pt x="248" y="16"/>
                    </a:lnTo>
                    <a:lnTo>
                      <a:pt x="258" y="24"/>
                    </a:lnTo>
                    <a:lnTo>
                      <a:pt x="293" y="36"/>
                    </a:lnTo>
                    <a:lnTo>
                      <a:pt x="313" y="33"/>
                    </a:lnTo>
                    <a:lnTo>
                      <a:pt x="327" y="20"/>
                    </a:lnTo>
                    <a:lnTo>
                      <a:pt x="329" y="1"/>
                    </a:lnTo>
                    <a:lnTo>
                      <a:pt x="340" y="0"/>
                    </a:lnTo>
                    <a:lnTo>
                      <a:pt x="343" y="6"/>
                    </a:lnTo>
                    <a:lnTo>
                      <a:pt x="352" y="13"/>
                    </a:lnTo>
                    <a:lnTo>
                      <a:pt x="351" y="24"/>
                    </a:lnTo>
                    <a:lnTo>
                      <a:pt x="340" y="33"/>
                    </a:lnTo>
                    <a:lnTo>
                      <a:pt x="338" y="49"/>
                    </a:lnTo>
                    <a:lnTo>
                      <a:pt x="334" y="63"/>
                    </a:lnTo>
                    <a:lnTo>
                      <a:pt x="324" y="7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79" name="Freeform 199">
                <a:extLst>
                  <a:ext uri="{FF2B5EF4-FFF2-40B4-BE49-F238E27FC236}">
                    <a16:creationId xmlns:a16="http://schemas.microsoft.com/office/drawing/2014/main" id="{2C1A0C25-6A78-7D2E-61AC-5971422BF6F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2" y="1879"/>
                <a:ext cx="74" cy="44"/>
              </a:xfrm>
              <a:custGeom>
                <a:avLst/>
                <a:gdLst/>
                <a:ahLst/>
                <a:cxnLst>
                  <a:cxn ang="0">
                    <a:pos x="71" y="47"/>
                  </a:cxn>
                  <a:cxn ang="0">
                    <a:pos x="128" y="64"/>
                  </a:cxn>
                  <a:cxn ang="0">
                    <a:pos x="147" y="44"/>
                  </a:cxn>
                  <a:cxn ang="0">
                    <a:pos x="194" y="26"/>
                  </a:cxn>
                  <a:cxn ang="0">
                    <a:pos x="225" y="24"/>
                  </a:cxn>
                  <a:cxn ang="0">
                    <a:pos x="240" y="10"/>
                  </a:cxn>
                  <a:cxn ang="0">
                    <a:pos x="273" y="2"/>
                  </a:cxn>
                  <a:cxn ang="0">
                    <a:pos x="300" y="5"/>
                  </a:cxn>
                  <a:cxn ang="0">
                    <a:pos x="329" y="12"/>
                  </a:cxn>
                  <a:cxn ang="0">
                    <a:pos x="356" y="29"/>
                  </a:cxn>
                  <a:cxn ang="0">
                    <a:pos x="369" y="48"/>
                  </a:cxn>
                  <a:cxn ang="0">
                    <a:pos x="357" y="62"/>
                  </a:cxn>
                  <a:cxn ang="0">
                    <a:pos x="335" y="69"/>
                  </a:cxn>
                  <a:cxn ang="0">
                    <a:pos x="324" y="86"/>
                  </a:cxn>
                  <a:cxn ang="0">
                    <a:pos x="316" y="108"/>
                  </a:cxn>
                  <a:cxn ang="0">
                    <a:pos x="298" y="135"/>
                  </a:cxn>
                  <a:cxn ang="0">
                    <a:pos x="284" y="161"/>
                  </a:cxn>
                  <a:cxn ang="0">
                    <a:pos x="260" y="185"/>
                  </a:cxn>
                  <a:cxn ang="0">
                    <a:pos x="225" y="195"/>
                  </a:cxn>
                  <a:cxn ang="0">
                    <a:pos x="209" y="193"/>
                  </a:cxn>
                  <a:cxn ang="0">
                    <a:pos x="181" y="204"/>
                  </a:cxn>
                  <a:cxn ang="0">
                    <a:pos x="160" y="209"/>
                  </a:cxn>
                  <a:cxn ang="0">
                    <a:pos x="133" y="218"/>
                  </a:cxn>
                  <a:cxn ang="0">
                    <a:pos x="102" y="223"/>
                  </a:cxn>
                  <a:cxn ang="0">
                    <a:pos x="76" y="210"/>
                  </a:cxn>
                  <a:cxn ang="0">
                    <a:pos x="50" y="188"/>
                  </a:cxn>
                  <a:cxn ang="0">
                    <a:pos x="28" y="167"/>
                  </a:cxn>
                  <a:cxn ang="0">
                    <a:pos x="15" y="140"/>
                  </a:cxn>
                  <a:cxn ang="0">
                    <a:pos x="0" y="136"/>
                  </a:cxn>
                  <a:cxn ang="0">
                    <a:pos x="21" y="123"/>
                  </a:cxn>
                  <a:cxn ang="0">
                    <a:pos x="20" y="102"/>
                  </a:cxn>
                  <a:cxn ang="0">
                    <a:pos x="22" y="75"/>
                  </a:cxn>
                  <a:cxn ang="0">
                    <a:pos x="53" y="67"/>
                  </a:cxn>
                  <a:cxn ang="0">
                    <a:pos x="58" y="39"/>
                  </a:cxn>
                </a:cxnLst>
                <a:rect l="0" t="0" r="r" b="b"/>
                <a:pathLst>
                  <a:path w="369" h="223">
                    <a:moveTo>
                      <a:pt x="58" y="39"/>
                    </a:moveTo>
                    <a:lnTo>
                      <a:pt x="71" y="47"/>
                    </a:lnTo>
                    <a:lnTo>
                      <a:pt x="95" y="65"/>
                    </a:lnTo>
                    <a:lnTo>
                      <a:pt x="128" y="64"/>
                    </a:lnTo>
                    <a:lnTo>
                      <a:pt x="134" y="64"/>
                    </a:lnTo>
                    <a:lnTo>
                      <a:pt x="147" y="44"/>
                    </a:lnTo>
                    <a:lnTo>
                      <a:pt x="178" y="35"/>
                    </a:lnTo>
                    <a:lnTo>
                      <a:pt x="194" y="26"/>
                    </a:lnTo>
                    <a:lnTo>
                      <a:pt x="211" y="32"/>
                    </a:lnTo>
                    <a:lnTo>
                      <a:pt x="225" y="24"/>
                    </a:lnTo>
                    <a:lnTo>
                      <a:pt x="235" y="22"/>
                    </a:lnTo>
                    <a:lnTo>
                      <a:pt x="240" y="10"/>
                    </a:lnTo>
                    <a:lnTo>
                      <a:pt x="255" y="1"/>
                    </a:lnTo>
                    <a:lnTo>
                      <a:pt x="273" y="2"/>
                    </a:lnTo>
                    <a:lnTo>
                      <a:pt x="285" y="0"/>
                    </a:lnTo>
                    <a:lnTo>
                      <a:pt x="300" y="5"/>
                    </a:lnTo>
                    <a:lnTo>
                      <a:pt x="317" y="15"/>
                    </a:lnTo>
                    <a:lnTo>
                      <a:pt x="329" y="12"/>
                    </a:lnTo>
                    <a:lnTo>
                      <a:pt x="344" y="19"/>
                    </a:lnTo>
                    <a:lnTo>
                      <a:pt x="356" y="29"/>
                    </a:lnTo>
                    <a:lnTo>
                      <a:pt x="365" y="38"/>
                    </a:lnTo>
                    <a:lnTo>
                      <a:pt x="369" y="48"/>
                    </a:lnTo>
                    <a:lnTo>
                      <a:pt x="365" y="55"/>
                    </a:lnTo>
                    <a:lnTo>
                      <a:pt x="357" y="62"/>
                    </a:lnTo>
                    <a:lnTo>
                      <a:pt x="350" y="62"/>
                    </a:lnTo>
                    <a:lnTo>
                      <a:pt x="335" y="69"/>
                    </a:lnTo>
                    <a:lnTo>
                      <a:pt x="326" y="78"/>
                    </a:lnTo>
                    <a:lnTo>
                      <a:pt x="324" y="86"/>
                    </a:lnTo>
                    <a:lnTo>
                      <a:pt x="318" y="97"/>
                    </a:lnTo>
                    <a:lnTo>
                      <a:pt x="316" y="108"/>
                    </a:lnTo>
                    <a:lnTo>
                      <a:pt x="303" y="121"/>
                    </a:lnTo>
                    <a:lnTo>
                      <a:pt x="298" y="135"/>
                    </a:lnTo>
                    <a:lnTo>
                      <a:pt x="291" y="151"/>
                    </a:lnTo>
                    <a:lnTo>
                      <a:pt x="284" y="161"/>
                    </a:lnTo>
                    <a:lnTo>
                      <a:pt x="276" y="178"/>
                    </a:lnTo>
                    <a:lnTo>
                      <a:pt x="260" y="185"/>
                    </a:lnTo>
                    <a:lnTo>
                      <a:pt x="228" y="195"/>
                    </a:lnTo>
                    <a:lnTo>
                      <a:pt x="225" y="195"/>
                    </a:lnTo>
                    <a:lnTo>
                      <a:pt x="221" y="188"/>
                    </a:lnTo>
                    <a:lnTo>
                      <a:pt x="209" y="193"/>
                    </a:lnTo>
                    <a:lnTo>
                      <a:pt x="197" y="193"/>
                    </a:lnTo>
                    <a:lnTo>
                      <a:pt x="181" y="204"/>
                    </a:lnTo>
                    <a:lnTo>
                      <a:pt x="166" y="204"/>
                    </a:lnTo>
                    <a:lnTo>
                      <a:pt x="160" y="209"/>
                    </a:lnTo>
                    <a:lnTo>
                      <a:pt x="145" y="210"/>
                    </a:lnTo>
                    <a:lnTo>
                      <a:pt x="133" y="218"/>
                    </a:lnTo>
                    <a:lnTo>
                      <a:pt x="119" y="222"/>
                    </a:lnTo>
                    <a:lnTo>
                      <a:pt x="102" y="223"/>
                    </a:lnTo>
                    <a:lnTo>
                      <a:pt x="87" y="214"/>
                    </a:lnTo>
                    <a:lnTo>
                      <a:pt x="76" y="210"/>
                    </a:lnTo>
                    <a:lnTo>
                      <a:pt x="65" y="195"/>
                    </a:lnTo>
                    <a:lnTo>
                      <a:pt x="50" y="188"/>
                    </a:lnTo>
                    <a:lnTo>
                      <a:pt x="41" y="172"/>
                    </a:lnTo>
                    <a:lnTo>
                      <a:pt x="28" y="167"/>
                    </a:lnTo>
                    <a:lnTo>
                      <a:pt x="20" y="153"/>
                    </a:lnTo>
                    <a:lnTo>
                      <a:pt x="15" y="140"/>
                    </a:lnTo>
                    <a:lnTo>
                      <a:pt x="7" y="136"/>
                    </a:lnTo>
                    <a:lnTo>
                      <a:pt x="0" y="136"/>
                    </a:lnTo>
                    <a:lnTo>
                      <a:pt x="10" y="125"/>
                    </a:lnTo>
                    <a:lnTo>
                      <a:pt x="21" y="123"/>
                    </a:lnTo>
                    <a:lnTo>
                      <a:pt x="20" y="112"/>
                    </a:lnTo>
                    <a:lnTo>
                      <a:pt x="20" y="102"/>
                    </a:lnTo>
                    <a:lnTo>
                      <a:pt x="28" y="83"/>
                    </a:lnTo>
                    <a:lnTo>
                      <a:pt x="22" y="75"/>
                    </a:lnTo>
                    <a:lnTo>
                      <a:pt x="26" y="67"/>
                    </a:lnTo>
                    <a:lnTo>
                      <a:pt x="53" y="67"/>
                    </a:lnTo>
                    <a:lnTo>
                      <a:pt x="58" y="59"/>
                    </a:lnTo>
                    <a:lnTo>
                      <a:pt x="58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0" name="Freeform 200">
                <a:extLst>
                  <a:ext uri="{FF2B5EF4-FFF2-40B4-BE49-F238E27FC236}">
                    <a16:creationId xmlns:a16="http://schemas.microsoft.com/office/drawing/2014/main" id="{45FC0127-8690-2DD3-EA2E-68030CC1A53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0" y="1767"/>
                <a:ext cx="109" cy="103"/>
              </a:xfrm>
              <a:custGeom>
                <a:avLst/>
                <a:gdLst/>
                <a:ahLst/>
                <a:cxnLst>
                  <a:cxn ang="0">
                    <a:pos x="521" y="323"/>
                  </a:cxn>
                  <a:cxn ang="0">
                    <a:pos x="540" y="357"/>
                  </a:cxn>
                  <a:cxn ang="0">
                    <a:pos x="540" y="397"/>
                  </a:cxn>
                  <a:cxn ang="0">
                    <a:pos x="488" y="444"/>
                  </a:cxn>
                  <a:cxn ang="0">
                    <a:pos x="470" y="509"/>
                  </a:cxn>
                  <a:cxn ang="0">
                    <a:pos x="446" y="506"/>
                  </a:cxn>
                  <a:cxn ang="0">
                    <a:pos x="416" y="483"/>
                  </a:cxn>
                  <a:cxn ang="0">
                    <a:pos x="379" y="488"/>
                  </a:cxn>
                  <a:cxn ang="0">
                    <a:pos x="343" y="487"/>
                  </a:cxn>
                  <a:cxn ang="0">
                    <a:pos x="317" y="498"/>
                  </a:cxn>
                  <a:cxn ang="0">
                    <a:pos x="291" y="473"/>
                  </a:cxn>
                  <a:cxn ang="0">
                    <a:pos x="259" y="475"/>
                  </a:cxn>
                  <a:cxn ang="0">
                    <a:pos x="212" y="433"/>
                  </a:cxn>
                  <a:cxn ang="0">
                    <a:pos x="198" y="412"/>
                  </a:cxn>
                  <a:cxn ang="0">
                    <a:pos x="152" y="407"/>
                  </a:cxn>
                  <a:cxn ang="0">
                    <a:pos x="136" y="418"/>
                  </a:cxn>
                  <a:cxn ang="0">
                    <a:pos x="121" y="386"/>
                  </a:cxn>
                  <a:cxn ang="0">
                    <a:pos x="99" y="370"/>
                  </a:cxn>
                  <a:cxn ang="0">
                    <a:pos x="65" y="357"/>
                  </a:cxn>
                  <a:cxn ang="0">
                    <a:pos x="34" y="363"/>
                  </a:cxn>
                  <a:cxn ang="0">
                    <a:pos x="43" y="316"/>
                  </a:cxn>
                  <a:cxn ang="0">
                    <a:pos x="23" y="269"/>
                  </a:cxn>
                  <a:cxn ang="0">
                    <a:pos x="20" y="233"/>
                  </a:cxn>
                  <a:cxn ang="0">
                    <a:pos x="1" y="190"/>
                  </a:cxn>
                  <a:cxn ang="0">
                    <a:pos x="11" y="158"/>
                  </a:cxn>
                  <a:cxn ang="0">
                    <a:pos x="4" y="111"/>
                  </a:cxn>
                  <a:cxn ang="0">
                    <a:pos x="21" y="105"/>
                  </a:cxn>
                  <a:cxn ang="0">
                    <a:pos x="16" y="86"/>
                  </a:cxn>
                  <a:cxn ang="0">
                    <a:pos x="38" y="74"/>
                  </a:cxn>
                  <a:cxn ang="0">
                    <a:pos x="102" y="53"/>
                  </a:cxn>
                  <a:cxn ang="0">
                    <a:pos x="172" y="9"/>
                  </a:cxn>
                  <a:cxn ang="0">
                    <a:pos x="239" y="3"/>
                  </a:cxn>
                  <a:cxn ang="0">
                    <a:pos x="254" y="21"/>
                  </a:cxn>
                  <a:cxn ang="0">
                    <a:pos x="250" y="50"/>
                  </a:cxn>
                  <a:cxn ang="0">
                    <a:pos x="262" y="45"/>
                  </a:cxn>
                  <a:cxn ang="0">
                    <a:pos x="290" y="42"/>
                  </a:cxn>
                  <a:cxn ang="0">
                    <a:pos x="378" y="52"/>
                  </a:cxn>
                  <a:cxn ang="0">
                    <a:pos x="477" y="42"/>
                  </a:cxn>
                  <a:cxn ang="0">
                    <a:pos x="515" y="74"/>
                  </a:cxn>
                  <a:cxn ang="0">
                    <a:pos x="534" y="163"/>
                  </a:cxn>
                  <a:cxn ang="0">
                    <a:pos x="522" y="212"/>
                  </a:cxn>
                  <a:cxn ang="0">
                    <a:pos x="502" y="245"/>
                  </a:cxn>
                </a:cxnLst>
                <a:rect l="0" t="0" r="r" b="b"/>
                <a:pathLst>
                  <a:path w="545" h="511">
                    <a:moveTo>
                      <a:pt x="513" y="298"/>
                    </a:moveTo>
                    <a:lnTo>
                      <a:pt x="520" y="311"/>
                    </a:lnTo>
                    <a:lnTo>
                      <a:pt x="521" y="323"/>
                    </a:lnTo>
                    <a:lnTo>
                      <a:pt x="528" y="342"/>
                    </a:lnTo>
                    <a:lnTo>
                      <a:pt x="529" y="346"/>
                    </a:lnTo>
                    <a:lnTo>
                      <a:pt x="540" y="357"/>
                    </a:lnTo>
                    <a:lnTo>
                      <a:pt x="539" y="368"/>
                    </a:lnTo>
                    <a:lnTo>
                      <a:pt x="545" y="382"/>
                    </a:lnTo>
                    <a:lnTo>
                      <a:pt x="540" y="397"/>
                    </a:lnTo>
                    <a:lnTo>
                      <a:pt x="522" y="412"/>
                    </a:lnTo>
                    <a:lnTo>
                      <a:pt x="502" y="425"/>
                    </a:lnTo>
                    <a:lnTo>
                      <a:pt x="488" y="444"/>
                    </a:lnTo>
                    <a:lnTo>
                      <a:pt x="470" y="482"/>
                    </a:lnTo>
                    <a:lnTo>
                      <a:pt x="468" y="497"/>
                    </a:lnTo>
                    <a:lnTo>
                      <a:pt x="470" y="509"/>
                    </a:lnTo>
                    <a:lnTo>
                      <a:pt x="461" y="511"/>
                    </a:lnTo>
                    <a:lnTo>
                      <a:pt x="456" y="510"/>
                    </a:lnTo>
                    <a:lnTo>
                      <a:pt x="446" y="506"/>
                    </a:lnTo>
                    <a:lnTo>
                      <a:pt x="435" y="498"/>
                    </a:lnTo>
                    <a:lnTo>
                      <a:pt x="426" y="491"/>
                    </a:lnTo>
                    <a:lnTo>
                      <a:pt x="416" y="483"/>
                    </a:lnTo>
                    <a:lnTo>
                      <a:pt x="403" y="482"/>
                    </a:lnTo>
                    <a:lnTo>
                      <a:pt x="391" y="483"/>
                    </a:lnTo>
                    <a:lnTo>
                      <a:pt x="379" y="488"/>
                    </a:lnTo>
                    <a:lnTo>
                      <a:pt x="372" y="494"/>
                    </a:lnTo>
                    <a:lnTo>
                      <a:pt x="362" y="487"/>
                    </a:lnTo>
                    <a:lnTo>
                      <a:pt x="343" y="487"/>
                    </a:lnTo>
                    <a:lnTo>
                      <a:pt x="334" y="495"/>
                    </a:lnTo>
                    <a:lnTo>
                      <a:pt x="324" y="500"/>
                    </a:lnTo>
                    <a:lnTo>
                      <a:pt x="317" y="498"/>
                    </a:lnTo>
                    <a:lnTo>
                      <a:pt x="309" y="489"/>
                    </a:lnTo>
                    <a:lnTo>
                      <a:pt x="300" y="479"/>
                    </a:lnTo>
                    <a:lnTo>
                      <a:pt x="291" y="473"/>
                    </a:lnTo>
                    <a:lnTo>
                      <a:pt x="281" y="478"/>
                    </a:lnTo>
                    <a:lnTo>
                      <a:pt x="270" y="481"/>
                    </a:lnTo>
                    <a:lnTo>
                      <a:pt x="259" y="475"/>
                    </a:lnTo>
                    <a:lnTo>
                      <a:pt x="241" y="466"/>
                    </a:lnTo>
                    <a:lnTo>
                      <a:pt x="221" y="438"/>
                    </a:lnTo>
                    <a:lnTo>
                      <a:pt x="212" y="433"/>
                    </a:lnTo>
                    <a:lnTo>
                      <a:pt x="207" y="435"/>
                    </a:lnTo>
                    <a:lnTo>
                      <a:pt x="198" y="428"/>
                    </a:lnTo>
                    <a:lnTo>
                      <a:pt x="198" y="412"/>
                    </a:lnTo>
                    <a:lnTo>
                      <a:pt x="178" y="409"/>
                    </a:lnTo>
                    <a:lnTo>
                      <a:pt x="153" y="401"/>
                    </a:lnTo>
                    <a:lnTo>
                      <a:pt x="152" y="407"/>
                    </a:lnTo>
                    <a:lnTo>
                      <a:pt x="155" y="413"/>
                    </a:lnTo>
                    <a:lnTo>
                      <a:pt x="144" y="421"/>
                    </a:lnTo>
                    <a:lnTo>
                      <a:pt x="136" y="418"/>
                    </a:lnTo>
                    <a:lnTo>
                      <a:pt x="117" y="400"/>
                    </a:lnTo>
                    <a:lnTo>
                      <a:pt x="121" y="389"/>
                    </a:lnTo>
                    <a:lnTo>
                      <a:pt x="121" y="386"/>
                    </a:lnTo>
                    <a:lnTo>
                      <a:pt x="120" y="384"/>
                    </a:lnTo>
                    <a:lnTo>
                      <a:pt x="109" y="382"/>
                    </a:lnTo>
                    <a:lnTo>
                      <a:pt x="99" y="370"/>
                    </a:lnTo>
                    <a:lnTo>
                      <a:pt x="79" y="365"/>
                    </a:lnTo>
                    <a:lnTo>
                      <a:pt x="71" y="366"/>
                    </a:lnTo>
                    <a:lnTo>
                      <a:pt x="65" y="357"/>
                    </a:lnTo>
                    <a:lnTo>
                      <a:pt x="55" y="352"/>
                    </a:lnTo>
                    <a:lnTo>
                      <a:pt x="40" y="366"/>
                    </a:lnTo>
                    <a:lnTo>
                      <a:pt x="34" y="363"/>
                    </a:lnTo>
                    <a:lnTo>
                      <a:pt x="38" y="354"/>
                    </a:lnTo>
                    <a:lnTo>
                      <a:pt x="42" y="337"/>
                    </a:lnTo>
                    <a:lnTo>
                      <a:pt x="43" y="316"/>
                    </a:lnTo>
                    <a:lnTo>
                      <a:pt x="42" y="312"/>
                    </a:lnTo>
                    <a:lnTo>
                      <a:pt x="26" y="293"/>
                    </a:lnTo>
                    <a:lnTo>
                      <a:pt x="23" y="269"/>
                    </a:lnTo>
                    <a:lnTo>
                      <a:pt x="23" y="258"/>
                    </a:lnTo>
                    <a:lnTo>
                      <a:pt x="22" y="242"/>
                    </a:lnTo>
                    <a:lnTo>
                      <a:pt x="20" y="233"/>
                    </a:lnTo>
                    <a:lnTo>
                      <a:pt x="17" y="209"/>
                    </a:lnTo>
                    <a:lnTo>
                      <a:pt x="16" y="201"/>
                    </a:lnTo>
                    <a:lnTo>
                      <a:pt x="1" y="190"/>
                    </a:lnTo>
                    <a:lnTo>
                      <a:pt x="0" y="182"/>
                    </a:lnTo>
                    <a:lnTo>
                      <a:pt x="5" y="170"/>
                    </a:lnTo>
                    <a:lnTo>
                      <a:pt x="11" y="158"/>
                    </a:lnTo>
                    <a:lnTo>
                      <a:pt x="12" y="145"/>
                    </a:lnTo>
                    <a:lnTo>
                      <a:pt x="12" y="128"/>
                    </a:lnTo>
                    <a:lnTo>
                      <a:pt x="4" y="111"/>
                    </a:lnTo>
                    <a:lnTo>
                      <a:pt x="1" y="102"/>
                    </a:lnTo>
                    <a:lnTo>
                      <a:pt x="18" y="110"/>
                    </a:lnTo>
                    <a:lnTo>
                      <a:pt x="21" y="105"/>
                    </a:lnTo>
                    <a:lnTo>
                      <a:pt x="21" y="96"/>
                    </a:lnTo>
                    <a:lnTo>
                      <a:pt x="7" y="93"/>
                    </a:lnTo>
                    <a:lnTo>
                      <a:pt x="16" y="86"/>
                    </a:lnTo>
                    <a:lnTo>
                      <a:pt x="26" y="83"/>
                    </a:lnTo>
                    <a:lnTo>
                      <a:pt x="27" y="86"/>
                    </a:lnTo>
                    <a:lnTo>
                      <a:pt x="38" y="74"/>
                    </a:lnTo>
                    <a:lnTo>
                      <a:pt x="51" y="67"/>
                    </a:lnTo>
                    <a:lnTo>
                      <a:pt x="70" y="63"/>
                    </a:lnTo>
                    <a:lnTo>
                      <a:pt x="102" y="53"/>
                    </a:lnTo>
                    <a:lnTo>
                      <a:pt x="134" y="26"/>
                    </a:lnTo>
                    <a:lnTo>
                      <a:pt x="149" y="21"/>
                    </a:lnTo>
                    <a:lnTo>
                      <a:pt x="172" y="9"/>
                    </a:lnTo>
                    <a:lnTo>
                      <a:pt x="215" y="0"/>
                    </a:lnTo>
                    <a:lnTo>
                      <a:pt x="228" y="0"/>
                    </a:lnTo>
                    <a:lnTo>
                      <a:pt x="239" y="3"/>
                    </a:lnTo>
                    <a:lnTo>
                      <a:pt x="248" y="7"/>
                    </a:lnTo>
                    <a:lnTo>
                      <a:pt x="255" y="15"/>
                    </a:lnTo>
                    <a:lnTo>
                      <a:pt x="254" y="21"/>
                    </a:lnTo>
                    <a:lnTo>
                      <a:pt x="236" y="10"/>
                    </a:lnTo>
                    <a:lnTo>
                      <a:pt x="237" y="16"/>
                    </a:lnTo>
                    <a:lnTo>
                      <a:pt x="250" y="50"/>
                    </a:lnTo>
                    <a:lnTo>
                      <a:pt x="257" y="52"/>
                    </a:lnTo>
                    <a:lnTo>
                      <a:pt x="258" y="48"/>
                    </a:lnTo>
                    <a:lnTo>
                      <a:pt x="262" y="45"/>
                    </a:lnTo>
                    <a:lnTo>
                      <a:pt x="266" y="48"/>
                    </a:lnTo>
                    <a:lnTo>
                      <a:pt x="276" y="45"/>
                    </a:lnTo>
                    <a:lnTo>
                      <a:pt x="290" y="42"/>
                    </a:lnTo>
                    <a:lnTo>
                      <a:pt x="300" y="36"/>
                    </a:lnTo>
                    <a:lnTo>
                      <a:pt x="314" y="41"/>
                    </a:lnTo>
                    <a:lnTo>
                      <a:pt x="378" y="52"/>
                    </a:lnTo>
                    <a:lnTo>
                      <a:pt x="426" y="51"/>
                    </a:lnTo>
                    <a:lnTo>
                      <a:pt x="453" y="45"/>
                    </a:lnTo>
                    <a:lnTo>
                      <a:pt x="477" y="42"/>
                    </a:lnTo>
                    <a:lnTo>
                      <a:pt x="491" y="50"/>
                    </a:lnTo>
                    <a:lnTo>
                      <a:pt x="510" y="63"/>
                    </a:lnTo>
                    <a:lnTo>
                      <a:pt x="515" y="74"/>
                    </a:lnTo>
                    <a:lnTo>
                      <a:pt x="515" y="81"/>
                    </a:lnTo>
                    <a:lnTo>
                      <a:pt x="516" y="91"/>
                    </a:lnTo>
                    <a:lnTo>
                      <a:pt x="534" y="163"/>
                    </a:lnTo>
                    <a:lnTo>
                      <a:pt x="534" y="179"/>
                    </a:lnTo>
                    <a:lnTo>
                      <a:pt x="533" y="196"/>
                    </a:lnTo>
                    <a:lnTo>
                      <a:pt x="522" y="212"/>
                    </a:lnTo>
                    <a:lnTo>
                      <a:pt x="507" y="220"/>
                    </a:lnTo>
                    <a:lnTo>
                      <a:pt x="496" y="234"/>
                    </a:lnTo>
                    <a:lnTo>
                      <a:pt x="502" y="245"/>
                    </a:lnTo>
                    <a:lnTo>
                      <a:pt x="517" y="257"/>
                    </a:lnTo>
                    <a:lnTo>
                      <a:pt x="513" y="2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1" name="Freeform 201">
                <a:extLst>
                  <a:ext uri="{FF2B5EF4-FFF2-40B4-BE49-F238E27FC236}">
                    <a16:creationId xmlns:a16="http://schemas.microsoft.com/office/drawing/2014/main" id="{BBAFC1BD-4026-BDE9-6DEF-8607D6F2216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5" y="1704"/>
                <a:ext cx="81" cy="48"/>
              </a:xfrm>
              <a:custGeom>
                <a:avLst/>
                <a:gdLst/>
                <a:ahLst/>
                <a:cxnLst>
                  <a:cxn ang="0">
                    <a:pos x="0" y="184"/>
                  </a:cxn>
                  <a:cxn ang="0">
                    <a:pos x="12" y="118"/>
                  </a:cxn>
                  <a:cxn ang="0">
                    <a:pos x="24" y="93"/>
                  </a:cxn>
                  <a:cxn ang="0">
                    <a:pos x="33" y="64"/>
                  </a:cxn>
                  <a:cxn ang="0">
                    <a:pos x="51" y="44"/>
                  </a:cxn>
                  <a:cxn ang="0">
                    <a:pos x="86" y="33"/>
                  </a:cxn>
                  <a:cxn ang="0">
                    <a:pos x="113" y="68"/>
                  </a:cxn>
                  <a:cxn ang="0">
                    <a:pos x="119" y="86"/>
                  </a:cxn>
                  <a:cxn ang="0">
                    <a:pos x="125" y="92"/>
                  </a:cxn>
                  <a:cxn ang="0">
                    <a:pos x="147" y="108"/>
                  </a:cxn>
                  <a:cxn ang="0">
                    <a:pos x="169" y="102"/>
                  </a:cxn>
                  <a:cxn ang="0">
                    <a:pos x="174" y="113"/>
                  </a:cxn>
                  <a:cxn ang="0">
                    <a:pos x="181" y="92"/>
                  </a:cxn>
                  <a:cxn ang="0">
                    <a:pos x="185" y="21"/>
                  </a:cxn>
                  <a:cxn ang="0">
                    <a:pos x="200" y="14"/>
                  </a:cxn>
                  <a:cxn ang="0">
                    <a:pos x="239" y="0"/>
                  </a:cxn>
                  <a:cxn ang="0">
                    <a:pos x="269" y="15"/>
                  </a:cxn>
                  <a:cxn ang="0">
                    <a:pos x="288" y="30"/>
                  </a:cxn>
                  <a:cxn ang="0">
                    <a:pos x="318" y="49"/>
                  </a:cxn>
                  <a:cxn ang="0">
                    <a:pos x="341" y="44"/>
                  </a:cxn>
                  <a:cxn ang="0">
                    <a:pos x="359" y="49"/>
                  </a:cxn>
                  <a:cxn ang="0">
                    <a:pos x="368" y="63"/>
                  </a:cxn>
                  <a:cxn ang="0">
                    <a:pos x="379" y="74"/>
                  </a:cxn>
                  <a:cxn ang="0">
                    <a:pos x="375" y="106"/>
                  </a:cxn>
                  <a:cxn ang="0">
                    <a:pos x="380" y="116"/>
                  </a:cxn>
                  <a:cxn ang="0">
                    <a:pos x="387" y="128"/>
                  </a:cxn>
                  <a:cxn ang="0">
                    <a:pos x="402" y="159"/>
                  </a:cxn>
                  <a:cxn ang="0">
                    <a:pos x="406" y="182"/>
                  </a:cxn>
                  <a:cxn ang="0">
                    <a:pos x="395" y="190"/>
                  </a:cxn>
                  <a:cxn ang="0">
                    <a:pos x="375" y="206"/>
                  </a:cxn>
                  <a:cxn ang="0">
                    <a:pos x="363" y="227"/>
                  </a:cxn>
                  <a:cxn ang="0">
                    <a:pos x="340" y="222"/>
                  </a:cxn>
                  <a:cxn ang="0">
                    <a:pos x="331" y="236"/>
                  </a:cxn>
                  <a:cxn ang="0">
                    <a:pos x="316" y="238"/>
                  </a:cxn>
                  <a:cxn ang="0">
                    <a:pos x="303" y="231"/>
                  </a:cxn>
                  <a:cxn ang="0">
                    <a:pos x="258" y="189"/>
                  </a:cxn>
                  <a:cxn ang="0">
                    <a:pos x="234" y="188"/>
                  </a:cxn>
                  <a:cxn ang="0">
                    <a:pos x="218" y="160"/>
                  </a:cxn>
                  <a:cxn ang="0">
                    <a:pos x="200" y="173"/>
                  </a:cxn>
                  <a:cxn ang="0">
                    <a:pos x="153" y="166"/>
                  </a:cxn>
                  <a:cxn ang="0">
                    <a:pos x="129" y="163"/>
                  </a:cxn>
                  <a:cxn ang="0">
                    <a:pos x="114" y="163"/>
                  </a:cxn>
                  <a:cxn ang="0">
                    <a:pos x="98" y="167"/>
                  </a:cxn>
                  <a:cxn ang="0">
                    <a:pos x="83" y="162"/>
                  </a:cxn>
                  <a:cxn ang="0">
                    <a:pos x="44" y="171"/>
                  </a:cxn>
                  <a:cxn ang="0">
                    <a:pos x="20" y="193"/>
                  </a:cxn>
                  <a:cxn ang="0">
                    <a:pos x="3" y="195"/>
                  </a:cxn>
                </a:cxnLst>
                <a:rect l="0" t="0" r="r" b="b"/>
                <a:pathLst>
                  <a:path w="406" h="240">
                    <a:moveTo>
                      <a:pt x="3" y="195"/>
                    </a:moveTo>
                    <a:lnTo>
                      <a:pt x="0" y="184"/>
                    </a:lnTo>
                    <a:lnTo>
                      <a:pt x="4" y="134"/>
                    </a:lnTo>
                    <a:lnTo>
                      <a:pt x="12" y="118"/>
                    </a:lnTo>
                    <a:lnTo>
                      <a:pt x="20" y="107"/>
                    </a:lnTo>
                    <a:lnTo>
                      <a:pt x="24" y="93"/>
                    </a:lnTo>
                    <a:lnTo>
                      <a:pt x="27" y="77"/>
                    </a:lnTo>
                    <a:lnTo>
                      <a:pt x="33" y="64"/>
                    </a:lnTo>
                    <a:lnTo>
                      <a:pt x="43" y="52"/>
                    </a:lnTo>
                    <a:lnTo>
                      <a:pt x="51" y="44"/>
                    </a:lnTo>
                    <a:lnTo>
                      <a:pt x="63" y="42"/>
                    </a:lnTo>
                    <a:lnTo>
                      <a:pt x="86" y="33"/>
                    </a:lnTo>
                    <a:lnTo>
                      <a:pt x="94" y="47"/>
                    </a:lnTo>
                    <a:lnTo>
                      <a:pt x="113" y="68"/>
                    </a:lnTo>
                    <a:lnTo>
                      <a:pt x="115" y="79"/>
                    </a:lnTo>
                    <a:lnTo>
                      <a:pt x="119" y="86"/>
                    </a:lnTo>
                    <a:lnTo>
                      <a:pt x="120" y="75"/>
                    </a:lnTo>
                    <a:lnTo>
                      <a:pt x="125" y="92"/>
                    </a:lnTo>
                    <a:lnTo>
                      <a:pt x="131" y="100"/>
                    </a:lnTo>
                    <a:lnTo>
                      <a:pt x="147" y="108"/>
                    </a:lnTo>
                    <a:lnTo>
                      <a:pt x="153" y="108"/>
                    </a:lnTo>
                    <a:lnTo>
                      <a:pt x="169" y="102"/>
                    </a:lnTo>
                    <a:lnTo>
                      <a:pt x="169" y="107"/>
                    </a:lnTo>
                    <a:lnTo>
                      <a:pt x="174" y="113"/>
                    </a:lnTo>
                    <a:lnTo>
                      <a:pt x="175" y="98"/>
                    </a:lnTo>
                    <a:lnTo>
                      <a:pt x="181" y="92"/>
                    </a:lnTo>
                    <a:lnTo>
                      <a:pt x="185" y="85"/>
                    </a:lnTo>
                    <a:lnTo>
                      <a:pt x="185" y="21"/>
                    </a:lnTo>
                    <a:lnTo>
                      <a:pt x="191" y="15"/>
                    </a:lnTo>
                    <a:lnTo>
                      <a:pt x="200" y="14"/>
                    </a:lnTo>
                    <a:lnTo>
                      <a:pt x="213" y="4"/>
                    </a:lnTo>
                    <a:lnTo>
                      <a:pt x="239" y="0"/>
                    </a:lnTo>
                    <a:lnTo>
                      <a:pt x="255" y="4"/>
                    </a:lnTo>
                    <a:lnTo>
                      <a:pt x="269" y="15"/>
                    </a:lnTo>
                    <a:lnTo>
                      <a:pt x="283" y="20"/>
                    </a:lnTo>
                    <a:lnTo>
                      <a:pt x="288" y="30"/>
                    </a:lnTo>
                    <a:lnTo>
                      <a:pt x="310" y="49"/>
                    </a:lnTo>
                    <a:lnTo>
                      <a:pt x="318" y="49"/>
                    </a:lnTo>
                    <a:lnTo>
                      <a:pt x="326" y="46"/>
                    </a:lnTo>
                    <a:lnTo>
                      <a:pt x="341" y="44"/>
                    </a:lnTo>
                    <a:lnTo>
                      <a:pt x="358" y="48"/>
                    </a:lnTo>
                    <a:lnTo>
                      <a:pt x="359" y="49"/>
                    </a:lnTo>
                    <a:lnTo>
                      <a:pt x="364" y="55"/>
                    </a:lnTo>
                    <a:lnTo>
                      <a:pt x="368" y="63"/>
                    </a:lnTo>
                    <a:lnTo>
                      <a:pt x="375" y="66"/>
                    </a:lnTo>
                    <a:lnTo>
                      <a:pt x="379" y="74"/>
                    </a:lnTo>
                    <a:lnTo>
                      <a:pt x="380" y="82"/>
                    </a:lnTo>
                    <a:lnTo>
                      <a:pt x="375" y="106"/>
                    </a:lnTo>
                    <a:lnTo>
                      <a:pt x="372" y="113"/>
                    </a:lnTo>
                    <a:lnTo>
                      <a:pt x="380" y="116"/>
                    </a:lnTo>
                    <a:lnTo>
                      <a:pt x="387" y="120"/>
                    </a:lnTo>
                    <a:lnTo>
                      <a:pt x="387" y="128"/>
                    </a:lnTo>
                    <a:lnTo>
                      <a:pt x="400" y="150"/>
                    </a:lnTo>
                    <a:lnTo>
                      <a:pt x="402" y="159"/>
                    </a:lnTo>
                    <a:lnTo>
                      <a:pt x="406" y="166"/>
                    </a:lnTo>
                    <a:lnTo>
                      <a:pt x="406" y="182"/>
                    </a:lnTo>
                    <a:lnTo>
                      <a:pt x="405" y="189"/>
                    </a:lnTo>
                    <a:lnTo>
                      <a:pt x="395" y="190"/>
                    </a:lnTo>
                    <a:lnTo>
                      <a:pt x="388" y="194"/>
                    </a:lnTo>
                    <a:lnTo>
                      <a:pt x="375" y="206"/>
                    </a:lnTo>
                    <a:lnTo>
                      <a:pt x="374" y="214"/>
                    </a:lnTo>
                    <a:lnTo>
                      <a:pt x="363" y="227"/>
                    </a:lnTo>
                    <a:lnTo>
                      <a:pt x="356" y="229"/>
                    </a:lnTo>
                    <a:lnTo>
                      <a:pt x="340" y="222"/>
                    </a:lnTo>
                    <a:lnTo>
                      <a:pt x="334" y="227"/>
                    </a:lnTo>
                    <a:lnTo>
                      <a:pt x="331" y="236"/>
                    </a:lnTo>
                    <a:lnTo>
                      <a:pt x="325" y="240"/>
                    </a:lnTo>
                    <a:lnTo>
                      <a:pt x="316" y="238"/>
                    </a:lnTo>
                    <a:lnTo>
                      <a:pt x="310" y="233"/>
                    </a:lnTo>
                    <a:lnTo>
                      <a:pt x="303" y="231"/>
                    </a:lnTo>
                    <a:lnTo>
                      <a:pt x="285" y="208"/>
                    </a:lnTo>
                    <a:lnTo>
                      <a:pt x="258" y="189"/>
                    </a:lnTo>
                    <a:lnTo>
                      <a:pt x="242" y="190"/>
                    </a:lnTo>
                    <a:lnTo>
                      <a:pt x="234" y="188"/>
                    </a:lnTo>
                    <a:lnTo>
                      <a:pt x="224" y="165"/>
                    </a:lnTo>
                    <a:lnTo>
                      <a:pt x="218" y="160"/>
                    </a:lnTo>
                    <a:lnTo>
                      <a:pt x="211" y="162"/>
                    </a:lnTo>
                    <a:lnTo>
                      <a:pt x="200" y="173"/>
                    </a:lnTo>
                    <a:lnTo>
                      <a:pt x="184" y="177"/>
                    </a:lnTo>
                    <a:lnTo>
                      <a:pt x="153" y="166"/>
                    </a:lnTo>
                    <a:lnTo>
                      <a:pt x="146" y="166"/>
                    </a:lnTo>
                    <a:lnTo>
                      <a:pt x="129" y="163"/>
                    </a:lnTo>
                    <a:lnTo>
                      <a:pt x="121" y="166"/>
                    </a:lnTo>
                    <a:lnTo>
                      <a:pt x="114" y="163"/>
                    </a:lnTo>
                    <a:lnTo>
                      <a:pt x="106" y="167"/>
                    </a:lnTo>
                    <a:lnTo>
                      <a:pt x="98" y="167"/>
                    </a:lnTo>
                    <a:lnTo>
                      <a:pt x="92" y="163"/>
                    </a:lnTo>
                    <a:lnTo>
                      <a:pt x="83" y="162"/>
                    </a:lnTo>
                    <a:lnTo>
                      <a:pt x="67" y="163"/>
                    </a:lnTo>
                    <a:lnTo>
                      <a:pt x="44" y="171"/>
                    </a:lnTo>
                    <a:lnTo>
                      <a:pt x="29" y="179"/>
                    </a:lnTo>
                    <a:lnTo>
                      <a:pt x="20" y="193"/>
                    </a:lnTo>
                    <a:lnTo>
                      <a:pt x="13" y="198"/>
                    </a:lnTo>
                    <a:lnTo>
                      <a:pt x="3" y="1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2" name="Freeform 202">
                <a:extLst>
                  <a:ext uri="{FF2B5EF4-FFF2-40B4-BE49-F238E27FC236}">
                    <a16:creationId xmlns:a16="http://schemas.microsoft.com/office/drawing/2014/main" id="{464E6427-A554-1476-4471-3B714741635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46" y="1835"/>
                <a:ext cx="76" cy="45"/>
              </a:xfrm>
              <a:custGeom>
                <a:avLst/>
                <a:gdLst/>
                <a:ahLst/>
                <a:cxnLst>
                  <a:cxn ang="0">
                    <a:pos x="371" y="143"/>
                  </a:cxn>
                  <a:cxn ang="0">
                    <a:pos x="355" y="149"/>
                  </a:cxn>
                  <a:cxn ang="0">
                    <a:pos x="341" y="159"/>
                  </a:cxn>
                  <a:cxn ang="0">
                    <a:pos x="338" y="176"/>
                  </a:cxn>
                  <a:cxn ang="0">
                    <a:pos x="324" y="187"/>
                  </a:cxn>
                  <a:cxn ang="0">
                    <a:pos x="311" y="203"/>
                  </a:cxn>
                  <a:cxn ang="0">
                    <a:pos x="291" y="201"/>
                  </a:cxn>
                  <a:cxn ang="0">
                    <a:pos x="276" y="210"/>
                  </a:cxn>
                  <a:cxn ang="0">
                    <a:pos x="271" y="208"/>
                  </a:cxn>
                  <a:cxn ang="0">
                    <a:pos x="227" y="201"/>
                  </a:cxn>
                  <a:cxn ang="0">
                    <a:pos x="205" y="183"/>
                  </a:cxn>
                  <a:cxn ang="0">
                    <a:pos x="166" y="192"/>
                  </a:cxn>
                  <a:cxn ang="0">
                    <a:pos x="152" y="209"/>
                  </a:cxn>
                  <a:cxn ang="0">
                    <a:pos x="132" y="214"/>
                  </a:cxn>
                  <a:cxn ang="0">
                    <a:pos x="114" y="207"/>
                  </a:cxn>
                  <a:cxn ang="0">
                    <a:pos x="97" y="196"/>
                  </a:cxn>
                  <a:cxn ang="0">
                    <a:pos x="61" y="164"/>
                  </a:cxn>
                  <a:cxn ang="0">
                    <a:pos x="23" y="127"/>
                  </a:cxn>
                  <a:cxn ang="0">
                    <a:pos x="21" y="97"/>
                  </a:cxn>
                  <a:cxn ang="0">
                    <a:pos x="0" y="82"/>
                  </a:cxn>
                  <a:cxn ang="0">
                    <a:pos x="1" y="68"/>
                  </a:cxn>
                  <a:cxn ang="0">
                    <a:pos x="19" y="83"/>
                  </a:cxn>
                  <a:cxn ang="0">
                    <a:pos x="40" y="62"/>
                  </a:cxn>
                  <a:cxn ang="0">
                    <a:pos x="75" y="48"/>
                  </a:cxn>
                  <a:cxn ang="0">
                    <a:pos x="119" y="23"/>
                  </a:cxn>
                  <a:cxn ang="0">
                    <a:pos x="132" y="3"/>
                  </a:cxn>
                  <a:cxn ang="0">
                    <a:pos x="146" y="24"/>
                  </a:cxn>
                  <a:cxn ang="0">
                    <a:pos x="159" y="27"/>
                  </a:cxn>
                  <a:cxn ang="0">
                    <a:pos x="184" y="18"/>
                  </a:cxn>
                  <a:cxn ang="0">
                    <a:pos x="198" y="27"/>
                  </a:cxn>
                  <a:cxn ang="0">
                    <a:pos x="228" y="43"/>
                  </a:cxn>
                  <a:cxn ang="0">
                    <a:pos x="240" y="47"/>
                  </a:cxn>
                  <a:cxn ang="0">
                    <a:pos x="236" y="61"/>
                  </a:cxn>
                  <a:cxn ang="0">
                    <a:pos x="263" y="82"/>
                  </a:cxn>
                  <a:cxn ang="0">
                    <a:pos x="271" y="68"/>
                  </a:cxn>
                  <a:cxn ang="0">
                    <a:pos x="297" y="70"/>
                  </a:cxn>
                  <a:cxn ang="0">
                    <a:pos x="317" y="89"/>
                  </a:cxn>
                  <a:cxn ang="0">
                    <a:pos x="331" y="94"/>
                  </a:cxn>
                  <a:cxn ang="0">
                    <a:pos x="360" y="127"/>
                  </a:cxn>
                </a:cxnLst>
                <a:rect l="0" t="0" r="r" b="b"/>
                <a:pathLst>
                  <a:path w="378" h="222">
                    <a:moveTo>
                      <a:pt x="378" y="136"/>
                    </a:moveTo>
                    <a:lnTo>
                      <a:pt x="371" y="143"/>
                    </a:lnTo>
                    <a:lnTo>
                      <a:pt x="360" y="142"/>
                    </a:lnTo>
                    <a:lnTo>
                      <a:pt x="355" y="149"/>
                    </a:lnTo>
                    <a:lnTo>
                      <a:pt x="350" y="156"/>
                    </a:lnTo>
                    <a:lnTo>
                      <a:pt x="341" y="159"/>
                    </a:lnTo>
                    <a:lnTo>
                      <a:pt x="339" y="164"/>
                    </a:lnTo>
                    <a:lnTo>
                      <a:pt x="338" y="176"/>
                    </a:lnTo>
                    <a:lnTo>
                      <a:pt x="333" y="185"/>
                    </a:lnTo>
                    <a:lnTo>
                      <a:pt x="324" y="187"/>
                    </a:lnTo>
                    <a:lnTo>
                      <a:pt x="324" y="193"/>
                    </a:lnTo>
                    <a:lnTo>
                      <a:pt x="311" y="203"/>
                    </a:lnTo>
                    <a:lnTo>
                      <a:pt x="296" y="206"/>
                    </a:lnTo>
                    <a:lnTo>
                      <a:pt x="291" y="201"/>
                    </a:lnTo>
                    <a:lnTo>
                      <a:pt x="283" y="201"/>
                    </a:lnTo>
                    <a:lnTo>
                      <a:pt x="276" y="210"/>
                    </a:lnTo>
                    <a:lnTo>
                      <a:pt x="271" y="222"/>
                    </a:lnTo>
                    <a:lnTo>
                      <a:pt x="271" y="208"/>
                    </a:lnTo>
                    <a:lnTo>
                      <a:pt x="263" y="197"/>
                    </a:lnTo>
                    <a:lnTo>
                      <a:pt x="227" y="201"/>
                    </a:lnTo>
                    <a:lnTo>
                      <a:pt x="213" y="188"/>
                    </a:lnTo>
                    <a:lnTo>
                      <a:pt x="205" y="183"/>
                    </a:lnTo>
                    <a:lnTo>
                      <a:pt x="172" y="182"/>
                    </a:lnTo>
                    <a:lnTo>
                      <a:pt x="166" y="192"/>
                    </a:lnTo>
                    <a:lnTo>
                      <a:pt x="162" y="201"/>
                    </a:lnTo>
                    <a:lnTo>
                      <a:pt x="152" y="209"/>
                    </a:lnTo>
                    <a:lnTo>
                      <a:pt x="143" y="213"/>
                    </a:lnTo>
                    <a:lnTo>
                      <a:pt x="132" y="214"/>
                    </a:lnTo>
                    <a:lnTo>
                      <a:pt x="121" y="213"/>
                    </a:lnTo>
                    <a:lnTo>
                      <a:pt x="114" y="207"/>
                    </a:lnTo>
                    <a:lnTo>
                      <a:pt x="100" y="202"/>
                    </a:lnTo>
                    <a:lnTo>
                      <a:pt x="97" y="196"/>
                    </a:lnTo>
                    <a:lnTo>
                      <a:pt x="71" y="176"/>
                    </a:lnTo>
                    <a:lnTo>
                      <a:pt x="61" y="164"/>
                    </a:lnTo>
                    <a:lnTo>
                      <a:pt x="33" y="140"/>
                    </a:lnTo>
                    <a:lnTo>
                      <a:pt x="23" y="127"/>
                    </a:lnTo>
                    <a:lnTo>
                      <a:pt x="23" y="110"/>
                    </a:lnTo>
                    <a:lnTo>
                      <a:pt x="21" y="97"/>
                    </a:lnTo>
                    <a:lnTo>
                      <a:pt x="8" y="91"/>
                    </a:lnTo>
                    <a:lnTo>
                      <a:pt x="0" y="82"/>
                    </a:lnTo>
                    <a:lnTo>
                      <a:pt x="0" y="73"/>
                    </a:lnTo>
                    <a:lnTo>
                      <a:pt x="1" y="68"/>
                    </a:lnTo>
                    <a:lnTo>
                      <a:pt x="17" y="83"/>
                    </a:lnTo>
                    <a:lnTo>
                      <a:pt x="19" y="83"/>
                    </a:lnTo>
                    <a:lnTo>
                      <a:pt x="24" y="69"/>
                    </a:lnTo>
                    <a:lnTo>
                      <a:pt x="40" y="62"/>
                    </a:lnTo>
                    <a:lnTo>
                      <a:pt x="57" y="57"/>
                    </a:lnTo>
                    <a:lnTo>
                      <a:pt x="75" y="48"/>
                    </a:lnTo>
                    <a:lnTo>
                      <a:pt x="81" y="36"/>
                    </a:lnTo>
                    <a:lnTo>
                      <a:pt x="119" y="23"/>
                    </a:lnTo>
                    <a:lnTo>
                      <a:pt x="123" y="0"/>
                    </a:lnTo>
                    <a:lnTo>
                      <a:pt x="132" y="3"/>
                    </a:lnTo>
                    <a:lnTo>
                      <a:pt x="140" y="15"/>
                    </a:lnTo>
                    <a:lnTo>
                      <a:pt x="146" y="24"/>
                    </a:lnTo>
                    <a:lnTo>
                      <a:pt x="153" y="24"/>
                    </a:lnTo>
                    <a:lnTo>
                      <a:pt x="159" y="27"/>
                    </a:lnTo>
                    <a:lnTo>
                      <a:pt x="174" y="13"/>
                    </a:lnTo>
                    <a:lnTo>
                      <a:pt x="184" y="18"/>
                    </a:lnTo>
                    <a:lnTo>
                      <a:pt x="190" y="27"/>
                    </a:lnTo>
                    <a:lnTo>
                      <a:pt x="198" y="27"/>
                    </a:lnTo>
                    <a:lnTo>
                      <a:pt x="218" y="31"/>
                    </a:lnTo>
                    <a:lnTo>
                      <a:pt x="228" y="43"/>
                    </a:lnTo>
                    <a:lnTo>
                      <a:pt x="239" y="45"/>
                    </a:lnTo>
                    <a:lnTo>
                      <a:pt x="240" y="47"/>
                    </a:lnTo>
                    <a:lnTo>
                      <a:pt x="240" y="50"/>
                    </a:lnTo>
                    <a:lnTo>
                      <a:pt x="236" y="61"/>
                    </a:lnTo>
                    <a:lnTo>
                      <a:pt x="255" y="79"/>
                    </a:lnTo>
                    <a:lnTo>
                      <a:pt x="263" y="82"/>
                    </a:lnTo>
                    <a:lnTo>
                      <a:pt x="274" y="74"/>
                    </a:lnTo>
                    <a:lnTo>
                      <a:pt x="271" y="68"/>
                    </a:lnTo>
                    <a:lnTo>
                      <a:pt x="272" y="62"/>
                    </a:lnTo>
                    <a:lnTo>
                      <a:pt x="297" y="70"/>
                    </a:lnTo>
                    <a:lnTo>
                      <a:pt x="317" y="73"/>
                    </a:lnTo>
                    <a:lnTo>
                      <a:pt x="317" y="89"/>
                    </a:lnTo>
                    <a:lnTo>
                      <a:pt x="326" y="96"/>
                    </a:lnTo>
                    <a:lnTo>
                      <a:pt x="331" y="94"/>
                    </a:lnTo>
                    <a:lnTo>
                      <a:pt x="340" y="99"/>
                    </a:lnTo>
                    <a:lnTo>
                      <a:pt x="360" y="127"/>
                    </a:lnTo>
                    <a:lnTo>
                      <a:pt x="378" y="1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3" name="Freeform 203">
                <a:extLst>
                  <a:ext uri="{FF2B5EF4-FFF2-40B4-BE49-F238E27FC236}">
                    <a16:creationId xmlns:a16="http://schemas.microsoft.com/office/drawing/2014/main" id="{EF6B034F-53A4-35EB-EFDB-778E594C523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61" y="1948"/>
                <a:ext cx="69" cy="43"/>
              </a:xfrm>
              <a:custGeom>
                <a:avLst/>
                <a:gdLst/>
                <a:ahLst/>
                <a:cxnLst>
                  <a:cxn ang="0">
                    <a:pos x="32" y="208"/>
                  </a:cxn>
                  <a:cxn ang="0">
                    <a:pos x="31" y="192"/>
                  </a:cxn>
                  <a:cxn ang="0">
                    <a:pos x="26" y="163"/>
                  </a:cxn>
                  <a:cxn ang="0">
                    <a:pos x="3" y="143"/>
                  </a:cxn>
                  <a:cxn ang="0">
                    <a:pos x="3" y="118"/>
                  </a:cxn>
                  <a:cxn ang="0">
                    <a:pos x="15" y="94"/>
                  </a:cxn>
                  <a:cxn ang="0">
                    <a:pos x="26" y="82"/>
                  </a:cxn>
                  <a:cxn ang="0">
                    <a:pos x="11" y="66"/>
                  </a:cxn>
                  <a:cxn ang="0">
                    <a:pos x="3" y="51"/>
                  </a:cxn>
                  <a:cxn ang="0">
                    <a:pos x="0" y="29"/>
                  </a:cxn>
                  <a:cxn ang="0">
                    <a:pos x="3" y="8"/>
                  </a:cxn>
                  <a:cxn ang="0">
                    <a:pos x="20" y="0"/>
                  </a:cxn>
                  <a:cxn ang="0">
                    <a:pos x="32" y="4"/>
                  </a:cxn>
                  <a:cxn ang="0">
                    <a:pos x="26" y="19"/>
                  </a:cxn>
                  <a:cxn ang="0">
                    <a:pos x="37" y="27"/>
                  </a:cxn>
                  <a:cxn ang="0">
                    <a:pos x="51" y="27"/>
                  </a:cxn>
                  <a:cxn ang="0">
                    <a:pos x="85" y="31"/>
                  </a:cxn>
                  <a:cxn ang="0">
                    <a:pos x="126" y="32"/>
                  </a:cxn>
                  <a:cxn ang="0">
                    <a:pos x="170" y="40"/>
                  </a:cxn>
                  <a:cxn ang="0">
                    <a:pos x="187" y="35"/>
                  </a:cxn>
                  <a:cxn ang="0">
                    <a:pos x="206" y="23"/>
                  </a:cxn>
                  <a:cxn ang="0">
                    <a:pos x="226" y="13"/>
                  </a:cxn>
                  <a:cxn ang="0">
                    <a:pos x="252" y="4"/>
                  </a:cxn>
                  <a:cxn ang="0">
                    <a:pos x="272" y="5"/>
                  </a:cxn>
                  <a:cxn ang="0">
                    <a:pos x="278" y="10"/>
                  </a:cxn>
                  <a:cxn ang="0">
                    <a:pos x="308" y="19"/>
                  </a:cxn>
                  <a:cxn ang="0">
                    <a:pos x="328" y="32"/>
                  </a:cxn>
                  <a:cxn ang="0">
                    <a:pos x="346" y="31"/>
                  </a:cxn>
                  <a:cxn ang="0">
                    <a:pos x="343" y="47"/>
                  </a:cxn>
                  <a:cxn ang="0">
                    <a:pos x="338" y="58"/>
                  </a:cxn>
                  <a:cxn ang="0">
                    <a:pos x="319" y="63"/>
                  </a:cxn>
                  <a:cxn ang="0">
                    <a:pos x="306" y="78"/>
                  </a:cxn>
                  <a:cxn ang="0">
                    <a:pos x="306" y="107"/>
                  </a:cxn>
                  <a:cxn ang="0">
                    <a:pos x="298" y="110"/>
                  </a:cxn>
                  <a:cxn ang="0">
                    <a:pos x="295" y="116"/>
                  </a:cxn>
                  <a:cxn ang="0">
                    <a:pos x="284" y="126"/>
                  </a:cxn>
                  <a:cxn ang="0">
                    <a:pos x="287" y="129"/>
                  </a:cxn>
                  <a:cxn ang="0">
                    <a:pos x="292" y="131"/>
                  </a:cxn>
                  <a:cxn ang="0">
                    <a:pos x="296" y="138"/>
                  </a:cxn>
                  <a:cxn ang="0">
                    <a:pos x="299" y="148"/>
                  </a:cxn>
                  <a:cxn ang="0">
                    <a:pos x="310" y="163"/>
                  </a:cxn>
                  <a:cxn ang="0">
                    <a:pos x="311" y="169"/>
                  </a:cxn>
                  <a:cxn ang="0">
                    <a:pos x="303" y="167"/>
                  </a:cxn>
                  <a:cxn ang="0">
                    <a:pos x="280" y="171"/>
                  </a:cxn>
                  <a:cxn ang="0">
                    <a:pos x="262" y="161"/>
                  </a:cxn>
                  <a:cxn ang="0">
                    <a:pos x="242" y="169"/>
                  </a:cxn>
                  <a:cxn ang="0">
                    <a:pos x="228" y="171"/>
                  </a:cxn>
                  <a:cxn ang="0">
                    <a:pos x="219" y="179"/>
                  </a:cxn>
                  <a:cxn ang="0">
                    <a:pos x="208" y="180"/>
                  </a:cxn>
                  <a:cxn ang="0">
                    <a:pos x="206" y="199"/>
                  </a:cxn>
                  <a:cxn ang="0">
                    <a:pos x="192" y="212"/>
                  </a:cxn>
                  <a:cxn ang="0">
                    <a:pos x="172" y="215"/>
                  </a:cxn>
                  <a:cxn ang="0">
                    <a:pos x="137" y="203"/>
                  </a:cxn>
                  <a:cxn ang="0">
                    <a:pos x="127" y="195"/>
                  </a:cxn>
                  <a:cxn ang="0">
                    <a:pos x="115" y="195"/>
                  </a:cxn>
                  <a:cxn ang="0">
                    <a:pos x="84" y="204"/>
                  </a:cxn>
                  <a:cxn ang="0">
                    <a:pos x="62" y="204"/>
                  </a:cxn>
                  <a:cxn ang="0">
                    <a:pos x="45" y="208"/>
                  </a:cxn>
                  <a:cxn ang="0">
                    <a:pos x="32" y="208"/>
                  </a:cxn>
                </a:cxnLst>
                <a:rect l="0" t="0" r="r" b="b"/>
                <a:pathLst>
                  <a:path w="346" h="215">
                    <a:moveTo>
                      <a:pt x="32" y="208"/>
                    </a:moveTo>
                    <a:lnTo>
                      <a:pt x="31" y="192"/>
                    </a:lnTo>
                    <a:lnTo>
                      <a:pt x="26" y="163"/>
                    </a:lnTo>
                    <a:lnTo>
                      <a:pt x="3" y="143"/>
                    </a:lnTo>
                    <a:lnTo>
                      <a:pt x="3" y="118"/>
                    </a:lnTo>
                    <a:lnTo>
                      <a:pt x="15" y="94"/>
                    </a:lnTo>
                    <a:lnTo>
                      <a:pt x="26" y="82"/>
                    </a:lnTo>
                    <a:lnTo>
                      <a:pt x="11" y="66"/>
                    </a:lnTo>
                    <a:lnTo>
                      <a:pt x="3" y="51"/>
                    </a:lnTo>
                    <a:lnTo>
                      <a:pt x="0" y="29"/>
                    </a:lnTo>
                    <a:lnTo>
                      <a:pt x="3" y="8"/>
                    </a:lnTo>
                    <a:lnTo>
                      <a:pt x="20" y="0"/>
                    </a:lnTo>
                    <a:lnTo>
                      <a:pt x="32" y="4"/>
                    </a:lnTo>
                    <a:lnTo>
                      <a:pt x="26" y="19"/>
                    </a:lnTo>
                    <a:lnTo>
                      <a:pt x="37" y="27"/>
                    </a:lnTo>
                    <a:lnTo>
                      <a:pt x="51" y="27"/>
                    </a:lnTo>
                    <a:lnTo>
                      <a:pt x="85" y="31"/>
                    </a:lnTo>
                    <a:lnTo>
                      <a:pt x="126" y="32"/>
                    </a:lnTo>
                    <a:lnTo>
                      <a:pt x="170" y="40"/>
                    </a:lnTo>
                    <a:lnTo>
                      <a:pt x="187" y="35"/>
                    </a:lnTo>
                    <a:lnTo>
                      <a:pt x="206" y="23"/>
                    </a:lnTo>
                    <a:lnTo>
                      <a:pt x="226" y="13"/>
                    </a:lnTo>
                    <a:lnTo>
                      <a:pt x="252" y="4"/>
                    </a:lnTo>
                    <a:lnTo>
                      <a:pt x="272" y="5"/>
                    </a:lnTo>
                    <a:lnTo>
                      <a:pt x="278" y="10"/>
                    </a:lnTo>
                    <a:lnTo>
                      <a:pt x="308" y="19"/>
                    </a:lnTo>
                    <a:lnTo>
                      <a:pt x="328" y="32"/>
                    </a:lnTo>
                    <a:lnTo>
                      <a:pt x="346" y="31"/>
                    </a:lnTo>
                    <a:lnTo>
                      <a:pt x="343" y="47"/>
                    </a:lnTo>
                    <a:lnTo>
                      <a:pt x="338" y="58"/>
                    </a:lnTo>
                    <a:lnTo>
                      <a:pt x="319" y="63"/>
                    </a:lnTo>
                    <a:lnTo>
                      <a:pt x="306" y="78"/>
                    </a:lnTo>
                    <a:lnTo>
                      <a:pt x="306" y="107"/>
                    </a:lnTo>
                    <a:lnTo>
                      <a:pt x="298" y="110"/>
                    </a:lnTo>
                    <a:lnTo>
                      <a:pt x="295" y="116"/>
                    </a:lnTo>
                    <a:lnTo>
                      <a:pt x="284" y="126"/>
                    </a:lnTo>
                    <a:lnTo>
                      <a:pt x="287" y="129"/>
                    </a:lnTo>
                    <a:lnTo>
                      <a:pt x="292" y="131"/>
                    </a:lnTo>
                    <a:lnTo>
                      <a:pt x="296" y="138"/>
                    </a:lnTo>
                    <a:lnTo>
                      <a:pt x="299" y="148"/>
                    </a:lnTo>
                    <a:lnTo>
                      <a:pt x="310" y="163"/>
                    </a:lnTo>
                    <a:lnTo>
                      <a:pt x="311" y="169"/>
                    </a:lnTo>
                    <a:lnTo>
                      <a:pt x="303" y="167"/>
                    </a:lnTo>
                    <a:lnTo>
                      <a:pt x="280" y="171"/>
                    </a:lnTo>
                    <a:lnTo>
                      <a:pt x="262" y="161"/>
                    </a:lnTo>
                    <a:lnTo>
                      <a:pt x="242" y="169"/>
                    </a:lnTo>
                    <a:lnTo>
                      <a:pt x="228" y="171"/>
                    </a:lnTo>
                    <a:lnTo>
                      <a:pt x="219" y="179"/>
                    </a:lnTo>
                    <a:lnTo>
                      <a:pt x="208" y="180"/>
                    </a:lnTo>
                    <a:lnTo>
                      <a:pt x="206" y="199"/>
                    </a:lnTo>
                    <a:lnTo>
                      <a:pt x="192" y="212"/>
                    </a:lnTo>
                    <a:lnTo>
                      <a:pt x="172" y="215"/>
                    </a:lnTo>
                    <a:lnTo>
                      <a:pt x="137" y="203"/>
                    </a:lnTo>
                    <a:lnTo>
                      <a:pt x="127" y="195"/>
                    </a:lnTo>
                    <a:lnTo>
                      <a:pt x="115" y="195"/>
                    </a:lnTo>
                    <a:lnTo>
                      <a:pt x="84" y="204"/>
                    </a:lnTo>
                    <a:lnTo>
                      <a:pt x="62" y="204"/>
                    </a:lnTo>
                    <a:lnTo>
                      <a:pt x="45" y="208"/>
                    </a:lnTo>
                    <a:lnTo>
                      <a:pt x="32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4" name="Freeform 204">
                <a:extLst>
                  <a:ext uri="{FF2B5EF4-FFF2-40B4-BE49-F238E27FC236}">
                    <a16:creationId xmlns:a16="http://schemas.microsoft.com/office/drawing/2014/main" id="{ED71AE89-5CDD-C66A-D8E7-0BB7A604981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4" y="1911"/>
                <a:ext cx="64" cy="55"/>
              </a:xfrm>
              <a:custGeom>
                <a:avLst/>
                <a:gdLst/>
                <a:ahLst/>
                <a:cxnLst>
                  <a:cxn ang="0">
                    <a:pos x="258" y="62"/>
                  </a:cxn>
                  <a:cxn ang="0">
                    <a:pos x="215" y="50"/>
                  </a:cxn>
                  <a:cxn ang="0">
                    <a:pos x="180" y="12"/>
                  </a:cxn>
                  <a:cxn ang="0">
                    <a:pos x="164" y="7"/>
                  </a:cxn>
                  <a:cxn ang="0">
                    <a:pos x="148" y="3"/>
                  </a:cxn>
                  <a:cxn ang="0">
                    <a:pos x="149" y="15"/>
                  </a:cxn>
                  <a:cxn ang="0">
                    <a:pos x="138" y="19"/>
                  </a:cxn>
                  <a:cxn ang="0">
                    <a:pos x="111" y="34"/>
                  </a:cxn>
                  <a:cxn ang="0">
                    <a:pos x="118" y="56"/>
                  </a:cxn>
                  <a:cxn ang="0">
                    <a:pos x="94" y="73"/>
                  </a:cxn>
                  <a:cxn ang="0">
                    <a:pos x="95" y="95"/>
                  </a:cxn>
                  <a:cxn ang="0">
                    <a:pos x="81" y="93"/>
                  </a:cxn>
                  <a:cxn ang="0">
                    <a:pos x="73" y="90"/>
                  </a:cxn>
                  <a:cxn ang="0">
                    <a:pos x="57" y="76"/>
                  </a:cxn>
                  <a:cxn ang="0">
                    <a:pos x="30" y="92"/>
                  </a:cxn>
                  <a:cxn ang="0">
                    <a:pos x="8" y="93"/>
                  </a:cxn>
                  <a:cxn ang="0">
                    <a:pos x="16" y="135"/>
                  </a:cxn>
                  <a:cxn ang="0">
                    <a:pos x="38" y="116"/>
                  </a:cxn>
                  <a:cxn ang="0">
                    <a:pos x="65" y="113"/>
                  </a:cxn>
                  <a:cxn ang="0">
                    <a:pos x="75" y="128"/>
                  </a:cxn>
                  <a:cxn ang="0">
                    <a:pos x="103" y="175"/>
                  </a:cxn>
                  <a:cxn ang="0">
                    <a:pos x="91" y="187"/>
                  </a:cxn>
                  <a:cxn ang="0">
                    <a:pos x="119" y="216"/>
                  </a:cxn>
                  <a:cxn ang="0">
                    <a:pos x="135" y="238"/>
                  </a:cxn>
                  <a:cxn ang="0">
                    <a:pos x="183" y="245"/>
                  </a:cxn>
                  <a:cxn ang="0">
                    <a:pos x="219" y="276"/>
                  </a:cxn>
                  <a:cxn ang="0">
                    <a:pos x="203" y="237"/>
                  </a:cxn>
                  <a:cxn ang="0">
                    <a:pos x="173" y="211"/>
                  </a:cxn>
                  <a:cxn ang="0">
                    <a:pos x="156" y="190"/>
                  </a:cxn>
                  <a:cxn ang="0">
                    <a:pos x="144" y="170"/>
                  </a:cxn>
                  <a:cxn ang="0">
                    <a:pos x="143" y="157"/>
                  </a:cxn>
                  <a:cxn ang="0">
                    <a:pos x="128" y="137"/>
                  </a:cxn>
                  <a:cxn ang="0">
                    <a:pos x="124" y="126"/>
                  </a:cxn>
                  <a:cxn ang="0">
                    <a:pos x="129" y="97"/>
                  </a:cxn>
                  <a:cxn ang="0">
                    <a:pos x="151" y="116"/>
                  </a:cxn>
                  <a:cxn ang="0">
                    <a:pos x="182" y="101"/>
                  </a:cxn>
                  <a:cxn ang="0">
                    <a:pos x="200" y="105"/>
                  </a:cxn>
                  <a:cxn ang="0">
                    <a:pos x="210" y="106"/>
                  </a:cxn>
                  <a:cxn ang="0">
                    <a:pos x="229" y="106"/>
                  </a:cxn>
                  <a:cxn ang="0">
                    <a:pos x="246" y="106"/>
                  </a:cxn>
                  <a:cxn ang="0">
                    <a:pos x="256" y="113"/>
                  </a:cxn>
                  <a:cxn ang="0">
                    <a:pos x="273" y="115"/>
                  </a:cxn>
                  <a:cxn ang="0">
                    <a:pos x="283" y="111"/>
                  </a:cxn>
                  <a:cxn ang="0">
                    <a:pos x="288" y="125"/>
                  </a:cxn>
                  <a:cxn ang="0">
                    <a:pos x="307" y="125"/>
                  </a:cxn>
                  <a:cxn ang="0">
                    <a:pos x="305" y="109"/>
                  </a:cxn>
                  <a:cxn ang="0">
                    <a:pos x="311" y="100"/>
                  </a:cxn>
                  <a:cxn ang="0">
                    <a:pos x="322" y="100"/>
                  </a:cxn>
                  <a:cxn ang="0">
                    <a:pos x="316" y="98"/>
                  </a:cxn>
                  <a:cxn ang="0">
                    <a:pos x="304" y="93"/>
                  </a:cxn>
                  <a:cxn ang="0">
                    <a:pos x="297" y="89"/>
                  </a:cxn>
                  <a:cxn ang="0">
                    <a:pos x="297" y="83"/>
                  </a:cxn>
                  <a:cxn ang="0">
                    <a:pos x="302" y="79"/>
                  </a:cxn>
                  <a:cxn ang="0">
                    <a:pos x="297" y="74"/>
                  </a:cxn>
                  <a:cxn ang="0">
                    <a:pos x="291" y="73"/>
                  </a:cxn>
                  <a:cxn ang="0">
                    <a:pos x="291" y="63"/>
                  </a:cxn>
                  <a:cxn ang="0">
                    <a:pos x="284" y="50"/>
                  </a:cxn>
                </a:cxnLst>
                <a:rect l="0" t="0" r="r" b="b"/>
                <a:pathLst>
                  <a:path w="322" h="276">
                    <a:moveTo>
                      <a:pt x="284" y="50"/>
                    </a:moveTo>
                    <a:lnTo>
                      <a:pt x="272" y="58"/>
                    </a:lnTo>
                    <a:lnTo>
                      <a:pt x="258" y="62"/>
                    </a:lnTo>
                    <a:lnTo>
                      <a:pt x="241" y="63"/>
                    </a:lnTo>
                    <a:lnTo>
                      <a:pt x="226" y="54"/>
                    </a:lnTo>
                    <a:lnTo>
                      <a:pt x="215" y="50"/>
                    </a:lnTo>
                    <a:lnTo>
                      <a:pt x="204" y="35"/>
                    </a:lnTo>
                    <a:lnTo>
                      <a:pt x="189" y="28"/>
                    </a:lnTo>
                    <a:lnTo>
                      <a:pt x="180" y="12"/>
                    </a:lnTo>
                    <a:lnTo>
                      <a:pt x="167" y="7"/>
                    </a:lnTo>
                    <a:lnTo>
                      <a:pt x="167" y="4"/>
                    </a:lnTo>
                    <a:lnTo>
                      <a:pt x="164" y="7"/>
                    </a:lnTo>
                    <a:lnTo>
                      <a:pt x="155" y="1"/>
                    </a:lnTo>
                    <a:lnTo>
                      <a:pt x="151" y="0"/>
                    </a:lnTo>
                    <a:lnTo>
                      <a:pt x="148" y="3"/>
                    </a:lnTo>
                    <a:lnTo>
                      <a:pt x="148" y="8"/>
                    </a:lnTo>
                    <a:lnTo>
                      <a:pt x="149" y="14"/>
                    </a:lnTo>
                    <a:lnTo>
                      <a:pt x="149" y="15"/>
                    </a:lnTo>
                    <a:lnTo>
                      <a:pt x="145" y="14"/>
                    </a:lnTo>
                    <a:lnTo>
                      <a:pt x="138" y="14"/>
                    </a:lnTo>
                    <a:lnTo>
                      <a:pt x="138" y="19"/>
                    </a:lnTo>
                    <a:lnTo>
                      <a:pt x="134" y="22"/>
                    </a:lnTo>
                    <a:lnTo>
                      <a:pt x="114" y="29"/>
                    </a:lnTo>
                    <a:lnTo>
                      <a:pt x="111" y="34"/>
                    </a:lnTo>
                    <a:lnTo>
                      <a:pt x="112" y="38"/>
                    </a:lnTo>
                    <a:lnTo>
                      <a:pt x="118" y="45"/>
                    </a:lnTo>
                    <a:lnTo>
                      <a:pt x="118" y="56"/>
                    </a:lnTo>
                    <a:lnTo>
                      <a:pt x="113" y="63"/>
                    </a:lnTo>
                    <a:lnTo>
                      <a:pt x="105" y="65"/>
                    </a:lnTo>
                    <a:lnTo>
                      <a:pt x="94" y="73"/>
                    </a:lnTo>
                    <a:lnTo>
                      <a:pt x="97" y="78"/>
                    </a:lnTo>
                    <a:lnTo>
                      <a:pt x="94" y="83"/>
                    </a:lnTo>
                    <a:lnTo>
                      <a:pt x="95" y="95"/>
                    </a:lnTo>
                    <a:lnTo>
                      <a:pt x="90" y="99"/>
                    </a:lnTo>
                    <a:lnTo>
                      <a:pt x="86" y="99"/>
                    </a:lnTo>
                    <a:lnTo>
                      <a:pt x="81" y="93"/>
                    </a:lnTo>
                    <a:lnTo>
                      <a:pt x="78" y="93"/>
                    </a:lnTo>
                    <a:lnTo>
                      <a:pt x="75" y="90"/>
                    </a:lnTo>
                    <a:lnTo>
                      <a:pt x="73" y="90"/>
                    </a:lnTo>
                    <a:lnTo>
                      <a:pt x="73" y="94"/>
                    </a:lnTo>
                    <a:lnTo>
                      <a:pt x="68" y="95"/>
                    </a:lnTo>
                    <a:lnTo>
                      <a:pt x="57" y="76"/>
                    </a:lnTo>
                    <a:lnTo>
                      <a:pt x="54" y="76"/>
                    </a:lnTo>
                    <a:lnTo>
                      <a:pt x="47" y="92"/>
                    </a:lnTo>
                    <a:lnTo>
                      <a:pt x="30" y="92"/>
                    </a:lnTo>
                    <a:lnTo>
                      <a:pt x="24" y="87"/>
                    </a:lnTo>
                    <a:lnTo>
                      <a:pt x="21" y="92"/>
                    </a:lnTo>
                    <a:lnTo>
                      <a:pt x="8" y="93"/>
                    </a:lnTo>
                    <a:lnTo>
                      <a:pt x="0" y="87"/>
                    </a:lnTo>
                    <a:lnTo>
                      <a:pt x="4" y="108"/>
                    </a:lnTo>
                    <a:lnTo>
                      <a:pt x="16" y="135"/>
                    </a:lnTo>
                    <a:lnTo>
                      <a:pt x="21" y="138"/>
                    </a:lnTo>
                    <a:lnTo>
                      <a:pt x="27" y="137"/>
                    </a:lnTo>
                    <a:lnTo>
                      <a:pt x="38" y="116"/>
                    </a:lnTo>
                    <a:lnTo>
                      <a:pt x="44" y="99"/>
                    </a:lnTo>
                    <a:lnTo>
                      <a:pt x="57" y="103"/>
                    </a:lnTo>
                    <a:lnTo>
                      <a:pt x="65" y="113"/>
                    </a:lnTo>
                    <a:lnTo>
                      <a:pt x="68" y="113"/>
                    </a:lnTo>
                    <a:lnTo>
                      <a:pt x="73" y="119"/>
                    </a:lnTo>
                    <a:lnTo>
                      <a:pt x="75" y="128"/>
                    </a:lnTo>
                    <a:lnTo>
                      <a:pt x="75" y="143"/>
                    </a:lnTo>
                    <a:lnTo>
                      <a:pt x="84" y="159"/>
                    </a:lnTo>
                    <a:lnTo>
                      <a:pt x="103" y="175"/>
                    </a:lnTo>
                    <a:lnTo>
                      <a:pt x="94" y="178"/>
                    </a:lnTo>
                    <a:lnTo>
                      <a:pt x="90" y="183"/>
                    </a:lnTo>
                    <a:lnTo>
                      <a:pt x="91" y="187"/>
                    </a:lnTo>
                    <a:lnTo>
                      <a:pt x="102" y="202"/>
                    </a:lnTo>
                    <a:lnTo>
                      <a:pt x="112" y="210"/>
                    </a:lnTo>
                    <a:lnTo>
                      <a:pt x="119" y="216"/>
                    </a:lnTo>
                    <a:lnTo>
                      <a:pt x="129" y="221"/>
                    </a:lnTo>
                    <a:lnTo>
                      <a:pt x="134" y="230"/>
                    </a:lnTo>
                    <a:lnTo>
                      <a:pt x="135" y="238"/>
                    </a:lnTo>
                    <a:lnTo>
                      <a:pt x="154" y="237"/>
                    </a:lnTo>
                    <a:lnTo>
                      <a:pt x="166" y="238"/>
                    </a:lnTo>
                    <a:lnTo>
                      <a:pt x="183" y="245"/>
                    </a:lnTo>
                    <a:lnTo>
                      <a:pt x="198" y="256"/>
                    </a:lnTo>
                    <a:lnTo>
                      <a:pt x="211" y="270"/>
                    </a:lnTo>
                    <a:lnTo>
                      <a:pt x="219" y="276"/>
                    </a:lnTo>
                    <a:lnTo>
                      <a:pt x="226" y="272"/>
                    </a:lnTo>
                    <a:lnTo>
                      <a:pt x="204" y="248"/>
                    </a:lnTo>
                    <a:lnTo>
                      <a:pt x="203" y="237"/>
                    </a:lnTo>
                    <a:lnTo>
                      <a:pt x="198" y="233"/>
                    </a:lnTo>
                    <a:lnTo>
                      <a:pt x="193" y="230"/>
                    </a:lnTo>
                    <a:lnTo>
                      <a:pt x="173" y="211"/>
                    </a:lnTo>
                    <a:lnTo>
                      <a:pt x="172" y="206"/>
                    </a:lnTo>
                    <a:lnTo>
                      <a:pt x="162" y="192"/>
                    </a:lnTo>
                    <a:lnTo>
                      <a:pt x="156" y="190"/>
                    </a:lnTo>
                    <a:lnTo>
                      <a:pt x="148" y="178"/>
                    </a:lnTo>
                    <a:lnTo>
                      <a:pt x="143" y="176"/>
                    </a:lnTo>
                    <a:lnTo>
                      <a:pt x="144" y="170"/>
                    </a:lnTo>
                    <a:lnTo>
                      <a:pt x="146" y="168"/>
                    </a:lnTo>
                    <a:lnTo>
                      <a:pt x="143" y="162"/>
                    </a:lnTo>
                    <a:lnTo>
                      <a:pt x="143" y="157"/>
                    </a:lnTo>
                    <a:lnTo>
                      <a:pt x="137" y="151"/>
                    </a:lnTo>
                    <a:lnTo>
                      <a:pt x="133" y="138"/>
                    </a:lnTo>
                    <a:lnTo>
                      <a:pt x="128" y="137"/>
                    </a:lnTo>
                    <a:lnTo>
                      <a:pt x="121" y="131"/>
                    </a:lnTo>
                    <a:lnTo>
                      <a:pt x="121" y="128"/>
                    </a:lnTo>
                    <a:lnTo>
                      <a:pt x="124" y="126"/>
                    </a:lnTo>
                    <a:lnTo>
                      <a:pt x="123" y="122"/>
                    </a:lnTo>
                    <a:lnTo>
                      <a:pt x="123" y="103"/>
                    </a:lnTo>
                    <a:lnTo>
                      <a:pt x="129" y="97"/>
                    </a:lnTo>
                    <a:lnTo>
                      <a:pt x="138" y="99"/>
                    </a:lnTo>
                    <a:lnTo>
                      <a:pt x="138" y="101"/>
                    </a:lnTo>
                    <a:lnTo>
                      <a:pt x="151" y="116"/>
                    </a:lnTo>
                    <a:lnTo>
                      <a:pt x="155" y="116"/>
                    </a:lnTo>
                    <a:lnTo>
                      <a:pt x="164" y="99"/>
                    </a:lnTo>
                    <a:lnTo>
                      <a:pt x="182" y="101"/>
                    </a:lnTo>
                    <a:lnTo>
                      <a:pt x="186" y="97"/>
                    </a:lnTo>
                    <a:lnTo>
                      <a:pt x="188" y="97"/>
                    </a:lnTo>
                    <a:lnTo>
                      <a:pt x="200" y="105"/>
                    </a:lnTo>
                    <a:lnTo>
                      <a:pt x="204" y="105"/>
                    </a:lnTo>
                    <a:lnTo>
                      <a:pt x="207" y="103"/>
                    </a:lnTo>
                    <a:lnTo>
                      <a:pt x="210" y="106"/>
                    </a:lnTo>
                    <a:lnTo>
                      <a:pt x="225" y="109"/>
                    </a:lnTo>
                    <a:lnTo>
                      <a:pt x="226" y="106"/>
                    </a:lnTo>
                    <a:lnTo>
                      <a:pt x="229" y="106"/>
                    </a:lnTo>
                    <a:lnTo>
                      <a:pt x="237" y="114"/>
                    </a:lnTo>
                    <a:lnTo>
                      <a:pt x="240" y="114"/>
                    </a:lnTo>
                    <a:lnTo>
                      <a:pt x="246" y="106"/>
                    </a:lnTo>
                    <a:lnTo>
                      <a:pt x="250" y="106"/>
                    </a:lnTo>
                    <a:lnTo>
                      <a:pt x="253" y="111"/>
                    </a:lnTo>
                    <a:lnTo>
                      <a:pt x="256" y="113"/>
                    </a:lnTo>
                    <a:lnTo>
                      <a:pt x="258" y="108"/>
                    </a:lnTo>
                    <a:lnTo>
                      <a:pt x="269" y="109"/>
                    </a:lnTo>
                    <a:lnTo>
                      <a:pt x="273" y="115"/>
                    </a:lnTo>
                    <a:lnTo>
                      <a:pt x="275" y="114"/>
                    </a:lnTo>
                    <a:lnTo>
                      <a:pt x="275" y="111"/>
                    </a:lnTo>
                    <a:lnTo>
                      <a:pt x="283" y="111"/>
                    </a:lnTo>
                    <a:lnTo>
                      <a:pt x="289" y="119"/>
                    </a:lnTo>
                    <a:lnTo>
                      <a:pt x="288" y="124"/>
                    </a:lnTo>
                    <a:lnTo>
                      <a:pt x="288" y="125"/>
                    </a:lnTo>
                    <a:lnTo>
                      <a:pt x="294" y="130"/>
                    </a:lnTo>
                    <a:lnTo>
                      <a:pt x="301" y="130"/>
                    </a:lnTo>
                    <a:lnTo>
                      <a:pt x="307" y="125"/>
                    </a:lnTo>
                    <a:lnTo>
                      <a:pt x="309" y="120"/>
                    </a:lnTo>
                    <a:lnTo>
                      <a:pt x="307" y="119"/>
                    </a:lnTo>
                    <a:lnTo>
                      <a:pt x="305" y="109"/>
                    </a:lnTo>
                    <a:lnTo>
                      <a:pt x="307" y="106"/>
                    </a:lnTo>
                    <a:lnTo>
                      <a:pt x="309" y="101"/>
                    </a:lnTo>
                    <a:lnTo>
                      <a:pt x="311" y="100"/>
                    </a:lnTo>
                    <a:lnTo>
                      <a:pt x="315" y="101"/>
                    </a:lnTo>
                    <a:lnTo>
                      <a:pt x="318" y="103"/>
                    </a:lnTo>
                    <a:lnTo>
                      <a:pt x="322" y="100"/>
                    </a:lnTo>
                    <a:lnTo>
                      <a:pt x="322" y="98"/>
                    </a:lnTo>
                    <a:lnTo>
                      <a:pt x="320" y="97"/>
                    </a:lnTo>
                    <a:lnTo>
                      <a:pt x="316" y="98"/>
                    </a:lnTo>
                    <a:lnTo>
                      <a:pt x="312" y="95"/>
                    </a:lnTo>
                    <a:lnTo>
                      <a:pt x="307" y="95"/>
                    </a:lnTo>
                    <a:lnTo>
                      <a:pt x="304" y="93"/>
                    </a:lnTo>
                    <a:lnTo>
                      <a:pt x="302" y="92"/>
                    </a:lnTo>
                    <a:lnTo>
                      <a:pt x="299" y="92"/>
                    </a:lnTo>
                    <a:lnTo>
                      <a:pt x="297" y="89"/>
                    </a:lnTo>
                    <a:lnTo>
                      <a:pt x="297" y="88"/>
                    </a:lnTo>
                    <a:lnTo>
                      <a:pt x="299" y="84"/>
                    </a:lnTo>
                    <a:lnTo>
                      <a:pt x="297" y="83"/>
                    </a:lnTo>
                    <a:lnTo>
                      <a:pt x="299" y="81"/>
                    </a:lnTo>
                    <a:lnTo>
                      <a:pt x="300" y="81"/>
                    </a:lnTo>
                    <a:lnTo>
                      <a:pt x="302" y="79"/>
                    </a:lnTo>
                    <a:lnTo>
                      <a:pt x="302" y="77"/>
                    </a:lnTo>
                    <a:lnTo>
                      <a:pt x="299" y="74"/>
                    </a:lnTo>
                    <a:lnTo>
                      <a:pt x="297" y="74"/>
                    </a:lnTo>
                    <a:lnTo>
                      <a:pt x="295" y="77"/>
                    </a:lnTo>
                    <a:lnTo>
                      <a:pt x="291" y="76"/>
                    </a:lnTo>
                    <a:lnTo>
                      <a:pt x="291" y="73"/>
                    </a:lnTo>
                    <a:lnTo>
                      <a:pt x="294" y="70"/>
                    </a:lnTo>
                    <a:lnTo>
                      <a:pt x="294" y="66"/>
                    </a:lnTo>
                    <a:lnTo>
                      <a:pt x="291" y="63"/>
                    </a:lnTo>
                    <a:lnTo>
                      <a:pt x="293" y="61"/>
                    </a:lnTo>
                    <a:lnTo>
                      <a:pt x="293" y="57"/>
                    </a:lnTo>
                    <a:lnTo>
                      <a:pt x="284" y="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5" name="Freeform 205">
                <a:extLst>
                  <a:ext uri="{FF2B5EF4-FFF2-40B4-BE49-F238E27FC236}">
                    <a16:creationId xmlns:a16="http://schemas.microsoft.com/office/drawing/2014/main" id="{4BCF2750-E78A-887B-84E6-30E437448F8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27" y="1971"/>
                <a:ext cx="20" cy="43"/>
              </a:xfrm>
              <a:custGeom>
                <a:avLst/>
                <a:gdLst/>
                <a:ahLst/>
                <a:cxnLst>
                  <a:cxn ang="0">
                    <a:pos x="48" y="215"/>
                  </a:cxn>
                  <a:cxn ang="0">
                    <a:pos x="39" y="210"/>
                  </a:cxn>
                  <a:cxn ang="0">
                    <a:pos x="38" y="200"/>
                  </a:cxn>
                  <a:cxn ang="0">
                    <a:pos x="31" y="190"/>
                  </a:cxn>
                  <a:cxn ang="0">
                    <a:pos x="13" y="183"/>
                  </a:cxn>
                  <a:cxn ang="0">
                    <a:pos x="4" y="168"/>
                  </a:cxn>
                  <a:cxn ang="0">
                    <a:pos x="0" y="160"/>
                  </a:cxn>
                  <a:cxn ang="0">
                    <a:pos x="7" y="161"/>
                  </a:cxn>
                  <a:cxn ang="0">
                    <a:pos x="7" y="152"/>
                  </a:cxn>
                  <a:cxn ang="0">
                    <a:pos x="4" y="139"/>
                  </a:cxn>
                  <a:cxn ang="0">
                    <a:pos x="7" y="125"/>
                  </a:cxn>
                  <a:cxn ang="0">
                    <a:pos x="8" y="123"/>
                  </a:cxn>
                  <a:cxn ang="0">
                    <a:pos x="8" y="114"/>
                  </a:cxn>
                  <a:cxn ang="0">
                    <a:pos x="10" y="106"/>
                  </a:cxn>
                  <a:cxn ang="0">
                    <a:pos x="6" y="94"/>
                  </a:cxn>
                  <a:cxn ang="0">
                    <a:pos x="15" y="64"/>
                  </a:cxn>
                  <a:cxn ang="0">
                    <a:pos x="10" y="58"/>
                  </a:cxn>
                  <a:cxn ang="0">
                    <a:pos x="2" y="56"/>
                  </a:cxn>
                  <a:cxn ang="0">
                    <a:pos x="7" y="40"/>
                  </a:cxn>
                  <a:cxn ang="0">
                    <a:pos x="5" y="29"/>
                  </a:cxn>
                  <a:cxn ang="0">
                    <a:pos x="10" y="15"/>
                  </a:cxn>
                  <a:cxn ang="0">
                    <a:pos x="17" y="10"/>
                  </a:cxn>
                  <a:cxn ang="0">
                    <a:pos x="23" y="0"/>
                  </a:cxn>
                  <a:cxn ang="0">
                    <a:pos x="31" y="7"/>
                  </a:cxn>
                  <a:cxn ang="0">
                    <a:pos x="45" y="9"/>
                  </a:cxn>
                  <a:cxn ang="0">
                    <a:pos x="51" y="20"/>
                  </a:cxn>
                  <a:cxn ang="0">
                    <a:pos x="61" y="24"/>
                  </a:cxn>
                  <a:cxn ang="0">
                    <a:pos x="74" y="40"/>
                  </a:cxn>
                  <a:cxn ang="0">
                    <a:pos x="69" y="76"/>
                  </a:cxn>
                  <a:cxn ang="0">
                    <a:pos x="69" y="93"/>
                  </a:cxn>
                  <a:cxn ang="0">
                    <a:pos x="77" y="113"/>
                  </a:cxn>
                  <a:cxn ang="0">
                    <a:pos x="94" y="130"/>
                  </a:cxn>
                  <a:cxn ang="0">
                    <a:pos x="97" y="140"/>
                  </a:cxn>
                  <a:cxn ang="0">
                    <a:pos x="97" y="155"/>
                  </a:cxn>
                  <a:cxn ang="0">
                    <a:pos x="83" y="166"/>
                  </a:cxn>
                  <a:cxn ang="0">
                    <a:pos x="75" y="183"/>
                  </a:cxn>
                  <a:cxn ang="0">
                    <a:pos x="65" y="190"/>
                  </a:cxn>
                  <a:cxn ang="0">
                    <a:pos x="63" y="203"/>
                  </a:cxn>
                  <a:cxn ang="0">
                    <a:pos x="58" y="209"/>
                  </a:cxn>
                  <a:cxn ang="0">
                    <a:pos x="49" y="215"/>
                  </a:cxn>
                  <a:cxn ang="0">
                    <a:pos x="48" y="215"/>
                  </a:cxn>
                </a:cxnLst>
                <a:rect l="0" t="0" r="r" b="b"/>
                <a:pathLst>
                  <a:path w="97" h="215">
                    <a:moveTo>
                      <a:pt x="48" y="215"/>
                    </a:moveTo>
                    <a:lnTo>
                      <a:pt x="39" y="210"/>
                    </a:lnTo>
                    <a:lnTo>
                      <a:pt x="38" y="200"/>
                    </a:lnTo>
                    <a:lnTo>
                      <a:pt x="31" y="190"/>
                    </a:lnTo>
                    <a:lnTo>
                      <a:pt x="13" y="183"/>
                    </a:lnTo>
                    <a:lnTo>
                      <a:pt x="4" y="168"/>
                    </a:lnTo>
                    <a:lnTo>
                      <a:pt x="0" y="160"/>
                    </a:lnTo>
                    <a:lnTo>
                      <a:pt x="7" y="161"/>
                    </a:lnTo>
                    <a:lnTo>
                      <a:pt x="7" y="152"/>
                    </a:lnTo>
                    <a:lnTo>
                      <a:pt x="4" y="139"/>
                    </a:lnTo>
                    <a:lnTo>
                      <a:pt x="7" y="125"/>
                    </a:lnTo>
                    <a:lnTo>
                      <a:pt x="8" y="123"/>
                    </a:lnTo>
                    <a:lnTo>
                      <a:pt x="8" y="114"/>
                    </a:lnTo>
                    <a:lnTo>
                      <a:pt x="10" y="106"/>
                    </a:lnTo>
                    <a:lnTo>
                      <a:pt x="6" y="94"/>
                    </a:lnTo>
                    <a:lnTo>
                      <a:pt x="15" y="64"/>
                    </a:lnTo>
                    <a:lnTo>
                      <a:pt x="10" y="58"/>
                    </a:lnTo>
                    <a:lnTo>
                      <a:pt x="2" y="56"/>
                    </a:lnTo>
                    <a:lnTo>
                      <a:pt x="7" y="40"/>
                    </a:lnTo>
                    <a:lnTo>
                      <a:pt x="5" y="29"/>
                    </a:lnTo>
                    <a:lnTo>
                      <a:pt x="10" y="15"/>
                    </a:lnTo>
                    <a:lnTo>
                      <a:pt x="17" y="10"/>
                    </a:lnTo>
                    <a:lnTo>
                      <a:pt x="23" y="0"/>
                    </a:lnTo>
                    <a:lnTo>
                      <a:pt x="31" y="7"/>
                    </a:lnTo>
                    <a:lnTo>
                      <a:pt x="45" y="9"/>
                    </a:lnTo>
                    <a:lnTo>
                      <a:pt x="51" y="20"/>
                    </a:lnTo>
                    <a:lnTo>
                      <a:pt x="61" y="24"/>
                    </a:lnTo>
                    <a:lnTo>
                      <a:pt x="74" y="40"/>
                    </a:lnTo>
                    <a:lnTo>
                      <a:pt x="69" y="76"/>
                    </a:lnTo>
                    <a:lnTo>
                      <a:pt x="69" y="93"/>
                    </a:lnTo>
                    <a:lnTo>
                      <a:pt x="77" y="113"/>
                    </a:lnTo>
                    <a:lnTo>
                      <a:pt x="94" y="130"/>
                    </a:lnTo>
                    <a:lnTo>
                      <a:pt x="97" y="140"/>
                    </a:lnTo>
                    <a:lnTo>
                      <a:pt x="97" y="155"/>
                    </a:lnTo>
                    <a:lnTo>
                      <a:pt x="83" y="166"/>
                    </a:lnTo>
                    <a:lnTo>
                      <a:pt x="75" y="183"/>
                    </a:lnTo>
                    <a:lnTo>
                      <a:pt x="65" y="190"/>
                    </a:lnTo>
                    <a:lnTo>
                      <a:pt x="63" y="203"/>
                    </a:lnTo>
                    <a:lnTo>
                      <a:pt x="58" y="209"/>
                    </a:lnTo>
                    <a:lnTo>
                      <a:pt x="49" y="215"/>
                    </a:lnTo>
                    <a:lnTo>
                      <a:pt x="48" y="2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6" name="Freeform 206">
                <a:extLst>
                  <a:ext uri="{FF2B5EF4-FFF2-40B4-BE49-F238E27FC236}">
                    <a16:creationId xmlns:a16="http://schemas.microsoft.com/office/drawing/2014/main" id="{AB58309A-3B82-7C31-C06E-F5669FF4A9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6" y="1736"/>
                <a:ext cx="63" cy="48"/>
              </a:xfrm>
              <a:custGeom>
                <a:avLst/>
                <a:gdLst/>
                <a:ahLst/>
                <a:cxnLst>
                  <a:cxn ang="0">
                    <a:pos x="3" y="57"/>
                  </a:cxn>
                  <a:cxn ang="0">
                    <a:pos x="5" y="78"/>
                  </a:cxn>
                  <a:cxn ang="0">
                    <a:pos x="4" y="64"/>
                  </a:cxn>
                  <a:cxn ang="0">
                    <a:pos x="11" y="94"/>
                  </a:cxn>
                  <a:cxn ang="0">
                    <a:pos x="11" y="110"/>
                  </a:cxn>
                  <a:cxn ang="0">
                    <a:pos x="15" y="118"/>
                  </a:cxn>
                  <a:cxn ang="0">
                    <a:pos x="31" y="120"/>
                  </a:cxn>
                  <a:cxn ang="0">
                    <a:pos x="44" y="127"/>
                  </a:cxn>
                  <a:cxn ang="0">
                    <a:pos x="69" y="134"/>
                  </a:cxn>
                  <a:cxn ang="0">
                    <a:pos x="91" y="136"/>
                  </a:cxn>
                  <a:cxn ang="0">
                    <a:pos x="96" y="174"/>
                  </a:cxn>
                  <a:cxn ang="0">
                    <a:pos x="99" y="201"/>
                  </a:cxn>
                  <a:cxn ang="0">
                    <a:pos x="132" y="222"/>
                  </a:cxn>
                  <a:cxn ang="0">
                    <a:pos x="137" y="240"/>
                  </a:cxn>
                  <a:cxn ang="0">
                    <a:pos x="167" y="240"/>
                  </a:cxn>
                  <a:cxn ang="0">
                    <a:pos x="191" y="239"/>
                  </a:cxn>
                  <a:cxn ang="0">
                    <a:pos x="204" y="238"/>
                  </a:cxn>
                  <a:cxn ang="0">
                    <a:pos x="209" y="222"/>
                  </a:cxn>
                  <a:cxn ang="0">
                    <a:pos x="224" y="220"/>
                  </a:cxn>
                  <a:cxn ang="0">
                    <a:pos x="236" y="209"/>
                  </a:cxn>
                  <a:cxn ang="0">
                    <a:pos x="248" y="218"/>
                  </a:cxn>
                  <a:cxn ang="0">
                    <a:pos x="263" y="220"/>
                  </a:cxn>
                  <a:cxn ang="0">
                    <a:pos x="257" y="205"/>
                  </a:cxn>
                  <a:cxn ang="0">
                    <a:pos x="255" y="190"/>
                  </a:cxn>
                  <a:cxn ang="0">
                    <a:pos x="263" y="168"/>
                  </a:cxn>
                  <a:cxn ang="0">
                    <a:pos x="266" y="151"/>
                  </a:cxn>
                  <a:cxn ang="0">
                    <a:pos x="274" y="140"/>
                  </a:cxn>
                  <a:cxn ang="0">
                    <a:pos x="288" y="132"/>
                  </a:cxn>
                  <a:cxn ang="0">
                    <a:pos x="309" y="129"/>
                  </a:cxn>
                  <a:cxn ang="0">
                    <a:pos x="310" y="107"/>
                  </a:cxn>
                  <a:cxn ang="0">
                    <a:pos x="301" y="99"/>
                  </a:cxn>
                  <a:cxn ang="0">
                    <a:pos x="309" y="87"/>
                  </a:cxn>
                  <a:cxn ang="0">
                    <a:pos x="313" y="80"/>
                  </a:cxn>
                  <a:cxn ang="0">
                    <a:pos x="307" y="73"/>
                  </a:cxn>
                  <a:cxn ang="0">
                    <a:pos x="282" y="48"/>
                  </a:cxn>
                  <a:cxn ang="0">
                    <a:pos x="239" y="30"/>
                  </a:cxn>
                  <a:cxn ang="0">
                    <a:pos x="221" y="5"/>
                  </a:cxn>
                  <a:cxn ang="0">
                    <a:pos x="208" y="2"/>
                  </a:cxn>
                  <a:cxn ang="0">
                    <a:pos x="181" y="17"/>
                  </a:cxn>
                  <a:cxn ang="0">
                    <a:pos x="143" y="6"/>
                  </a:cxn>
                  <a:cxn ang="0">
                    <a:pos x="118" y="6"/>
                  </a:cxn>
                  <a:cxn ang="0">
                    <a:pos x="103" y="7"/>
                  </a:cxn>
                  <a:cxn ang="0">
                    <a:pos x="89" y="3"/>
                  </a:cxn>
                  <a:cxn ang="0">
                    <a:pos x="64" y="3"/>
                  </a:cxn>
                  <a:cxn ang="0">
                    <a:pos x="26" y="19"/>
                  </a:cxn>
                  <a:cxn ang="0">
                    <a:pos x="10" y="38"/>
                  </a:cxn>
                </a:cxnLst>
                <a:rect l="0" t="0" r="r" b="b"/>
                <a:pathLst>
                  <a:path w="317" h="244">
                    <a:moveTo>
                      <a:pt x="0" y="35"/>
                    </a:moveTo>
                    <a:lnTo>
                      <a:pt x="3" y="57"/>
                    </a:lnTo>
                    <a:lnTo>
                      <a:pt x="3" y="71"/>
                    </a:lnTo>
                    <a:lnTo>
                      <a:pt x="5" y="78"/>
                    </a:lnTo>
                    <a:lnTo>
                      <a:pt x="3" y="54"/>
                    </a:lnTo>
                    <a:lnTo>
                      <a:pt x="4" y="64"/>
                    </a:lnTo>
                    <a:lnTo>
                      <a:pt x="6" y="72"/>
                    </a:lnTo>
                    <a:lnTo>
                      <a:pt x="11" y="94"/>
                    </a:lnTo>
                    <a:lnTo>
                      <a:pt x="13" y="102"/>
                    </a:lnTo>
                    <a:lnTo>
                      <a:pt x="11" y="110"/>
                    </a:lnTo>
                    <a:lnTo>
                      <a:pt x="14" y="110"/>
                    </a:lnTo>
                    <a:lnTo>
                      <a:pt x="15" y="118"/>
                    </a:lnTo>
                    <a:lnTo>
                      <a:pt x="25" y="115"/>
                    </a:lnTo>
                    <a:lnTo>
                      <a:pt x="31" y="120"/>
                    </a:lnTo>
                    <a:lnTo>
                      <a:pt x="38" y="123"/>
                    </a:lnTo>
                    <a:lnTo>
                      <a:pt x="44" y="127"/>
                    </a:lnTo>
                    <a:lnTo>
                      <a:pt x="52" y="131"/>
                    </a:lnTo>
                    <a:lnTo>
                      <a:pt x="69" y="134"/>
                    </a:lnTo>
                    <a:lnTo>
                      <a:pt x="85" y="132"/>
                    </a:lnTo>
                    <a:lnTo>
                      <a:pt x="91" y="136"/>
                    </a:lnTo>
                    <a:lnTo>
                      <a:pt x="102" y="159"/>
                    </a:lnTo>
                    <a:lnTo>
                      <a:pt x="96" y="174"/>
                    </a:lnTo>
                    <a:lnTo>
                      <a:pt x="96" y="191"/>
                    </a:lnTo>
                    <a:lnTo>
                      <a:pt x="99" y="201"/>
                    </a:lnTo>
                    <a:lnTo>
                      <a:pt x="113" y="209"/>
                    </a:lnTo>
                    <a:lnTo>
                      <a:pt x="132" y="222"/>
                    </a:lnTo>
                    <a:lnTo>
                      <a:pt x="137" y="233"/>
                    </a:lnTo>
                    <a:lnTo>
                      <a:pt x="137" y="240"/>
                    </a:lnTo>
                    <a:lnTo>
                      <a:pt x="151" y="244"/>
                    </a:lnTo>
                    <a:lnTo>
                      <a:pt x="167" y="240"/>
                    </a:lnTo>
                    <a:lnTo>
                      <a:pt x="183" y="243"/>
                    </a:lnTo>
                    <a:lnTo>
                      <a:pt x="191" y="239"/>
                    </a:lnTo>
                    <a:lnTo>
                      <a:pt x="197" y="234"/>
                    </a:lnTo>
                    <a:lnTo>
                      <a:pt x="204" y="238"/>
                    </a:lnTo>
                    <a:lnTo>
                      <a:pt x="212" y="237"/>
                    </a:lnTo>
                    <a:lnTo>
                      <a:pt x="209" y="222"/>
                    </a:lnTo>
                    <a:lnTo>
                      <a:pt x="215" y="220"/>
                    </a:lnTo>
                    <a:lnTo>
                      <a:pt x="224" y="220"/>
                    </a:lnTo>
                    <a:lnTo>
                      <a:pt x="229" y="213"/>
                    </a:lnTo>
                    <a:lnTo>
                      <a:pt x="236" y="209"/>
                    </a:lnTo>
                    <a:lnTo>
                      <a:pt x="245" y="211"/>
                    </a:lnTo>
                    <a:lnTo>
                      <a:pt x="248" y="218"/>
                    </a:lnTo>
                    <a:lnTo>
                      <a:pt x="256" y="222"/>
                    </a:lnTo>
                    <a:lnTo>
                      <a:pt x="263" y="220"/>
                    </a:lnTo>
                    <a:lnTo>
                      <a:pt x="262" y="211"/>
                    </a:lnTo>
                    <a:lnTo>
                      <a:pt x="257" y="205"/>
                    </a:lnTo>
                    <a:lnTo>
                      <a:pt x="253" y="197"/>
                    </a:lnTo>
                    <a:lnTo>
                      <a:pt x="255" y="190"/>
                    </a:lnTo>
                    <a:lnTo>
                      <a:pt x="263" y="175"/>
                    </a:lnTo>
                    <a:lnTo>
                      <a:pt x="263" y="168"/>
                    </a:lnTo>
                    <a:lnTo>
                      <a:pt x="266" y="159"/>
                    </a:lnTo>
                    <a:lnTo>
                      <a:pt x="266" y="151"/>
                    </a:lnTo>
                    <a:lnTo>
                      <a:pt x="267" y="143"/>
                    </a:lnTo>
                    <a:lnTo>
                      <a:pt x="274" y="140"/>
                    </a:lnTo>
                    <a:lnTo>
                      <a:pt x="283" y="137"/>
                    </a:lnTo>
                    <a:lnTo>
                      <a:pt x="288" y="132"/>
                    </a:lnTo>
                    <a:lnTo>
                      <a:pt x="295" y="129"/>
                    </a:lnTo>
                    <a:lnTo>
                      <a:pt x="309" y="129"/>
                    </a:lnTo>
                    <a:lnTo>
                      <a:pt x="317" y="110"/>
                    </a:lnTo>
                    <a:lnTo>
                      <a:pt x="310" y="107"/>
                    </a:lnTo>
                    <a:lnTo>
                      <a:pt x="301" y="107"/>
                    </a:lnTo>
                    <a:lnTo>
                      <a:pt x="301" y="99"/>
                    </a:lnTo>
                    <a:lnTo>
                      <a:pt x="301" y="91"/>
                    </a:lnTo>
                    <a:lnTo>
                      <a:pt x="309" y="87"/>
                    </a:lnTo>
                    <a:lnTo>
                      <a:pt x="315" y="81"/>
                    </a:lnTo>
                    <a:lnTo>
                      <a:pt x="313" y="80"/>
                    </a:lnTo>
                    <a:lnTo>
                      <a:pt x="313" y="78"/>
                    </a:lnTo>
                    <a:lnTo>
                      <a:pt x="307" y="73"/>
                    </a:lnTo>
                    <a:lnTo>
                      <a:pt x="300" y="71"/>
                    </a:lnTo>
                    <a:lnTo>
                      <a:pt x="282" y="48"/>
                    </a:lnTo>
                    <a:lnTo>
                      <a:pt x="255" y="29"/>
                    </a:lnTo>
                    <a:lnTo>
                      <a:pt x="239" y="30"/>
                    </a:lnTo>
                    <a:lnTo>
                      <a:pt x="231" y="28"/>
                    </a:lnTo>
                    <a:lnTo>
                      <a:pt x="221" y="5"/>
                    </a:lnTo>
                    <a:lnTo>
                      <a:pt x="215" y="0"/>
                    </a:lnTo>
                    <a:lnTo>
                      <a:pt x="208" y="2"/>
                    </a:lnTo>
                    <a:lnTo>
                      <a:pt x="197" y="13"/>
                    </a:lnTo>
                    <a:lnTo>
                      <a:pt x="181" y="17"/>
                    </a:lnTo>
                    <a:lnTo>
                      <a:pt x="150" y="6"/>
                    </a:lnTo>
                    <a:lnTo>
                      <a:pt x="143" y="6"/>
                    </a:lnTo>
                    <a:lnTo>
                      <a:pt x="126" y="3"/>
                    </a:lnTo>
                    <a:lnTo>
                      <a:pt x="118" y="6"/>
                    </a:lnTo>
                    <a:lnTo>
                      <a:pt x="111" y="3"/>
                    </a:lnTo>
                    <a:lnTo>
                      <a:pt x="103" y="7"/>
                    </a:lnTo>
                    <a:lnTo>
                      <a:pt x="95" y="7"/>
                    </a:lnTo>
                    <a:lnTo>
                      <a:pt x="89" y="3"/>
                    </a:lnTo>
                    <a:lnTo>
                      <a:pt x="80" y="2"/>
                    </a:lnTo>
                    <a:lnTo>
                      <a:pt x="64" y="3"/>
                    </a:lnTo>
                    <a:lnTo>
                      <a:pt x="41" y="11"/>
                    </a:lnTo>
                    <a:lnTo>
                      <a:pt x="26" y="19"/>
                    </a:lnTo>
                    <a:lnTo>
                      <a:pt x="17" y="33"/>
                    </a:lnTo>
                    <a:lnTo>
                      <a:pt x="10" y="38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7" name="Freeform 207">
                <a:extLst>
                  <a:ext uri="{FF2B5EF4-FFF2-40B4-BE49-F238E27FC236}">
                    <a16:creationId xmlns:a16="http://schemas.microsoft.com/office/drawing/2014/main" id="{96682F78-D36C-0375-FCE8-1D82F1C0916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18" y="1916"/>
                <a:ext cx="48" cy="67"/>
              </a:xfrm>
              <a:custGeom>
                <a:avLst/>
                <a:gdLst/>
                <a:ahLst/>
                <a:cxnLst>
                  <a:cxn ang="0">
                    <a:pos x="23" y="33"/>
                  </a:cxn>
                  <a:cxn ang="0">
                    <a:pos x="24" y="42"/>
                  </a:cxn>
                  <a:cxn ang="0">
                    <a:pos x="25" y="49"/>
                  </a:cxn>
                  <a:cxn ang="0">
                    <a:pos x="32" y="49"/>
                  </a:cxn>
                  <a:cxn ang="0">
                    <a:pos x="29" y="53"/>
                  </a:cxn>
                  <a:cxn ang="0">
                    <a:pos x="27" y="60"/>
                  </a:cxn>
                  <a:cxn ang="0">
                    <a:pos x="32" y="64"/>
                  </a:cxn>
                  <a:cxn ang="0">
                    <a:pos x="42" y="67"/>
                  </a:cxn>
                  <a:cxn ang="0">
                    <a:pos x="52" y="70"/>
                  </a:cxn>
                  <a:cxn ang="0">
                    <a:pos x="45" y="73"/>
                  </a:cxn>
                  <a:cxn ang="0">
                    <a:pos x="37" y="78"/>
                  </a:cxn>
                  <a:cxn ang="0">
                    <a:pos x="39" y="92"/>
                  </a:cxn>
                  <a:cxn ang="0">
                    <a:pos x="52" y="100"/>
                  </a:cxn>
                  <a:cxn ang="0">
                    <a:pos x="46" y="115"/>
                  </a:cxn>
                  <a:cxn ang="0">
                    <a:pos x="39" y="130"/>
                  </a:cxn>
                  <a:cxn ang="0">
                    <a:pos x="39" y="145"/>
                  </a:cxn>
                  <a:cxn ang="0">
                    <a:pos x="48" y="146"/>
                  </a:cxn>
                  <a:cxn ang="0">
                    <a:pos x="54" y="156"/>
                  </a:cxn>
                  <a:cxn ang="0">
                    <a:pos x="58" y="159"/>
                  </a:cxn>
                  <a:cxn ang="0">
                    <a:pos x="66" y="166"/>
                  </a:cxn>
                  <a:cxn ang="0">
                    <a:pos x="48" y="167"/>
                  </a:cxn>
                  <a:cxn ang="0">
                    <a:pos x="46" y="171"/>
                  </a:cxn>
                  <a:cxn ang="0">
                    <a:pos x="61" y="188"/>
                  </a:cxn>
                  <a:cxn ang="0">
                    <a:pos x="56" y="199"/>
                  </a:cxn>
                  <a:cxn ang="0">
                    <a:pos x="48" y="201"/>
                  </a:cxn>
                  <a:cxn ang="0">
                    <a:pos x="37" y="205"/>
                  </a:cxn>
                  <a:cxn ang="0">
                    <a:pos x="31" y="202"/>
                  </a:cxn>
                  <a:cxn ang="0">
                    <a:pos x="32" y="210"/>
                  </a:cxn>
                  <a:cxn ang="0">
                    <a:pos x="35" y="223"/>
                  </a:cxn>
                  <a:cxn ang="0">
                    <a:pos x="30" y="223"/>
                  </a:cxn>
                  <a:cxn ang="0">
                    <a:pos x="23" y="217"/>
                  </a:cxn>
                  <a:cxn ang="0">
                    <a:pos x="11" y="232"/>
                  </a:cxn>
                  <a:cxn ang="0">
                    <a:pos x="4" y="242"/>
                  </a:cxn>
                  <a:cxn ang="0">
                    <a:pos x="0" y="254"/>
                  </a:cxn>
                  <a:cxn ang="0">
                    <a:pos x="5" y="265"/>
                  </a:cxn>
                  <a:cxn ang="0">
                    <a:pos x="0" y="285"/>
                  </a:cxn>
                  <a:cxn ang="0">
                    <a:pos x="36" y="314"/>
                  </a:cxn>
                  <a:cxn ang="0">
                    <a:pos x="53" y="315"/>
                  </a:cxn>
                  <a:cxn ang="0">
                    <a:pos x="63" y="285"/>
                  </a:cxn>
                  <a:cxn ang="0">
                    <a:pos x="91" y="284"/>
                  </a:cxn>
                  <a:cxn ang="0">
                    <a:pos x="120" y="315"/>
                  </a:cxn>
                  <a:cxn ang="0">
                    <a:pos x="129" y="314"/>
                  </a:cxn>
                  <a:cxn ang="0">
                    <a:pos x="150" y="301"/>
                  </a:cxn>
                  <a:cxn ang="0">
                    <a:pos x="159" y="303"/>
                  </a:cxn>
                  <a:cxn ang="0">
                    <a:pos x="186" y="298"/>
                  </a:cxn>
                  <a:cxn ang="0">
                    <a:pos x="218" y="302"/>
                  </a:cxn>
                  <a:cxn ang="0">
                    <a:pos x="241" y="241"/>
                  </a:cxn>
                  <a:cxn ang="0">
                    <a:pos x="215" y="188"/>
                  </a:cxn>
                  <a:cxn ang="0">
                    <a:pos x="225" y="157"/>
                  </a:cxn>
                  <a:cxn ang="0">
                    <a:pos x="220" y="119"/>
                  </a:cxn>
                  <a:cxn ang="0">
                    <a:pos x="166" y="105"/>
                  </a:cxn>
                  <a:cxn ang="0">
                    <a:pos x="154" y="76"/>
                  </a:cxn>
                  <a:cxn ang="0">
                    <a:pos x="129" y="42"/>
                  </a:cxn>
                  <a:cxn ang="0">
                    <a:pos x="99" y="11"/>
                  </a:cxn>
                  <a:cxn ang="0">
                    <a:pos x="78" y="5"/>
                  </a:cxn>
                  <a:cxn ang="0">
                    <a:pos x="35" y="16"/>
                  </a:cxn>
                </a:cxnLst>
                <a:rect l="0" t="0" r="r" b="b"/>
                <a:pathLst>
                  <a:path w="241" h="331">
                    <a:moveTo>
                      <a:pt x="14" y="22"/>
                    </a:moveTo>
                    <a:lnTo>
                      <a:pt x="23" y="29"/>
                    </a:lnTo>
                    <a:lnTo>
                      <a:pt x="23" y="33"/>
                    </a:lnTo>
                    <a:lnTo>
                      <a:pt x="21" y="35"/>
                    </a:lnTo>
                    <a:lnTo>
                      <a:pt x="24" y="38"/>
                    </a:lnTo>
                    <a:lnTo>
                      <a:pt x="24" y="42"/>
                    </a:lnTo>
                    <a:lnTo>
                      <a:pt x="21" y="45"/>
                    </a:lnTo>
                    <a:lnTo>
                      <a:pt x="21" y="48"/>
                    </a:lnTo>
                    <a:lnTo>
                      <a:pt x="25" y="49"/>
                    </a:lnTo>
                    <a:lnTo>
                      <a:pt x="27" y="46"/>
                    </a:lnTo>
                    <a:lnTo>
                      <a:pt x="29" y="46"/>
                    </a:lnTo>
                    <a:lnTo>
                      <a:pt x="32" y="49"/>
                    </a:lnTo>
                    <a:lnTo>
                      <a:pt x="32" y="51"/>
                    </a:lnTo>
                    <a:lnTo>
                      <a:pt x="30" y="53"/>
                    </a:lnTo>
                    <a:lnTo>
                      <a:pt x="29" y="53"/>
                    </a:lnTo>
                    <a:lnTo>
                      <a:pt x="27" y="55"/>
                    </a:lnTo>
                    <a:lnTo>
                      <a:pt x="29" y="56"/>
                    </a:lnTo>
                    <a:lnTo>
                      <a:pt x="27" y="60"/>
                    </a:lnTo>
                    <a:lnTo>
                      <a:pt x="27" y="61"/>
                    </a:lnTo>
                    <a:lnTo>
                      <a:pt x="29" y="64"/>
                    </a:lnTo>
                    <a:lnTo>
                      <a:pt x="32" y="64"/>
                    </a:lnTo>
                    <a:lnTo>
                      <a:pt x="34" y="65"/>
                    </a:lnTo>
                    <a:lnTo>
                      <a:pt x="37" y="67"/>
                    </a:lnTo>
                    <a:lnTo>
                      <a:pt x="42" y="67"/>
                    </a:lnTo>
                    <a:lnTo>
                      <a:pt x="46" y="70"/>
                    </a:lnTo>
                    <a:lnTo>
                      <a:pt x="50" y="69"/>
                    </a:lnTo>
                    <a:lnTo>
                      <a:pt x="52" y="70"/>
                    </a:lnTo>
                    <a:lnTo>
                      <a:pt x="52" y="72"/>
                    </a:lnTo>
                    <a:lnTo>
                      <a:pt x="48" y="75"/>
                    </a:lnTo>
                    <a:lnTo>
                      <a:pt x="45" y="73"/>
                    </a:lnTo>
                    <a:lnTo>
                      <a:pt x="41" y="72"/>
                    </a:lnTo>
                    <a:lnTo>
                      <a:pt x="39" y="73"/>
                    </a:lnTo>
                    <a:lnTo>
                      <a:pt x="37" y="78"/>
                    </a:lnTo>
                    <a:lnTo>
                      <a:pt x="35" y="81"/>
                    </a:lnTo>
                    <a:lnTo>
                      <a:pt x="37" y="91"/>
                    </a:lnTo>
                    <a:lnTo>
                      <a:pt x="39" y="92"/>
                    </a:lnTo>
                    <a:lnTo>
                      <a:pt x="37" y="97"/>
                    </a:lnTo>
                    <a:lnTo>
                      <a:pt x="50" y="97"/>
                    </a:lnTo>
                    <a:lnTo>
                      <a:pt x="52" y="100"/>
                    </a:lnTo>
                    <a:lnTo>
                      <a:pt x="51" y="104"/>
                    </a:lnTo>
                    <a:lnTo>
                      <a:pt x="51" y="108"/>
                    </a:lnTo>
                    <a:lnTo>
                      <a:pt x="46" y="115"/>
                    </a:lnTo>
                    <a:lnTo>
                      <a:pt x="41" y="126"/>
                    </a:lnTo>
                    <a:lnTo>
                      <a:pt x="39" y="128"/>
                    </a:lnTo>
                    <a:lnTo>
                      <a:pt x="39" y="130"/>
                    </a:lnTo>
                    <a:lnTo>
                      <a:pt x="40" y="132"/>
                    </a:lnTo>
                    <a:lnTo>
                      <a:pt x="36" y="137"/>
                    </a:lnTo>
                    <a:lnTo>
                      <a:pt x="39" y="145"/>
                    </a:lnTo>
                    <a:lnTo>
                      <a:pt x="42" y="145"/>
                    </a:lnTo>
                    <a:lnTo>
                      <a:pt x="45" y="147"/>
                    </a:lnTo>
                    <a:lnTo>
                      <a:pt x="48" y="146"/>
                    </a:lnTo>
                    <a:lnTo>
                      <a:pt x="50" y="148"/>
                    </a:lnTo>
                    <a:lnTo>
                      <a:pt x="51" y="152"/>
                    </a:lnTo>
                    <a:lnTo>
                      <a:pt x="54" y="156"/>
                    </a:lnTo>
                    <a:lnTo>
                      <a:pt x="58" y="156"/>
                    </a:lnTo>
                    <a:lnTo>
                      <a:pt x="58" y="157"/>
                    </a:lnTo>
                    <a:lnTo>
                      <a:pt x="58" y="159"/>
                    </a:lnTo>
                    <a:lnTo>
                      <a:pt x="63" y="162"/>
                    </a:lnTo>
                    <a:lnTo>
                      <a:pt x="66" y="163"/>
                    </a:lnTo>
                    <a:lnTo>
                      <a:pt x="66" y="166"/>
                    </a:lnTo>
                    <a:lnTo>
                      <a:pt x="62" y="171"/>
                    </a:lnTo>
                    <a:lnTo>
                      <a:pt x="53" y="171"/>
                    </a:lnTo>
                    <a:lnTo>
                      <a:pt x="48" y="167"/>
                    </a:lnTo>
                    <a:lnTo>
                      <a:pt x="46" y="167"/>
                    </a:lnTo>
                    <a:lnTo>
                      <a:pt x="45" y="169"/>
                    </a:lnTo>
                    <a:lnTo>
                      <a:pt x="46" y="171"/>
                    </a:lnTo>
                    <a:lnTo>
                      <a:pt x="52" y="178"/>
                    </a:lnTo>
                    <a:lnTo>
                      <a:pt x="58" y="186"/>
                    </a:lnTo>
                    <a:lnTo>
                      <a:pt x="61" y="188"/>
                    </a:lnTo>
                    <a:lnTo>
                      <a:pt x="59" y="195"/>
                    </a:lnTo>
                    <a:lnTo>
                      <a:pt x="58" y="198"/>
                    </a:lnTo>
                    <a:lnTo>
                      <a:pt x="56" y="199"/>
                    </a:lnTo>
                    <a:lnTo>
                      <a:pt x="53" y="198"/>
                    </a:lnTo>
                    <a:lnTo>
                      <a:pt x="51" y="198"/>
                    </a:lnTo>
                    <a:lnTo>
                      <a:pt x="48" y="201"/>
                    </a:lnTo>
                    <a:lnTo>
                      <a:pt x="43" y="204"/>
                    </a:lnTo>
                    <a:lnTo>
                      <a:pt x="40" y="204"/>
                    </a:lnTo>
                    <a:lnTo>
                      <a:pt x="37" y="205"/>
                    </a:lnTo>
                    <a:lnTo>
                      <a:pt x="35" y="205"/>
                    </a:lnTo>
                    <a:lnTo>
                      <a:pt x="34" y="202"/>
                    </a:lnTo>
                    <a:lnTo>
                      <a:pt x="31" y="202"/>
                    </a:lnTo>
                    <a:lnTo>
                      <a:pt x="27" y="206"/>
                    </a:lnTo>
                    <a:lnTo>
                      <a:pt x="29" y="209"/>
                    </a:lnTo>
                    <a:lnTo>
                      <a:pt x="32" y="210"/>
                    </a:lnTo>
                    <a:lnTo>
                      <a:pt x="34" y="215"/>
                    </a:lnTo>
                    <a:lnTo>
                      <a:pt x="35" y="218"/>
                    </a:lnTo>
                    <a:lnTo>
                      <a:pt x="35" y="223"/>
                    </a:lnTo>
                    <a:lnTo>
                      <a:pt x="34" y="226"/>
                    </a:lnTo>
                    <a:lnTo>
                      <a:pt x="31" y="226"/>
                    </a:lnTo>
                    <a:lnTo>
                      <a:pt x="30" y="223"/>
                    </a:lnTo>
                    <a:lnTo>
                      <a:pt x="29" y="218"/>
                    </a:lnTo>
                    <a:lnTo>
                      <a:pt x="26" y="217"/>
                    </a:lnTo>
                    <a:lnTo>
                      <a:pt x="23" y="217"/>
                    </a:lnTo>
                    <a:lnTo>
                      <a:pt x="14" y="225"/>
                    </a:lnTo>
                    <a:lnTo>
                      <a:pt x="13" y="229"/>
                    </a:lnTo>
                    <a:lnTo>
                      <a:pt x="11" y="232"/>
                    </a:lnTo>
                    <a:lnTo>
                      <a:pt x="11" y="239"/>
                    </a:lnTo>
                    <a:lnTo>
                      <a:pt x="9" y="242"/>
                    </a:lnTo>
                    <a:lnTo>
                      <a:pt x="4" y="242"/>
                    </a:lnTo>
                    <a:lnTo>
                      <a:pt x="2" y="244"/>
                    </a:lnTo>
                    <a:lnTo>
                      <a:pt x="2" y="253"/>
                    </a:lnTo>
                    <a:lnTo>
                      <a:pt x="0" y="254"/>
                    </a:lnTo>
                    <a:lnTo>
                      <a:pt x="0" y="258"/>
                    </a:lnTo>
                    <a:lnTo>
                      <a:pt x="3" y="263"/>
                    </a:lnTo>
                    <a:lnTo>
                      <a:pt x="5" y="265"/>
                    </a:lnTo>
                    <a:lnTo>
                      <a:pt x="5" y="270"/>
                    </a:lnTo>
                    <a:lnTo>
                      <a:pt x="0" y="277"/>
                    </a:lnTo>
                    <a:lnTo>
                      <a:pt x="0" y="285"/>
                    </a:lnTo>
                    <a:lnTo>
                      <a:pt x="16" y="297"/>
                    </a:lnTo>
                    <a:lnTo>
                      <a:pt x="27" y="308"/>
                    </a:lnTo>
                    <a:lnTo>
                      <a:pt x="36" y="314"/>
                    </a:lnTo>
                    <a:lnTo>
                      <a:pt x="42" y="326"/>
                    </a:lnTo>
                    <a:lnTo>
                      <a:pt x="48" y="331"/>
                    </a:lnTo>
                    <a:lnTo>
                      <a:pt x="53" y="315"/>
                    </a:lnTo>
                    <a:lnTo>
                      <a:pt x="51" y="304"/>
                    </a:lnTo>
                    <a:lnTo>
                      <a:pt x="56" y="290"/>
                    </a:lnTo>
                    <a:lnTo>
                      <a:pt x="63" y="285"/>
                    </a:lnTo>
                    <a:lnTo>
                      <a:pt x="69" y="275"/>
                    </a:lnTo>
                    <a:lnTo>
                      <a:pt x="77" y="282"/>
                    </a:lnTo>
                    <a:lnTo>
                      <a:pt x="91" y="284"/>
                    </a:lnTo>
                    <a:lnTo>
                      <a:pt x="97" y="295"/>
                    </a:lnTo>
                    <a:lnTo>
                      <a:pt x="107" y="299"/>
                    </a:lnTo>
                    <a:lnTo>
                      <a:pt x="120" y="315"/>
                    </a:lnTo>
                    <a:lnTo>
                      <a:pt x="121" y="317"/>
                    </a:lnTo>
                    <a:lnTo>
                      <a:pt x="126" y="317"/>
                    </a:lnTo>
                    <a:lnTo>
                      <a:pt x="129" y="314"/>
                    </a:lnTo>
                    <a:lnTo>
                      <a:pt x="129" y="306"/>
                    </a:lnTo>
                    <a:lnTo>
                      <a:pt x="147" y="299"/>
                    </a:lnTo>
                    <a:lnTo>
                      <a:pt x="150" y="301"/>
                    </a:lnTo>
                    <a:lnTo>
                      <a:pt x="156" y="308"/>
                    </a:lnTo>
                    <a:lnTo>
                      <a:pt x="159" y="308"/>
                    </a:lnTo>
                    <a:lnTo>
                      <a:pt x="159" y="303"/>
                    </a:lnTo>
                    <a:lnTo>
                      <a:pt x="166" y="298"/>
                    </a:lnTo>
                    <a:lnTo>
                      <a:pt x="182" y="302"/>
                    </a:lnTo>
                    <a:lnTo>
                      <a:pt x="186" y="298"/>
                    </a:lnTo>
                    <a:lnTo>
                      <a:pt x="201" y="301"/>
                    </a:lnTo>
                    <a:lnTo>
                      <a:pt x="212" y="299"/>
                    </a:lnTo>
                    <a:lnTo>
                      <a:pt x="218" y="302"/>
                    </a:lnTo>
                    <a:lnTo>
                      <a:pt x="218" y="277"/>
                    </a:lnTo>
                    <a:lnTo>
                      <a:pt x="230" y="253"/>
                    </a:lnTo>
                    <a:lnTo>
                      <a:pt x="241" y="241"/>
                    </a:lnTo>
                    <a:lnTo>
                      <a:pt x="226" y="225"/>
                    </a:lnTo>
                    <a:lnTo>
                      <a:pt x="218" y="210"/>
                    </a:lnTo>
                    <a:lnTo>
                      <a:pt x="215" y="188"/>
                    </a:lnTo>
                    <a:lnTo>
                      <a:pt x="218" y="167"/>
                    </a:lnTo>
                    <a:lnTo>
                      <a:pt x="235" y="159"/>
                    </a:lnTo>
                    <a:lnTo>
                      <a:pt x="225" y="157"/>
                    </a:lnTo>
                    <a:lnTo>
                      <a:pt x="218" y="141"/>
                    </a:lnTo>
                    <a:lnTo>
                      <a:pt x="228" y="130"/>
                    </a:lnTo>
                    <a:lnTo>
                      <a:pt x="220" y="119"/>
                    </a:lnTo>
                    <a:lnTo>
                      <a:pt x="209" y="128"/>
                    </a:lnTo>
                    <a:lnTo>
                      <a:pt x="181" y="118"/>
                    </a:lnTo>
                    <a:lnTo>
                      <a:pt x="166" y="105"/>
                    </a:lnTo>
                    <a:lnTo>
                      <a:pt x="165" y="91"/>
                    </a:lnTo>
                    <a:lnTo>
                      <a:pt x="163" y="81"/>
                    </a:lnTo>
                    <a:lnTo>
                      <a:pt x="154" y="76"/>
                    </a:lnTo>
                    <a:lnTo>
                      <a:pt x="143" y="73"/>
                    </a:lnTo>
                    <a:lnTo>
                      <a:pt x="134" y="60"/>
                    </a:lnTo>
                    <a:lnTo>
                      <a:pt x="129" y="42"/>
                    </a:lnTo>
                    <a:lnTo>
                      <a:pt x="124" y="29"/>
                    </a:lnTo>
                    <a:lnTo>
                      <a:pt x="113" y="17"/>
                    </a:lnTo>
                    <a:lnTo>
                      <a:pt x="99" y="11"/>
                    </a:lnTo>
                    <a:lnTo>
                      <a:pt x="94" y="7"/>
                    </a:lnTo>
                    <a:lnTo>
                      <a:pt x="90" y="0"/>
                    </a:lnTo>
                    <a:lnTo>
                      <a:pt x="78" y="5"/>
                    </a:lnTo>
                    <a:lnTo>
                      <a:pt x="66" y="5"/>
                    </a:lnTo>
                    <a:lnTo>
                      <a:pt x="50" y="16"/>
                    </a:lnTo>
                    <a:lnTo>
                      <a:pt x="35" y="16"/>
                    </a:lnTo>
                    <a:lnTo>
                      <a:pt x="29" y="21"/>
                    </a:lnTo>
                    <a:lnTo>
                      <a:pt x="14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8" name="Freeform 208">
                <a:extLst>
                  <a:ext uri="{FF2B5EF4-FFF2-40B4-BE49-F238E27FC236}">
                    <a16:creationId xmlns:a16="http://schemas.microsoft.com/office/drawing/2014/main" id="{1B087616-56AE-9E90-7177-04DC6187D69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01" y="1862"/>
                <a:ext cx="60" cy="30"/>
              </a:xfrm>
              <a:custGeom>
                <a:avLst/>
                <a:gdLst/>
                <a:ahLst/>
                <a:cxnLst>
                  <a:cxn ang="0">
                    <a:pos x="285" y="96"/>
                  </a:cxn>
                  <a:cxn ang="0">
                    <a:pos x="273" y="100"/>
                  </a:cxn>
                  <a:cxn ang="0">
                    <a:pos x="256" y="89"/>
                  </a:cxn>
                  <a:cxn ang="0">
                    <a:pos x="241" y="84"/>
                  </a:cxn>
                  <a:cxn ang="0">
                    <a:pos x="229" y="88"/>
                  </a:cxn>
                  <a:cxn ang="0">
                    <a:pos x="211" y="85"/>
                  </a:cxn>
                  <a:cxn ang="0">
                    <a:pos x="196" y="94"/>
                  </a:cxn>
                  <a:cxn ang="0">
                    <a:pos x="191" y="106"/>
                  </a:cxn>
                  <a:cxn ang="0">
                    <a:pos x="181" y="108"/>
                  </a:cxn>
                  <a:cxn ang="0">
                    <a:pos x="167" y="116"/>
                  </a:cxn>
                  <a:cxn ang="0">
                    <a:pos x="150" y="110"/>
                  </a:cxn>
                  <a:cxn ang="0">
                    <a:pos x="134" y="119"/>
                  </a:cxn>
                  <a:cxn ang="0">
                    <a:pos x="103" y="128"/>
                  </a:cxn>
                  <a:cxn ang="0">
                    <a:pos x="90" y="148"/>
                  </a:cxn>
                  <a:cxn ang="0">
                    <a:pos x="84" y="148"/>
                  </a:cxn>
                  <a:cxn ang="0">
                    <a:pos x="51" y="149"/>
                  </a:cxn>
                  <a:cxn ang="0">
                    <a:pos x="27" y="131"/>
                  </a:cxn>
                  <a:cxn ang="0">
                    <a:pos x="12" y="123"/>
                  </a:cxn>
                  <a:cxn ang="0">
                    <a:pos x="6" y="110"/>
                  </a:cxn>
                  <a:cxn ang="0">
                    <a:pos x="0" y="88"/>
                  </a:cxn>
                  <a:cxn ang="0">
                    <a:pos x="5" y="76"/>
                  </a:cxn>
                  <a:cxn ang="0">
                    <a:pos x="12" y="67"/>
                  </a:cxn>
                  <a:cxn ang="0">
                    <a:pos x="20" y="67"/>
                  </a:cxn>
                  <a:cxn ang="0">
                    <a:pos x="25" y="72"/>
                  </a:cxn>
                  <a:cxn ang="0">
                    <a:pos x="40" y="69"/>
                  </a:cxn>
                  <a:cxn ang="0">
                    <a:pos x="53" y="59"/>
                  </a:cxn>
                  <a:cxn ang="0">
                    <a:pos x="53" y="53"/>
                  </a:cxn>
                  <a:cxn ang="0">
                    <a:pos x="62" y="51"/>
                  </a:cxn>
                  <a:cxn ang="0">
                    <a:pos x="67" y="42"/>
                  </a:cxn>
                  <a:cxn ang="0">
                    <a:pos x="68" y="30"/>
                  </a:cxn>
                  <a:cxn ang="0">
                    <a:pos x="70" y="25"/>
                  </a:cxn>
                  <a:cxn ang="0">
                    <a:pos x="79" y="22"/>
                  </a:cxn>
                  <a:cxn ang="0">
                    <a:pos x="84" y="15"/>
                  </a:cxn>
                  <a:cxn ang="0">
                    <a:pos x="89" y="8"/>
                  </a:cxn>
                  <a:cxn ang="0">
                    <a:pos x="100" y="9"/>
                  </a:cxn>
                  <a:cxn ang="0">
                    <a:pos x="107" y="2"/>
                  </a:cxn>
                  <a:cxn ang="0">
                    <a:pos x="118" y="8"/>
                  </a:cxn>
                  <a:cxn ang="0">
                    <a:pos x="129" y="5"/>
                  </a:cxn>
                  <a:cxn ang="0">
                    <a:pos x="139" y="0"/>
                  </a:cxn>
                  <a:cxn ang="0">
                    <a:pos x="148" y="6"/>
                  </a:cxn>
                  <a:cxn ang="0">
                    <a:pos x="157" y="16"/>
                  </a:cxn>
                  <a:cxn ang="0">
                    <a:pos x="165" y="25"/>
                  </a:cxn>
                  <a:cxn ang="0">
                    <a:pos x="172" y="27"/>
                  </a:cxn>
                  <a:cxn ang="0">
                    <a:pos x="182" y="22"/>
                  </a:cxn>
                  <a:cxn ang="0">
                    <a:pos x="191" y="14"/>
                  </a:cxn>
                  <a:cxn ang="0">
                    <a:pos x="210" y="14"/>
                  </a:cxn>
                  <a:cxn ang="0">
                    <a:pos x="220" y="21"/>
                  </a:cxn>
                  <a:cxn ang="0">
                    <a:pos x="227" y="15"/>
                  </a:cxn>
                  <a:cxn ang="0">
                    <a:pos x="239" y="10"/>
                  </a:cxn>
                  <a:cxn ang="0">
                    <a:pos x="251" y="9"/>
                  </a:cxn>
                  <a:cxn ang="0">
                    <a:pos x="264" y="10"/>
                  </a:cxn>
                  <a:cxn ang="0">
                    <a:pos x="274" y="18"/>
                  </a:cxn>
                  <a:cxn ang="0">
                    <a:pos x="283" y="25"/>
                  </a:cxn>
                  <a:cxn ang="0">
                    <a:pos x="294" y="33"/>
                  </a:cxn>
                  <a:cxn ang="0">
                    <a:pos x="304" y="37"/>
                  </a:cxn>
                  <a:cxn ang="0">
                    <a:pos x="302" y="43"/>
                  </a:cxn>
                  <a:cxn ang="0">
                    <a:pos x="291" y="73"/>
                  </a:cxn>
                  <a:cxn ang="0">
                    <a:pos x="285" y="96"/>
                  </a:cxn>
                </a:cxnLst>
                <a:rect l="0" t="0" r="r" b="b"/>
                <a:pathLst>
                  <a:path w="304" h="149">
                    <a:moveTo>
                      <a:pt x="285" y="96"/>
                    </a:moveTo>
                    <a:lnTo>
                      <a:pt x="273" y="100"/>
                    </a:lnTo>
                    <a:lnTo>
                      <a:pt x="256" y="89"/>
                    </a:lnTo>
                    <a:lnTo>
                      <a:pt x="241" y="84"/>
                    </a:lnTo>
                    <a:lnTo>
                      <a:pt x="229" y="88"/>
                    </a:lnTo>
                    <a:lnTo>
                      <a:pt x="211" y="85"/>
                    </a:lnTo>
                    <a:lnTo>
                      <a:pt x="196" y="94"/>
                    </a:lnTo>
                    <a:lnTo>
                      <a:pt x="191" y="106"/>
                    </a:lnTo>
                    <a:lnTo>
                      <a:pt x="181" y="108"/>
                    </a:lnTo>
                    <a:lnTo>
                      <a:pt x="167" y="116"/>
                    </a:lnTo>
                    <a:lnTo>
                      <a:pt x="150" y="110"/>
                    </a:lnTo>
                    <a:lnTo>
                      <a:pt x="134" y="119"/>
                    </a:lnTo>
                    <a:lnTo>
                      <a:pt x="103" y="128"/>
                    </a:lnTo>
                    <a:lnTo>
                      <a:pt x="90" y="148"/>
                    </a:lnTo>
                    <a:lnTo>
                      <a:pt x="84" y="148"/>
                    </a:lnTo>
                    <a:lnTo>
                      <a:pt x="51" y="149"/>
                    </a:lnTo>
                    <a:lnTo>
                      <a:pt x="27" y="131"/>
                    </a:lnTo>
                    <a:lnTo>
                      <a:pt x="12" y="123"/>
                    </a:lnTo>
                    <a:lnTo>
                      <a:pt x="6" y="110"/>
                    </a:lnTo>
                    <a:lnTo>
                      <a:pt x="0" y="88"/>
                    </a:lnTo>
                    <a:lnTo>
                      <a:pt x="5" y="76"/>
                    </a:lnTo>
                    <a:lnTo>
                      <a:pt x="12" y="67"/>
                    </a:lnTo>
                    <a:lnTo>
                      <a:pt x="20" y="67"/>
                    </a:lnTo>
                    <a:lnTo>
                      <a:pt x="25" y="72"/>
                    </a:lnTo>
                    <a:lnTo>
                      <a:pt x="40" y="69"/>
                    </a:lnTo>
                    <a:lnTo>
                      <a:pt x="53" y="59"/>
                    </a:lnTo>
                    <a:lnTo>
                      <a:pt x="53" y="53"/>
                    </a:lnTo>
                    <a:lnTo>
                      <a:pt x="62" y="51"/>
                    </a:lnTo>
                    <a:lnTo>
                      <a:pt x="67" y="42"/>
                    </a:lnTo>
                    <a:lnTo>
                      <a:pt x="68" y="30"/>
                    </a:lnTo>
                    <a:lnTo>
                      <a:pt x="70" y="25"/>
                    </a:lnTo>
                    <a:lnTo>
                      <a:pt x="79" y="22"/>
                    </a:lnTo>
                    <a:lnTo>
                      <a:pt x="84" y="15"/>
                    </a:lnTo>
                    <a:lnTo>
                      <a:pt x="89" y="8"/>
                    </a:lnTo>
                    <a:lnTo>
                      <a:pt x="100" y="9"/>
                    </a:lnTo>
                    <a:lnTo>
                      <a:pt x="107" y="2"/>
                    </a:lnTo>
                    <a:lnTo>
                      <a:pt x="118" y="8"/>
                    </a:lnTo>
                    <a:lnTo>
                      <a:pt x="129" y="5"/>
                    </a:lnTo>
                    <a:lnTo>
                      <a:pt x="139" y="0"/>
                    </a:lnTo>
                    <a:lnTo>
                      <a:pt x="148" y="6"/>
                    </a:lnTo>
                    <a:lnTo>
                      <a:pt x="157" y="16"/>
                    </a:lnTo>
                    <a:lnTo>
                      <a:pt x="165" y="25"/>
                    </a:lnTo>
                    <a:lnTo>
                      <a:pt x="172" y="27"/>
                    </a:lnTo>
                    <a:lnTo>
                      <a:pt x="182" y="22"/>
                    </a:lnTo>
                    <a:lnTo>
                      <a:pt x="191" y="14"/>
                    </a:lnTo>
                    <a:lnTo>
                      <a:pt x="210" y="14"/>
                    </a:lnTo>
                    <a:lnTo>
                      <a:pt x="220" y="21"/>
                    </a:lnTo>
                    <a:lnTo>
                      <a:pt x="227" y="15"/>
                    </a:lnTo>
                    <a:lnTo>
                      <a:pt x="239" y="10"/>
                    </a:lnTo>
                    <a:lnTo>
                      <a:pt x="251" y="9"/>
                    </a:lnTo>
                    <a:lnTo>
                      <a:pt x="264" y="10"/>
                    </a:lnTo>
                    <a:lnTo>
                      <a:pt x="274" y="18"/>
                    </a:lnTo>
                    <a:lnTo>
                      <a:pt x="283" y="25"/>
                    </a:lnTo>
                    <a:lnTo>
                      <a:pt x="294" y="33"/>
                    </a:lnTo>
                    <a:lnTo>
                      <a:pt x="304" y="37"/>
                    </a:lnTo>
                    <a:lnTo>
                      <a:pt x="302" y="43"/>
                    </a:lnTo>
                    <a:lnTo>
                      <a:pt x="291" y="73"/>
                    </a:lnTo>
                    <a:lnTo>
                      <a:pt x="285" y="9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89" name="Freeform 209">
                <a:extLst>
                  <a:ext uri="{FF2B5EF4-FFF2-40B4-BE49-F238E27FC236}">
                    <a16:creationId xmlns:a16="http://schemas.microsoft.com/office/drawing/2014/main" id="{2171DB90-9ED8-DA3E-47A6-BF70CE5B4BD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3" y="1906"/>
                <a:ext cx="34" cy="25"/>
              </a:xfrm>
              <a:custGeom>
                <a:avLst/>
                <a:gdLst/>
                <a:ahLst/>
                <a:cxnLst>
                  <a:cxn ang="0">
                    <a:pos x="136" y="4"/>
                  </a:cxn>
                  <a:cxn ang="0">
                    <a:pos x="117" y="10"/>
                  </a:cxn>
                  <a:cxn ang="0">
                    <a:pos x="108" y="19"/>
                  </a:cxn>
                  <a:cxn ang="0">
                    <a:pos x="75" y="17"/>
                  </a:cxn>
                  <a:cxn ang="0">
                    <a:pos x="58" y="33"/>
                  </a:cxn>
                  <a:cxn ang="0">
                    <a:pos x="14" y="31"/>
                  </a:cxn>
                  <a:cxn ang="0">
                    <a:pos x="0" y="48"/>
                  </a:cxn>
                  <a:cxn ang="0">
                    <a:pos x="2" y="54"/>
                  </a:cxn>
                  <a:cxn ang="0">
                    <a:pos x="5" y="60"/>
                  </a:cxn>
                  <a:cxn ang="0">
                    <a:pos x="9" y="74"/>
                  </a:cxn>
                  <a:cxn ang="0">
                    <a:pos x="11" y="85"/>
                  </a:cxn>
                  <a:cxn ang="0">
                    <a:pos x="21" y="94"/>
                  </a:cxn>
                  <a:cxn ang="0">
                    <a:pos x="27" y="98"/>
                  </a:cxn>
                  <a:cxn ang="0">
                    <a:pos x="22" y="106"/>
                  </a:cxn>
                  <a:cxn ang="0">
                    <a:pos x="12" y="106"/>
                  </a:cxn>
                  <a:cxn ang="0">
                    <a:pos x="14" y="117"/>
                  </a:cxn>
                  <a:cxn ang="0">
                    <a:pos x="30" y="111"/>
                  </a:cxn>
                  <a:cxn ang="0">
                    <a:pos x="53" y="116"/>
                  </a:cxn>
                  <a:cxn ang="0">
                    <a:pos x="63" y="100"/>
                  </a:cxn>
                  <a:cxn ang="0">
                    <a:pos x="79" y="118"/>
                  </a:cxn>
                  <a:cxn ang="0">
                    <a:pos x="81" y="114"/>
                  </a:cxn>
                  <a:cxn ang="0">
                    <a:pos x="87" y="117"/>
                  </a:cxn>
                  <a:cxn ang="0">
                    <a:pos x="96" y="123"/>
                  </a:cxn>
                  <a:cxn ang="0">
                    <a:pos x="100" y="107"/>
                  </a:cxn>
                  <a:cxn ang="0">
                    <a:pos x="100" y="97"/>
                  </a:cxn>
                  <a:cxn ang="0">
                    <a:pos x="119" y="87"/>
                  </a:cxn>
                  <a:cxn ang="0">
                    <a:pos x="124" y="69"/>
                  </a:cxn>
                  <a:cxn ang="0">
                    <a:pos x="117" y="58"/>
                  </a:cxn>
                  <a:cxn ang="0">
                    <a:pos x="140" y="46"/>
                  </a:cxn>
                  <a:cxn ang="0">
                    <a:pos x="144" y="38"/>
                  </a:cxn>
                  <a:cxn ang="0">
                    <a:pos x="155" y="39"/>
                  </a:cxn>
                  <a:cxn ang="0">
                    <a:pos x="154" y="32"/>
                  </a:cxn>
                  <a:cxn ang="0">
                    <a:pos x="157" y="24"/>
                  </a:cxn>
                  <a:cxn ang="0">
                    <a:pos x="170" y="31"/>
                  </a:cxn>
                  <a:cxn ang="0">
                    <a:pos x="173" y="31"/>
                  </a:cxn>
                  <a:cxn ang="0">
                    <a:pos x="160" y="4"/>
                  </a:cxn>
                  <a:cxn ang="0">
                    <a:pos x="145" y="0"/>
                  </a:cxn>
                </a:cxnLst>
                <a:rect l="0" t="0" r="r" b="b"/>
                <a:pathLst>
                  <a:path w="173" h="123">
                    <a:moveTo>
                      <a:pt x="145" y="0"/>
                    </a:moveTo>
                    <a:lnTo>
                      <a:pt x="136" y="4"/>
                    </a:lnTo>
                    <a:lnTo>
                      <a:pt x="134" y="12"/>
                    </a:lnTo>
                    <a:lnTo>
                      <a:pt x="117" y="10"/>
                    </a:lnTo>
                    <a:lnTo>
                      <a:pt x="113" y="10"/>
                    </a:lnTo>
                    <a:lnTo>
                      <a:pt x="108" y="19"/>
                    </a:lnTo>
                    <a:lnTo>
                      <a:pt x="88" y="15"/>
                    </a:lnTo>
                    <a:lnTo>
                      <a:pt x="75" y="17"/>
                    </a:lnTo>
                    <a:lnTo>
                      <a:pt x="66" y="28"/>
                    </a:lnTo>
                    <a:lnTo>
                      <a:pt x="58" y="33"/>
                    </a:lnTo>
                    <a:lnTo>
                      <a:pt x="30" y="31"/>
                    </a:lnTo>
                    <a:lnTo>
                      <a:pt x="1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3"/>
                    </a:lnTo>
                    <a:lnTo>
                      <a:pt x="2" y="54"/>
                    </a:lnTo>
                    <a:lnTo>
                      <a:pt x="7" y="53"/>
                    </a:lnTo>
                    <a:lnTo>
                      <a:pt x="5" y="60"/>
                    </a:lnTo>
                    <a:lnTo>
                      <a:pt x="4" y="68"/>
                    </a:lnTo>
                    <a:lnTo>
                      <a:pt x="9" y="74"/>
                    </a:lnTo>
                    <a:lnTo>
                      <a:pt x="9" y="82"/>
                    </a:lnTo>
                    <a:lnTo>
                      <a:pt x="11" y="85"/>
                    </a:lnTo>
                    <a:lnTo>
                      <a:pt x="18" y="89"/>
                    </a:lnTo>
                    <a:lnTo>
                      <a:pt x="21" y="94"/>
                    </a:lnTo>
                    <a:lnTo>
                      <a:pt x="25" y="95"/>
                    </a:lnTo>
                    <a:lnTo>
                      <a:pt x="27" y="98"/>
                    </a:lnTo>
                    <a:lnTo>
                      <a:pt x="26" y="103"/>
                    </a:lnTo>
                    <a:lnTo>
                      <a:pt x="22" y="106"/>
                    </a:lnTo>
                    <a:lnTo>
                      <a:pt x="17" y="107"/>
                    </a:lnTo>
                    <a:lnTo>
                      <a:pt x="12" y="106"/>
                    </a:lnTo>
                    <a:lnTo>
                      <a:pt x="6" y="111"/>
                    </a:lnTo>
                    <a:lnTo>
                      <a:pt x="14" y="117"/>
                    </a:lnTo>
                    <a:lnTo>
                      <a:pt x="27" y="116"/>
                    </a:lnTo>
                    <a:lnTo>
                      <a:pt x="30" y="111"/>
                    </a:lnTo>
                    <a:lnTo>
                      <a:pt x="36" y="116"/>
                    </a:lnTo>
                    <a:lnTo>
                      <a:pt x="53" y="116"/>
                    </a:lnTo>
                    <a:lnTo>
                      <a:pt x="60" y="100"/>
                    </a:lnTo>
                    <a:lnTo>
                      <a:pt x="63" y="100"/>
                    </a:lnTo>
                    <a:lnTo>
                      <a:pt x="74" y="119"/>
                    </a:lnTo>
                    <a:lnTo>
                      <a:pt x="79" y="118"/>
                    </a:lnTo>
                    <a:lnTo>
                      <a:pt x="79" y="114"/>
                    </a:lnTo>
                    <a:lnTo>
                      <a:pt x="81" y="114"/>
                    </a:lnTo>
                    <a:lnTo>
                      <a:pt x="84" y="117"/>
                    </a:lnTo>
                    <a:lnTo>
                      <a:pt x="87" y="117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1" y="119"/>
                    </a:lnTo>
                    <a:lnTo>
                      <a:pt x="100" y="107"/>
                    </a:lnTo>
                    <a:lnTo>
                      <a:pt x="103" y="102"/>
                    </a:lnTo>
                    <a:lnTo>
                      <a:pt x="100" y="97"/>
                    </a:lnTo>
                    <a:lnTo>
                      <a:pt x="111" y="89"/>
                    </a:lnTo>
                    <a:lnTo>
                      <a:pt x="119" y="87"/>
                    </a:lnTo>
                    <a:lnTo>
                      <a:pt x="124" y="80"/>
                    </a:lnTo>
                    <a:lnTo>
                      <a:pt x="124" y="69"/>
                    </a:lnTo>
                    <a:lnTo>
                      <a:pt x="118" y="62"/>
                    </a:lnTo>
                    <a:lnTo>
                      <a:pt x="117" y="58"/>
                    </a:lnTo>
                    <a:lnTo>
                      <a:pt x="120" y="53"/>
                    </a:lnTo>
                    <a:lnTo>
                      <a:pt x="140" y="46"/>
                    </a:lnTo>
                    <a:lnTo>
                      <a:pt x="144" y="43"/>
                    </a:lnTo>
                    <a:lnTo>
                      <a:pt x="144" y="38"/>
                    </a:lnTo>
                    <a:lnTo>
                      <a:pt x="151" y="38"/>
                    </a:lnTo>
                    <a:lnTo>
                      <a:pt x="155" y="39"/>
                    </a:lnTo>
                    <a:lnTo>
                      <a:pt x="155" y="38"/>
                    </a:lnTo>
                    <a:lnTo>
                      <a:pt x="154" y="32"/>
                    </a:lnTo>
                    <a:lnTo>
                      <a:pt x="154" y="27"/>
                    </a:lnTo>
                    <a:lnTo>
                      <a:pt x="157" y="24"/>
                    </a:lnTo>
                    <a:lnTo>
                      <a:pt x="161" y="25"/>
                    </a:lnTo>
                    <a:lnTo>
                      <a:pt x="170" y="31"/>
                    </a:lnTo>
                    <a:lnTo>
                      <a:pt x="173" y="28"/>
                    </a:lnTo>
                    <a:lnTo>
                      <a:pt x="173" y="31"/>
                    </a:lnTo>
                    <a:lnTo>
                      <a:pt x="165" y="17"/>
                    </a:lnTo>
                    <a:lnTo>
                      <a:pt x="160" y="4"/>
                    </a:lnTo>
                    <a:lnTo>
                      <a:pt x="152" y="0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0" name="Freeform 210">
                <a:extLst>
                  <a:ext uri="{FF2B5EF4-FFF2-40B4-BE49-F238E27FC236}">
                    <a16:creationId xmlns:a16="http://schemas.microsoft.com/office/drawing/2014/main" id="{6B67A601-F51F-DC7E-CF0D-D4D80A1C3B1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1" y="1976"/>
                <a:ext cx="26" cy="21"/>
              </a:xfrm>
              <a:custGeom>
                <a:avLst/>
                <a:gdLst/>
                <a:ahLst/>
                <a:cxnLst>
                  <a:cxn ang="0">
                    <a:pos x="25" y="107"/>
                  </a:cxn>
                  <a:cxn ang="0">
                    <a:pos x="8" y="90"/>
                  </a:cxn>
                  <a:cxn ang="0">
                    <a:pos x="0" y="70"/>
                  </a:cxn>
                  <a:cxn ang="0">
                    <a:pos x="0" y="53"/>
                  </a:cxn>
                  <a:cxn ang="0">
                    <a:pos x="5" y="17"/>
                  </a:cxn>
                  <a:cxn ang="0">
                    <a:pos x="6" y="19"/>
                  </a:cxn>
                  <a:cxn ang="0">
                    <a:pos x="11" y="19"/>
                  </a:cxn>
                  <a:cxn ang="0">
                    <a:pos x="14" y="16"/>
                  </a:cxn>
                  <a:cxn ang="0">
                    <a:pos x="14" y="8"/>
                  </a:cxn>
                  <a:cxn ang="0">
                    <a:pos x="32" y="1"/>
                  </a:cxn>
                  <a:cxn ang="0">
                    <a:pos x="35" y="3"/>
                  </a:cxn>
                  <a:cxn ang="0">
                    <a:pos x="41" y="10"/>
                  </a:cxn>
                  <a:cxn ang="0">
                    <a:pos x="44" y="10"/>
                  </a:cxn>
                  <a:cxn ang="0">
                    <a:pos x="44" y="5"/>
                  </a:cxn>
                  <a:cxn ang="0">
                    <a:pos x="51" y="0"/>
                  </a:cxn>
                  <a:cxn ang="0">
                    <a:pos x="67" y="4"/>
                  </a:cxn>
                  <a:cxn ang="0">
                    <a:pos x="71" y="0"/>
                  </a:cxn>
                  <a:cxn ang="0">
                    <a:pos x="86" y="3"/>
                  </a:cxn>
                  <a:cxn ang="0">
                    <a:pos x="97" y="1"/>
                  </a:cxn>
                  <a:cxn ang="0">
                    <a:pos x="103" y="4"/>
                  </a:cxn>
                  <a:cxn ang="0">
                    <a:pos x="126" y="24"/>
                  </a:cxn>
                  <a:cxn ang="0">
                    <a:pos x="131" y="53"/>
                  </a:cxn>
                  <a:cxn ang="0">
                    <a:pos x="132" y="69"/>
                  </a:cxn>
                  <a:cxn ang="0">
                    <a:pos x="126" y="71"/>
                  </a:cxn>
                  <a:cxn ang="0">
                    <a:pos x="111" y="85"/>
                  </a:cxn>
                  <a:cxn ang="0">
                    <a:pos x="91" y="85"/>
                  </a:cxn>
                  <a:cxn ang="0">
                    <a:pos x="72" y="92"/>
                  </a:cxn>
                  <a:cxn ang="0">
                    <a:pos x="61" y="102"/>
                  </a:cxn>
                  <a:cxn ang="0">
                    <a:pos x="25" y="107"/>
                  </a:cxn>
                </a:cxnLst>
                <a:rect l="0" t="0" r="r" b="b"/>
                <a:pathLst>
                  <a:path w="132" h="107">
                    <a:moveTo>
                      <a:pt x="25" y="107"/>
                    </a:moveTo>
                    <a:lnTo>
                      <a:pt x="8" y="90"/>
                    </a:lnTo>
                    <a:lnTo>
                      <a:pt x="0" y="70"/>
                    </a:lnTo>
                    <a:lnTo>
                      <a:pt x="0" y="53"/>
                    </a:lnTo>
                    <a:lnTo>
                      <a:pt x="5" y="17"/>
                    </a:lnTo>
                    <a:lnTo>
                      <a:pt x="6" y="19"/>
                    </a:lnTo>
                    <a:lnTo>
                      <a:pt x="11" y="19"/>
                    </a:lnTo>
                    <a:lnTo>
                      <a:pt x="14" y="16"/>
                    </a:lnTo>
                    <a:lnTo>
                      <a:pt x="14" y="8"/>
                    </a:lnTo>
                    <a:lnTo>
                      <a:pt x="32" y="1"/>
                    </a:lnTo>
                    <a:lnTo>
                      <a:pt x="35" y="3"/>
                    </a:lnTo>
                    <a:lnTo>
                      <a:pt x="41" y="10"/>
                    </a:lnTo>
                    <a:lnTo>
                      <a:pt x="44" y="10"/>
                    </a:lnTo>
                    <a:lnTo>
                      <a:pt x="44" y="5"/>
                    </a:lnTo>
                    <a:lnTo>
                      <a:pt x="51" y="0"/>
                    </a:lnTo>
                    <a:lnTo>
                      <a:pt x="67" y="4"/>
                    </a:lnTo>
                    <a:lnTo>
                      <a:pt x="71" y="0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3" y="4"/>
                    </a:lnTo>
                    <a:lnTo>
                      <a:pt x="126" y="24"/>
                    </a:lnTo>
                    <a:lnTo>
                      <a:pt x="131" y="53"/>
                    </a:lnTo>
                    <a:lnTo>
                      <a:pt x="132" y="69"/>
                    </a:lnTo>
                    <a:lnTo>
                      <a:pt x="126" y="71"/>
                    </a:lnTo>
                    <a:lnTo>
                      <a:pt x="111" y="85"/>
                    </a:lnTo>
                    <a:lnTo>
                      <a:pt x="91" y="85"/>
                    </a:lnTo>
                    <a:lnTo>
                      <a:pt x="72" y="92"/>
                    </a:lnTo>
                    <a:lnTo>
                      <a:pt x="61" y="102"/>
                    </a:lnTo>
                    <a:lnTo>
                      <a:pt x="25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1" name="Freeform 211">
                <a:extLst>
                  <a:ext uri="{FF2B5EF4-FFF2-40B4-BE49-F238E27FC236}">
                    <a16:creationId xmlns:a16="http://schemas.microsoft.com/office/drawing/2014/main" id="{A72969D9-14E4-E93E-ACE5-77A42D6E04D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7" y="1883"/>
                <a:ext cx="104" cy="73"/>
              </a:xfrm>
              <a:custGeom>
                <a:avLst/>
                <a:gdLst/>
                <a:ahLst/>
                <a:cxnLst>
                  <a:cxn ang="0">
                    <a:pos x="449" y="356"/>
                  </a:cxn>
                  <a:cxn ang="0">
                    <a:pos x="399" y="334"/>
                  </a:cxn>
                  <a:cxn ang="0">
                    <a:pos x="373" y="328"/>
                  </a:cxn>
                  <a:cxn ang="0">
                    <a:pos x="327" y="347"/>
                  </a:cxn>
                  <a:cxn ang="0">
                    <a:pos x="291" y="364"/>
                  </a:cxn>
                  <a:cxn ang="0">
                    <a:pos x="206" y="355"/>
                  </a:cxn>
                  <a:cxn ang="0">
                    <a:pos x="158" y="351"/>
                  </a:cxn>
                  <a:cxn ang="0">
                    <a:pos x="153" y="328"/>
                  </a:cxn>
                  <a:cxn ang="0">
                    <a:pos x="131" y="322"/>
                  </a:cxn>
                  <a:cxn ang="0">
                    <a:pos x="134" y="295"/>
                  </a:cxn>
                  <a:cxn ang="0">
                    <a:pos x="115" y="293"/>
                  </a:cxn>
                  <a:cxn ang="0">
                    <a:pos x="72" y="270"/>
                  </a:cxn>
                  <a:cxn ang="0">
                    <a:pos x="69" y="246"/>
                  </a:cxn>
                  <a:cxn ang="0">
                    <a:pos x="49" y="238"/>
                  </a:cxn>
                  <a:cxn ang="0">
                    <a:pos x="35" y="207"/>
                  </a:cxn>
                  <a:cxn ang="0">
                    <a:pos x="19" y="182"/>
                  </a:cxn>
                  <a:cxn ang="0">
                    <a:pos x="0" y="172"/>
                  </a:cxn>
                  <a:cxn ang="0">
                    <a:pos x="35" y="162"/>
                  </a:cxn>
                  <a:cxn ang="0">
                    <a:pos x="59" y="138"/>
                  </a:cxn>
                  <a:cxn ang="0">
                    <a:pos x="73" y="112"/>
                  </a:cxn>
                  <a:cxn ang="0">
                    <a:pos x="91" y="85"/>
                  </a:cxn>
                  <a:cxn ang="0">
                    <a:pos x="99" y="63"/>
                  </a:cxn>
                  <a:cxn ang="0">
                    <a:pos x="110" y="46"/>
                  </a:cxn>
                  <a:cxn ang="0">
                    <a:pos x="132" y="39"/>
                  </a:cxn>
                  <a:cxn ang="0">
                    <a:pos x="144" y="25"/>
                  </a:cxn>
                  <a:cxn ang="0">
                    <a:pos x="168" y="22"/>
                  </a:cxn>
                  <a:cxn ang="0">
                    <a:pos x="210" y="27"/>
                  </a:cxn>
                  <a:cxn ang="0">
                    <a:pos x="241" y="22"/>
                  </a:cxn>
                  <a:cxn ang="0">
                    <a:pos x="261" y="37"/>
                  </a:cxn>
                  <a:cxn ang="0">
                    <a:pos x="295" y="21"/>
                  </a:cxn>
                  <a:cxn ang="0">
                    <a:pos x="346" y="0"/>
                  </a:cxn>
                  <a:cxn ang="0">
                    <a:pos x="360" y="1"/>
                  </a:cxn>
                  <a:cxn ang="0">
                    <a:pos x="386" y="25"/>
                  </a:cxn>
                  <a:cxn ang="0">
                    <a:pos x="397" y="55"/>
                  </a:cxn>
                  <a:cxn ang="0">
                    <a:pos x="422" y="97"/>
                  </a:cxn>
                  <a:cxn ang="0">
                    <a:pos x="438" y="146"/>
                  </a:cxn>
                  <a:cxn ang="0">
                    <a:pos x="436" y="182"/>
                  </a:cxn>
                  <a:cxn ang="0">
                    <a:pos x="440" y="207"/>
                  </a:cxn>
                  <a:cxn ang="0">
                    <a:pos x="440" y="225"/>
                  </a:cxn>
                  <a:cxn ang="0">
                    <a:pos x="462" y="241"/>
                  </a:cxn>
                  <a:cxn ang="0">
                    <a:pos x="483" y="232"/>
                  </a:cxn>
                  <a:cxn ang="0">
                    <a:pos x="506" y="226"/>
                  </a:cxn>
                  <a:cxn ang="0">
                    <a:pos x="521" y="230"/>
                  </a:cxn>
                  <a:cxn ang="0">
                    <a:pos x="523" y="254"/>
                  </a:cxn>
                  <a:cxn ang="0">
                    <a:pos x="518" y="270"/>
                  </a:cxn>
                  <a:cxn ang="0">
                    <a:pos x="502" y="279"/>
                  </a:cxn>
                  <a:cxn ang="0">
                    <a:pos x="485" y="296"/>
                  </a:cxn>
                  <a:cxn ang="0">
                    <a:pos x="475" y="296"/>
                  </a:cxn>
                  <a:cxn ang="0">
                    <a:pos x="487" y="277"/>
                  </a:cxn>
                  <a:cxn ang="0">
                    <a:pos x="480" y="263"/>
                  </a:cxn>
                  <a:cxn ang="0">
                    <a:pos x="472" y="299"/>
                  </a:cxn>
                  <a:cxn ang="0">
                    <a:pos x="467" y="317"/>
                  </a:cxn>
                  <a:cxn ang="0">
                    <a:pos x="465" y="344"/>
                  </a:cxn>
                </a:cxnLst>
                <a:rect l="0" t="0" r="r" b="b"/>
                <a:pathLst>
                  <a:path w="523" h="364">
                    <a:moveTo>
                      <a:pt x="467" y="355"/>
                    </a:moveTo>
                    <a:lnTo>
                      <a:pt x="449" y="356"/>
                    </a:lnTo>
                    <a:lnTo>
                      <a:pt x="429" y="343"/>
                    </a:lnTo>
                    <a:lnTo>
                      <a:pt x="399" y="334"/>
                    </a:lnTo>
                    <a:lnTo>
                      <a:pt x="393" y="329"/>
                    </a:lnTo>
                    <a:lnTo>
                      <a:pt x="373" y="328"/>
                    </a:lnTo>
                    <a:lnTo>
                      <a:pt x="347" y="337"/>
                    </a:lnTo>
                    <a:lnTo>
                      <a:pt x="327" y="347"/>
                    </a:lnTo>
                    <a:lnTo>
                      <a:pt x="308" y="359"/>
                    </a:lnTo>
                    <a:lnTo>
                      <a:pt x="291" y="364"/>
                    </a:lnTo>
                    <a:lnTo>
                      <a:pt x="247" y="356"/>
                    </a:lnTo>
                    <a:lnTo>
                      <a:pt x="206" y="355"/>
                    </a:lnTo>
                    <a:lnTo>
                      <a:pt x="172" y="351"/>
                    </a:lnTo>
                    <a:lnTo>
                      <a:pt x="158" y="351"/>
                    </a:lnTo>
                    <a:lnTo>
                      <a:pt x="147" y="343"/>
                    </a:lnTo>
                    <a:lnTo>
                      <a:pt x="153" y="328"/>
                    </a:lnTo>
                    <a:lnTo>
                      <a:pt x="141" y="324"/>
                    </a:lnTo>
                    <a:lnTo>
                      <a:pt x="131" y="322"/>
                    </a:lnTo>
                    <a:lnTo>
                      <a:pt x="124" y="306"/>
                    </a:lnTo>
                    <a:lnTo>
                      <a:pt x="134" y="295"/>
                    </a:lnTo>
                    <a:lnTo>
                      <a:pt x="126" y="284"/>
                    </a:lnTo>
                    <a:lnTo>
                      <a:pt x="115" y="293"/>
                    </a:lnTo>
                    <a:lnTo>
                      <a:pt x="87" y="283"/>
                    </a:lnTo>
                    <a:lnTo>
                      <a:pt x="72" y="270"/>
                    </a:lnTo>
                    <a:lnTo>
                      <a:pt x="71" y="256"/>
                    </a:lnTo>
                    <a:lnTo>
                      <a:pt x="69" y="246"/>
                    </a:lnTo>
                    <a:lnTo>
                      <a:pt x="60" y="241"/>
                    </a:lnTo>
                    <a:lnTo>
                      <a:pt x="49" y="238"/>
                    </a:lnTo>
                    <a:lnTo>
                      <a:pt x="40" y="225"/>
                    </a:lnTo>
                    <a:lnTo>
                      <a:pt x="35" y="207"/>
                    </a:lnTo>
                    <a:lnTo>
                      <a:pt x="30" y="194"/>
                    </a:lnTo>
                    <a:lnTo>
                      <a:pt x="19" y="182"/>
                    </a:lnTo>
                    <a:lnTo>
                      <a:pt x="5" y="176"/>
                    </a:lnTo>
                    <a:lnTo>
                      <a:pt x="0" y="172"/>
                    </a:lnTo>
                    <a:lnTo>
                      <a:pt x="3" y="172"/>
                    </a:lnTo>
                    <a:lnTo>
                      <a:pt x="35" y="162"/>
                    </a:lnTo>
                    <a:lnTo>
                      <a:pt x="51" y="155"/>
                    </a:lnTo>
                    <a:lnTo>
                      <a:pt x="59" y="138"/>
                    </a:lnTo>
                    <a:lnTo>
                      <a:pt x="66" y="128"/>
                    </a:lnTo>
                    <a:lnTo>
                      <a:pt x="73" y="112"/>
                    </a:lnTo>
                    <a:lnTo>
                      <a:pt x="78" y="98"/>
                    </a:lnTo>
                    <a:lnTo>
                      <a:pt x="91" y="85"/>
                    </a:lnTo>
                    <a:lnTo>
                      <a:pt x="93" y="74"/>
                    </a:lnTo>
                    <a:lnTo>
                      <a:pt x="99" y="63"/>
                    </a:lnTo>
                    <a:lnTo>
                      <a:pt x="101" y="55"/>
                    </a:lnTo>
                    <a:lnTo>
                      <a:pt x="110" y="46"/>
                    </a:lnTo>
                    <a:lnTo>
                      <a:pt x="125" y="39"/>
                    </a:lnTo>
                    <a:lnTo>
                      <a:pt x="132" y="39"/>
                    </a:lnTo>
                    <a:lnTo>
                      <a:pt x="140" y="32"/>
                    </a:lnTo>
                    <a:lnTo>
                      <a:pt x="144" y="25"/>
                    </a:lnTo>
                    <a:lnTo>
                      <a:pt x="151" y="22"/>
                    </a:lnTo>
                    <a:lnTo>
                      <a:pt x="168" y="22"/>
                    </a:lnTo>
                    <a:lnTo>
                      <a:pt x="187" y="25"/>
                    </a:lnTo>
                    <a:lnTo>
                      <a:pt x="210" y="27"/>
                    </a:lnTo>
                    <a:lnTo>
                      <a:pt x="225" y="24"/>
                    </a:lnTo>
                    <a:lnTo>
                      <a:pt x="241" y="22"/>
                    </a:lnTo>
                    <a:lnTo>
                      <a:pt x="252" y="32"/>
                    </a:lnTo>
                    <a:lnTo>
                      <a:pt x="261" y="37"/>
                    </a:lnTo>
                    <a:lnTo>
                      <a:pt x="277" y="26"/>
                    </a:lnTo>
                    <a:lnTo>
                      <a:pt x="295" y="21"/>
                    </a:lnTo>
                    <a:lnTo>
                      <a:pt x="312" y="21"/>
                    </a:lnTo>
                    <a:lnTo>
                      <a:pt x="346" y="0"/>
                    </a:lnTo>
                    <a:lnTo>
                      <a:pt x="352" y="1"/>
                    </a:lnTo>
                    <a:lnTo>
                      <a:pt x="360" y="1"/>
                    </a:lnTo>
                    <a:lnTo>
                      <a:pt x="372" y="11"/>
                    </a:lnTo>
                    <a:lnTo>
                      <a:pt x="386" y="25"/>
                    </a:lnTo>
                    <a:lnTo>
                      <a:pt x="394" y="38"/>
                    </a:lnTo>
                    <a:lnTo>
                      <a:pt x="397" y="55"/>
                    </a:lnTo>
                    <a:lnTo>
                      <a:pt x="409" y="76"/>
                    </a:lnTo>
                    <a:lnTo>
                      <a:pt x="422" y="97"/>
                    </a:lnTo>
                    <a:lnTo>
                      <a:pt x="433" y="117"/>
                    </a:lnTo>
                    <a:lnTo>
                      <a:pt x="438" y="146"/>
                    </a:lnTo>
                    <a:lnTo>
                      <a:pt x="438" y="166"/>
                    </a:lnTo>
                    <a:lnTo>
                      <a:pt x="436" y="182"/>
                    </a:lnTo>
                    <a:lnTo>
                      <a:pt x="438" y="194"/>
                    </a:lnTo>
                    <a:lnTo>
                      <a:pt x="440" y="207"/>
                    </a:lnTo>
                    <a:lnTo>
                      <a:pt x="440" y="221"/>
                    </a:lnTo>
                    <a:lnTo>
                      <a:pt x="440" y="225"/>
                    </a:lnTo>
                    <a:lnTo>
                      <a:pt x="448" y="224"/>
                    </a:lnTo>
                    <a:lnTo>
                      <a:pt x="462" y="241"/>
                    </a:lnTo>
                    <a:lnTo>
                      <a:pt x="472" y="240"/>
                    </a:lnTo>
                    <a:lnTo>
                      <a:pt x="483" y="232"/>
                    </a:lnTo>
                    <a:lnTo>
                      <a:pt x="497" y="230"/>
                    </a:lnTo>
                    <a:lnTo>
                      <a:pt x="506" y="226"/>
                    </a:lnTo>
                    <a:lnTo>
                      <a:pt x="515" y="226"/>
                    </a:lnTo>
                    <a:lnTo>
                      <a:pt x="521" y="230"/>
                    </a:lnTo>
                    <a:lnTo>
                      <a:pt x="523" y="237"/>
                    </a:lnTo>
                    <a:lnTo>
                      <a:pt x="523" y="254"/>
                    </a:lnTo>
                    <a:lnTo>
                      <a:pt x="521" y="265"/>
                    </a:lnTo>
                    <a:lnTo>
                      <a:pt x="518" y="270"/>
                    </a:lnTo>
                    <a:lnTo>
                      <a:pt x="513" y="277"/>
                    </a:lnTo>
                    <a:lnTo>
                      <a:pt x="502" y="279"/>
                    </a:lnTo>
                    <a:lnTo>
                      <a:pt x="492" y="286"/>
                    </a:lnTo>
                    <a:lnTo>
                      <a:pt x="485" y="296"/>
                    </a:lnTo>
                    <a:lnTo>
                      <a:pt x="478" y="302"/>
                    </a:lnTo>
                    <a:lnTo>
                      <a:pt x="475" y="296"/>
                    </a:lnTo>
                    <a:lnTo>
                      <a:pt x="481" y="289"/>
                    </a:lnTo>
                    <a:lnTo>
                      <a:pt x="487" y="277"/>
                    </a:lnTo>
                    <a:lnTo>
                      <a:pt x="487" y="263"/>
                    </a:lnTo>
                    <a:lnTo>
                      <a:pt x="480" y="263"/>
                    </a:lnTo>
                    <a:lnTo>
                      <a:pt x="476" y="286"/>
                    </a:lnTo>
                    <a:lnTo>
                      <a:pt x="472" y="299"/>
                    </a:lnTo>
                    <a:lnTo>
                      <a:pt x="469" y="310"/>
                    </a:lnTo>
                    <a:lnTo>
                      <a:pt x="467" y="317"/>
                    </a:lnTo>
                    <a:lnTo>
                      <a:pt x="467" y="336"/>
                    </a:lnTo>
                    <a:lnTo>
                      <a:pt x="465" y="344"/>
                    </a:lnTo>
                    <a:lnTo>
                      <a:pt x="467" y="3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2" name="Freeform 212">
                <a:extLst>
                  <a:ext uri="{FF2B5EF4-FFF2-40B4-BE49-F238E27FC236}">
                    <a16:creationId xmlns:a16="http://schemas.microsoft.com/office/drawing/2014/main" id="{FB6A4F44-BAFC-E949-C169-8BC72EE8CC3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72" y="1671"/>
                <a:ext cx="54" cy="44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140" y="5"/>
                  </a:cxn>
                  <a:cxn ang="0">
                    <a:pos x="159" y="13"/>
                  </a:cxn>
                  <a:cxn ang="0">
                    <a:pos x="184" y="21"/>
                  </a:cxn>
                  <a:cxn ang="0">
                    <a:pos x="239" y="26"/>
                  </a:cxn>
                  <a:cxn ang="0">
                    <a:pos x="253" y="15"/>
                  </a:cxn>
                  <a:cxn ang="0">
                    <a:pos x="265" y="22"/>
                  </a:cxn>
                  <a:cxn ang="0">
                    <a:pos x="264" y="38"/>
                  </a:cxn>
                  <a:cxn ang="0">
                    <a:pos x="244" y="64"/>
                  </a:cxn>
                  <a:cxn ang="0">
                    <a:pos x="242" y="91"/>
                  </a:cxn>
                  <a:cxn ang="0">
                    <a:pos x="240" y="116"/>
                  </a:cxn>
                  <a:cxn ang="0">
                    <a:pos x="243" y="127"/>
                  </a:cxn>
                  <a:cxn ang="0">
                    <a:pos x="232" y="143"/>
                  </a:cxn>
                  <a:cxn ang="0">
                    <a:pos x="224" y="154"/>
                  </a:cxn>
                  <a:cxn ang="0">
                    <a:pos x="237" y="162"/>
                  </a:cxn>
                  <a:cxn ang="0">
                    <a:pos x="261" y="178"/>
                  </a:cxn>
                  <a:cxn ang="0">
                    <a:pos x="250" y="194"/>
                  </a:cxn>
                  <a:cxn ang="0">
                    <a:pos x="233" y="176"/>
                  </a:cxn>
                  <a:cxn ang="0">
                    <a:pos x="229" y="198"/>
                  </a:cxn>
                  <a:cxn ang="0">
                    <a:pos x="224" y="220"/>
                  </a:cxn>
                  <a:cxn ang="0">
                    <a:pos x="206" y="215"/>
                  </a:cxn>
                  <a:cxn ang="0">
                    <a:pos x="183" y="220"/>
                  </a:cxn>
                  <a:cxn ang="0">
                    <a:pos x="153" y="201"/>
                  </a:cxn>
                  <a:cxn ang="0">
                    <a:pos x="134" y="186"/>
                  </a:cxn>
                  <a:cxn ang="0">
                    <a:pos x="104" y="171"/>
                  </a:cxn>
                  <a:cxn ang="0">
                    <a:pos x="65" y="185"/>
                  </a:cxn>
                  <a:cxn ang="0">
                    <a:pos x="50" y="192"/>
                  </a:cxn>
                  <a:cxn ang="0">
                    <a:pos x="56" y="155"/>
                  </a:cxn>
                  <a:cxn ang="0">
                    <a:pos x="60" y="139"/>
                  </a:cxn>
                  <a:cxn ang="0">
                    <a:pos x="43" y="144"/>
                  </a:cxn>
                  <a:cxn ang="0">
                    <a:pos x="28" y="140"/>
                  </a:cxn>
                  <a:cxn ang="0">
                    <a:pos x="14" y="139"/>
                  </a:cxn>
                  <a:cxn ang="0">
                    <a:pos x="5" y="119"/>
                  </a:cxn>
                  <a:cxn ang="0">
                    <a:pos x="7" y="100"/>
                  </a:cxn>
                  <a:cxn ang="0">
                    <a:pos x="16" y="94"/>
                  </a:cxn>
                  <a:cxn ang="0">
                    <a:pos x="3" y="79"/>
                  </a:cxn>
                  <a:cxn ang="0">
                    <a:pos x="5" y="72"/>
                  </a:cxn>
                  <a:cxn ang="0">
                    <a:pos x="3" y="49"/>
                  </a:cxn>
                  <a:cxn ang="0">
                    <a:pos x="35" y="38"/>
                  </a:cxn>
                  <a:cxn ang="0">
                    <a:pos x="39" y="30"/>
                  </a:cxn>
                  <a:cxn ang="0">
                    <a:pos x="54" y="21"/>
                  </a:cxn>
                  <a:cxn ang="0">
                    <a:pos x="77" y="13"/>
                  </a:cxn>
                  <a:cxn ang="0">
                    <a:pos x="108" y="16"/>
                  </a:cxn>
                  <a:cxn ang="0">
                    <a:pos x="111" y="5"/>
                  </a:cxn>
                </a:cxnLst>
                <a:rect l="0" t="0" r="r" b="b"/>
                <a:pathLst>
                  <a:path w="267" h="220">
                    <a:moveTo>
                      <a:pt x="121" y="5"/>
                    </a:moveTo>
                    <a:lnTo>
                      <a:pt x="124" y="0"/>
                    </a:lnTo>
                    <a:lnTo>
                      <a:pt x="131" y="9"/>
                    </a:lnTo>
                    <a:lnTo>
                      <a:pt x="140" y="5"/>
                    </a:lnTo>
                    <a:lnTo>
                      <a:pt x="147" y="6"/>
                    </a:lnTo>
                    <a:lnTo>
                      <a:pt x="159" y="13"/>
                    </a:lnTo>
                    <a:lnTo>
                      <a:pt x="179" y="15"/>
                    </a:lnTo>
                    <a:lnTo>
                      <a:pt x="184" y="21"/>
                    </a:lnTo>
                    <a:lnTo>
                      <a:pt x="196" y="25"/>
                    </a:lnTo>
                    <a:lnTo>
                      <a:pt x="239" y="26"/>
                    </a:lnTo>
                    <a:lnTo>
                      <a:pt x="250" y="22"/>
                    </a:lnTo>
                    <a:lnTo>
                      <a:pt x="253" y="15"/>
                    </a:lnTo>
                    <a:lnTo>
                      <a:pt x="260" y="16"/>
                    </a:lnTo>
                    <a:lnTo>
                      <a:pt x="265" y="22"/>
                    </a:lnTo>
                    <a:lnTo>
                      <a:pt x="267" y="30"/>
                    </a:lnTo>
                    <a:lnTo>
                      <a:pt x="264" y="38"/>
                    </a:lnTo>
                    <a:lnTo>
                      <a:pt x="253" y="49"/>
                    </a:lnTo>
                    <a:lnTo>
                      <a:pt x="244" y="64"/>
                    </a:lnTo>
                    <a:lnTo>
                      <a:pt x="238" y="78"/>
                    </a:lnTo>
                    <a:lnTo>
                      <a:pt x="242" y="91"/>
                    </a:lnTo>
                    <a:lnTo>
                      <a:pt x="239" y="110"/>
                    </a:lnTo>
                    <a:lnTo>
                      <a:pt x="240" y="116"/>
                    </a:lnTo>
                    <a:lnTo>
                      <a:pt x="243" y="121"/>
                    </a:lnTo>
                    <a:lnTo>
                      <a:pt x="243" y="127"/>
                    </a:lnTo>
                    <a:lnTo>
                      <a:pt x="240" y="134"/>
                    </a:lnTo>
                    <a:lnTo>
                      <a:pt x="232" y="143"/>
                    </a:lnTo>
                    <a:lnTo>
                      <a:pt x="227" y="146"/>
                    </a:lnTo>
                    <a:lnTo>
                      <a:pt x="224" y="154"/>
                    </a:lnTo>
                    <a:lnTo>
                      <a:pt x="228" y="161"/>
                    </a:lnTo>
                    <a:lnTo>
                      <a:pt x="237" y="162"/>
                    </a:lnTo>
                    <a:lnTo>
                      <a:pt x="250" y="161"/>
                    </a:lnTo>
                    <a:lnTo>
                      <a:pt x="261" y="178"/>
                    </a:lnTo>
                    <a:lnTo>
                      <a:pt x="260" y="194"/>
                    </a:lnTo>
                    <a:lnTo>
                      <a:pt x="250" y="194"/>
                    </a:lnTo>
                    <a:lnTo>
                      <a:pt x="242" y="183"/>
                    </a:lnTo>
                    <a:lnTo>
                      <a:pt x="233" y="176"/>
                    </a:lnTo>
                    <a:lnTo>
                      <a:pt x="233" y="191"/>
                    </a:lnTo>
                    <a:lnTo>
                      <a:pt x="229" y="198"/>
                    </a:lnTo>
                    <a:lnTo>
                      <a:pt x="223" y="213"/>
                    </a:lnTo>
                    <a:lnTo>
                      <a:pt x="224" y="220"/>
                    </a:lnTo>
                    <a:lnTo>
                      <a:pt x="223" y="219"/>
                    </a:lnTo>
                    <a:lnTo>
                      <a:pt x="206" y="215"/>
                    </a:lnTo>
                    <a:lnTo>
                      <a:pt x="191" y="217"/>
                    </a:lnTo>
                    <a:lnTo>
                      <a:pt x="183" y="220"/>
                    </a:lnTo>
                    <a:lnTo>
                      <a:pt x="175" y="220"/>
                    </a:lnTo>
                    <a:lnTo>
                      <a:pt x="153" y="201"/>
                    </a:lnTo>
                    <a:lnTo>
                      <a:pt x="148" y="191"/>
                    </a:lnTo>
                    <a:lnTo>
                      <a:pt x="134" y="186"/>
                    </a:lnTo>
                    <a:lnTo>
                      <a:pt x="120" y="175"/>
                    </a:lnTo>
                    <a:lnTo>
                      <a:pt x="104" y="171"/>
                    </a:lnTo>
                    <a:lnTo>
                      <a:pt x="78" y="175"/>
                    </a:lnTo>
                    <a:lnTo>
                      <a:pt x="65" y="185"/>
                    </a:lnTo>
                    <a:lnTo>
                      <a:pt x="56" y="186"/>
                    </a:lnTo>
                    <a:lnTo>
                      <a:pt x="50" y="192"/>
                    </a:lnTo>
                    <a:lnTo>
                      <a:pt x="54" y="180"/>
                    </a:lnTo>
                    <a:lnTo>
                      <a:pt x="56" y="155"/>
                    </a:lnTo>
                    <a:lnTo>
                      <a:pt x="60" y="144"/>
                    </a:lnTo>
                    <a:lnTo>
                      <a:pt x="60" y="139"/>
                    </a:lnTo>
                    <a:lnTo>
                      <a:pt x="45" y="137"/>
                    </a:lnTo>
                    <a:lnTo>
                      <a:pt x="43" y="144"/>
                    </a:lnTo>
                    <a:lnTo>
                      <a:pt x="34" y="149"/>
                    </a:lnTo>
                    <a:lnTo>
                      <a:pt x="28" y="140"/>
                    </a:lnTo>
                    <a:lnTo>
                      <a:pt x="22" y="142"/>
                    </a:lnTo>
                    <a:lnTo>
                      <a:pt x="14" y="139"/>
                    </a:lnTo>
                    <a:lnTo>
                      <a:pt x="11" y="128"/>
                    </a:lnTo>
                    <a:lnTo>
                      <a:pt x="5" y="119"/>
                    </a:lnTo>
                    <a:lnTo>
                      <a:pt x="3" y="110"/>
                    </a:lnTo>
                    <a:lnTo>
                      <a:pt x="7" y="100"/>
                    </a:lnTo>
                    <a:lnTo>
                      <a:pt x="18" y="97"/>
                    </a:lnTo>
                    <a:lnTo>
                      <a:pt x="16" y="94"/>
                    </a:lnTo>
                    <a:lnTo>
                      <a:pt x="2" y="92"/>
                    </a:lnTo>
                    <a:lnTo>
                      <a:pt x="3" y="79"/>
                    </a:lnTo>
                    <a:lnTo>
                      <a:pt x="6" y="75"/>
                    </a:lnTo>
                    <a:lnTo>
                      <a:pt x="5" y="72"/>
                    </a:lnTo>
                    <a:lnTo>
                      <a:pt x="0" y="70"/>
                    </a:lnTo>
                    <a:lnTo>
                      <a:pt x="3" y="49"/>
                    </a:lnTo>
                    <a:lnTo>
                      <a:pt x="8" y="46"/>
                    </a:lnTo>
                    <a:lnTo>
                      <a:pt x="35" y="38"/>
                    </a:lnTo>
                    <a:lnTo>
                      <a:pt x="35" y="33"/>
                    </a:lnTo>
                    <a:lnTo>
                      <a:pt x="39" y="30"/>
                    </a:lnTo>
                    <a:lnTo>
                      <a:pt x="48" y="27"/>
                    </a:lnTo>
                    <a:lnTo>
                      <a:pt x="54" y="21"/>
                    </a:lnTo>
                    <a:lnTo>
                      <a:pt x="75" y="22"/>
                    </a:lnTo>
                    <a:lnTo>
                      <a:pt x="77" y="13"/>
                    </a:lnTo>
                    <a:lnTo>
                      <a:pt x="87" y="19"/>
                    </a:lnTo>
                    <a:lnTo>
                      <a:pt x="108" y="16"/>
                    </a:lnTo>
                    <a:lnTo>
                      <a:pt x="113" y="13"/>
                    </a:lnTo>
                    <a:lnTo>
                      <a:pt x="111" y="5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3" name="Freeform 213">
                <a:extLst>
                  <a:ext uri="{FF2B5EF4-FFF2-40B4-BE49-F238E27FC236}">
                    <a16:creationId xmlns:a16="http://schemas.microsoft.com/office/drawing/2014/main" id="{6C8A9524-1061-1452-6976-9F04CE6B570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1" y="1398"/>
                <a:ext cx="119" cy="268"/>
              </a:xfrm>
              <a:custGeom>
                <a:avLst/>
                <a:gdLst/>
                <a:ahLst/>
                <a:cxnLst>
                  <a:cxn ang="0">
                    <a:pos x="46" y="207"/>
                  </a:cxn>
                  <a:cxn ang="0">
                    <a:pos x="162" y="322"/>
                  </a:cxn>
                  <a:cxn ang="0">
                    <a:pos x="159" y="379"/>
                  </a:cxn>
                  <a:cxn ang="0">
                    <a:pos x="161" y="435"/>
                  </a:cxn>
                  <a:cxn ang="0">
                    <a:pos x="183" y="520"/>
                  </a:cxn>
                  <a:cxn ang="0">
                    <a:pos x="189" y="605"/>
                  </a:cxn>
                  <a:cxn ang="0">
                    <a:pos x="211" y="625"/>
                  </a:cxn>
                  <a:cxn ang="0">
                    <a:pos x="240" y="648"/>
                  </a:cxn>
                  <a:cxn ang="0">
                    <a:pos x="270" y="734"/>
                  </a:cxn>
                  <a:cxn ang="0">
                    <a:pos x="251" y="743"/>
                  </a:cxn>
                  <a:cxn ang="0">
                    <a:pos x="200" y="801"/>
                  </a:cxn>
                  <a:cxn ang="0">
                    <a:pos x="118" y="918"/>
                  </a:cxn>
                  <a:cxn ang="0">
                    <a:pos x="90" y="949"/>
                  </a:cxn>
                  <a:cxn ang="0">
                    <a:pos x="63" y="972"/>
                  </a:cxn>
                  <a:cxn ang="0">
                    <a:pos x="39" y="990"/>
                  </a:cxn>
                  <a:cxn ang="0">
                    <a:pos x="21" y="1019"/>
                  </a:cxn>
                  <a:cxn ang="0">
                    <a:pos x="33" y="1065"/>
                  </a:cxn>
                  <a:cxn ang="0">
                    <a:pos x="43" y="1120"/>
                  </a:cxn>
                  <a:cxn ang="0">
                    <a:pos x="57" y="1152"/>
                  </a:cxn>
                  <a:cxn ang="0">
                    <a:pos x="44" y="1159"/>
                  </a:cxn>
                  <a:cxn ang="0">
                    <a:pos x="39" y="1202"/>
                  </a:cxn>
                  <a:cxn ang="0">
                    <a:pos x="37" y="1224"/>
                  </a:cxn>
                  <a:cxn ang="0">
                    <a:pos x="43" y="1241"/>
                  </a:cxn>
                  <a:cxn ang="0">
                    <a:pos x="64" y="1257"/>
                  </a:cxn>
                  <a:cxn ang="0">
                    <a:pos x="100" y="1278"/>
                  </a:cxn>
                  <a:cxn ang="0">
                    <a:pos x="122" y="1288"/>
                  </a:cxn>
                  <a:cxn ang="0">
                    <a:pos x="136" y="1324"/>
                  </a:cxn>
                  <a:cxn ang="0">
                    <a:pos x="139" y="1333"/>
                  </a:cxn>
                  <a:cxn ang="0">
                    <a:pos x="157" y="1327"/>
                  </a:cxn>
                  <a:cxn ang="0">
                    <a:pos x="200" y="1316"/>
                  </a:cxn>
                  <a:cxn ang="0">
                    <a:pos x="229" y="1299"/>
                  </a:cxn>
                  <a:cxn ang="0">
                    <a:pos x="268" y="1276"/>
                  </a:cxn>
                  <a:cxn ang="0">
                    <a:pos x="290" y="1272"/>
                  </a:cxn>
                  <a:cxn ang="0">
                    <a:pos x="329" y="1268"/>
                  </a:cxn>
                  <a:cxn ang="0">
                    <a:pos x="377" y="1265"/>
                  </a:cxn>
                  <a:cxn ang="0">
                    <a:pos x="423" y="1231"/>
                  </a:cxn>
                  <a:cxn ang="0">
                    <a:pos x="576" y="1050"/>
                  </a:cxn>
                  <a:cxn ang="0">
                    <a:pos x="579" y="962"/>
                  </a:cxn>
                  <a:cxn ang="0">
                    <a:pos x="530" y="891"/>
                  </a:cxn>
                  <a:cxn ang="0">
                    <a:pos x="549" y="822"/>
                  </a:cxn>
                  <a:cxn ang="0">
                    <a:pos x="520" y="753"/>
                  </a:cxn>
                  <a:cxn ang="0">
                    <a:pos x="507" y="699"/>
                  </a:cxn>
                  <a:cxn ang="0">
                    <a:pos x="525" y="639"/>
                  </a:cxn>
                  <a:cxn ang="0">
                    <a:pos x="495" y="546"/>
                  </a:cxn>
                  <a:cxn ang="0">
                    <a:pos x="474" y="469"/>
                  </a:cxn>
                  <a:cxn ang="0">
                    <a:pos x="514" y="354"/>
                  </a:cxn>
                  <a:cxn ang="0">
                    <a:pos x="456" y="291"/>
                  </a:cxn>
                  <a:cxn ang="0">
                    <a:pos x="434" y="232"/>
                  </a:cxn>
                  <a:cxn ang="0">
                    <a:pos x="436" y="185"/>
                  </a:cxn>
                  <a:cxn ang="0">
                    <a:pos x="460" y="126"/>
                  </a:cxn>
                  <a:cxn ang="0">
                    <a:pos x="453" y="41"/>
                  </a:cxn>
                  <a:cxn ang="0">
                    <a:pos x="409" y="0"/>
                  </a:cxn>
                  <a:cxn ang="0">
                    <a:pos x="310" y="32"/>
                  </a:cxn>
                  <a:cxn ang="0">
                    <a:pos x="283" y="132"/>
                  </a:cxn>
                  <a:cxn ang="0">
                    <a:pos x="248" y="201"/>
                  </a:cxn>
                  <a:cxn ang="0">
                    <a:pos x="207" y="205"/>
                  </a:cxn>
                  <a:cxn ang="0">
                    <a:pos x="156" y="214"/>
                  </a:cxn>
                  <a:cxn ang="0">
                    <a:pos x="98" y="196"/>
                  </a:cxn>
                  <a:cxn ang="0">
                    <a:pos x="37" y="116"/>
                  </a:cxn>
                  <a:cxn ang="0">
                    <a:pos x="20" y="150"/>
                  </a:cxn>
                </a:cxnLst>
                <a:rect l="0" t="0" r="r" b="b"/>
                <a:pathLst>
                  <a:path w="593" h="1339">
                    <a:moveTo>
                      <a:pt x="0" y="156"/>
                    </a:moveTo>
                    <a:lnTo>
                      <a:pt x="3" y="156"/>
                    </a:lnTo>
                    <a:lnTo>
                      <a:pt x="5" y="161"/>
                    </a:lnTo>
                    <a:lnTo>
                      <a:pt x="46" y="207"/>
                    </a:lnTo>
                    <a:lnTo>
                      <a:pt x="76" y="237"/>
                    </a:lnTo>
                    <a:lnTo>
                      <a:pt x="112" y="248"/>
                    </a:lnTo>
                    <a:lnTo>
                      <a:pt x="130" y="266"/>
                    </a:lnTo>
                    <a:lnTo>
                      <a:pt x="162" y="322"/>
                    </a:lnTo>
                    <a:lnTo>
                      <a:pt x="165" y="329"/>
                    </a:lnTo>
                    <a:lnTo>
                      <a:pt x="160" y="342"/>
                    </a:lnTo>
                    <a:lnTo>
                      <a:pt x="159" y="358"/>
                    </a:lnTo>
                    <a:lnTo>
                      <a:pt x="159" y="379"/>
                    </a:lnTo>
                    <a:lnTo>
                      <a:pt x="160" y="393"/>
                    </a:lnTo>
                    <a:lnTo>
                      <a:pt x="165" y="399"/>
                    </a:lnTo>
                    <a:lnTo>
                      <a:pt x="167" y="414"/>
                    </a:lnTo>
                    <a:lnTo>
                      <a:pt x="161" y="435"/>
                    </a:lnTo>
                    <a:lnTo>
                      <a:pt x="164" y="452"/>
                    </a:lnTo>
                    <a:lnTo>
                      <a:pt x="184" y="498"/>
                    </a:lnTo>
                    <a:lnTo>
                      <a:pt x="184" y="510"/>
                    </a:lnTo>
                    <a:lnTo>
                      <a:pt x="183" y="520"/>
                    </a:lnTo>
                    <a:lnTo>
                      <a:pt x="175" y="533"/>
                    </a:lnTo>
                    <a:lnTo>
                      <a:pt x="171" y="551"/>
                    </a:lnTo>
                    <a:lnTo>
                      <a:pt x="175" y="571"/>
                    </a:lnTo>
                    <a:lnTo>
                      <a:pt x="189" y="605"/>
                    </a:lnTo>
                    <a:lnTo>
                      <a:pt x="197" y="613"/>
                    </a:lnTo>
                    <a:lnTo>
                      <a:pt x="202" y="614"/>
                    </a:lnTo>
                    <a:lnTo>
                      <a:pt x="205" y="622"/>
                    </a:lnTo>
                    <a:lnTo>
                      <a:pt x="211" y="625"/>
                    </a:lnTo>
                    <a:lnTo>
                      <a:pt x="216" y="619"/>
                    </a:lnTo>
                    <a:lnTo>
                      <a:pt x="220" y="623"/>
                    </a:lnTo>
                    <a:lnTo>
                      <a:pt x="224" y="637"/>
                    </a:lnTo>
                    <a:lnTo>
                      <a:pt x="240" y="648"/>
                    </a:lnTo>
                    <a:lnTo>
                      <a:pt x="257" y="671"/>
                    </a:lnTo>
                    <a:lnTo>
                      <a:pt x="262" y="684"/>
                    </a:lnTo>
                    <a:lnTo>
                      <a:pt x="259" y="714"/>
                    </a:lnTo>
                    <a:lnTo>
                      <a:pt x="270" y="734"/>
                    </a:lnTo>
                    <a:lnTo>
                      <a:pt x="262" y="732"/>
                    </a:lnTo>
                    <a:lnTo>
                      <a:pt x="258" y="740"/>
                    </a:lnTo>
                    <a:lnTo>
                      <a:pt x="262" y="750"/>
                    </a:lnTo>
                    <a:lnTo>
                      <a:pt x="251" y="743"/>
                    </a:lnTo>
                    <a:lnTo>
                      <a:pt x="241" y="745"/>
                    </a:lnTo>
                    <a:lnTo>
                      <a:pt x="222" y="752"/>
                    </a:lnTo>
                    <a:lnTo>
                      <a:pt x="214" y="788"/>
                    </a:lnTo>
                    <a:lnTo>
                      <a:pt x="200" y="801"/>
                    </a:lnTo>
                    <a:lnTo>
                      <a:pt x="181" y="828"/>
                    </a:lnTo>
                    <a:lnTo>
                      <a:pt x="156" y="855"/>
                    </a:lnTo>
                    <a:lnTo>
                      <a:pt x="140" y="879"/>
                    </a:lnTo>
                    <a:lnTo>
                      <a:pt x="118" y="918"/>
                    </a:lnTo>
                    <a:lnTo>
                      <a:pt x="108" y="925"/>
                    </a:lnTo>
                    <a:lnTo>
                      <a:pt x="102" y="935"/>
                    </a:lnTo>
                    <a:lnTo>
                      <a:pt x="97" y="940"/>
                    </a:lnTo>
                    <a:lnTo>
                      <a:pt x="90" y="949"/>
                    </a:lnTo>
                    <a:lnTo>
                      <a:pt x="70" y="952"/>
                    </a:lnTo>
                    <a:lnTo>
                      <a:pt x="62" y="949"/>
                    </a:lnTo>
                    <a:lnTo>
                      <a:pt x="55" y="962"/>
                    </a:lnTo>
                    <a:lnTo>
                      <a:pt x="63" y="972"/>
                    </a:lnTo>
                    <a:lnTo>
                      <a:pt x="59" y="974"/>
                    </a:lnTo>
                    <a:lnTo>
                      <a:pt x="42" y="976"/>
                    </a:lnTo>
                    <a:lnTo>
                      <a:pt x="43" y="982"/>
                    </a:lnTo>
                    <a:lnTo>
                      <a:pt x="39" y="990"/>
                    </a:lnTo>
                    <a:lnTo>
                      <a:pt x="33" y="990"/>
                    </a:lnTo>
                    <a:lnTo>
                      <a:pt x="30" y="993"/>
                    </a:lnTo>
                    <a:lnTo>
                      <a:pt x="26" y="1000"/>
                    </a:lnTo>
                    <a:lnTo>
                      <a:pt x="21" y="1019"/>
                    </a:lnTo>
                    <a:lnTo>
                      <a:pt x="23" y="1039"/>
                    </a:lnTo>
                    <a:lnTo>
                      <a:pt x="26" y="1047"/>
                    </a:lnTo>
                    <a:lnTo>
                      <a:pt x="30" y="1053"/>
                    </a:lnTo>
                    <a:lnTo>
                      <a:pt x="33" y="1065"/>
                    </a:lnTo>
                    <a:lnTo>
                      <a:pt x="30" y="1091"/>
                    </a:lnTo>
                    <a:lnTo>
                      <a:pt x="35" y="1101"/>
                    </a:lnTo>
                    <a:lnTo>
                      <a:pt x="42" y="1109"/>
                    </a:lnTo>
                    <a:lnTo>
                      <a:pt x="43" y="1120"/>
                    </a:lnTo>
                    <a:lnTo>
                      <a:pt x="47" y="1135"/>
                    </a:lnTo>
                    <a:lnTo>
                      <a:pt x="50" y="1144"/>
                    </a:lnTo>
                    <a:lnTo>
                      <a:pt x="55" y="1150"/>
                    </a:lnTo>
                    <a:lnTo>
                      <a:pt x="57" y="1152"/>
                    </a:lnTo>
                    <a:lnTo>
                      <a:pt x="52" y="1148"/>
                    </a:lnTo>
                    <a:lnTo>
                      <a:pt x="47" y="1148"/>
                    </a:lnTo>
                    <a:lnTo>
                      <a:pt x="43" y="1152"/>
                    </a:lnTo>
                    <a:lnTo>
                      <a:pt x="44" y="1159"/>
                    </a:lnTo>
                    <a:lnTo>
                      <a:pt x="43" y="1165"/>
                    </a:lnTo>
                    <a:lnTo>
                      <a:pt x="44" y="1173"/>
                    </a:lnTo>
                    <a:lnTo>
                      <a:pt x="44" y="1188"/>
                    </a:lnTo>
                    <a:lnTo>
                      <a:pt x="39" y="1202"/>
                    </a:lnTo>
                    <a:lnTo>
                      <a:pt x="36" y="1202"/>
                    </a:lnTo>
                    <a:lnTo>
                      <a:pt x="33" y="1211"/>
                    </a:lnTo>
                    <a:lnTo>
                      <a:pt x="37" y="1218"/>
                    </a:lnTo>
                    <a:lnTo>
                      <a:pt x="37" y="1224"/>
                    </a:lnTo>
                    <a:lnTo>
                      <a:pt x="36" y="1229"/>
                    </a:lnTo>
                    <a:lnTo>
                      <a:pt x="37" y="1234"/>
                    </a:lnTo>
                    <a:lnTo>
                      <a:pt x="44" y="1237"/>
                    </a:lnTo>
                    <a:lnTo>
                      <a:pt x="43" y="1241"/>
                    </a:lnTo>
                    <a:lnTo>
                      <a:pt x="38" y="1242"/>
                    </a:lnTo>
                    <a:lnTo>
                      <a:pt x="39" y="1249"/>
                    </a:lnTo>
                    <a:lnTo>
                      <a:pt x="53" y="1249"/>
                    </a:lnTo>
                    <a:lnTo>
                      <a:pt x="64" y="1257"/>
                    </a:lnTo>
                    <a:lnTo>
                      <a:pt x="69" y="1264"/>
                    </a:lnTo>
                    <a:lnTo>
                      <a:pt x="80" y="1269"/>
                    </a:lnTo>
                    <a:lnTo>
                      <a:pt x="97" y="1274"/>
                    </a:lnTo>
                    <a:lnTo>
                      <a:pt x="100" y="1278"/>
                    </a:lnTo>
                    <a:lnTo>
                      <a:pt x="97" y="1285"/>
                    </a:lnTo>
                    <a:lnTo>
                      <a:pt x="106" y="1291"/>
                    </a:lnTo>
                    <a:lnTo>
                      <a:pt x="121" y="1283"/>
                    </a:lnTo>
                    <a:lnTo>
                      <a:pt x="122" y="1288"/>
                    </a:lnTo>
                    <a:lnTo>
                      <a:pt x="122" y="1300"/>
                    </a:lnTo>
                    <a:lnTo>
                      <a:pt x="130" y="1313"/>
                    </a:lnTo>
                    <a:lnTo>
                      <a:pt x="129" y="1321"/>
                    </a:lnTo>
                    <a:lnTo>
                      <a:pt x="136" y="1324"/>
                    </a:lnTo>
                    <a:lnTo>
                      <a:pt x="134" y="1331"/>
                    </a:lnTo>
                    <a:lnTo>
                      <a:pt x="124" y="1338"/>
                    </a:lnTo>
                    <a:lnTo>
                      <a:pt x="129" y="1339"/>
                    </a:lnTo>
                    <a:lnTo>
                      <a:pt x="139" y="1333"/>
                    </a:lnTo>
                    <a:lnTo>
                      <a:pt x="150" y="1313"/>
                    </a:lnTo>
                    <a:lnTo>
                      <a:pt x="152" y="1316"/>
                    </a:lnTo>
                    <a:lnTo>
                      <a:pt x="152" y="1326"/>
                    </a:lnTo>
                    <a:lnTo>
                      <a:pt x="157" y="1327"/>
                    </a:lnTo>
                    <a:lnTo>
                      <a:pt x="181" y="1315"/>
                    </a:lnTo>
                    <a:lnTo>
                      <a:pt x="189" y="1315"/>
                    </a:lnTo>
                    <a:lnTo>
                      <a:pt x="197" y="1311"/>
                    </a:lnTo>
                    <a:lnTo>
                      <a:pt x="200" y="1316"/>
                    </a:lnTo>
                    <a:lnTo>
                      <a:pt x="203" y="1316"/>
                    </a:lnTo>
                    <a:lnTo>
                      <a:pt x="213" y="1306"/>
                    </a:lnTo>
                    <a:lnTo>
                      <a:pt x="221" y="1300"/>
                    </a:lnTo>
                    <a:lnTo>
                      <a:pt x="229" y="1299"/>
                    </a:lnTo>
                    <a:lnTo>
                      <a:pt x="235" y="1301"/>
                    </a:lnTo>
                    <a:lnTo>
                      <a:pt x="251" y="1291"/>
                    </a:lnTo>
                    <a:lnTo>
                      <a:pt x="261" y="1290"/>
                    </a:lnTo>
                    <a:lnTo>
                      <a:pt x="268" y="1276"/>
                    </a:lnTo>
                    <a:lnTo>
                      <a:pt x="273" y="1286"/>
                    </a:lnTo>
                    <a:lnTo>
                      <a:pt x="291" y="1279"/>
                    </a:lnTo>
                    <a:lnTo>
                      <a:pt x="289" y="1269"/>
                    </a:lnTo>
                    <a:lnTo>
                      <a:pt x="290" y="1272"/>
                    </a:lnTo>
                    <a:lnTo>
                      <a:pt x="299" y="1275"/>
                    </a:lnTo>
                    <a:lnTo>
                      <a:pt x="305" y="1275"/>
                    </a:lnTo>
                    <a:lnTo>
                      <a:pt x="311" y="1269"/>
                    </a:lnTo>
                    <a:lnTo>
                      <a:pt x="329" y="1268"/>
                    </a:lnTo>
                    <a:lnTo>
                      <a:pt x="342" y="1263"/>
                    </a:lnTo>
                    <a:lnTo>
                      <a:pt x="351" y="1258"/>
                    </a:lnTo>
                    <a:lnTo>
                      <a:pt x="359" y="1263"/>
                    </a:lnTo>
                    <a:lnTo>
                      <a:pt x="377" y="1265"/>
                    </a:lnTo>
                    <a:lnTo>
                      <a:pt x="382" y="1262"/>
                    </a:lnTo>
                    <a:lnTo>
                      <a:pt x="386" y="1257"/>
                    </a:lnTo>
                    <a:lnTo>
                      <a:pt x="387" y="1258"/>
                    </a:lnTo>
                    <a:lnTo>
                      <a:pt x="423" y="1231"/>
                    </a:lnTo>
                    <a:lnTo>
                      <a:pt x="473" y="1182"/>
                    </a:lnTo>
                    <a:lnTo>
                      <a:pt x="511" y="1139"/>
                    </a:lnTo>
                    <a:lnTo>
                      <a:pt x="563" y="1070"/>
                    </a:lnTo>
                    <a:lnTo>
                      <a:pt x="576" y="1050"/>
                    </a:lnTo>
                    <a:lnTo>
                      <a:pt x="592" y="1012"/>
                    </a:lnTo>
                    <a:lnTo>
                      <a:pt x="593" y="973"/>
                    </a:lnTo>
                    <a:lnTo>
                      <a:pt x="589" y="979"/>
                    </a:lnTo>
                    <a:lnTo>
                      <a:pt x="579" y="962"/>
                    </a:lnTo>
                    <a:lnTo>
                      <a:pt x="574" y="945"/>
                    </a:lnTo>
                    <a:lnTo>
                      <a:pt x="544" y="922"/>
                    </a:lnTo>
                    <a:lnTo>
                      <a:pt x="536" y="909"/>
                    </a:lnTo>
                    <a:lnTo>
                      <a:pt x="530" y="891"/>
                    </a:lnTo>
                    <a:lnTo>
                      <a:pt x="534" y="875"/>
                    </a:lnTo>
                    <a:lnTo>
                      <a:pt x="544" y="860"/>
                    </a:lnTo>
                    <a:lnTo>
                      <a:pt x="550" y="842"/>
                    </a:lnTo>
                    <a:lnTo>
                      <a:pt x="549" y="822"/>
                    </a:lnTo>
                    <a:lnTo>
                      <a:pt x="533" y="807"/>
                    </a:lnTo>
                    <a:lnTo>
                      <a:pt x="526" y="791"/>
                    </a:lnTo>
                    <a:lnTo>
                      <a:pt x="528" y="770"/>
                    </a:lnTo>
                    <a:lnTo>
                      <a:pt x="520" y="753"/>
                    </a:lnTo>
                    <a:lnTo>
                      <a:pt x="504" y="750"/>
                    </a:lnTo>
                    <a:lnTo>
                      <a:pt x="503" y="729"/>
                    </a:lnTo>
                    <a:lnTo>
                      <a:pt x="509" y="718"/>
                    </a:lnTo>
                    <a:lnTo>
                      <a:pt x="507" y="699"/>
                    </a:lnTo>
                    <a:lnTo>
                      <a:pt x="504" y="689"/>
                    </a:lnTo>
                    <a:lnTo>
                      <a:pt x="509" y="673"/>
                    </a:lnTo>
                    <a:lnTo>
                      <a:pt x="511" y="651"/>
                    </a:lnTo>
                    <a:lnTo>
                      <a:pt x="525" y="639"/>
                    </a:lnTo>
                    <a:lnTo>
                      <a:pt x="523" y="624"/>
                    </a:lnTo>
                    <a:lnTo>
                      <a:pt x="521" y="607"/>
                    </a:lnTo>
                    <a:lnTo>
                      <a:pt x="510" y="573"/>
                    </a:lnTo>
                    <a:lnTo>
                      <a:pt x="495" y="546"/>
                    </a:lnTo>
                    <a:lnTo>
                      <a:pt x="493" y="527"/>
                    </a:lnTo>
                    <a:lnTo>
                      <a:pt x="485" y="510"/>
                    </a:lnTo>
                    <a:lnTo>
                      <a:pt x="476" y="490"/>
                    </a:lnTo>
                    <a:lnTo>
                      <a:pt x="474" y="469"/>
                    </a:lnTo>
                    <a:lnTo>
                      <a:pt x="480" y="456"/>
                    </a:lnTo>
                    <a:lnTo>
                      <a:pt x="499" y="413"/>
                    </a:lnTo>
                    <a:lnTo>
                      <a:pt x="517" y="376"/>
                    </a:lnTo>
                    <a:lnTo>
                      <a:pt x="514" y="354"/>
                    </a:lnTo>
                    <a:lnTo>
                      <a:pt x="504" y="339"/>
                    </a:lnTo>
                    <a:lnTo>
                      <a:pt x="484" y="301"/>
                    </a:lnTo>
                    <a:lnTo>
                      <a:pt x="469" y="294"/>
                    </a:lnTo>
                    <a:lnTo>
                      <a:pt x="456" y="291"/>
                    </a:lnTo>
                    <a:lnTo>
                      <a:pt x="446" y="285"/>
                    </a:lnTo>
                    <a:lnTo>
                      <a:pt x="441" y="278"/>
                    </a:lnTo>
                    <a:lnTo>
                      <a:pt x="436" y="258"/>
                    </a:lnTo>
                    <a:lnTo>
                      <a:pt x="434" y="232"/>
                    </a:lnTo>
                    <a:lnTo>
                      <a:pt x="435" y="223"/>
                    </a:lnTo>
                    <a:lnTo>
                      <a:pt x="446" y="194"/>
                    </a:lnTo>
                    <a:lnTo>
                      <a:pt x="446" y="189"/>
                    </a:lnTo>
                    <a:lnTo>
                      <a:pt x="436" y="185"/>
                    </a:lnTo>
                    <a:lnTo>
                      <a:pt x="467" y="158"/>
                    </a:lnTo>
                    <a:lnTo>
                      <a:pt x="457" y="150"/>
                    </a:lnTo>
                    <a:lnTo>
                      <a:pt x="456" y="139"/>
                    </a:lnTo>
                    <a:lnTo>
                      <a:pt x="460" y="126"/>
                    </a:lnTo>
                    <a:lnTo>
                      <a:pt x="479" y="102"/>
                    </a:lnTo>
                    <a:lnTo>
                      <a:pt x="478" y="86"/>
                    </a:lnTo>
                    <a:lnTo>
                      <a:pt x="471" y="58"/>
                    </a:lnTo>
                    <a:lnTo>
                      <a:pt x="453" y="41"/>
                    </a:lnTo>
                    <a:lnTo>
                      <a:pt x="435" y="35"/>
                    </a:lnTo>
                    <a:lnTo>
                      <a:pt x="425" y="26"/>
                    </a:lnTo>
                    <a:lnTo>
                      <a:pt x="415" y="5"/>
                    </a:lnTo>
                    <a:lnTo>
                      <a:pt x="409" y="0"/>
                    </a:lnTo>
                    <a:lnTo>
                      <a:pt x="386" y="5"/>
                    </a:lnTo>
                    <a:lnTo>
                      <a:pt x="348" y="22"/>
                    </a:lnTo>
                    <a:lnTo>
                      <a:pt x="323" y="25"/>
                    </a:lnTo>
                    <a:lnTo>
                      <a:pt x="310" y="32"/>
                    </a:lnTo>
                    <a:lnTo>
                      <a:pt x="300" y="45"/>
                    </a:lnTo>
                    <a:lnTo>
                      <a:pt x="286" y="76"/>
                    </a:lnTo>
                    <a:lnTo>
                      <a:pt x="283" y="118"/>
                    </a:lnTo>
                    <a:lnTo>
                      <a:pt x="283" y="132"/>
                    </a:lnTo>
                    <a:lnTo>
                      <a:pt x="285" y="155"/>
                    </a:lnTo>
                    <a:lnTo>
                      <a:pt x="283" y="167"/>
                    </a:lnTo>
                    <a:lnTo>
                      <a:pt x="257" y="187"/>
                    </a:lnTo>
                    <a:lnTo>
                      <a:pt x="248" y="201"/>
                    </a:lnTo>
                    <a:lnTo>
                      <a:pt x="236" y="210"/>
                    </a:lnTo>
                    <a:lnTo>
                      <a:pt x="220" y="218"/>
                    </a:lnTo>
                    <a:lnTo>
                      <a:pt x="210" y="214"/>
                    </a:lnTo>
                    <a:lnTo>
                      <a:pt x="207" y="205"/>
                    </a:lnTo>
                    <a:lnTo>
                      <a:pt x="198" y="193"/>
                    </a:lnTo>
                    <a:lnTo>
                      <a:pt x="188" y="186"/>
                    </a:lnTo>
                    <a:lnTo>
                      <a:pt x="171" y="205"/>
                    </a:lnTo>
                    <a:lnTo>
                      <a:pt x="156" y="214"/>
                    </a:lnTo>
                    <a:lnTo>
                      <a:pt x="144" y="215"/>
                    </a:lnTo>
                    <a:lnTo>
                      <a:pt x="129" y="208"/>
                    </a:lnTo>
                    <a:lnTo>
                      <a:pt x="103" y="204"/>
                    </a:lnTo>
                    <a:lnTo>
                      <a:pt x="98" y="196"/>
                    </a:lnTo>
                    <a:lnTo>
                      <a:pt x="93" y="177"/>
                    </a:lnTo>
                    <a:lnTo>
                      <a:pt x="63" y="133"/>
                    </a:lnTo>
                    <a:lnTo>
                      <a:pt x="52" y="122"/>
                    </a:lnTo>
                    <a:lnTo>
                      <a:pt x="37" y="116"/>
                    </a:lnTo>
                    <a:lnTo>
                      <a:pt x="25" y="122"/>
                    </a:lnTo>
                    <a:lnTo>
                      <a:pt x="26" y="134"/>
                    </a:lnTo>
                    <a:lnTo>
                      <a:pt x="28" y="146"/>
                    </a:lnTo>
                    <a:lnTo>
                      <a:pt x="20" y="150"/>
                    </a:lnTo>
                    <a:lnTo>
                      <a:pt x="11" y="145"/>
                    </a:lnTo>
                    <a:lnTo>
                      <a:pt x="3" y="149"/>
                    </a:lnTo>
                    <a:lnTo>
                      <a:pt x="0" y="1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4" name="Freeform 214">
                <a:extLst>
                  <a:ext uri="{FF2B5EF4-FFF2-40B4-BE49-F238E27FC236}">
                    <a16:creationId xmlns:a16="http://schemas.microsoft.com/office/drawing/2014/main" id="{AE233E30-75A2-B7E2-1719-A99222DE9C9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4" y="1711"/>
                <a:ext cx="31" cy="57"/>
              </a:xfrm>
              <a:custGeom>
                <a:avLst/>
                <a:gdLst/>
                <a:ahLst/>
                <a:cxnLst>
                  <a:cxn ang="0">
                    <a:pos x="43" y="278"/>
                  </a:cxn>
                  <a:cxn ang="0">
                    <a:pos x="75" y="280"/>
                  </a:cxn>
                  <a:cxn ang="0">
                    <a:pos x="80" y="276"/>
                  </a:cxn>
                  <a:cxn ang="0">
                    <a:pos x="84" y="279"/>
                  </a:cxn>
                  <a:cxn ang="0">
                    <a:pos x="89" y="275"/>
                  </a:cxn>
                  <a:cxn ang="0">
                    <a:pos x="83" y="266"/>
                  </a:cxn>
                  <a:cxn ang="0">
                    <a:pos x="75" y="262"/>
                  </a:cxn>
                  <a:cxn ang="0">
                    <a:pos x="85" y="247"/>
                  </a:cxn>
                  <a:cxn ang="0">
                    <a:pos x="83" y="243"/>
                  </a:cxn>
                  <a:cxn ang="0">
                    <a:pos x="84" y="223"/>
                  </a:cxn>
                  <a:cxn ang="0">
                    <a:pos x="91" y="210"/>
                  </a:cxn>
                  <a:cxn ang="0">
                    <a:pos x="84" y="200"/>
                  </a:cxn>
                  <a:cxn ang="0">
                    <a:pos x="102" y="199"/>
                  </a:cxn>
                  <a:cxn ang="0">
                    <a:pos x="98" y="185"/>
                  </a:cxn>
                  <a:cxn ang="0">
                    <a:pos x="116" y="182"/>
                  </a:cxn>
                  <a:cxn ang="0">
                    <a:pos x="118" y="163"/>
                  </a:cxn>
                  <a:cxn ang="0">
                    <a:pos x="127" y="149"/>
                  </a:cxn>
                  <a:cxn ang="0">
                    <a:pos x="130" y="161"/>
                  </a:cxn>
                  <a:cxn ang="0">
                    <a:pos x="138" y="156"/>
                  </a:cxn>
                  <a:cxn ang="0">
                    <a:pos x="154" y="133"/>
                  </a:cxn>
                  <a:cxn ang="0">
                    <a:pos x="146" y="123"/>
                  </a:cxn>
                  <a:cxn ang="0">
                    <a:pos x="129" y="126"/>
                  </a:cxn>
                  <a:cxn ang="0">
                    <a:pos x="119" y="120"/>
                  </a:cxn>
                  <a:cxn ang="0">
                    <a:pos x="112" y="123"/>
                  </a:cxn>
                  <a:cxn ang="0">
                    <a:pos x="119" y="109"/>
                  </a:cxn>
                  <a:cxn ang="0">
                    <a:pos x="108" y="109"/>
                  </a:cxn>
                  <a:cxn ang="0">
                    <a:pos x="117" y="102"/>
                  </a:cxn>
                  <a:cxn ang="0">
                    <a:pos x="118" y="92"/>
                  </a:cxn>
                  <a:cxn ang="0">
                    <a:pos x="122" y="66"/>
                  </a:cxn>
                  <a:cxn ang="0">
                    <a:pos x="132" y="39"/>
                  </a:cxn>
                  <a:cxn ang="0">
                    <a:pos x="128" y="10"/>
                  </a:cxn>
                  <a:cxn ang="0">
                    <a:pos x="129" y="0"/>
                  </a:cxn>
                  <a:cxn ang="0">
                    <a:pos x="101" y="17"/>
                  </a:cxn>
                  <a:cxn ang="0">
                    <a:pos x="83" y="45"/>
                  </a:cxn>
                  <a:cxn ang="0">
                    <a:pos x="28" y="63"/>
                  </a:cxn>
                  <a:cxn ang="0">
                    <a:pos x="15" y="82"/>
                  </a:cxn>
                  <a:cxn ang="0">
                    <a:pos x="6" y="119"/>
                  </a:cxn>
                  <a:cxn ang="0">
                    <a:pos x="0" y="146"/>
                  </a:cxn>
                  <a:cxn ang="0">
                    <a:pos x="6" y="185"/>
                  </a:cxn>
                  <a:cxn ang="0">
                    <a:pos x="4" y="216"/>
                  </a:cxn>
                  <a:cxn ang="0">
                    <a:pos x="12" y="214"/>
                  </a:cxn>
                  <a:cxn ang="0">
                    <a:pos x="28" y="226"/>
                  </a:cxn>
                  <a:cxn ang="0">
                    <a:pos x="33" y="269"/>
                  </a:cxn>
                </a:cxnLst>
                <a:rect l="0" t="0" r="r" b="b"/>
                <a:pathLst>
                  <a:path w="154" h="284">
                    <a:moveTo>
                      <a:pt x="35" y="279"/>
                    </a:moveTo>
                    <a:lnTo>
                      <a:pt x="43" y="278"/>
                    </a:lnTo>
                    <a:lnTo>
                      <a:pt x="67" y="284"/>
                    </a:lnTo>
                    <a:lnTo>
                      <a:pt x="75" y="280"/>
                    </a:lnTo>
                    <a:lnTo>
                      <a:pt x="79" y="279"/>
                    </a:lnTo>
                    <a:lnTo>
                      <a:pt x="80" y="276"/>
                    </a:lnTo>
                    <a:lnTo>
                      <a:pt x="83" y="276"/>
                    </a:lnTo>
                    <a:lnTo>
                      <a:pt x="84" y="279"/>
                    </a:lnTo>
                    <a:lnTo>
                      <a:pt x="89" y="279"/>
                    </a:lnTo>
                    <a:lnTo>
                      <a:pt x="89" y="275"/>
                    </a:lnTo>
                    <a:lnTo>
                      <a:pt x="86" y="270"/>
                    </a:lnTo>
                    <a:lnTo>
                      <a:pt x="83" y="266"/>
                    </a:lnTo>
                    <a:lnTo>
                      <a:pt x="75" y="266"/>
                    </a:lnTo>
                    <a:lnTo>
                      <a:pt x="75" y="262"/>
                    </a:lnTo>
                    <a:lnTo>
                      <a:pt x="75" y="253"/>
                    </a:lnTo>
                    <a:lnTo>
                      <a:pt x="85" y="247"/>
                    </a:lnTo>
                    <a:lnTo>
                      <a:pt x="85" y="243"/>
                    </a:lnTo>
                    <a:lnTo>
                      <a:pt x="83" y="243"/>
                    </a:lnTo>
                    <a:lnTo>
                      <a:pt x="81" y="235"/>
                    </a:lnTo>
                    <a:lnTo>
                      <a:pt x="84" y="223"/>
                    </a:lnTo>
                    <a:lnTo>
                      <a:pt x="81" y="220"/>
                    </a:lnTo>
                    <a:lnTo>
                      <a:pt x="91" y="210"/>
                    </a:lnTo>
                    <a:lnTo>
                      <a:pt x="90" y="206"/>
                    </a:lnTo>
                    <a:lnTo>
                      <a:pt x="84" y="200"/>
                    </a:lnTo>
                    <a:lnTo>
                      <a:pt x="90" y="198"/>
                    </a:lnTo>
                    <a:lnTo>
                      <a:pt x="102" y="199"/>
                    </a:lnTo>
                    <a:lnTo>
                      <a:pt x="103" y="193"/>
                    </a:lnTo>
                    <a:lnTo>
                      <a:pt x="98" y="185"/>
                    </a:lnTo>
                    <a:lnTo>
                      <a:pt x="102" y="180"/>
                    </a:lnTo>
                    <a:lnTo>
                      <a:pt x="116" y="182"/>
                    </a:lnTo>
                    <a:lnTo>
                      <a:pt x="121" y="176"/>
                    </a:lnTo>
                    <a:lnTo>
                      <a:pt x="118" y="163"/>
                    </a:lnTo>
                    <a:lnTo>
                      <a:pt x="122" y="151"/>
                    </a:lnTo>
                    <a:lnTo>
                      <a:pt x="127" y="149"/>
                    </a:lnTo>
                    <a:lnTo>
                      <a:pt x="127" y="153"/>
                    </a:lnTo>
                    <a:lnTo>
                      <a:pt x="130" y="161"/>
                    </a:lnTo>
                    <a:lnTo>
                      <a:pt x="137" y="152"/>
                    </a:lnTo>
                    <a:lnTo>
                      <a:pt x="138" y="156"/>
                    </a:lnTo>
                    <a:lnTo>
                      <a:pt x="153" y="144"/>
                    </a:lnTo>
                    <a:lnTo>
                      <a:pt x="154" y="133"/>
                    </a:lnTo>
                    <a:lnTo>
                      <a:pt x="151" y="125"/>
                    </a:lnTo>
                    <a:lnTo>
                      <a:pt x="146" y="123"/>
                    </a:lnTo>
                    <a:lnTo>
                      <a:pt x="137" y="124"/>
                    </a:lnTo>
                    <a:lnTo>
                      <a:pt x="129" y="126"/>
                    </a:lnTo>
                    <a:lnTo>
                      <a:pt x="126" y="120"/>
                    </a:lnTo>
                    <a:lnTo>
                      <a:pt x="119" y="120"/>
                    </a:lnTo>
                    <a:lnTo>
                      <a:pt x="114" y="128"/>
                    </a:lnTo>
                    <a:lnTo>
                      <a:pt x="112" y="123"/>
                    </a:lnTo>
                    <a:lnTo>
                      <a:pt x="113" y="117"/>
                    </a:lnTo>
                    <a:lnTo>
                      <a:pt x="119" y="109"/>
                    </a:lnTo>
                    <a:lnTo>
                      <a:pt x="118" y="107"/>
                    </a:lnTo>
                    <a:lnTo>
                      <a:pt x="108" y="109"/>
                    </a:lnTo>
                    <a:lnTo>
                      <a:pt x="108" y="106"/>
                    </a:lnTo>
                    <a:lnTo>
                      <a:pt x="117" y="102"/>
                    </a:lnTo>
                    <a:lnTo>
                      <a:pt x="117" y="93"/>
                    </a:lnTo>
                    <a:lnTo>
                      <a:pt x="118" y="92"/>
                    </a:lnTo>
                    <a:lnTo>
                      <a:pt x="118" y="80"/>
                    </a:lnTo>
                    <a:lnTo>
                      <a:pt x="122" y="66"/>
                    </a:lnTo>
                    <a:lnTo>
                      <a:pt x="132" y="48"/>
                    </a:lnTo>
                    <a:lnTo>
                      <a:pt x="132" y="39"/>
                    </a:lnTo>
                    <a:lnTo>
                      <a:pt x="126" y="20"/>
                    </a:lnTo>
                    <a:lnTo>
                      <a:pt x="128" y="10"/>
                    </a:lnTo>
                    <a:lnTo>
                      <a:pt x="130" y="2"/>
                    </a:lnTo>
                    <a:lnTo>
                      <a:pt x="129" y="0"/>
                    </a:lnTo>
                    <a:lnTo>
                      <a:pt x="123" y="6"/>
                    </a:lnTo>
                    <a:lnTo>
                      <a:pt x="101" y="17"/>
                    </a:lnTo>
                    <a:lnTo>
                      <a:pt x="85" y="34"/>
                    </a:lnTo>
                    <a:lnTo>
                      <a:pt x="83" y="45"/>
                    </a:lnTo>
                    <a:lnTo>
                      <a:pt x="71" y="54"/>
                    </a:lnTo>
                    <a:lnTo>
                      <a:pt x="28" y="63"/>
                    </a:lnTo>
                    <a:lnTo>
                      <a:pt x="20" y="71"/>
                    </a:lnTo>
                    <a:lnTo>
                      <a:pt x="15" y="82"/>
                    </a:lnTo>
                    <a:lnTo>
                      <a:pt x="8" y="107"/>
                    </a:lnTo>
                    <a:lnTo>
                      <a:pt x="6" y="119"/>
                    </a:lnTo>
                    <a:lnTo>
                      <a:pt x="0" y="134"/>
                    </a:lnTo>
                    <a:lnTo>
                      <a:pt x="0" y="146"/>
                    </a:lnTo>
                    <a:lnTo>
                      <a:pt x="3" y="174"/>
                    </a:lnTo>
                    <a:lnTo>
                      <a:pt x="6" y="185"/>
                    </a:lnTo>
                    <a:lnTo>
                      <a:pt x="6" y="199"/>
                    </a:lnTo>
                    <a:lnTo>
                      <a:pt x="4" y="216"/>
                    </a:lnTo>
                    <a:lnTo>
                      <a:pt x="9" y="216"/>
                    </a:lnTo>
                    <a:lnTo>
                      <a:pt x="12" y="214"/>
                    </a:lnTo>
                    <a:lnTo>
                      <a:pt x="21" y="219"/>
                    </a:lnTo>
                    <a:lnTo>
                      <a:pt x="28" y="226"/>
                    </a:lnTo>
                    <a:lnTo>
                      <a:pt x="33" y="236"/>
                    </a:lnTo>
                    <a:lnTo>
                      <a:pt x="33" y="269"/>
                    </a:lnTo>
                    <a:lnTo>
                      <a:pt x="35" y="2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5" name="Freeform 215">
                <a:extLst>
                  <a:ext uri="{FF2B5EF4-FFF2-40B4-BE49-F238E27FC236}">
                    <a16:creationId xmlns:a16="http://schemas.microsoft.com/office/drawing/2014/main" id="{2447BFFF-4300-539D-9D33-DCD25EA7C23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1" y="1365"/>
                <a:ext cx="285" cy="340"/>
              </a:xfrm>
              <a:custGeom>
                <a:avLst/>
                <a:gdLst/>
                <a:ahLst/>
                <a:cxnLst>
                  <a:cxn ang="0">
                    <a:pos x="1358" y="214"/>
                  </a:cxn>
                  <a:cxn ang="0">
                    <a:pos x="1321" y="157"/>
                  </a:cxn>
                  <a:cxn ang="0">
                    <a:pos x="1355" y="75"/>
                  </a:cxn>
                  <a:cxn ang="0">
                    <a:pos x="1290" y="70"/>
                  </a:cxn>
                  <a:cxn ang="0">
                    <a:pos x="1260" y="47"/>
                  </a:cxn>
                  <a:cxn ang="0">
                    <a:pos x="1218" y="67"/>
                  </a:cxn>
                  <a:cxn ang="0">
                    <a:pos x="1176" y="31"/>
                  </a:cxn>
                  <a:cxn ang="0">
                    <a:pos x="1106" y="112"/>
                  </a:cxn>
                  <a:cxn ang="0">
                    <a:pos x="1074" y="26"/>
                  </a:cxn>
                  <a:cxn ang="0">
                    <a:pos x="1003" y="159"/>
                  </a:cxn>
                  <a:cxn ang="0">
                    <a:pos x="944" y="150"/>
                  </a:cxn>
                  <a:cxn ang="0">
                    <a:pos x="930" y="178"/>
                  </a:cxn>
                  <a:cxn ang="0">
                    <a:pos x="874" y="202"/>
                  </a:cxn>
                  <a:cxn ang="0">
                    <a:pos x="841" y="212"/>
                  </a:cxn>
                  <a:cxn ang="0">
                    <a:pos x="795" y="291"/>
                  </a:cxn>
                  <a:cxn ang="0">
                    <a:pos x="726" y="285"/>
                  </a:cxn>
                  <a:cxn ang="0">
                    <a:pos x="704" y="355"/>
                  </a:cxn>
                  <a:cxn ang="0">
                    <a:pos x="632" y="407"/>
                  </a:cxn>
                  <a:cxn ang="0">
                    <a:pos x="633" y="422"/>
                  </a:cxn>
                  <a:cxn ang="0">
                    <a:pos x="586" y="471"/>
                  </a:cxn>
                  <a:cxn ang="0">
                    <a:pos x="561" y="542"/>
                  </a:cxn>
                  <a:cxn ang="0">
                    <a:pos x="520" y="591"/>
                  </a:cxn>
                  <a:cxn ang="0">
                    <a:pos x="459" y="673"/>
                  </a:cxn>
                  <a:cxn ang="0">
                    <a:pos x="436" y="734"/>
                  </a:cxn>
                  <a:cxn ang="0">
                    <a:pos x="420" y="796"/>
                  </a:cxn>
                  <a:cxn ang="0">
                    <a:pos x="387" y="856"/>
                  </a:cxn>
                  <a:cxn ang="0">
                    <a:pos x="360" y="902"/>
                  </a:cxn>
                  <a:cxn ang="0">
                    <a:pos x="305" y="969"/>
                  </a:cxn>
                  <a:cxn ang="0">
                    <a:pos x="320" y="1052"/>
                  </a:cxn>
                  <a:cxn ang="0">
                    <a:pos x="284" y="1096"/>
                  </a:cxn>
                  <a:cxn ang="0">
                    <a:pos x="228" y="1097"/>
                  </a:cxn>
                  <a:cxn ang="0">
                    <a:pos x="167" y="1122"/>
                  </a:cxn>
                  <a:cxn ang="0">
                    <a:pos x="137" y="1182"/>
                  </a:cxn>
                  <a:cxn ang="0">
                    <a:pos x="75" y="1214"/>
                  </a:cxn>
                  <a:cxn ang="0">
                    <a:pos x="53" y="1253"/>
                  </a:cxn>
                  <a:cxn ang="0">
                    <a:pos x="53" y="1279"/>
                  </a:cxn>
                  <a:cxn ang="0">
                    <a:pos x="16" y="1310"/>
                  </a:cxn>
                  <a:cxn ang="0">
                    <a:pos x="74" y="1349"/>
                  </a:cxn>
                  <a:cxn ang="0">
                    <a:pos x="127" y="1354"/>
                  </a:cxn>
                  <a:cxn ang="0">
                    <a:pos x="57" y="1370"/>
                  </a:cxn>
                  <a:cxn ang="0">
                    <a:pos x="0" y="1407"/>
                  </a:cxn>
                  <a:cxn ang="0">
                    <a:pos x="30" y="1461"/>
                  </a:cxn>
                  <a:cxn ang="0">
                    <a:pos x="88" y="1428"/>
                  </a:cxn>
                  <a:cxn ang="0">
                    <a:pos x="40" y="1506"/>
                  </a:cxn>
                  <a:cxn ang="0">
                    <a:pos x="16" y="1560"/>
                  </a:cxn>
                  <a:cxn ang="0">
                    <a:pos x="64" y="1571"/>
                  </a:cxn>
                  <a:cxn ang="0">
                    <a:pos x="85" y="1677"/>
                  </a:cxn>
                  <a:cxn ang="0">
                    <a:pos x="190" y="1671"/>
                  </a:cxn>
                  <a:cxn ang="0">
                    <a:pos x="293" y="1556"/>
                  </a:cxn>
                  <a:cxn ang="0">
                    <a:pos x="299" y="1506"/>
                  </a:cxn>
                  <a:cxn ang="0">
                    <a:pos x="339" y="1614"/>
                  </a:cxn>
                  <a:cxn ang="0">
                    <a:pos x="400" y="1394"/>
                  </a:cxn>
                  <a:cxn ang="0">
                    <a:pos x="386" y="1186"/>
                  </a:cxn>
                  <a:cxn ang="0">
                    <a:pos x="488" y="1020"/>
                  </a:cxn>
                  <a:cxn ang="0">
                    <a:pos x="542" y="750"/>
                  </a:cxn>
                  <a:cxn ang="0">
                    <a:pos x="633" y="532"/>
                  </a:cxn>
                  <a:cxn ang="0">
                    <a:pos x="729" y="404"/>
                  </a:cxn>
                  <a:cxn ang="0">
                    <a:pos x="826" y="326"/>
                  </a:cxn>
                  <a:cxn ang="0">
                    <a:pos x="957" y="371"/>
                  </a:cxn>
                  <a:cxn ang="0">
                    <a:pos x="1139" y="322"/>
                  </a:cxn>
                  <a:cxn ang="0">
                    <a:pos x="1325" y="225"/>
                  </a:cxn>
                  <a:cxn ang="0">
                    <a:pos x="1381" y="239"/>
                  </a:cxn>
                </a:cxnLst>
                <a:rect l="0" t="0" r="r" b="b"/>
                <a:pathLst>
                  <a:path w="1427" h="1701">
                    <a:moveTo>
                      <a:pt x="1419" y="216"/>
                    </a:moveTo>
                    <a:lnTo>
                      <a:pt x="1397" y="212"/>
                    </a:lnTo>
                    <a:lnTo>
                      <a:pt x="1395" y="232"/>
                    </a:lnTo>
                    <a:lnTo>
                      <a:pt x="1388" y="232"/>
                    </a:lnTo>
                    <a:lnTo>
                      <a:pt x="1390" y="229"/>
                    </a:lnTo>
                    <a:lnTo>
                      <a:pt x="1380" y="225"/>
                    </a:lnTo>
                    <a:lnTo>
                      <a:pt x="1376" y="219"/>
                    </a:lnTo>
                    <a:lnTo>
                      <a:pt x="1376" y="231"/>
                    </a:lnTo>
                    <a:lnTo>
                      <a:pt x="1375" y="234"/>
                    </a:lnTo>
                    <a:lnTo>
                      <a:pt x="1370" y="224"/>
                    </a:lnTo>
                    <a:lnTo>
                      <a:pt x="1357" y="226"/>
                    </a:lnTo>
                    <a:lnTo>
                      <a:pt x="1347" y="232"/>
                    </a:lnTo>
                    <a:lnTo>
                      <a:pt x="1350" y="220"/>
                    </a:lnTo>
                    <a:lnTo>
                      <a:pt x="1358" y="214"/>
                    </a:lnTo>
                    <a:lnTo>
                      <a:pt x="1365" y="212"/>
                    </a:lnTo>
                    <a:lnTo>
                      <a:pt x="1368" y="205"/>
                    </a:lnTo>
                    <a:lnTo>
                      <a:pt x="1366" y="200"/>
                    </a:lnTo>
                    <a:lnTo>
                      <a:pt x="1361" y="193"/>
                    </a:lnTo>
                    <a:lnTo>
                      <a:pt x="1341" y="196"/>
                    </a:lnTo>
                    <a:lnTo>
                      <a:pt x="1344" y="189"/>
                    </a:lnTo>
                    <a:lnTo>
                      <a:pt x="1338" y="183"/>
                    </a:lnTo>
                    <a:lnTo>
                      <a:pt x="1326" y="177"/>
                    </a:lnTo>
                    <a:lnTo>
                      <a:pt x="1315" y="166"/>
                    </a:lnTo>
                    <a:lnTo>
                      <a:pt x="1301" y="162"/>
                    </a:lnTo>
                    <a:lnTo>
                      <a:pt x="1296" y="156"/>
                    </a:lnTo>
                    <a:lnTo>
                      <a:pt x="1299" y="153"/>
                    </a:lnTo>
                    <a:lnTo>
                      <a:pt x="1299" y="149"/>
                    </a:lnTo>
                    <a:lnTo>
                      <a:pt x="1321" y="157"/>
                    </a:lnTo>
                    <a:lnTo>
                      <a:pt x="1371" y="166"/>
                    </a:lnTo>
                    <a:lnTo>
                      <a:pt x="1407" y="137"/>
                    </a:lnTo>
                    <a:lnTo>
                      <a:pt x="1419" y="132"/>
                    </a:lnTo>
                    <a:lnTo>
                      <a:pt x="1427" y="126"/>
                    </a:lnTo>
                    <a:lnTo>
                      <a:pt x="1424" y="112"/>
                    </a:lnTo>
                    <a:lnTo>
                      <a:pt x="1412" y="106"/>
                    </a:lnTo>
                    <a:lnTo>
                      <a:pt x="1404" y="92"/>
                    </a:lnTo>
                    <a:lnTo>
                      <a:pt x="1388" y="91"/>
                    </a:lnTo>
                    <a:lnTo>
                      <a:pt x="1380" y="87"/>
                    </a:lnTo>
                    <a:lnTo>
                      <a:pt x="1388" y="80"/>
                    </a:lnTo>
                    <a:lnTo>
                      <a:pt x="1374" y="73"/>
                    </a:lnTo>
                    <a:lnTo>
                      <a:pt x="1369" y="63"/>
                    </a:lnTo>
                    <a:lnTo>
                      <a:pt x="1361" y="71"/>
                    </a:lnTo>
                    <a:lnTo>
                      <a:pt x="1355" y="75"/>
                    </a:lnTo>
                    <a:lnTo>
                      <a:pt x="1355" y="68"/>
                    </a:lnTo>
                    <a:lnTo>
                      <a:pt x="1353" y="63"/>
                    </a:lnTo>
                    <a:lnTo>
                      <a:pt x="1333" y="70"/>
                    </a:lnTo>
                    <a:lnTo>
                      <a:pt x="1332" y="68"/>
                    </a:lnTo>
                    <a:lnTo>
                      <a:pt x="1331" y="63"/>
                    </a:lnTo>
                    <a:lnTo>
                      <a:pt x="1332" y="59"/>
                    </a:lnTo>
                    <a:lnTo>
                      <a:pt x="1332" y="49"/>
                    </a:lnTo>
                    <a:lnTo>
                      <a:pt x="1327" y="46"/>
                    </a:lnTo>
                    <a:lnTo>
                      <a:pt x="1325" y="38"/>
                    </a:lnTo>
                    <a:lnTo>
                      <a:pt x="1316" y="42"/>
                    </a:lnTo>
                    <a:lnTo>
                      <a:pt x="1310" y="38"/>
                    </a:lnTo>
                    <a:lnTo>
                      <a:pt x="1301" y="41"/>
                    </a:lnTo>
                    <a:lnTo>
                      <a:pt x="1293" y="56"/>
                    </a:lnTo>
                    <a:lnTo>
                      <a:pt x="1290" y="70"/>
                    </a:lnTo>
                    <a:lnTo>
                      <a:pt x="1290" y="89"/>
                    </a:lnTo>
                    <a:lnTo>
                      <a:pt x="1293" y="103"/>
                    </a:lnTo>
                    <a:lnTo>
                      <a:pt x="1280" y="110"/>
                    </a:lnTo>
                    <a:lnTo>
                      <a:pt x="1271" y="102"/>
                    </a:lnTo>
                    <a:lnTo>
                      <a:pt x="1260" y="105"/>
                    </a:lnTo>
                    <a:lnTo>
                      <a:pt x="1257" y="101"/>
                    </a:lnTo>
                    <a:lnTo>
                      <a:pt x="1267" y="91"/>
                    </a:lnTo>
                    <a:lnTo>
                      <a:pt x="1277" y="76"/>
                    </a:lnTo>
                    <a:lnTo>
                      <a:pt x="1272" y="67"/>
                    </a:lnTo>
                    <a:lnTo>
                      <a:pt x="1257" y="78"/>
                    </a:lnTo>
                    <a:lnTo>
                      <a:pt x="1247" y="78"/>
                    </a:lnTo>
                    <a:lnTo>
                      <a:pt x="1262" y="67"/>
                    </a:lnTo>
                    <a:lnTo>
                      <a:pt x="1253" y="56"/>
                    </a:lnTo>
                    <a:lnTo>
                      <a:pt x="1260" y="47"/>
                    </a:lnTo>
                    <a:lnTo>
                      <a:pt x="1277" y="49"/>
                    </a:lnTo>
                    <a:lnTo>
                      <a:pt x="1284" y="35"/>
                    </a:lnTo>
                    <a:lnTo>
                      <a:pt x="1285" y="19"/>
                    </a:lnTo>
                    <a:lnTo>
                      <a:pt x="1273" y="19"/>
                    </a:lnTo>
                    <a:lnTo>
                      <a:pt x="1275" y="9"/>
                    </a:lnTo>
                    <a:lnTo>
                      <a:pt x="1268" y="3"/>
                    </a:lnTo>
                    <a:lnTo>
                      <a:pt x="1262" y="3"/>
                    </a:lnTo>
                    <a:lnTo>
                      <a:pt x="1250" y="13"/>
                    </a:lnTo>
                    <a:lnTo>
                      <a:pt x="1239" y="0"/>
                    </a:lnTo>
                    <a:lnTo>
                      <a:pt x="1236" y="17"/>
                    </a:lnTo>
                    <a:lnTo>
                      <a:pt x="1231" y="37"/>
                    </a:lnTo>
                    <a:lnTo>
                      <a:pt x="1226" y="49"/>
                    </a:lnTo>
                    <a:lnTo>
                      <a:pt x="1220" y="59"/>
                    </a:lnTo>
                    <a:lnTo>
                      <a:pt x="1218" y="67"/>
                    </a:lnTo>
                    <a:lnTo>
                      <a:pt x="1219" y="78"/>
                    </a:lnTo>
                    <a:lnTo>
                      <a:pt x="1212" y="79"/>
                    </a:lnTo>
                    <a:lnTo>
                      <a:pt x="1208" y="89"/>
                    </a:lnTo>
                    <a:lnTo>
                      <a:pt x="1208" y="103"/>
                    </a:lnTo>
                    <a:lnTo>
                      <a:pt x="1197" y="103"/>
                    </a:lnTo>
                    <a:lnTo>
                      <a:pt x="1182" y="118"/>
                    </a:lnTo>
                    <a:lnTo>
                      <a:pt x="1183" y="102"/>
                    </a:lnTo>
                    <a:lnTo>
                      <a:pt x="1188" y="85"/>
                    </a:lnTo>
                    <a:lnTo>
                      <a:pt x="1178" y="70"/>
                    </a:lnTo>
                    <a:lnTo>
                      <a:pt x="1188" y="62"/>
                    </a:lnTo>
                    <a:lnTo>
                      <a:pt x="1188" y="41"/>
                    </a:lnTo>
                    <a:lnTo>
                      <a:pt x="1187" y="28"/>
                    </a:lnTo>
                    <a:lnTo>
                      <a:pt x="1182" y="27"/>
                    </a:lnTo>
                    <a:lnTo>
                      <a:pt x="1176" y="31"/>
                    </a:lnTo>
                    <a:lnTo>
                      <a:pt x="1142" y="90"/>
                    </a:lnTo>
                    <a:lnTo>
                      <a:pt x="1135" y="96"/>
                    </a:lnTo>
                    <a:lnTo>
                      <a:pt x="1129" y="111"/>
                    </a:lnTo>
                    <a:lnTo>
                      <a:pt x="1121" y="122"/>
                    </a:lnTo>
                    <a:lnTo>
                      <a:pt x="1115" y="140"/>
                    </a:lnTo>
                    <a:lnTo>
                      <a:pt x="1123" y="132"/>
                    </a:lnTo>
                    <a:lnTo>
                      <a:pt x="1101" y="167"/>
                    </a:lnTo>
                    <a:lnTo>
                      <a:pt x="1092" y="172"/>
                    </a:lnTo>
                    <a:lnTo>
                      <a:pt x="1091" y="160"/>
                    </a:lnTo>
                    <a:lnTo>
                      <a:pt x="1092" y="148"/>
                    </a:lnTo>
                    <a:lnTo>
                      <a:pt x="1099" y="139"/>
                    </a:lnTo>
                    <a:lnTo>
                      <a:pt x="1104" y="137"/>
                    </a:lnTo>
                    <a:lnTo>
                      <a:pt x="1104" y="129"/>
                    </a:lnTo>
                    <a:lnTo>
                      <a:pt x="1106" y="112"/>
                    </a:lnTo>
                    <a:lnTo>
                      <a:pt x="1105" y="105"/>
                    </a:lnTo>
                    <a:lnTo>
                      <a:pt x="1111" y="87"/>
                    </a:lnTo>
                    <a:lnTo>
                      <a:pt x="1133" y="58"/>
                    </a:lnTo>
                    <a:lnTo>
                      <a:pt x="1140" y="42"/>
                    </a:lnTo>
                    <a:lnTo>
                      <a:pt x="1131" y="37"/>
                    </a:lnTo>
                    <a:lnTo>
                      <a:pt x="1116" y="48"/>
                    </a:lnTo>
                    <a:lnTo>
                      <a:pt x="1107" y="51"/>
                    </a:lnTo>
                    <a:lnTo>
                      <a:pt x="1106" y="37"/>
                    </a:lnTo>
                    <a:lnTo>
                      <a:pt x="1100" y="33"/>
                    </a:lnTo>
                    <a:lnTo>
                      <a:pt x="1096" y="27"/>
                    </a:lnTo>
                    <a:lnTo>
                      <a:pt x="1095" y="20"/>
                    </a:lnTo>
                    <a:lnTo>
                      <a:pt x="1085" y="32"/>
                    </a:lnTo>
                    <a:lnTo>
                      <a:pt x="1081" y="26"/>
                    </a:lnTo>
                    <a:lnTo>
                      <a:pt x="1074" y="26"/>
                    </a:lnTo>
                    <a:lnTo>
                      <a:pt x="1073" y="51"/>
                    </a:lnTo>
                    <a:lnTo>
                      <a:pt x="1059" y="46"/>
                    </a:lnTo>
                    <a:lnTo>
                      <a:pt x="1065" y="59"/>
                    </a:lnTo>
                    <a:lnTo>
                      <a:pt x="1073" y="67"/>
                    </a:lnTo>
                    <a:lnTo>
                      <a:pt x="1074" y="71"/>
                    </a:lnTo>
                    <a:lnTo>
                      <a:pt x="1061" y="79"/>
                    </a:lnTo>
                    <a:lnTo>
                      <a:pt x="1053" y="91"/>
                    </a:lnTo>
                    <a:lnTo>
                      <a:pt x="1057" y="105"/>
                    </a:lnTo>
                    <a:lnTo>
                      <a:pt x="1032" y="105"/>
                    </a:lnTo>
                    <a:lnTo>
                      <a:pt x="1020" y="118"/>
                    </a:lnTo>
                    <a:lnTo>
                      <a:pt x="1015" y="129"/>
                    </a:lnTo>
                    <a:lnTo>
                      <a:pt x="1002" y="144"/>
                    </a:lnTo>
                    <a:lnTo>
                      <a:pt x="1000" y="150"/>
                    </a:lnTo>
                    <a:lnTo>
                      <a:pt x="1003" y="159"/>
                    </a:lnTo>
                    <a:lnTo>
                      <a:pt x="1000" y="169"/>
                    </a:lnTo>
                    <a:lnTo>
                      <a:pt x="1000" y="183"/>
                    </a:lnTo>
                    <a:lnTo>
                      <a:pt x="992" y="184"/>
                    </a:lnTo>
                    <a:lnTo>
                      <a:pt x="987" y="178"/>
                    </a:lnTo>
                    <a:lnTo>
                      <a:pt x="987" y="170"/>
                    </a:lnTo>
                    <a:lnTo>
                      <a:pt x="992" y="166"/>
                    </a:lnTo>
                    <a:lnTo>
                      <a:pt x="978" y="162"/>
                    </a:lnTo>
                    <a:lnTo>
                      <a:pt x="986" y="151"/>
                    </a:lnTo>
                    <a:lnTo>
                      <a:pt x="984" y="150"/>
                    </a:lnTo>
                    <a:lnTo>
                      <a:pt x="954" y="145"/>
                    </a:lnTo>
                    <a:lnTo>
                      <a:pt x="956" y="159"/>
                    </a:lnTo>
                    <a:lnTo>
                      <a:pt x="952" y="160"/>
                    </a:lnTo>
                    <a:lnTo>
                      <a:pt x="944" y="156"/>
                    </a:lnTo>
                    <a:lnTo>
                      <a:pt x="944" y="150"/>
                    </a:lnTo>
                    <a:lnTo>
                      <a:pt x="941" y="140"/>
                    </a:lnTo>
                    <a:lnTo>
                      <a:pt x="938" y="143"/>
                    </a:lnTo>
                    <a:lnTo>
                      <a:pt x="935" y="133"/>
                    </a:lnTo>
                    <a:lnTo>
                      <a:pt x="929" y="138"/>
                    </a:lnTo>
                    <a:lnTo>
                      <a:pt x="927" y="133"/>
                    </a:lnTo>
                    <a:lnTo>
                      <a:pt x="922" y="138"/>
                    </a:lnTo>
                    <a:lnTo>
                      <a:pt x="920" y="155"/>
                    </a:lnTo>
                    <a:lnTo>
                      <a:pt x="916" y="146"/>
                    </a:lnTo>
                    <a:lnTo>
                      <a:pt x="911" y="135"/>
                    </a:lnTo>
                    <a:lnTo>
                      <a:pt x="907" y="132"/>
                    </a:lnTo>
                    <a:lnTo>
                      <a:pt x="907" y="157"/>
                    </a:lnTo>
                    <a:lnTo>
                      <a:pt x="924" y="167"/>
                    </a:lnTo>
                    <a:lnTo>
                      <a:pt x="930" y="167"/>
                    </a:lnTo>
                    <a:lnTo>
                      <a:pt x="930" y="178"/>
                    </a:lnTo>
                    <a:lnTo>
                      <a:pt x="928" y="188"/>
                    </a:lnTo>
                    <a:lnTo>
                      <a:pt x="928" y="199"/>
                    </a:lnTo>
                    <a:lnTo>
                      <a:pt x="933" y="210"/>
                    </a:lnTo>
                    <a:lnTo>
                      <a:pt x="933" y="225"/>
                    </a:lnTo>
                    <a:lnTo>
                      <a:pt x="925" y="219"/>
                    </a:lnTo>
                    <a:lnTo>
                      <a:pt x="907" y="191"/>
                    </a:lnTo>
                    <a:lnTo>
                      <a:pt x="891" y="175"/>
                    </a:lnTo>
                    <a:lnTo>
                      <a:pt x="895" y="194"/>
                    </a:lnTo>
                    <a:lnTo>
                      <a:pt x="890" y="194"/>
                    </a:lnTo>
                    <a:lnTo>
                      <a:pt x="886" y="205"/>
                    </a:lnTo>
                    <a:lnTo>
                      <a:pt x="881" y="204"/>
                    </a:lnTo>
                    <a:lnTo>
                      <a:pt x="877" y="212"/>
                    </a:lnTo>
                    <a:lnTo>
                      <a:pt x="874" y="208"/>
                    </a:lnTo>
                    <a:lnTo>
                      <a:pt x="874" y="202"/>
                    </a:lnTo>
                    <a:lnTo>
                      <a:pt x="877" y="191"/>
                    </a:lnTo>
                    <a:lnTo>
                      <a:pt x="870" y="194"/>
                    </a:lnTo>
                    <a:lnTo>
                      <a:pt x="863" y="204"/>
                    </a:lnTo>
                    <a:lnTo>
                      <a:pt x="859" y="218"/>
                    </a:lnTo>
                    <a:lnTo>
                      <a:pt x="853" y="220"/>
                    </a:lnTo>
                    <a:lnTo>
                      <a:pt x="855" y="235"/>
                    </a:lnTo>
                    <a:lnTo>
                      <a:pt x="857" y="241"/>
                    </a:lnTo>
                    <a:lnTo>
                      <a:pt x="841" y="256"/>
                    </a:lnTo>
                    <a:lnTo>
                      <a:pt x="834" y="275"/>
                    </a:lnTo>
                    <a:lnTo>
                      <a:pt x="827" y="285"/>
                    </a:lnTo>
                    <a:lnTo>
                      <a:pt x="837" y="264"/>
                    </a:lnTo>
                    <a:lnTo>
                      <a:pt x="838" y="252"/>
                    </a:lnTo>
                    <a:lnTo>
                      <a:pt x="839" y="229"/>
                    </a:lnTo>
                    <a:lnTo>
                      <a:pt x="841" y="212"/>
                    </a:lnTo>
                    <a:lnTo>
                      <a:pt x="838" y="191"/>
                    </a:lnTo>
                    <a:lnTo>
                      <a:pt x="828" y="194"/>
                    </a:lnTo>
                    <a:lnTo>
                      <a:pt x="822" y="208"/>
                    </a:lnTo>
                    <a:lnTo>
                      <a:pt x="812" y="223"/>
                    </a:lnTo>
                    <a:lnTo>
                      <a:pt x="809" y="246"/>
                    </a:lnTo>
                    <a:lnTo>
                      <a:pt x="804" y="266"/>
                    </a:lnTo>
                    <a:lnTo>
                      <a:pt x="803" y="214"/>
                    </a:lnTo>
                    <a:lnTo>
                      <a:pt x="777" y="218"/>
                    </a:lnTo>
                    <a:lnTo>
                      <a:pt x="768" y="235"/>
                    </a:lnTo>
                    <a:lnTo>
                      <a:pt x="767" y="240"/>
                    </a:lnTo>
                    <a:lnTo>
                      <a:pt x="769" y="261"/>
                    </a:lnTo>
                    <a:lnTo>
                      <a:pt x="779" y="274"/>
                    </a:lnTo>
                    <a:lnTo>
                      <a:pt x="788" y="278"/>
                    </a:lnTo>
                    <a:lnTo>
                      <a:pt x="795" y="291"/>
                    </a:lnTo>
                    <a:lnTo>
                      <a:pt x="794" y="301"/>
                    </a:lnTo>
                    <a:lnTo>
                      <a:pt x="785" y="300"/>
                    </a:lnTo>
                    <a:lnTo>
                      <a:pt x="779" y="284"/>
                    </a:lnTo>
                    <a:lnTo>
                      <a:pt x="768" y="277"/>
                    </a:lnTo>
                    <a:lnTo>
                      <a:pt x="760" y="261"/>
                    </a:lnTo>
                    <a:lnTo>
                      <a:pt x="751" y="252"/>
                    </a:lnTo>
                    <a:lnTo>
                      <a:pt x="739" y="254"/>
                    </a:lnTo>
                    <a:lnTo>
                      <a:pt x="746" y="272"/>
                    </a:lnTo>
                    <a:lnTo>
                      <a:pt x="760" y="284"/>
                    </a:lnTo>
                    <a:lnTo>
                      <a:pt x="750" y="294"/>
                    </a:lnTo>
                    <a:lnTo>
                      <a:pt x="741" y="286"/>
                    </a:lnTo>
                    <a:lnTo>
                      <a:pt x="737" y="293"/>
                    </a:lnTo>
                    <a:lnTo>
                      <a:pt x="735" y="280"/>
                    </a:lnTo>
                    <a:lnTo>
                      <a:pt x="726" y="285"/>
                    </a:lnTo>
                    <a:lnTo>
                      <a:pt x="726" y="280"/>
                    </a:lnTo>
                    <a:lnTo>
                      <a:pt x="729" y="267"/>
                    </a:lnTo>
                    <a:lnTo>
                      <a:pt x="724" y="261"/>
                    </a:lnTo>
                    <a:lnTo>
                      <a:pt x="721" y="266"/>
                    </a:lnTo>
                    <a:lnTo>
                      <a:pt x="714" y="290"/>
                    </a:lnTo>
                    <a:lnTo>
                      <a:pt x="715" y="299"/>
                    </a:lnTo>
                    <a:lnTo>
                      <a:pt x="720" y="306"/>
                    </a:lnTo>
                    <a:lnTo>
                      <a:pt x="697" y="318"/>
                    </a:lnTo>
                    <a:lnTo>
                      <a:pt x="691" y="325"/>
                    </a:lnTo>
                    <a:lnTo>
                      <a:pt x="688" y="332"/>
                    </a:lnTo>
                    <a:lnTo>
                      <a:pt x="687" y="343"/>
                    </a:lnTo>
                    <a:lnTo>
                      <a:pt x="690" y="350"/>
                    </a:lnTo>
                    <a:lnTo>
                      <a:pt x="698" y="347"/>
                    </a:lnTo>
                    <a:lnTo>
                      <a:pt x="704" y="355"/>
                    </a:lnTo>
                    <a:lnTo>
                      <a:pt x="692" y="355"/>
                    </a:lnTo>
                    <a:lnTo>
                      <a:pt x="696" y="365"/>
                    </a:lnTo>
                    <a:lnTo>
                      <a:pt x="696" y="372"/>
                    </a:lnTo>
                    <a:lnTo>
                      <a:pt x="683" y="368"/>
                    </a:lnTo>
                    <a:lnTo>
                      <a:pt x="678" y="370"/>
                    </a:lnTo>
                    <a:lnTo>
                      <a:pt x="686" y="377"/>
                    </a:lnTo>
                    <a:lnTo>
                      <a:pt x="681" y="383"/>
                    </a:lnTo>
                    <a:lnTo>
                      <a:pt x="670" y="380"/>
                    </a:lnTo>
                    <a:lnTo>
                      <a:pt x="667" y="386"/>
                    </a:lnTo>
                    <a:lnTo>
                      <a:pt x="659" y="383"/>
                    </a:lnTo>
                    <a:lnTo>
                      <a:pt x="643" y="390"/>
                    </a:lnTo>
                    <a:lnTo>
                      <a:pt x="639" y="399"/>
                    </a:lnTo>
                    <a:lnTo>
                      <a:pt x="633" y="403"/>
                    </a:lnTo>
                    <a:lnTo>
                      <a:pt x="632" y="407"/>
                    </a:lnTo>
                    <a:lnTo>
                      <a:pt x="642" y="414"/>
                    </a:lnTo>
                    <a:lnTo>
                      <a:pt x="651" y="410"/>
                    </a:lnTo>
                    <a:lnTo>
                      <a:pt x="656" y="404"/>
                    </a:lnTo>
                    <a:lnTo>
                      <a:pt x="672" y="414"/>
                    </a:lnTo>
                    <a:lnTo>
                      <a:pt x="685" y="406"/>
                    </a:lnTo>
                    <a:lnTo>
                      <a:pt x="687" y="409"/>
                    </a:lnTo>
                    <a:lnTo>
                      <a:pt x="691" y="418"/>
                    </a:lnTo>
                    <a:lnTo>
                      <a:pt x="681" y="418"/>
                    </a:lnTo>
                    <a:lnTo>
                      <a:pt x="676" y="425"/>
                    </a:lnTo>
                    <a:lnTo>
                      <a:pt x="674" y="439"/>
                    </a:lnTo>
                    <a:lnTo>
                      <a:pt x="659" y="430"/>
                    </a:lnTo>
                    <a:lnTo>
                      <a:pt x="648" y="430"/>
                    </a:lnTo>
                    <a:lnTo>
                      <a:pt x="645" y="424"/>
                    </a:lnTo>
                    <a:lnTo>
                      <a:pt x="633" y="422"/>
                    </a:lnTo>
                    <a:lnTo>
                      <a:pt x="619" y="430"/>
                    </a:lnTo>
                    <a:lnTo>
                      <a:pt x="616" y="438"/>
                    </a:lnTo>
                    <a:lnTo>
                      <a:pt x="626" y="453"/>
                    </a:lnTo>
                    <a:lnTo>
                      <a:pt x="626" y="462"/>
                    </a:lnTo>
                    <a:lnTo>
                      <a:pt x="619" y="461"/>
                    </a:lnTo>
                    <a:lnTo>
                      <a:pt x="624" y="476"/>
                    </a:lnTo>
                    <a:lnTo>
                      <a:pt x="626" y="487"/>
                    </a:lnTo>
                    <a:lnTo>
                      <a:pt x="617" y="483"/>
                    </a:lnTo>
                    <a:lnTo>
                      <a:pt x="617" y="494"/>
                    </a:lnTo>
                    <a:lnTo>
                      <a:pt x="610" y="495"/>
                    </a:lnTo>
                    <a:lnTo>
                      <a:pt x="605" y="457"/>
                    </a:lnTo>
                    <a:lnTo>
                      <a:pt x="597" y="460"/>
                    </a:lnTo>
                    <a:lnTo>
                      <a:pt x="594" y="473"/>
                    </a:lnTo>
                    <a:lnTo>
                      <a:pt x="586" y="471"/>
                    </a:lnTo>
                    <a:lnTo>
                      <a:pt x="583" y="474"/>
                    </a:lnTo>
                    <a:lnTo>
                      <a:pt x="594" y="479"/>
                    </a:lnTo>
                    <a:lnTo>
                      <a:pt x="591" y="483"/>
                    </a:lnTo>
                    <a:lnTo>
                      <a:pt x="583" y="485"/>
                    </a:lnTo>
                    <a:lnTo>
                      <a:pt x="575" y="490"/>
                    </a:lnTo>
                    <a:lnTo>
                      <a:pt x="573" y="499"/>
                    </a:lnTo>
                    <a:lnTo>
                      <a:pt x="574" y="509"/>
                    </a:lnTo>
                    <a:lnTo>
                      <a:pt x="583" y="516"/>
                    </a:lnTo>
                    <a:lnTo>
                      <a:pt x="575" y="520"/>
                    </a:lnTo>
                    <a:lnTo>
                      <a:pt x="580" y="525"/>
                    </a:lnTo>
                    <a:lnTo>
                      <a:pt x="574" y="527"/>
                    </a:lnTo>
                    <a:lnTo>
                      <a:pt x="570" y="539"/>
                    </a:lnTo>
                    <a:lnTo>
                      <a:pt x="567" y="542"/>
                    </a:lnTo>
                    <a:lnTo>
                      <a:pt x="561" y="542"/>
                    </a:lnTo>
                    <a:lnTo>
                      <a:pt x="562" y="546"/>
                    </a:lnTo>
                    <a:lnTo>
                      <a:pt x="572" y="549"/>
                    </a:lnTo>
                    <a:lnTo>
                      <a:pt x="591" y="542"/>
                    </a:lnTo>
                    <a:lnTo>
                      <a:pt x="578" y="558"/>
                    </a:lnTo>
                    <a:lnTo>
                      <a:pt x="572" y="562"/>
                    </a:lnTo>
                    <a:lnTo>
                      <a:pt x="553" y="558"/>
                    </a:lnTo>
                    <a:lnTo>
                      <a:pt x="548" y="553"/>
                    </a:lnTo>
                    <a:lnTo>
                      <a:pt x="547" y="546"/>
                    </a:lnTo>
                    <a:lnTo>
                      <a:pt x="540" y="547"/>
                    </a:lnTo>
                    <a:lnTo>
                      <a:pt x="529" y="557"/>
                    </a:lnTo>
                    <a:lnTo>
                      <a:pt x="524" y="574"/>
                    </a:lnTo>
                    <a:lnTo>
                      <a:pt x="514" y="581"/>
                    </a:lnTo>
                    <a:lnTo>
                      <a:pt x="513" y="591"/>
                    </a:lnTo>
                    <a:lnTo>
                      <a:pt x="520" y="591"/>
                    </a:lnTo>
                    <a:lnTo>
                      <a:pt x="519" y="598"/>
                    </a:lnTo>
                    <a:lnTo>
                      <a:pt x="518" y="603"/>
                    </a:lnTo>
                    <a:lnTo>
                      <a:pt x="509" y="607"/>
                    </a:lnTo>
                    <a:lnTo>
                      <a:pt x="504" y="625"/>
                    </a:lnTo>
                    <a:lnTo>
                      <a:pt x="497" y="624"/>
                    </a:lnTo>
                    <a:lnTo>
                      <a:pt x="491" y="628"/>
                    </a:lnTo>
                    <a:lnTo>
                      <a:pt x="484" y="629"/>
                    </a:lnTo>
                    <a:lnTo>
                      <a:pt x="476" y="640"/>
                    </a:lnTo>
                    <a:lnTo>
                      <a:pt x="482" y="650"/>
                    </a:lnTo>
                    <a:lnTo>
                      <a:pt x="478" y="654"/>
                    </a:lnTo>
                    <a:lnTo>
                      <a:pt x="467" y="656"/>
                    </a:lnTo>
                    <a:lnTo>
                      <a:pt x="467" y="666"/>
                    </a:lnTo>
                    <a:lnTo>
                      <a:pt x="456" y="667"/>
                    </a:lnTo>
                    <a:lnTo>
                      <a:pt x="459" y="673"/>
                    </a:lnTo>
                    <a:lnTo>
                      <a:pt x="454" y="677"/>
                    </a:lnTo>
                    <a:lnTo>
                      <a:pt x="452" y="686"/>
                    </a:lnTo>
                    <a:lnTo>
                      <a:pt x="465" y="688"/>
                    </a:lnTo>
                    <a:lnTo>
                      <a:pt x="462" y="694"/>
                    </a:lnTo>
                    <a:lnTo>
                      <a:pt x="454" y="699"/>
                    </a:lnTo>
                    <a:lnTo>
                      <a:pt x="448" y="694"/>
                    </a:lnTo>
                    <a:lnTo>
                      <a:pt x="448" y="697"/>
                    </a:lnTo>
                    <a:lnTo>
                      <a:pt x="448" y="711"/>
                    </a:lnTo>
                    <a:lnTo>
                      <a:pt x="454" y="720"/>
                    </a:lnTo>
                    <a:lnTo>
                      <a:pt x="459" y="713"/>
                    </a:lnTo>
                    <a:lnTo>
                      <a:pt x="463" y="716"/>
                    </a:lnTo>
                    <a:lnTo>
                      <a:pt x="461" y="726"/>
                    </a:lnTo>
                    <a:lnTo>
                      <a:pt x="440" y="729"/>
                    </a:lnTo>
                    <a:lnTo>
                      <a:pt x="436" y="734"/>
                    </a:lnTo>
                    <a:lnTo>
                      <a:pt x="435" y="748"/>
                    </a:lnTo>
                    <a:lnTo>
                      <a:pt x="427" y="754"/>
                    </a:lnTo>
                    <a:lnTo>
                      <a:pt x="418" y="757"/>
                    </a:lnTo>
                    <a:lnTo>
                      <a:pt x="412" y="772"/>
                    </a:lnTo>
                    <a:lnTo>
                      <a:pt x="420" y="770"/>
                    </a:lnTo>
                    <a:lnTo>
                      <a:pt x="429" y="762"/>
                    </a:lnTo>
                    <a:lnTo>
                      <a:pt x="440" y="757"/>
                    </a:lnTo>
                    <a:lnTo>
                      <a:pt x="440" y="767"/>
                    </a:lnTo>
                    <a:lnTo>
                      <a:pt x="446" y="779"/>
                    </a:lnTo>
                    <a:lnTo>
                      <a:pt x="427" y="773"/>
                    </a:lnTo>
                    <a:lnTo>
                      <a:pt x="425" y="781"/>
                    </a:lnTo>
                    <a:lnTo>
                      <a:pt x="429" y="785"/>
                    </a:lnTo>
                    <a:lnTo>
                      <a:pt x="423" y="790"/>
                    </a:lnTo>
                    <a:lnTo>
                      <a:pt x="420" y="796"/>
                    </a:lnTo>
                    <a:lnTo>
                      <a:pt x="423" y="806"/>
                    </a:lnTo>
                    <a:lnTo>
                      <a:pt x="419" y="808"/>
                    </a:lnTo>
                    <a:lnTo>
                      <a:pt x="413" y="805"/>
                    </a:lnTo>
                    <a:lnTo>
                      <a:pt x="409" y="811"/>
                    </a:lnTo>
                    <a:lnTo>
                      <a:pt x="412" y="821"/>
                    </a:lnTo>
                    <a:lnTo>
                      <a:pt x="418" y="826"/>
                    </a:lnTo>
                    <a:lnTo>
                      <a:pt x="420" y="845"/>
                    </a:lnTo>
                    <a:lnTo>
                      <a:pt x="413" y="837"/>
                    </a:lnTo>
                    <a:lnTo>
                      <a:pt x="406" y="834"/>
                    </a:lnTo>
                    <a:lnTo>
                      <a:pt x="400" y="821"/>
                    </a:lnTo>
                    <a:lnTo>
                      <a:pt x="401" y="838"/>
                    </a:lnTo>
                    <a:lnTo>
                      <a:pt x="397" y="844"/>
                    </a:lnTo>
                    <a:lnTo>
                      <a:pt x="391" y="847"/>
                    </a:lnTo>
                    <a:lnTo>
                      <a:pt x="387" y="856"/>
                    </a:lnTo>
                    <a:lnTo>
                      <a:pt x="392" y="859"/>
                    </a:lnTo>
                    <a:lnTo>
                      <a:pt x="398" y="856"/>
                    </a:lnTo>
                    <a:lnTo>
                      <a:pt x="403" y="848"/>
                    </a:lnTo>
                    <a:lnTo>
                      <a:pt x="405" y="851"/>
                    </a:lnTo>
                    <a:lnTo>
                      <a:pt x="403" y="856"/>
                    </a:lnTo>
                    <a:lnTo>
                      <a:pt x="403" y="864"/>
                    </a:lnTo>
                    <a:lnTo>
                      <a:pt x="406" y="871"/>
                    </a:lnTo>
                    <a:lnTo>
                      <a:pt x="398" y="877"/>
                    </a:lnTo>
                    <a:lnTo>
                      <a:pt x="387" y="872"/>
                    </a:lnTo>
                    <a:lnTo>
                      <a:pt x="382" y="880"/>
                    </a:lnTo>
                    <a:lnTo>
                      <a:pt x="376" y="876"/>
                    </a:lnTo>
                    <a:lnTo>
                      <a:pt x="369" y="886"/>
                    </a:lnTo>
                    <a:lnTo>
                      <a:pt x="368" y="896"/>
                    </a:lnTo>
                    <a:lnTo>
                      <a:pt x="360" y="902"/>
                    </a:lnTo>
                    <a:lnTo>
                      <a:pt x="352" y="904"/>
                    </a:lnTo>
                    <a:lnTo>
                      <a:pt x="347" y="925"/>
                    </a:lnTo>
                    <a:lnTo>
                      <a:pt x="357" y="921"/>
                    </a:lnTo>
                    <a:lnTo>
                      <a:pt x="366" y="915"/>
                    </a:lnTo>
                    <a:lnTo>
                      <a:pt x="370" y="919"/>
                    </a:lnTo>
                    <a:lnTo>
                      <a:pt x="353" y="926"/>
                    </a:lnTo>
                    <a:lnTo>
                      <a:pt x="353" y="937"/>
                    </a:lnTo>
                    <a:lnTo>
                      <a:pt x="355" y="948"/>
                    </a:lnTo>
                    <a:lnTo>
                      <a:pt x="352" y="955"/>
                    </a:lnTo>
                    <a:lnTo>
                      <a:pt x="341" y="958"/>
                    </a:lnTo>
                    <a:lnTo>
                      <a:pt x="327" y="947"/>
                    </a:lnTo>
                    <a:lnTo>
                      <a:pt x="323" y="947"/>
                    </a:lnTo>
                    <a:lnTo>
                      <a:pt x="315" y="962"/>
                    </a:lnTo>
                    <a:lnTo>
                      <a:pt x="305" y="969"/>
                    </a:lnTo>
                    <a:lnTo>
                      <a:pt x="304" y="976"/>
                    </a:lnTo>
                    <a:lnTo>
                      <a:pt x="296" y="980"/>
                    </a:lnTo>
                    <a:lnTo>
                      <a:pt x="280" y="1006"/>
                    </a:lnTo>
                    <a:lnTo>
                      <a:pt x="277" y="1012"/>
                    </a:lnTo>
                    <a:lnTo>
                      <a:pt x="280" y="1022"/>
                    </a:lnTo>
                    <a:lnTo>
                      <a:pt x="280" y="1026"/>
                    </a:lnTo>
                    <a:lnTo>
                      <a:pt x="258" y="1038"/>
                    </a:lnTo>
                    <a:lnTo>
                      <a:pt x="258" y="1048"/>
                    </a:lnTo>
                    <a:lnTo>
                      <a:pt x="263" y="1053"/>
                    </a:lnTo>
                    <a:lnTo>
                      <a:pt x="274" y="1048"/>
                    </a:lnTo>
                    <a:lnTo>
                      <a:pt x="269" y="1064"/>
                    </a:lnTo>
                    <a:lnTo>
                      <a:pt x="277" y="1075"/>
                    </a:lnTo>
                    <a:lnTo>
                      <a:pt x="283" y="1079"/>
                    </a:lnTo>
                    <a:lnTo>
                      <a:pt x="320" y="1052"/>
                    </a:lnTo>
                    <a:lnTo>
                      <a:pt x="342" y="1042"/>
                    </a:lnTo>
                    <a:lnTo>
                      <a:pt x="347" y="1036"/>
                    </a:lnTo>
                    <a:lnTo>
                      <a:pt x="352" y="1038"/>
                    </a:lnTo>
                    <a:lnTo>
                      <a:pt x="348" y="1044"/>
                    </a:lnTo>
                    <a:lnTo>
                      <a:pt x="335" y="1052"/>
                    </a:lnTo>
                    <a:lnTo>
                      <a:pt x="327" y="1053"/>
                    </a:lnTo>
                    <a:lnTo>
                      <a:pt x="316" y="1060"/>
                    </a:lnTo>
                    <a:lnTo>
                      <a:pt x="307" y="1068"/>
                    </a:lnTo>
                    <a:lnTo>
                      <a:pt x="314" y="1075"/>
                    </a:lnTo>
                    <a:lnTo>
                      <a:pt x="312" y="1079"/>
                    </a:lnTo>
                    <a:lnTo>
                      <a:pt x="295" y="1086"/>
                    </a:lnTo>
                    <a:lnTo>
                      <a:pt x="285" y="1086"/>
                    </a:lnTo>
                    <a:lnTo>
                      <a:pt x="282" y="1090"/>
                    </a:lnTo>
                    <a:lnTo>
                      <a:pt x="284" y="1096"/>
                    </a:lnTo>
                    <a:lnTo>
                      <a:pt x="280" y="1097"/>
                    </a:lnTo>
                    <a:lnTo>
                      <a:pt x="271" y="1096"/>
                    </a:lnTo>
                    <a:lnTo>
                      <a:pt x="271" y="1086"/>
                    </a:lnTo>
                    <a:lnTo>
                      <a:pt x="263" y="1071"/>
                    </a:lnTo>
                    <a:lnTo>
                      <a:pt x="258" y="1066"/>
                    </a:lnTo>
                    <a:lnTo>
                      <a:pt x="253" y="1066"/>
                    </a:lnTo>
                    <a:lnTo>
                      <a:pt x="250" y="1073"/>
                    </a:lnTo>
                    <a:lnTo>
                      <a:pt x="242" y="1074"/>
                    </a:lnTo>
                    <a:lnTo>
                      <a:pt x="236" y="1080"/>
                    </a:lnTo>
                    <a:lnTo>
                      <a:pt x="235" y="1087"/>
                    </a:lnTo>
                    <a:lnTo>
                      <a:pt x="241" y="1092"/>
                    </a:lnTo>
                    <a:lnTo>
                      <a:pt x="242" y="1097"/>
                    </a:lnTo>
                    <a:lnTo>
                      <a:pt x="231" y="1103"/>
                    </a:lnTo>
                    <a:lnTo>
                      <a:pt x="228" y="1097"/>
                    </a:lnTo>
                    <a:lnTo>
                      <a:pt x="228" y="1089"/>
                    </a:lnTo>
                    <a:lnTo>
                      <a:pt x="225" y="1082"/>
                    </a:lnTo>
                    <a:lnTo>
                      <a:pt x="198" y="1093"/>
                    </a:lnTo>
                    <a:lnTo>
                      <a:pt x="194" y="1098"/>
                    </a:lnTo>
                    <a:lnTo>
                      <a:pt x="190" y="1109"/>
                    </a:lnTo>
                    <a:lnTo>
                      <a:pt x="183" y="1108"/>
                    </a:lnTo>
                    <a:lnTo>
                      <a:pt x="185" y="1116"/>
                    </a:lnTo>
                    <a:lnTo>
                      <a:pt x="183" y="1119"/>
                    </a:lnTo>
                    <a:lnTo>
                      <a:pt x="175" y="1120"/>
                    </a:lnTo>
                    <a:lnTo>
                      <a:pt x="175" y="1117"/>
                    </a:lnTo>
                    <a:lnTo>
                      <a:pt x="174" y="1112"/>
                    </a:lnTo>
                    <a:lnTo>
                      <a:pt x="169" y="1113"/>
                    </a:lnTo>
                    <a:lnTo>
                      <a:pt x="166" y="1117"/>
                    </a:lnTo>
                    <a:lnTo>
                      <a:pt x="167" y="1122"/>
                    </a:lnTo>
                    <a:lnTo>
                      <a:pt x="166" y="1124"/>
                    </a:lnTo>
                    <a:lnTo>
                      <a:pt x="156" y="1124"/>
                    </a:lnTo>
                    <a:lnTo>
                      <a:pt x="143" y="1132"/>
                    </a:lnTo>
                    <a:lnTo>
                      <a:pt x="140" y="1145"/>
                    </a:lnTo>
                    <a:lnTo>
                      <a:pt x="135" y="1156"/>
                    </a:lnTo>
                    <a:lnTo>
                      <a:pt x="128" y="1151"/>
                    </a:lnTo>
                    <a:lnTo>
                      <a:pt x="118" y="1150"/>
                    </a:lnTo>
                    <a:lnTo>
                      <a:pt x="110" y="1157"/>
                    </a:lnTo>
                    <a:lnTo>
                      <a:pt x="107" y="1163"/>
                    </a:lnTo>
                    <a:lnTo>
                      <a:pt x="117" y="1171"/>
                    </a:lnTo>
                    <a:lnTo>
                      <a:pt x="111" y="1177"/>
                    </a:lnTo>
                    <a:lnTo>
                      <a:pt x="121" y="1178"/>
                    </a:lnTo>
                    <a:lnTo>
                      <a:pt x="132" y="1176"/>
                    </a:lnTo>
                    <a:lnTo>
                      <a:pt x="137" y="1182"/>
                    </a:lnTo>
                    <a:lnTo>
                      <a:pt x="142" y="1184"/>
                    </a:lnTo>
                    <a:lnTo>
                      <a:pt x="135" y="1193"/>
                    </a:lnTo>
                    <a:lnTo>
                      <a:pt x="138" y="1199"/>
                    </a:lnTo>
                    <a:lnTo>
                      <a:pt x="131" y="1195"/>
                    </a:lnTo>
                    <a:lnTo>
                      <a:pt x="122" y="1195"/>
                    </a:lnTo>
                    <a:lnTo>
                      <a:pt x="99" y="1192"/>
                    </a:lnTo>
                    <a:lnTo>
                      <a:pt x="91" y="1193"/>
                    </a:lnTo>
                    <a:lnTo>
                      <a:pt x="86" y="1197"/>
                    </a:lnTo>
                    <a:lnTo>
                      <a:pt x="80" y="1195"/>
                    </a:lnTo>
                    <a:lnTo>
                      <a:pt x="74" y="1200"/>
                    </a:lnTo>
                    <a:lnTo>
                      <a:pt x="75" y="1203"/>
                    </a:lnTo>
                    <a:lnTo>
                      <a:pt x="81" y="1205"/>
                    </a:lnTo>
                    <a:lnTo>
                      <a:pt x="75" y="1208"/>
                    </a:lnTo>
                    <a:lnTo>
                      <a:pt x="75" y="1214"/>
                    </a:lnTo>
                    <a:lnTo>
                      <a:pt x="83" y="1213"/>
                    </a:lnTo>
                    <a:lnTo>
                      <a:pt x="89" y="1210"/>
                    </a:lnTo>
                    <a:lnTo>
                      <a:pt x="81" y="1220"/>
                    </a:lnTo>
                    <a:lnTo>
                      <a:pt x="81" y="1227"/>
                    </a:lnTo>
                    <a:lnTo>
                      <a:pt x="86" y="1243"/>
                    </a:lnTo>
                    <a:lnTo>
                      <a:pt x="83" y="1245"/>
                    </a:lnTo>
                    <a:lnTo>
                      <a:pt x="78" y="1230"/>
                    </a:lnTo>
                    <a:lnTo>
                      <a:pt x="74" y="1224"/>
                    </a:lnTo>
                    <a:lnTo>
                      <a:pt x="64" y="1230"/>
                    </a:lnTo>
                    <a:lnTo>
                      <a:pt x="59" y="1238"/>
                    </a:lnTo>
                    <a:lnTo>
                      <a:pt x="56" y="1248"/>
                    </a:lnTo>
                    <a:lnTo>
                      <a:pt x="61" y="1253"/>
                    </a:lnTo>
                    <a:lnTo>
                      <a:pt x="62" y="1259"/>
                    </a:lnTo>
                    <a:lnTo>
                      <a:pt x="53" y="1253"/>
                    </a:lnTo>
                    <a:lnTo>
                      <a:pt x="50" y="1246"/>
                    </a:lnTo>
                    <a:lnTo>
                      <a:pt x="41" y="1248"/>
                    </a:lnTo>
                    <a:lnTo>
                      <a:pt x="27" y="1248"/>
                    </a:lnTo>
                    <a:lnTo>
                      <a:pt x="27" y="1254"/>
                    </a:lnTo>
                    <a:lnTo>
                      <a:pt x="29" y="1259"/>
                    </a:lnTo>
                    <a:lnTo>
                      <a:pt x="13" y="1247"/>
                    </a:lnTo>
                    <a:lnTo>
                      <a:pt x="9" y="1251"/>
                    </a:lnTo>
                    <a:lnTo>
                      <a:pt x="15" y="1265"/>
                    </a:lnTo>
                    <a:lnTo>
                      <a:pt x="11" y="1272"/>
                    </a:lnTo>
                    <a:lnTo>
                      <a:pt x="13" y="1274"/>
                    </a:lnTo>
                    <a:lnTo>
                      <a:pt x="41" y="1274"/>
                    </a:lnTo>
                    <a:lnTo>
                      <a:pt x="67" y="1268"/>
                    </a:lnTo>
                    <a:lnTo>
                      <a:pt x="51" y="1275"/>
                    </a:lnTo>
                    <a:lnTo>
                      <a:pt x="53" y="1279"/>
                    </a:lnTo>
                    <a:lnTo>
                      <a:pt x="65" y="1279"/>
                    </a:lnTo>
                    <a:lnTo>
                      <a:pt x="74" y="1275"/>
                    </a:lnTo>
                    <a:lnTo>
                      <a:pt x="77" y="1278"/>
                    </a:lnTo>
                    <a:lnTo>
                      <a:pt x="67" y="1284"/>
                    </a:lnTo>
                    <a:lnTo>
                      <a:pt x="52" y="1286"/>
                    </a:lnTo>
                    <a:lnTo>
                      <a:pt x="36" y="1286"/>
                    </a:lnTo>
                    <a:lnTo>
                      <a:pt x="30" y="1281"/>
                    </a:lnTo>
                    <a:lnTo>
                      <a:pt x="24" y="1281"/>
                    </a:lnTo>
                    <a:lnTo>
                      <a:pt x="13" y="1291"/>
                    </a:lnTo>
                    <a:lnTo>
                      <a:pt x="11" y="1296"/>
                    </a:lnTo>
                    <a:lnTo>
                      <a:pt x="4" y="1295"/>
                    </a:lnTo>
                    <a:lnTo>
                      <a:pt x="2" y="1297"/>
                    </a:lnTo>
                    <a:lnTo>
                      <a:pt x="0" y="1305"/>
                    </a:lnTo>
                    <a:lnTo>
                      <a:pt x="16" y="1310"/>
                    </a:lnTo>
                    <a:lnTo>
                      <a:pt x="15" y="1316"/>
                    </a:lnTo>
                    <a:lnTo>
                      <a:pt x="15" y="1322"/>
                    </a:lnTo>
                    <a:lnTo>
                      <a:pt x="10" y="1327"/>
                    </a:lnTo>
                    <a:lnTo>
                      <a:pt x="3" y="1335"/>
                    </a:lnTo>
                    <a:lnTo>
                      <a:pt x="5" y="1343"/>
                    </a:lnTo>
                    <a:lnTo>
                      <a:pt x="3" y="1346"/>
                    </a:lnTo>
                    <a:lnTo>
                      <a:pt x="3" y="1354"/>
                    </a:lnTo>
                    <a:lnTo>
                      <a:pt x="7" y="1358"/>
                    </a:lnTo>
                    <a:lnTo>
                      <a:pt x="7" y="1365"/>
                    </a:lnTo>
                    <a:lnTo>
                      <a:pt x="22" y="1367"/>
                    </a:lnTo>
                    <a:lnTo>
                      <a:pt x="53" y="1356"/>
                    </a:lnTo>
                    <a:lnTo>
                      <a:pt x="59" y="1360"/>
                    </a:lnTo>
                    <a:lnTo>
                      <a:pt x="72" y="1360"/>
                    </a:lnTo>
                    <a:lnTo>
                      <a:pt x="74" y="1349"/>
                    </a:lnTo>
                    <a:lnTo>
                      <a:pt x="83" y="1333"/>
                    </a:lnTo>
                    <a:lnTo>
                      <a:pt x="85" y="1343"/>
                    </a:lnTo>
                    <a:lnTo>
                      <a:pt x="81" y="1356"/>
                    </a:lnTo>
                    <a:lnTo>
                      <a:pt x="88" y="1359"/>
                    </a:lnTo>
                    <a:lnTo>
                      <a:pt x="99" y="1359"/>
                    </a:lnTo>
                    <a:lnTo>
                      <a:pt x="106" y="1356"/>
                    </a:lnTo>
                    <a:lnTo>
                      <a:pt x="111" y="1360"/>
                    </a:lnTo>
                    <a:lnTo>
                      <a:pt x="122" y="1348"/>
                    </a:lnTo>
                    <a:lnTo>
                      <a:pt x="126" y="1324"/>
                    </a:lnTo>
                    <a:lnTo>
                      <a:pt x="138" y="1317"/>
                    </a:lnTo>
                    <a:lnTo>
                      <a:pt x="139" y="1322"/>
                    </a:lnTo>
                    <a:lnTo>
                      <a:pt x="131" y="1338"/>
                    </a:lnTo>
                    <a:lnTo>
                      <a:pt x="129" y="1349"/>
                    </a:lnTo>
                    <a:lnTo>
                      <a:pt x="127" y="1354"/>
                    </a:lnTo>
                    <a:lnTo>
                      <a:pt x="133" y="1353"/>
                    </a:lnTo>
                    <a:lnTo>
                      <a:pt x="140" y="1349"/>
                    </a:lnTo>
                    <a:lnTo>
                      <a:pt x="145" y="1351"/>
                    </a:lnTo>
                    <a:lnTo>
                      <a:pt x="131" y="1362"/>
                    </a:lnTo>
                    <a:lnTo>
                      <a:pt x="113" y="1369"/>
                    </a:lnTo>
                    <a:lnTo>
                      <a:pt x="111" y="1378"/>
                    </a:lnTo>
                    <a:lnTo>
                      <a:pt x="118" y="1385"/>
                    </a:lnTo>
                    <a:lnTo>
                      <a:pt x="105" y="1393"/>
                    </a:lnTo>
                    <a:lnTo>
                      <a:pt x="105" y="1383"/>
                    </a:lnTo>
                    <a:lnTo>
                      <a:pt x="101" y="1376"/>
                    </a:lnTo>
                    <a:lnTo>
                      <a:pt x="91" y="1369"/>
                    </a:lnTo>
                    <a:lnTo>
                      <a:pt x="81" y="1369"/>
                    </a:lnTo>
                    <a:lnTo>
                      <a:pt x="68" y="1372"/>
                    </a:lnTo>
                    <a:lnTo>
                      <a:pt x="57" y="1370"/>
                    </a:lnTo>
                    <a:lnTo>
                      <a:pt x="47" y="1371"/>
                    </a:lnTo>
                    <a:lnTo>
                      <a:pt x="37" y="1370"/>
                    </a:lnTo>
                    <a:lnTo>
                      <a:pt x="29" y="1378"/>
                    </a:lnTo>
                    <a:lnTo>
                      <a:pt x="10" y="1373"/>
                    </a:lnTo>
                    <a:lnTo>
                      <a:pt x="5" y="1386"/>
                    </a:lnTo>
                    <a:lnTo>
                      <a:pt x="4" y="1397"/>
                    </a:lnTo>
                    <a:lnTo>
                      <a:pt x="14" y="1397"/>
                    </a:lnTo>
                    <a:lnTo>
                      <a:pt x="18" y="1396"/>
                    </a:lnTo>
                    <a:lnTo>
                      <a:pt x="18" y="1410"/>
                    </a:lnTo>
                    <a:lnTo>
                      <a:pt x="9" y="1407"/>
                    </a:lnTo>
                    <a:lnTo>
                      <a:pt x="3" y="1401"/>
                    </a:lnTo>
                    <a:lnTo>
                      <a:pt x="2" y="1403"/>
                    </a:lnTo>
                    <a:lnTo>
                      <a:pt x="0" y="1403"/>
                    </a:lnTo>
                    <a:lnTo>
                      <a:pt x="0" y="1407"/>
                    </a:lnTo>
                    <a:lnTo>
                      <a:pt x="10" y="1425"/>
                    </a:lnTo>
                    <a:lnTo>
                      <a:pt x="16" y="1426"/>
                    </a:lnTo>
                    <a:lnTo>
                      <a:pt x="30" y="1418"/>
                    </a:lnTo>
                    <a:lnTo>
                      <a:pt x="38" y="1415"/>
                    </a:lnTo>
                    <a:lnTo>
                      <a:pt x="25" y="1429"/>
                    </a:lnTo>
                    <a:lnTo>
                      <a:pt x="20" y="1436"/>
                    </a:lnTo>
                    <a:lnTo>
                      <a:pt x="24" y="1440"/>
                    </a:lnTo>
                    <a:lnTo>
                      <a:pt x="14" y="1446"/>
                    </a:lnTo>
                    <a:lnTo>
                      <a:pt x="9" y="1452"/>
                    </a:lnTo>
                    <a:lnTo>
                      <a:pt x="10" y="1461"/>
                    </a:lnTo>
                    <a:lnTo>
                      <a:pt x="15" y="1466"/>
                    </a:lnTo>
                    <a:lnTo>
                      <a:pt x="18" y="1472"/>
                    </a:lnTo>
                    <a:lnTo>
                      <a:pt x="24" y="1467"/>
                    </a:lnTo>
                    <a:lnTo>
                      <a:pt x="30" y="1461"/>
                    </a:lnTo>
                    <a:lnTo>
                      <a:pt x="30" y="1469"/>
                    </a:lnTo>
                    <a:lnTo>
                      <a:pt x="38" y="1483"/>
                    </a:lnTo>
                    <a:lnTo>
                      <a:pt x="31" y="1484"/>
                    </a:lnTo>
                    <a:lnTo>
                      <a:pt x="22" y="1490"/>
                    </a:lnTo>
                    <a:lnTo>
                      <a:pt x="22" y="1495"/>
                    </a:lnTo>
                    <a:lnTo>
                      <a:pt x="27" y="1499"/>
                    </a:lnTo>
                    <a:lnTo>
                      <a:pt x="37" y="1493"/>
                    </a:lnTo>
                    <a:lnTo>
                      <a:pt x="43" y="1482"/>
                    </a:lnTo>
                    <a:lnTo>
                      <a:pt x="45" y="1469"/>
                    </a:lnTo>
                    <a:lnTo>
                      <a:pt x="53" y="1463"/>
                    </a:lnTo>
                    <a:lnTo>
                      <a:pt x="63" y="1451"/>
                    </a:lnTo>
                    <a:lnTo>
                      <a:pt x="73" y="1431"/>
                    </a:lnTo>
                    <a:lnTo>
                      <a:pt x="83" y="1423"/>
                    </a:lnTo>
                    <a:lnTo>
                      <a:pt x="88" y="1428"/>
                    </a:lnTo>
                    <a:lnTo>
                      <a:pt x="88" y="1431"/>
                    </a:lnTo>
                    <a:lnTo>
                      <a:pt x="100" y="1429"/>
                    </a:lnTo>
                    <a:lnTo>
                      <a:pt x="110" y="1430"/>
                    </a:lnTo>
                    <a:lnTo>
                      <a:pt x="94" y="1437"/>
                    </a:lnTo>
                    <a:lnTo>
                      <a:pt x="91" y="1448"/>
                    </a:lnTo>
                    <a:lnTo>
                      <a:pt x="89" y="1455"/>
                    </a:lnTo>
                    <a:lnTo>
                      <a:pt x="88" y="1443"/>
                    </a:lnTo>
                    <a:lnTo>
                      <a:pt x="83" y="1442"/>
                    </a:lnTo>
                    <a:lnTo>
                      <a:pt x="74" y="1456"/>
                    </a:lnTo>
                    <a:lnTo>
                      <a:pt x="64" y="1467"/>
                    </a:lnTo>
                    <a:lnTo>
                      <a:pt x="70" y="1472"/>
                    </a:lnTo>
                    <a:lnTo>
                      <a:pt x="70" y="1475"/>
                    </a:lnTo>
                    <a:lnTo>
                      <a:pt x="59" y="1482"/>
                    </a:lnTo>
                    <a:lnTo>
                      <a:pt x="40" y="1506"/>
                    </a:lnTo>
                    <a:lnTo>
                      <a:pt x="47" y="1511"/>
                    </a:lnTo>
                    <a:lnTo>
                      <a:pt x="67" y="1511"/>
                    </a:lnTo>
                    <a:lnTo>
                      <a:pt x="72" y="1506"/>
                    </a:lnTo>
                    <a:lnTo>
                      <a:pt x="74" y="1510"/>
                    </a:lnTo>
                    <a:lnTo>
                      <a:pt x="53" y="1518"/>
                    </a:lnTo>
                    <a:lnTo>
                      <a:pt x="48" y="1525"/>
                    </a:lnTo>
                    <a:lnTo>
                      <a:pt x="47" y="1528"/>
                    </a:lnTo>
                    <a:lnTo>
                      <a:pt x="37" y="1528"/>
                    </a:lnTo>
                    <a:lnTo>
                      <a:pt x="32" y="1531"/>
                    </a:lnTo>
                    <a:lnTo>
                      <a:pt x="26" y="1528"/>
                    </a:lnTo>
                    <a:lnTo>
                      <a:pt x="18" y="1539"/>
                    </a:lnTo>
                    <a:lnTo>
                      <a:pt x="13" y="1549"/>
                    </a:lnTo>
                    <a:lnTo>
                      <a:pt x="13" y="1558"/>
                    </a:lnTo>
                    <a:lnTo>
                      <a:pt x="16" y="1560"/>
                    </a:lnTo>
                    <a:lnTo>
                      <a:pt x="18" y="1564"/>
                    </a:lnTo>
                    <a:lnTo>
                      <a:pt x="26" y="1563"/>
                    </a:lnTo>
                    <a:lnTo>
                      <a:pt x="30" y="1554"/>
                    </a:lnTo>
                    <a:lnTo>
                      <a:pt x="32" y="1563"/>
                    </a:lnTo>
                    <a:lnTo>
                      <a:pt x="40" y="1563"/>
                    </a:lnTo>
                    <a:lnTo>
                      <a:pt x="42" y="1556"/>
                    </a:lnTo>
                    <a:lnTo>
                      <a:pt x="41" y="1550"/>
                    </a:lnTo>
                    <a:lnTo>
                      <a:pt x="48" y="1555"/>
                    </a:lnTo>
                    <a:lnTo>
                      <a:pt x="63" y="1547"/>
                    </a:lnTo>
                    <a:lnTo>
                      <a:pt x="68" y="1541"/>
                    </a:lnTo>
                    <a:lnTo>
                      <a:pt x="73" y="1544"/>
                    </a:lnTo>
                    <a:lnTo>
                      <a:pt x="58" y="1561"/>
                    </a:lnTo>
                    <a:lnTo>
                      <a:pt x="64" y="1561"/>
                    </a:lnTo>
                    <a:lnTo>
                      <a:pt x="64" y="1571"/>
                    </a:lnTo>
                    <a:lnTo>
                      <a:pt x="58" y="1580"/>
                    </a:lnTo>
                    <a:lnTo>
                      <a:pt x="56" y="1587"/>
                    </a:lnTo>
                    <a:lnTo>
                      <a:pt x="50" y="1593"/>
                    </a:lnTo>
                    <a:lnTo>
                      <a:pt x="51" y="1599"/>
                    </a:lnTo>
                    <a:lnTo>
                      <a:pt x="51" y="1604"/>
                    </a:lnTo>
                    <a:lnTo>
                      <a:pt x="45" y="1603"/>
                    </a:lnTo>
                    <a:lnTo>
                      <a:pt x="40" y="1606"/>
                    </a:lnTo>
                    <a:lnTo>
                      <a:pt x="36" y="1598"/>
                    </a:lnTo>
                    <a:lnTo>
                      <a:pt x="32" y="1598"/>
                    </a:lnTo>
                    <a:lnTo>
                      <a:pt x="25" y="1630"/>
                    </a:lnTo>
                    <a:lnTo>
                      <a:pt x="38" y="1647"/>
                    </a:lnTo>
                    <a:lnTo>
                      <a:pt x="59" y="1666"/>
                    </a:lnTo>
                    <a:lnTo>
                      <a:pt x="74" y="1674"/>
                    </a:lnTo>
                    <a:lnTo>
                      <a:pt x="85" y="1677"/>
                    </a:lnTo>
                    <a:lnTo>
                      <a:pt x="92" y="1665"/>
                    </a:lnTo>
                    <a:lnTo>
                      <a:pt x="92" y="1682"/>
                    </a:lnTo>
                    <a:lnTo>
                      <a:pt x="90" y="1694"/>
                    </a:lnTo>
                    <a:lnTo>
                      <a:pt x="96" y="1689"/>
                    </a:lnTo>
                    <a:lnTo>
                      <a:pt x="106" y="1695"/>
                    </a:lnTo>
                    <a:lnTo>
                      <a:pt x="110" y="1685"/>
                    </a:lnTo>
                    <a:lnTo>
                      <a:pt x="124" y="1687"/>
                    </a:lnTo>
                    <a:lnTo>
                      <a:pt x="117" y="1695"/>
                    </a:lnTo>
                    <a:lnTo>
                      <a:pt x="134" y="1701"/>
                    </a:lnTo>
                    <a:lnTo>
                      <a:pt x="145" y="1697"/>
                    </a:lnTo>
                    <a:lnTo>
                      <a:pt x="158" y="1687"/>
                    </a:lnTo>
                    <a:lnTo>
                      <a:pt x="163" y="1673"/>
                    </a:lnTo>
                    <a:lnTo>
                      <a:pt x="170" y="1684"/>
                    </a:lnTo>
                    <a:lnTo>
                      <a:pt x="190" y="1671"/>
                    </a:lnTo>
                    <a:lnTo>
                      <a:pt x="210" y="1644"/>
                    </a:lnTo>
                    <a:lnTo>
                      <a:pt x="221" y="1638"/>
                    </a:lnTo>
                    <a:lnTo>
                      <a:pt x="225" y="1627"/>
                    </a:lnTo>
                    <a:lnTo>
                      <a:pt x="231" y="1622"/>
                    </a:lnTo>
                    <a:lnTo>
                      <a:pt x="234" y="1615"/>
                    </a:lnTo>
                    <a:lnTo>
                      <a:pt x="251" y="1597"/>
                    </a:lnTo>
                    <a:lnTo>
                      <a:pt x="249" y="1590"/>
                    </a:lnTo>
                    <a:lnTo>
                      <a:pt x="261" y="1597"/>
                    </a:lnTo>
                    <a:lnTo>
                      <a:pt x="274" y="1597"/>
                    </a:lnTo>
                    <a:lnTo>
                      <a:pt x="282" y="1593"/>
                    </a:lnTo>
                    <a:lnTo>
                      <a:pt x="285" y="1581"/>
                    </a:lnTo>
                    <a:lnTo>
                      <a:pt x="287" y="1574"/>
                    </a:lnTo>
                    <a:lnTo>
                      <a:pt x="294" y="1566"/>
                    </a:lnTo>
                    <a:lnTo>
                      <a:pt x="293" y="1556"/>
                    </a:lnTo>
                    <a:lnTo>
                      <a:pt x="287" y="1549"/>
                    </a:lnTo>
                    <a:lnTo>
                      <a:pt x="283" y="1541"/>
                    </a:lnTo>
                    <a:lnTo>
                      <a:pt x="285" y="1538"/>
                    </a:lnTo>
                    <a:lnTo>
                      <a:pt x="287" y="1533"/>
                    </a:lnTo>
                    <a:lnTo>
                      <a:pt x="284" y="1522"/>
                    </a:lnTo>
                    <a:lnTo>
                      <a:pt x="289" y="1526"/>
                    </a:lnTo>
                    <a:lnTo>
                      <a:pt x="293" y="1533"/>
                    </a:lnTo>
                    <a:lnTo>
                      <a:pt x="293" y="1541"/>
                    </a:lnTo>
                    <a:lnTo>
                      <a:pt x="299" y="1539"/>
                    </a:lnTo>
                    <a:lnTo>
                      <a:pt x="300" y="1533"/>
                    </a:lnTo>
                    <a:lnTo>
                      <a:pt x="295" y="1525"/>
                    </a:lnTo>
                    <a:lnTo>
                      <a:pt x="294" y="1509"/>
                    </a:lnTo>
                    <a:lnTo>
                      <a:pt x="296" y="1505"/>
                    </a:lnTo>
                    <a:lnTo>
                      <a:pt x="299" y="1506"/>
                    </a:lnTo>
                    <a:lnTo>
                      <a:pt x="305" y="1502"/>
                    </a:lnTo>
                    <a:lnTo>
                      <a:pt x="310" y="1505"/>
                    </a:lnTo>
                    <a:lnTo>
                      <a:pt x="310" y="1512"/>
                    </a:lnTo>
                    <a:lnTo>
                      <a:pt x="303" y="1516"/>
                    </a:lnTo>
                    <a:lnTo>
                      <a:pt x="303" y="1522"/>
                    </a:lnTo>
                    <a:lnTo>
                      <a:pt x="305" y="1533"/>
                    </a:lnTo>
                    <a:lnTo>
                      <a:pt x="307" y="1563"/>
                    </a:lnTo>
                    <a:lnTo>
                      <a:pt x="310" y="1574"/>
                    </a:lnTo>
                    <a:lnTo>
                      <a:pt x="317" y="1572"/>
                    </a:lnTo>
                    <a:lnTo>
                      <a:pt x="327" y="1581"/>
                    </a:lnTo>
                    <a:lnTo>
                      <a:pt x="333" y="1580"/>
                    </a:lnTo>
                    <a:lnTo>
                      <a:pt x="337" y="1587"/>
                    </a:lnTo>
                    <a:lnTo>
                      <a:pt x="339" y="1592"/>
                    </a:lnTo>
                    <a:lnTo>
                      <a:pt x="339" y="1614"/>
                    </a:lnTo>
                    <a:lnTo>
                      <a:pt x="343" y="1601"/>
                    </a:lnTo>
                    <a:lnTo>
                      <a:pt x="347" y="1609"/>
                    </a:lnTo>
                    <a:lnTo>
                      <a:pt x="355" y="1603"/>
                    </a:lnTo>
                    <a:lnTo>
                      <a:pt x="363" y="1566"/>
                    </a:lnTo>
                    <a:lnTo>
                      <a:pt x="359" y="1554"/>
                    </a:lnTo>
                    <a:lnTo>
                      <a:pt x="358" y="1537"/>
                    </a:lnTo>
                    <a:lnTo>
                      <a:pt x="370" y="1516"/>
                    </a:lnTo>
                    <a:lnTo>
                      <a:pt x="370" y="1502"/>
                    </a:lnTo>
                    <a:lnTo>
                      <a:pt x="397" y="1491"/>
                    </a:lnTo>
                    <a:lnTo>
                      <a:pt x="403" y="1480"/>
                    </a:lnTo>
                    <a:lnTo>
                      <a:pt x="405" y="1466"/>
                    </a:lnTo>
                    <a:lnTo>
                      <a:pt x="401" y="1457"/>
                    </a:lnTo>
                    <a:lnTo>
                      <a:pt x="408" y="1428"/>
                    </a:lnTo>
                    <a:lnTo>
                      <a:pt x="400" y="1394"/>
                    </a:lnTo>
                    <a:lnTo>
                      <a:pt x="390" y="1382"/>
                    </a:lnTo>
                    <a:lnTo>
                      <a:pt x="392" y="1375"/>
                    </a:lnTo>
                    <a:lnTo>
                      <a:pt x="407" y="1369"/>
                    </a:lnTo>
                    <a:lnTo>
                      <a:pt x="417" y="1358"/>
                    </a:lnTo>
                    <a:lnTo>
                      <a:pt x="423" y="1339"/>
                    </a:lnTo>
                    <a:lnTo>
                      <a:pt x="420" y="1318"/>
                    </a:lnTo>
                    <a:lnTo>
                      <a:pt x="400" y="1303"/>
                    </a:lnTo>
                    <a:lnTo>
                      <a:pt x="391" y="1287"/>
                    </a:lnTo>
                    <a:lnTo>
                      <a:pt x="390" y="1267"/>
                    </a:lnTo>
                    <a:lnTo>
                      <a:pt x="391" y="1225"/>
                    </a:lnTo>
                    <a:lnTo>
                      <a:pt x="386" y="1210"/>
                    </a:lnTo>
                    <a:lnTo>
                      <a:pt x="384" y="1206"/>
                    </a:lnTo>
                    <a:lnTo>
                      <a:pt x="384" y="1194"/>
                    </a:lnTo>
                    <a:lnTo>
                      <a:pt x="386" y="1186"/>
                    </a:lnTo>
                    <a:lnTo>
                      <a:pt x="386" y="1166"/>
                    </a:lnTo>
                    <a:lnTo>
                      <a:pt x="390" y="1156"/>
                    </a:lnTo>
                    <a:lnTo>
                      <a:pt x="391" y="1144"/>
                    </a:lnTo>
                    <a:lnTo>
                      <a:pt x="397" y="1134"/>
                    </a:lnTo>
                    <a:lnTo>
                      <a:pt x="392" y="1129"/>
                    </a:lnTo>
                    <a:lnTo>
                      <a:pt x="386" y="1116"/>
                    </a:lnTo>
                    <a:lnTo>
                      <a:pt x="382" y="1097"/>
                    </a:lnTo>
                    <a:lnTo>
                      <a:pt x="387" y="1077"/>
                    </a:lnTo>
                    <a:lnTo>
                      <a:pt x="393" y="1063"/>
                    </a:lnTo>
                    <a:lnTo>
                      <a:pt x="418" y="1032"/>
                    </a:lnTo>
                    <a:lnTo>
                      <a:pt x="435" y="1021"/>
                    </a:lnTo>
                    <a:lnTo>
                      <a:pt x="456" y="1015"/>
                    </a:lnTo>
                    <a:lnTo>
                      <a:pt x="473" y="1018"/>
                    </a:lnTo>
                    <a:lnTo>
                      <a:pt x="488" y="1020"/>
                    </a:lnTo>
                    <a:lnTo>
                      <a:pt x="498" y="1007"/>
                    </a:lnTo>
                    <a:lnTo>
                      <a:pt x="500" y="995"/>
                    </a:lnTo>
                    <a:lnTo>
                      <a:pt x="500" y="976"/>
                    </a:lnTo>
                    <a:lnTo>
                      <a:pt x="494" y="964"/>
                    </a:lnTo>
                    <a:lnTo>
                      <a:pt x="479" y="948"/>
                    </a:lnTo>
                    <a:lnTo>
                      <a:pt x="478" y="939"/>
                    </a:lnTo>
                    <a:lnTo>
                      <a:pt x="498" y="907"/>
                    </a:lnTo>
                    <a:lnTo>
                      <a:pt x="515" y="870"/>
                    </a:lnTo>
                    <a:lnTo>
                      <a:pt x="524" y="820"/>
                    </a:lnTo>
                    <a:lnTo>
                      <a:pt x="525" y="790"/>
                    </a:lnTo>
                    <a:lnTo>
                      <a:pt x="525" y="769"/>
                    </a:lnTo>
                    <a:lnTo>
                      <a:pt x="524" y="754"/>
                    </a:lnTo>
                    <a:lnTo>
                      <a:pt x="531" y="750"/>
                    </a:lnTo>
                    <a:lnTo>
                      <a:pt x="542" y="750"/>
                    </a:lnTo>
                    <a:lnTo>
                      <a:pt x="559" y="736"/>
                    </a:lnTo>
                    <a:lnTo>
                      <a:pt x="564" y="724"/>
                    </a:lnTo>
                    <a:lnTo>
                      <a:pt x="567" y="704"/>
                    </a:lnTo>
                    <a:lnTo>
                      <a:pt x="573" y="688"/>
                    </a:lnTo>
                    <a:lnTo>
                      <a:pt x="596" y="657"/>
                    </a:lnTo>
                    <a:lnTo>
                      <a:pt x="604" y="644"/>
                    </a:lnTo>
                    <a:lnTo>
                      <a:pt x="616" y="629"/>
                    </a:lnTo>
                    <a:lnTo>
                      <a:pt x="622" y="618"/>
                    </a:lnTo>
                    <a:lnTo>
                      <a:pt x="624" y="609"/>
                    </a:lnTo>
                    <a:lnTo>
                      <a:pt x="623" y="596"/>
                    </a:lnTo>
                    <a:lnTo>
                      <a:pt x="610" y="574"/>
                    </a:lnTo>
                    <a:lnTo>
                      <a:pt x="613" y="560"/>
                    </a:lnTo>
                    <a:lnTo>
                      <a:pt x="627" y="543"/>
                    </a:lnTo>
                    <a:lnTo>
                      <a:pt x="633" y="532"/>
                    </a:lnTo>
                    <a:lnTo>
                      <a:pt x="635" y="520"/>
                    </a:lnTo>
                    <a:lnTo>
                      <a:pt x="639" y="503"/>
                    </a:lnTo>
                    <a:lnTo>
                      <a:pt x="648" y="492"/>
                    </a:lnTo>
                    <a:lnTo>
                      <a:pt x="666" y="472"/>
                    </a:lnTo>
                    <a:lnTo>
                      <a:pt x="678" y="469"/>
                    </a:lnTo>
                    <a:lnTo>
                      <a:pt x="691" y="476"/>
                    </a:lnTo>
                    <a:lnTo>
                      <a:pt x="701" y="488"/>
                    </a:lnTo>
                    <a:lnTo>
                      <a:pt x="704" y="490"/>
                    </a:lnTo>
                    <a:lnTo>
                      <a:pt x="714" y="473"/>
                    </a:lnTo>
                    <a:lnTo>
                      <a:pt x="719" y="452"/>
                    </a:lnTo>
                    <a:lnTo>
                      <a:pt x="721" y="442"/>
                    </a:lnTo>
                    <a:lnTo>
                      <a:pt x="719" y="419"/>
                    </a:lnTo>
                    <a:lnTo>
                      <a:pt x="724" y="409"/>
                    </a:lnTo>
                    <a:lnTo>
                      <a:pt x="729" y="404"/>
                    </a:lnTo>
                    <a:lnTo>
                      <a:pt x="739" y="403"/>
                    </a:lnTo>
                    <a:lnTo>
                      <a:pt x="769" y="407"/>
                    </a:lnTo>
                    <a:lnTo>
                      <a:pt x="812" y="423"/>
                    </a:lnTo>
                    <a:lnTo>
                      <a:pt x="821" y="420"/>
                    </a:lnTo>
                    <a:lnTo>
                      <a:pt x="828" y="412"/>
                    </a:lnTo>
                    <a:lnTo>
                      <a:pt x="819" y="403"/>
                    </a:lnTo>
                    <a:lnTo>
                      <a:pt x="817" y="392"/>
                    </a:lnTo>
                    <a:lnTo>
                      <a:pt x="823" y="382"/>
                    </a:lnTo>
                    <a:lnTo>
                      <a:pt x="827" y="366"/>
                    </a:lnTo>
                    <a:lnTo>
                      <a:pt x="831" y="361"/>
                    </a:lnTo>
                    <a:lnTo>
                      <a:pt x="833" y="352"/>
                    </a:lnTo>
                    <a:lnTo>
                      <a:pt x="832" y="342"/>
                    </a:lnTo>
                    <a:lnTo>
                      <a:pt x="827" y="336"/>
                    </a:lnTo>
                    <a:lnTo>
                      <a:pt x="826" y="326"/>
                    </a:lnTo>
                    <a:lnTo>
                      <a:pt x="831" y="323"/>
                    </a:lnTo>
                    <a:lnTo>
                      <a:pt x="854" y="323"/>
                    </a:lnTo>
                    <a:lnTo>
                      <a:pt x="857" y="316"/>
                    </a:lnTo>
                    <a:lnTo>
                      <a:pt x="865" y="313"/>
                    </a:lnTo>
                    <a:lnTo>
                      <a:pt x="874" y="317"/>
                    </a:lnTo>
                    <a:lnTo>
                      <a:pt x="882" y="313"/>
                    </a:lnTo>
                    <a:lnTo>
                      <a:pt x="880" y="302"/>
                    </a:lnTo>
                    <a:lnTo>
                      <a:pt x="879" y="290"/>
                    </a:lnTo>
                    <a:lnTo>
                      <a:pt x="891" y="283"/>
                    </a:lnTo>
                    <a:lnTo>
                      <a:pt x="906" y="289"/>
                    </a:lnTo>
                    <a:lnTo>
                      <a:pt x="917" y="300"/>
                    </a:lnTo>
                    <a:lnTo>
                      <a:pt x="947" y="344"/>
                    </a:lnTo>
                    <a:lnTo>
                      <a:pt x="952" y="363"/>
                    </a:lnTo>
                    <a:lnTo>
                      <a:pt x="957" y="371"/>
                    </a:lnTo>
                    <a:lnTo>
                      <a:pt x="983" y="375"/>
                    </a:lnTo>
                    <a:lnTo>
                      <a:pt x="998" y="383"/>
                    </a:lnTo>
                    <a:lnTo>
                      <a:pt x="1010" y="382"/>
                    </a:lnTo>
                    <a:lnTo>
                      <a:pt x="1025" y="374"/>
                    </a:lnTo>
                    <a:lnTo>
                      <a:pt x="1042" y="353"/>
                    </a:lnTo>
                    <a:lnTo>
                      <a:pt x="1052" y="360"/>
                    </a:lnTo>
                    <a:lnTo>
                      <a:pt x="1061" y="374"/>
                    </a:lnTo>
                    <a:lnTo>
                      <a:pt x="1064" y="382"/>
                    </a:lnTo>
                    <a:lnTo>
                      <a:pt x="1074" y="385"/>
                    </a:lnTo>
                    <a:lnTo>
                      <a:pt x="1090" y="377"/>
                    </a:lnTo>
                    <a:lnTo>
                      <a:pt x="1102" y="368"/>
                    </a:lnTo>
                    <a:lnTo>
                      <a:pt x="1111" y="354"/>
                    </a:lnTo>
                    <a:lnTo>
                      <a:pt x="1137" y="334"/>
                    </a:lnTo>
                    <a:lnTo>
                      <a:pt x="1139" y="322"/>
                    </a:lnTo>
                    <a:lnTo>
                      <a:pt x="1137" y="299"/>
                    </a:lnTo>
                    <a:lnTo>
                      <a:pt x="1137" y="285"/>
                    </a:lnTo>
                    <a:lnTo>
                      <a:pt x="1140" y="243"/>
                    </a:lnTo>
                    <a:lnTo>
                      <a:pt x="1154" y="212"/>
                    </a:lnTo>
                    <a:lnTo>
                      <a:pt x="1164" y="199"/>
                    </a:lnTo>
                    <a:lnTo>
                      <a:pt x="1177" y="192"/>
                    </a:lnTo>
                    <a:lnTo>
                      <a:pt x="1202" y="189"/>
                    </a:lnTo>
                    <a:lnTo>
                      <a:pt x="1240" y="172"/>
                    </a:lnTo>
                    <a:lnTo>
                      <a:pt x="1263" y="167"/>
                    </a:lnTo>
                    <a:lnTo>
                      <a:pt x="1268" y="172"/>
                    </a:lnTo>
                    <a:lnTo>
                      <a:pt x="1278" y="193"/>
                    </a:lnTo>
                    <a:lnTo>
                      <a:pt x="1289" y="202"/>
                    </a:lnTo>
                    <a:lnTo>
                      <a:pt x="1307" y="208"/>
                    </a:lnTo>
                    <a:lnTo>
                      <a:pt x="1325" y="225"/>
                    </a:lnTo>
                    <a:lnTo>
                      <a:pt x="1332" y="253"/>
                    </a:lnTo>
                    <a:lnTo>
                      <a:pt x="1333" y="269"/>
                    </a:lnTo>
                    <a:lnTo>
                      <a:pt x="1314" y="294"/>
                    </a:lnTo>
                    <a:lnTo>
                      <a:pt x="1310" y="306"/>
                    </a:lnTo>
                    <a:lnTo>
                      <a:pt x="1311" y="317"/>
                    </a:lnTo>
                    <a:lnTo>
                      <a:pt x="1321" y="325"/>
                    </a:lnTo>
                    <a:lnTo>
                      <a:pt x="1323" y="323"/>
                    </a:lnTo>
                    <a:lnTo>
                      <a:pt x="1332" y="315"/>
                    </a:lnTo>
                    <a:lnTo>
                      <a:pt x="1333" y="311"/>
                    </a:lnTo>
                    <a:lnTo>
                      <a:pt x="1334" y="300"/>
                    </a:lnTo>
                    <a:lnTo>
                      <a:pt x="1337" y="295"/>
                    </a:lnTo>
                    <a:lnTo>
                      <a:pt x="1369" y="275"/>
                    </a:lnTo>
                    <a:lnTo>
                      <a:pt x="1375" y="269"/>
                    </a:lnTo>
                    <a:lnTo>
                      <a:pt x="1381" y="239"/>
                    </a:lnTo>
                    <a:lnTo>
                      <a:pt x="1403" y="252"/>
                    </a:lnTo>
                    <a:lnTo>
                      <a:pt x="1416" y="250"/>
                    </a:lnTo>
                    <a:lnTo>
                      <a:pt x="1418" y="243"/>
                    </a:lnTo>
                    <a:lnTo>
                      <a:pt x="1422" y="231"/>
                    </a:lnTo>
                    <a:lnTo>
                      <a:pt x="1422" y="220"/>
                    </a:lnTo>
                    <a:lnTo>
                      <a:pt x="1419" y="2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96" name="Freeform 216">
                <a:extLst>
                  <a:ext uri="{FF2B5EF4-FFF2-40B4-BE49-F238E27FC236}">
                    <a16:creationId xmlns:a16="http://schemas.microsoft.com/office/drawing/2014/main" id="{D37060A1-C6FD-976D-89E0-B609C3D24B5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37" y="1429"/>
                <a:ext cx="143" cy="328"/>
              </a:xfrm>
              <a:custGeom>
                <a:avLst/>
                <a:gdLst/>
                <a:ahLst/>
                <a:cxnLst>
                  <a:cxn ang="0">
                    <a:pos x="13" y="1339"/>
                  </a:cxn>
                  <a:cxn ang="0">
                    <a:pos x="27" y="1349"/>
                  </a:cxn>
                  <a:cxn ang="0">
                    <a:pos x="43" y="1396"/>
                  </a:cxn>
                  <a:cxn ang="0">
                    <a:pos x="56" y="1468"/>
                  </a:cxn>
                  <a:cxn ang="0">
                    <a:pos x="92" y="1538"/>
                  </a:cxn>
                  <a:cxn ang="0">
                    <a:pos x="91" y="1593"/>
                  </a:cxn>
                  <a:cxn ang="0">
                    <a:pos x="107" y="1636"/>
                  </a:cxn>
                  <a:cxn ang="0">
                    <a:pos x="169" y="1598"/>
                  </a:cxn>
                  <a:cxn ang="0">
                    <a:pos x="227" y="1564"/>
                  </a:cxn>
                  <a:cxn ang="0">
                    <a:pos x="286" y="1484"/>
                  </a:cxn>
                  <a:cxn ang="0">
                    <a:pos x="300" y="1407"/>
                  </a:cxn>
                  <a:cxn ang="0">
                    <a:pos x="301" y="1378"/>
                  </a:cxn>
                  <a:cxn ang="0">
                    <a:pos x="288" y="1329"/>
                  </a:cxn>
                  <a:cxn ang="0">
                    <a:pos x="276" y="1310"/>
                  </a:cxn>
                  <a:cxn ang="0">
                    <a:pos x="350" y="1279"/>
                  </a:cxn>
                  <a:cxn ang="0">
                    <a:pos x="389" y="1243"/>
                  </a:cxn>
                  <a:cxn ang="0">
                    <a:pos x="341" y="1241"/>
                  </a:cxn>
                  <a:cxn ang="0">
                    <a:pos x="290" y="1219"/>
                  </a:cxn>
                  <a:cxn ang="0">
                    <a:pos x="338" y="1218"/>
                  </a:cxn>
                  <a:cxn ang="0">
                    <a:pos x="371" y="1232"/>
                  </a:cxn>
                  <a:cxn ang="0">
                    <a:pos x="394" y="1138"/>
                  </a:cxn>
                  <a:cxn ang="0">
                    <a:pos x="352" y="1100"/>
                  </a:cxn>
                  <a:cxn ang="0">
                    <a:pos x="308" y="1148"/>
                  </a:cxn>
                  <a:cxn ang="0">
                    <a:pos x="319" y="1127"/>
                  </a:cxn>
                  <a:cxn ang="0">
                    <a:pos x="331" y="1060"/>
                  </a:cxn>
                  <a:cxn ang="0">
                    <a:pos x="344" y="979"/>
                  </a:cxn>
                  <a:cxn ang="0">
                    <a:pos x="340" y="879"/>
                  </a:cxn>
                  <a:cxn ang="0">
                    <a:pos x="370" y="850"/>
                  </a:cxn>
                  <a:cxn ang="0">
                    <a:pos x="393" y="840"/>
                  </a:cxn>
                  <a:cxn ang="0">
                    <a:pos x="410" y="809"/>
                  </a:cxn>
                  <a:cxn ang="0">
                    <a:pos x="449" y="764"/>
                  </a:cxn>
                  <a:cxn ang="0">
                    <a:pos x="503" y="735"/>
                  </a:cxn>
                  <a:cxn ang="0">
                    <a:pos x="555" y="664"/>
                  </a:cxn>
                  <a:cxn ang="0">
                    <a:pos x="572" y="639"/>
                  </a:cxn>
                  <a:cxn ang="0">
                    <a:pos x="551" y="594"/>
                  </a:cxn>
                  <a:cxn ang="0">
                    <a:pos x="569" y="527"/>
                  </a:cxn>
                  <a:cxn ang="0">
                    <a:pos x="593" y="503"/>
                  </a:cxn>
                  <a:cxn ang="0">
                    <a:pos x="614" y="493"/>
                  </a:cxn>
                  <a:cxn ang="0">
                    <a:pos x="628" y="460"/>
                  </a:cxn>
                  <a:cxn ang="0">
                    <a:pos x="661" y="473"/>
                  </a:cxn>
                  <a:cxn ang="0">
                    <a:pos x="712" y="449"/>
                  </a:cxn>
                  <a:cxn ang="0">
                    <a:pos x="687" y="296"/>
                  </a:cxn>
                  <a:cxn ang="0">
                    <a:pos x="683" y="186"/>
                  </a:cxn>
                  <a:cxn ang="0">
                    <a:pos x="528" y="5"/>
                  </a:cxn>
                  <a:cxn ang="0">
                    <a:pos x="502" y="29"/>
                  </a:cxn>
                  <a:cxn ang="0">
                    <a:pos x="490" y="97"/>
                  </a:cxn>
                  <a:cxn ang="0">
                    <a:pos x="390" y="119"/>
                  </a:cxn>
                  <a:cxn ang="0">
                    <a:pos x="335" y="149"/>
                  </a:cxn>
                  <a:cxn ang="0">
                    <a:pos x="279" y="251"/>
                  </a:cxn>
                  <a:cxn ang="0">
                    <a:pos x="242" y="364"/>
                  </a:cxn>
                  <a:cxn ang="0">
                    <a:pos x="194" y="446"/>
                  </a:cxn>
                  <a:cxn ang="0">
                    <a:pos x="163" y="641"/>
                  </a:cxn>
                  <a:cxn ang="0">
                    <a:pos x="104" y="697"/>
                  </a:cxn>
                  <a:cxn ang="0">
                    <a:pos x="66" y="811"/>
                  </a:cxn>
                  <a:cxn ang="0">
                    <a:pos x="55" y="886"/>
                  </a:cxn>
                  <a:cxn ang="0">
                    <a:pos x="86" y="1035"/>
                  </a:cxn>
                  <a:cxn ang="0">
                    <a:pos x="74" y="1143"/>
                  </a:cxn>
                  <a:cxn ang="0">
                    <a:pos x="32" y="1242"/>
                  </a:cxn>
                </a:cxnLst>
                <a:rect l="0" t="0" r="r" b="b"/>
                <a:pathLst>
                  <a:path w="715" h="1640">
                    <a:moveTo>
                      <a:pt x="6" y="1264"/>
                    </a:moveTo>
                    <a:lnTo>
                      <a:pt x="0" y="1276"/>
                    </a:lnTo>
                    <a:lnTo>
                      <a:pt x="0" y="1288"/>
                    </a:lnTo>
                    <a:lnTo>
                      <a:pt x="5" y="1328"/>
                    </a:lnTo>
                    <a:lnTo>
                      <a:pt x="7" y="1333"/>
                    </a:lnTo>
                    <a:lnTo>
                      <a:pt x="12" y="1335"/>
                    </a:lnTo>
                    <a:lnTo>
                      <a:pt x="13" y="1339"/>
                    </a:lnTo>
                    <a:lnTo>
                      <a:pt x="15" y="1346"/>
                    </a:lnTo>
                    <a:lnTo>
                      <a:pt x="13" y="1350"/>
                    </a:lnTo>
                    <a:lnTo>
                      <a:pt x="19" y="1343"/>
                    </a:lnTo>
                    <a:lnTo>
                      <a:pt x="21" y="1335"/>
                    </a:lnTo>
                    <a:lnTo>
                      <a:pt x="26" y="1340"/>
                    </a:lnTo>
                    <a:lnTo>
                      <a:pt x="22" y="1350"/>
                    </a:lnTo>
                    <a:lnTo>
                      <a:pt x="27" y="1349"/>
                    </a:lnTo>
                    <a:lnTo>
                      <a:pt x="29" y="1351"/>
                    </a:lnTo>
                    <a:lnTo>
                      <a:pt x="24" y="1355"/>
                    </a:lnTo>
                    <a:lnTo>
                      <a:pt x="17" y="1366"/>
                    </a:lnTo>
                    <a:lnTo>
                      <a:pt x="33" y="1371"/>
                    </a:lnTo>
                    <a:lnTo>
                      <a:pt x="35" y="1381"/>
                    </a:lnTo>
                    <a:lnTo>
                      <a:pt x="33" y="1398"/>
                    </a:lnTo>
                    <a:lnTo>
                      <a:pt x="43" y="1396"/>
                    </a:lnTo>
                    <a:lnTo>
                      <a:pt x="45" y="1407"/>
                    </a:lnTo>
                    <a:lnTo>
                      <a:pt x="39" y="1415"/>
                    </a:lnTo>
                    <a:lnTo>
                      <a:pt x="42" y="1431"/>
                    </a:lnTo>
                    <a:lnTo>
                      <a:pt x="40" y="1442"/>
                    </a:lnTo>
                    <a:lnTo>
                      <a:pt x="49" y="1442"/>
                    </a:lnTo>
                    <a:lnTo>
                      <a:pt x="54" y="1456"/>
                    </a:lnTo>
                    <a:lnTo>
                      <a:pt x="56" y="1468"/>
                    </a:lnTo>
                    <a:lnTo>
                      <a:pt x="62" y="1487"/>
                    </a:lnTo>
                    <a:lnTo>
                      <a:pt x="74" y="1496"/>
                    </a:lnTo>
                    <a:lnTo>
                      <a:pt x="78" y="1509"/>
                    </a:lnTo>
                    <a:lnTo>
                      <a:pt x="91" y="1516"/>
                    </a:lnTo>
                    <a:lnTo>
                      <a:pt x="98" y="1526"/>
                    </a:lnTo>
                    <a:lnTo>
                      <a:pt x="98" y="1534"/>
                    </a:lnTo>
                    <a:lnTo>
                      <a:pt x="92" y="1538"/>
                    </a:lnTo>
                    <a:lnTo>
                      <a:pt x="85" y="1537"/>
                    </a:lnTo>
                    <a:lnTo>
                      <a:pt x="82" y="1541"/>
                    </a:lnTo>
                    <a:lnTo>
                      <a:pt x="89" y="1557"/>
                    </a:lnTo>
                    <a:lnTo>
                      <a:pt x="82" y="1555"/>
                    </a:lnTo>
                    <a:lnTo>
                      <a:pt x="75" y="1553"/>
                    </a:lnTo>
                    <a:lnTo>
                      <a:pt x="75" y="1559"/>
                    </a:lnTo>
                    <a:lnTo>
                      <a:pt x="91" y="1593"/>
                    </a:lnTo>
                    <a:lnTo>
                      <a:pt x="98" y="1604"/>
                    </a:lnTo>
                    <a:lnTo>
                      <a:pt x="102" y="1614"/>
                    </a:lnTo>
                    <a:lnTo>
                      <a:pt x="99" y="1620"/>
                    </a:lnTo>
                    <a:lnTo>
                      <a:pt x="98" y="1631"/>
                    </a:lnTo>
                    <a:lnTo>
                      <a:pt x="94" y="1633"/>
                    </a:lnTo>
                    <a:lnTo>
                      <a:pt x="93" y="1638"/>
                    </a:lnTo>
                    <a:lnTo>
                      <a:pt x="107" y="1636"/>
                    </a:lnTo>
                    <a:lnTo>
                      <a:pt x="118" y="1640"/>
                    </a:lnTo>
                    <a:lnTo>
                      <a:pt x="136" y="1634"/>
                    </a:lnTo>
                    <a:lnTo>
                      <a:pt x="152" y="1633"/>
                    </a:lnTo>
                    <a:lnTo>
                      <a:pt x="163" y="1638"/>
                    </a:lnTo>
                    <a:lnTo>
                      <a:pt x="168" y="1634"/>
                    </a:lnTo>
                    <a:lnTo>
                      <a:pt x="172" y="1620"/>
                    </a:lnTo>
                    <a:lnTo>
                      <a:pt x="169" y="1598"/>
                    </a:lnTo>
                    <a:lnTo>
                      <a:pt x="174" y="1585"/>
                    </a:lnTo>
                    <a:lnTo>
                      <a:pt x="180" y="1574"/>
                    </a:lnTo>
                    <a:lnTo>
                      <a:pt x="189" y="1576"/>
                    </a:lnTo>
                    <a:lnTo>
                      <a:pt x="194" y="1566"/>
                    </a:lnTo>
                    <a:lnTo>
                      <a:pt x="204" y="1559"/>
                    </a:lnTo>
                    <a:lnTo>
                      <a:pt x="218" y="1560"/>
                    </a:lnTo>
                    <a:lnTo>
                      <a:pt x="227" y="1564"/>
                    </a:lnTo>
                    <a:lnTo>
                      <a:pt x="238" y="1560"/>
                    </a:lnTo>
                    <a:lnTo>
                      <a:pt x="250" y="1564"/>
                    </a:lnTo>
                    <a:lnTo>
                      <a:pt x="261" y="1564"/>
                    </a:lnTo>
                    <a:lnTo>
                      <a:pt x="266" y="1544"/>
                    </a:lnTo>
                    <a:lnTo>
                      <a:pt x="276" y="1522"/>
                    </a:lnTo>
                    <a:lnTo>
                      <a:pt x="285" y="1505"/>
                    </a:lnTo>
                    <a:lnTo>
                      <a:pt x="286" y="1484"/>
                    </a:lnTo>
                    <a:lnTo>
                      <a:pt x="291" y="1472"/>
                    </a:lnTo>
                    <a:lnTo>
                      <a:pt x="290" y="1457"/>
                    </a:lnTo>
                    <a:lnTo>
                      <a:pt x="293" y="1446"/>
                    </a:lnTo>
                    <a:lnTo>
                      <a:pt x="298" y="1435"/>
                    </a:lnTo>
                    <a:lnTo>
                      <a:pt x="298" y="1424"/>
                    </a:lnTo>
                    <a:lnTo>
                      <a:pt x="295" y="1418"/>
                    </a:lnTo>
                    <a:lnTo>
                      <a:pt x="300" y="1407"/>
                    </a:lnTo>
                    <a:lnTo>
                      <a:pt x="298" y="1398"/>
                    </a:lnTo>
                    <a:lnTo>
                      <a:pt x="293" y="1392"/>
                    </a:lnTo>
                    <a:lnTo>
                      <a:pt x="292" y="1386"/>
                    </a:lnTo>
                    <a:lnTo>
                      <a:pt x="293" y="1382"/>
                    </a:lnTo>
                    <a:lnTo>
                      <a:pt x="300" y="1385"/>
                    </a:lnTo>
                    <a:lnTo>
                      <a:pt x="304" y="1385"/>
                    </a:lnTo>
                    <a:lnTo>
                      <a:pt x="301" y="1378"/>
                    </a:lnTo>
                    <a:lnTo>
                      <a:pt x="302" y="1374"/>
                    </a:lnTo>
                    <a:lnTo>
                      <a:pt x="304" y="1367"/>
                    </a:lnTo>
                    <a:lnTo>
                      <a:pt x="304" y="1362"/>
                    </a:lnTo>
                    <a:lnTo>
                      <a:pt x="307" y="1345"/>
                    </a:lnTo>
                    <a:lnTo>
                      <a:pt x="306" y="1340"/>
                    </a:lnTo>
                    <a:lnTo>
                      <a:pt x="297" y="1334"/>
                    </a:lnTo>
                    <a:lnTo>
                      <a:pt x="288" y="1329"/>
                    </a:lnTo>
                    <a:lnTo>
                      <a:pt x="291" y="1328"/>
                    </a:lnTo>
                    <a:lnTo>
                      <a:pt x="300" y="1332"/>
                    </a:lnTo>
                    <a:lnTo>
                      <a:pt x="309" y="1329"/>
                    </a:lnTo>
                    <a:lnTo>
                      <a:pt x="312" y="1326"/>
                    </a:lnTo>
                    <a:lnTo>
                      <a:pt x="302" y="1317"/>
                    </a:lnTo>
                    <a:lnTo>
                      <a:pt x="274" y="1312"/>
                    </a:lnTo>
                    <a:lnTo>
                      <a:pt x="276" y="1310"/>
                    </a:lnTo>
                    <a:lnTo>
                      <a:pt x="298" y="1307"/>
                    </a:lnTo>
                    <a:lnTo>
                      <a:pt x="311" y="1311"/>
                    </a:lnTo>
                    <a:lnTo>
                      <a:pt x="318" y="1307"/>
                    </a:lnTo>
                    <a:lnTo>
                      <a:pt x="320" y="1299"/>
                    </a:lnTo>
                    <a:lnTo>
                      <a:pt x="334" y="1297"/>
                    </a:lnTo>
                    <a:lnTo>
                      <a:pt x="345" y="1286"/>
                    </a:lnTo>
                    <a:lnTo>
                      <a:pt x="350" y="1279"/>
                    </a:lnTo>
                    <a:lnTo>
                      <a:pt x="350" y="1268"/>
                    </a:lnTo>
                    <a:lnTo>
                      <a:pt x="359" y="1270"/>
                    </a:lnTo>
                    <a:lnTo>
                      <a:pt x="359" y="1281"/>
                    </a:lnTo>
                    <a:lnTo>
                      <a:pt x="371" y="1280"/>
                    </a:lnTo>
                    <a:lnTo>
                      <a:pt x="378" y="1268"/>
                    </a:lnTo>
                    <a:lnTo>
                      <a:pt x="392" y="1256"/>
                    </a:lnTo>
                    <a:lnTo>
                      <a:pt x="389" y="1243"/>
                    </a:lnTo>
                    <a:lnTo>
                      <a:pt x="394" y="1248"/>
                    </a:lnTo>
                    <a:lnTo>
                      <a:pt x="400" y="1248"/>
                    </a:lnTo>
                    <a:lnTo>
                      <a:pt x="400" y="1242"/>
                    </a:lnTo>
                    <a:lnTo>
                      <a:pt x="406" y="1237"/>
                    </a:lnTo>
                    <a:lnTo>
                      <a:pt x="405" y="1232"/>
                    </a:lnTo>
                    <a:lnTo>
                      <a:pt x="352" y="1243"/>
                    </a:lnTo>
                    <a:lnTo>
                      <a:pt x="341" y="1241"/>
                    </a:lnTo>
                    <a:lnTo>
                      <a:pt x="336" y="1245"/>
                    </a:lnTo>
                    <a:lnTo>
                      <a:pt x="334" y="1238"/>
                    </a:lnTo>
                    <a:lnTo>
                      <a:pt x="328" y="1232"/>
                    </a:lnTo>
                    <a:lnTo>
                      <a:pt x="303" y="1222"/>
                    </a:lnTo>
                    <a:lnTo>
                      <a:pt x="290" y="1225"/>
                    </a:lnTo>
                    <a:lnTo>
                      <a:pt x="284" y="1221"/>
                    </a:lnTo>
                    <a:lnTo>
                      <a:pt x="290" y="1219"/>
                    </a:lnTo>
                    <a:lnTo>
                      <a:pt x="293" y="1211"/>
                    </a:lnTo>
                    <a:lnTo>
                      <a:pt x="300" y="1214"/>
                    </a:lnTo>
                    <a:lnTo>
                      <a:pt x="308" y="1211"/>
                    </a:lnTo>
                    <a:lnTo>
                      <a:pt x="320" y="1213"/>
                    </a:lnTo>
                    <a:lnTo>
                      <a:pt x="322" y="1211"/>
                    </a:lnTo>
                    <a:lnTo>
                      <a:pt x="331" y="1221"/>
                    </a:lnTo>
                    <a:lnTo>
                      <a:pt x="338" y="1218"/>
                    </a:lnTo>
                    <a:lnTo>
                      <a:pt x="339" y="1214"/>
                    </a:lnTo>
                    <a:lnTo>
                      <a:pt x="345" y="1220"/>
                    </a:lnTo>
                    <a:lnTo>
                      <a:pt x="352" y="1222"/>
                    </a:lnTo>
                    <a:lnTo>
                      <a:pt x="356" y="1216"/>
                    </a:lnTo>
                    <a:lnTo>
                      <a:pt x="359" y="1220"/>
                    </a:lnTo>
                    <a:lnTo>
                      <a:pt x="363" y="1230"/>
                    </a:lnTo>
                    <a:lnTo>
                      <a:pt x="371" y="1232"/>
                    </a:lnTo>
                    <a:lnTo>
                      <a:pt x="403" y="1216"/>
                    </a:lnTo>
                    <a:lnTo>
                      <a:pt x="414" y="1198"/>
                    </a:lnTo>
                    <a:lnTo>
                      <a:pt x="419" y="1193"/>
                    </a:lnTo>
                    <a:lnTo>
                      <a:pt x="422" y="1176"/>
                    </a:lnTo>
                    <a:lnTo>
                      <a:pt x="416" y="1161"/>
                    </a:lnTo>
                    <a:lnTo>
                      <a:pt x="404" y="1152"/>
                    </a:lnTo>
                    <a:lnTo>
                      <a:pt x="394" y="1138"/>
                    </a:lnTo>
                    <a:lnTo>
                      <a:pt x="403" y="1136"/>
                    </a:lnTo>
                    <a:lnTo>
                      <a:pt x="402" y="1133"/>
                    </a:lnTo>
                    <a:lnTo>
                      <a:pt x="381" y="1123"/>
                    </a:lnTo>
                    <a:lnTo>
                      <a:pt x="379" y="1113"/>
                    </a:lnTo>
                    <a:lnTo>
                      <a:pt x="374" y="1103"/>
                    </a:lnTo>
                    <a:lnTo>
                      <a:pt x="357" y="1106"/>
                    </a:lnTo>
                    <a:lnTo>
                      <a:pt x="352" y="1100"/>
                    </a:lnTo>
                    <a:lnTo>
                      <a:pt x="351" y="1096"/>
                    </a:lnTo>
                    <a:lnTo>
                      <a:pt x="347" y="1095"/>
                    </a:lnTo>
                    <a:lnTo>
                      <a:pt x="347" y="1098"/>
                    </a:lnTo>
                    <a:lnTo>
                      <a:pt x="341" y="1118"/>
                    </a:lnTo>
                    <a:lnTo>
                      <a:pt x="333" y="1129"/>
                    </a:lnTo>
                    <a:lnTo>
                      <a:pt x="314" y="1143"/>
                    </a:lnTo>
                    <a:lnTo>
                      <a:pt x="308" y="1148"/>
                    </a:lnTo>
                    <a:lnTo>
                      <a:pt x="298" y="1148"/>
                    </a:lnTo>
                    <a:lnTo>
                      <a:pt x="287" y="1151"/>
                    </a:lnTo>
                    <a:lnTo>
                      <a:pt x="280" y="1149"/>
                    </a:lnTo>
                    <a:lnTo>
                      <a:pt x="288" y="1143"/>
                    </a:lnTo>
                    <a:lnTo>
                      <a:pt x="300" y="1140"/>
                    </a:lnTo>
                    <a:lnTo>
                      <a:pt x="309" y="1132"/>
                    </a:lnTo>
                    <a:lnTo>
                      <a:pt x="319" y="1127"/>
                    </a:lnTo>
                    <a:lnTo>
                      <a:pt x="336" y="1112"/>
                    </a:lnTo>
                    <a:lnTo>
                      <a:pt x="339" y="1102"/>
                    </a:lnTo>
                    <a:lnTo>
                      <a:pt x="339" y="1089"/>
                    </a:lnTo>
                    <a:lnTo>
                      <a:pt x="330" y="1087"/>
                    </a:lnTo>
                    <a:lnTo>
                      <a:pt x="334" y="1080"/>
                    </a:lnTo>
                    <a:lnTo>
                      <a:pt x="335" y="1069"/>
                    </a:lnTo>
                    <a:lnTo>
                      <a:pt x="331" y="1060"/>
                    </a:lnTo>
                    <a:lnTo>
                      <a:pt x="328" y="1032"/>
                    </a:lnTo>
                    <a:lnTo>
                      <a:pt x="329" y="1015"/>
                    </a:lnTo>
                    <a:lnTo>
                      <a:pt x="325" y="992"/>
                    </a:lnTo>
                    <a:lnTo>
                      <a:pt x="327" y="985"/>
                    </a:lnTo>
                    <a:lnTo>
                      <a:pt x="330" y="977"/>
                    </a:lnTo>
                    <a:lnTo>
                      <a:pt x="329" y="971"/>
                    </a:lnTo>
                    <a:lnTo>
                      <a:pt x="344" y="979"/>
                    </a:lnTo>
                    <a:lnTo>
                      <a:pt x="345" y="971"/>
                    </a:lnTo>
                    <a:lnTo>
                      <a:pt x="340" y="950"/>
                    </a:lnTo>
                    <a:lnTo>
                      <a:pt x="345" y="928"/>
                    </a:lnTo>
                    <a:lnTo>
                      <a:pt x="350" y="910"/>
                    </a:lnTo>
                    <a:lnTo>
                      <a:pt x="343" y="901"/>
                    </a:lnTo>
                    <a:lnTo>
                      <a:pt x="340" y="892"/>
                    </a:lnTo>
                    <a:lnTo>
                      <a:pt x="340" y="879"/>
                    </a:lnTo>
                    <a:lnTo>
                      <a:pt x="356" y="887"/>
                    </a:lnTo>
                    <a:lnTo>
                      <a:pt x="357" y="885"/>
                    </a:lnTo>
                    <a:lnTo>
                      <a:pt x="361" y="881"/>
                    </a:lnTo>
                    <a:lnTo>
                      <a:pt x="367" y="872"/>
                    </a:lnTo>
                    <a:lnTo>
                      <a:pt x="368" y="870"/>
                    </a:lnTo>
                    <a:lnTo>
                      <a:pt x="367" y="866"/>
                    </a:lnTo>
                    <a:lnTo>
                      <a:pt x="370" y="850"/>
                    </a:lnTo>
                    <a:lnTo>
                      <a:pt x="365" y="839"/>
                    </a:lnTo>
                    <a:lnTo>
                      <a:pt x="366" y="831"/>
                    </a:lnTo>
                    <a:lnTo>
                      <a:pt x="368" y="840"/>
                    </a:lnTo>
                    <a:lnTo>
                      <a:pt x="377" y="848"/>
                    </a:lnTo>
                    <a:lnTo>
                      <a:pt x="381" y="847"/>
                    </a:lnTo>
                    <a:lnTo>
                      <a:pt x="386" y="837"/>
                    </a:lnTo>
                    <a:lnTo>
                      <a:pt x="393" y="840"/>
                    </a:lnTo>
                    <a:lnTo>
                      <a:pt x="394" y="833"/>
                    </a:lnTo>
                    <a:lnTo>
                      <a:pt x="398" y="827"/>
                    </a:lnTo>
                    <a:lnTo>
                      <a:pt x="387" y="822"/>
                    </a:lnTo>
                    <a:lnTo>
                      <a:pt x="394" y="823"/>
                    </a:lnTo>
                    <a:lnTo>
                      <a:pt x="403" y="817"/>
                    </a:lnTo>
                    <a:lnTo>
                      <a:pt x="403" y="812"/>
                    </a:lnTo>
                    <a:lnTo>
                      <a:pt x="410" y="809"/>
                    </a:lnTo>
                    <a:lnTo>
                      <a:pt x="411" y="799"/>
                    </a:lnTo>
                    <a:lnTo>
                      <a:pt x="417" y="796"/>
                    </a:lnTo>
                    <a:lnTo>
                      <a:pt x="417" y="784"/>
                    </a:lnTo>
                    <a:lnTo>
                      <a:pt x="425" y="783"/>
                    </a:lnTo>
                    <a:lnTo>
                      <a:pt x="435" y="785"/>
                    </a:lnTo>
                    <a:lnTo>
                      <a:pt x="446" y="775"/>
                    </a:lnTo>
                    <a:lnTo>
                      <a:pt x="449" y="764"/>
                    </a:lnTo>
                    <a:lnTo>
                      <a:pt x="464" y="753"/>
                    </a:lnTo>
                    <a:lnTo>
                      <a:pt x="470" y="761"/>
                    </a:lnTo>
                    <a:lnTo>
                      <a:pt x="481" y="753"/>
                    </a:lnTo>
                    <a:lnTo>
                      <a:pt x="484" y="743"/>
                    </a:lnTo>
                    <a:lnTo>
                      <a:pt x="492" y="737"/>
                    </a:lnTo>
                    <a:lnTo>
                      <a:pt x="500" y="740"/>
                    </a:lnTo>
                    <a:lnTo>
                      <a:pt x="503" y="735"/>
                    </a:lnTo>
                    <a:lnTo>
                      <a:pt x="516" y="727"/>
                    </a:lnTo>
                    <a:lnTo>
                      <a:pt x="521" y="719"/>
                    </a:lnTo>
                    <a:lnTo>
                      <a:pt x="528" y="715"/>
                    </a:lnTo>
                    <a:lnTo>
                      <a:pt x="535" y="699"/>
                    </a:lnTo>
                    <a:lnTo>
                      <a:pt x="538" y="691"/>
                    </a:lnTo>
                    <a:lnTo>
                      <a:pt x="549" y="677"/>
                    </a:lnTo>
                    <a:lnTo>
                      <a:pt x="555" y="664"/>
                    </a:lnTo>
                    <a:lnTo>
                      <a:pt x="562" y="651"/>
                    </a:lnTo>
                    <a:lnTo>
                      <a:pt x="566" y="646"/>
                    </a:lnTo>
                    <a:lnTo>
                      <a:pt x="567" y="651"/>
                    </a:lnTo>
                    <a:lnTo>
                      <a:pt x="566" y="662"/>
                    </a:lnTo>
                    <a:lnTo>
                      <a:pt x="576" y="649"/>
                    </a:lnTo>
                    <a:lnTo>
                      <a:pt x="577" y="644"/>
                    </a:lnTo>
                    <a:lnTo>
                      <a:pt x="572" y="639"/>
                    </a:lnTo>
                    <a:lnTo>
                      <a:pt x="571" y="633"/>
                    </a:lnTo>
                    <a:lnTo>
                      <a:pt x="556" y="618"/>
                    </a:lnTo>
                    <a:lnTo>
                      <a:pt x="555" y="612"/>
                    </a:lnTo>
                    <a:lnTo>
                      <a:pt x="558" y="610"/>
                    </a:lnTo>
                    <a:lnTo>
                      <a:pt x="556" y="602"/>
                    </a:lnTo>
                    <a:lnTo>
                      <a:pt x="551" y="596"/>
                    </a:lnTo>
                    <a:lnTo>
                      <a:pt x="551" y="594"/>
                    </a:lnTo>
                    <a:lnTo>
                      <a:pt x="556" y="589"/>
                    </a:lnTo>
                    <a:lnTo>
                      <a:pt x="558" y="582"/>
                    </a:lnTo>
                    <a:lnTo>
                      <a:pt x="566" y="579"/>
                    </a:lnTo>
                    <a:lnTo>
                      <a:pt x="576" y="554"/>
                    </a:lnTo>
                    <a:lnTo>
                      <a:pt x="577" y="547"/>
                    </a:lnTo>
                    <a:lnTo>
                      <a:pt x="567" y="530"/>
                    </a:lnTo>
                    <a:lnTo>
                      <a:pt x="569" y="527"/>
                    </a:lnTo>
                    <a:lnTo>
                      <a:pt x="580" y="520"/>
                    </a:lnTo>
                    <a:lnTo>
                      <a:pt x="580" y="512"/>
                    </a:lnTo>
                    <a:lnTo>
                      <a:pt x="585" y="511"/>
                    </a:lnTo>
                    <a:lnTo>
                      <a:pt x="592" y="515"/>
                    </a:lnTo>
                    <a:lnTo>
                      <a:pt x="596" y="514"/>
                    </a:lnTo>
                    <a:lnTo>
                      <a:pt x="597" y="506"/>
                    </a:lnTo>
                    <a:lnTo>
                      <a:pt x="593" y="503"/>
                    </a:lnTo>
                    <a:lnTo>
                      <a:pt x="603" y="501"/>
                    </a:lnTo>
                    <a:lnTo>
                      <a:pt x="604" y="495"/>
                    </a:lnTo>
                    <a:lnTo>
                      <a:pt x="593" y="481"/>
                    </a:lnTo>
                    <a:lnTo>
                      <a:pt x="593" y="476"/>
                    </a:lnTo>
                    <a:lnTo>
                      <a:pt x="605" y="484"/>
                    </a:lnTo>
                    <a:lnTo>
                      <a:pt x="610" y="493"/>
                    </a:lnTo>
                    <a:lnTo>
                      <a:pt x="614" y="493"/>
                    </a:lnTo>
                    <a:lnTo>
                      <a:pt x="613" y="476"/>
                    </a:lnTo>
                    <a:lnTo>
                      <a:pt x="614" y="478"/>
                    </a:lnTo>
                    <a:lnTo>
                      <a:pt x="618" y="476"/>
                    </a:lnTo>
                    <a:lnTo>
                      <a:pt x="619" y="455"/>
                    </a:lnTo>
                    <a:lnTo>
                      <a:pt x="623" y="454"/>
                    </a:lnTo>
                    <a:lnTo>
                      <a:pt x="628" y="454"/>
                    </a:lnTo>
                    <a:lnTo>
                      <a:pt x="628" y="460"/>
                    </a:lnTo>
                    <a:lnTo>
                      <a:pt x="631" y="465"/>
                    </a:lnTo>
                    <a:lnTo>
                      <a:pt x="635" y="467"/>
                    </a:lnTo>
                    <a:lnTo>
                      <a:pt x="640" y="454"/>
                    </a:lnTo>
                    <a:lnTo>
                      <a:pt x="645" y="457"/>
                    </a:lnTo>
                    <a:lnTo>
                      <a:pt x="651" y="468"/>
                    </a:lnTo>
                    <a:lnTo>
                      <a:pt x="655" y="468"/>
                    </a:lnTo>
                    <a:lnTo>
                      <a:pt x="661" y="473"/>
                    </a:lnTo>
                    <a:lnTo>
                      <a:pt x="666" y="461"/>
                    </a:lnTo>
                    <a:lnTo>
                      <a:pt x="691" y="458"/>
                    </a:lnTo>
                    <a:lnTo>
                      <a:pt x="700" y="465"/>
                    </a:lnTo>
                    <a:lnTo>
                      <a:pt x="706" y="472"/>
                    </a:lnTo>
                    <a:lnTo>
                      <a:pt x="710" y="465"/>
                    </a:lnTo>
                    <a:lnTo>
                      <a:pt x="715" y="461"/>
                    </a:lnTo>
                    <a:lnTo>
                      <a:pt x="712" y="449"/>
                    </a:lnTo>
                    <a:lnTo>
                      <a:pt x="698" y="415"/>
                    </a:lnTo>
                    <a:lnTo>
                      <a:pt x="694" y="395"/>
                    </a:lnTo>
                    <a:lnTo>
                      <a:pt x="698" y="377"/>
                    </a:lnTo>
                    <a:lnTo>
                      <a:pt x="706" y="364"/>
                    </a:lnTo>
                    <a:lnTo>
                      <a:pt x="707" y="354"/>
                    </a:lnTo>
                    <a:lnTo>
                      <a:pt x="707" y="342"/>
                    </a:lnTo>
                    <a:lnTo>
                      <a:pt x="687" y="296"/>
                    </a:lnTo>
                    <a:lnTo>
                      <a:pt x="684" y="279"/>
                    </a:lnTo>
                    <a:lnTo>
                      <a:pt x="690" y="258"/>
                    </a:lnTo>
                    <a:lnTo>
                      <a:pt x="688" y="243"/>
                    </a:lnTo>
                    <a:lnTo>
                      <a:pt x="683" y="237"/>
                    </a:lnTo>
                    <a:lnTo>
                      <a:pt x="682" y="223"/>
                    </a:lnTo>
                    <a:lnTo>
                      <a:pt x="682" y="202"/>
                    </a:lnTo>
                    <a:lnTo>
                      <a:pt x="683" y="186"/>
                    </a:lnTo>
                    <a:lnTo>
                      <a:pt x="688" y="173"/>
                    </a:lnTo>
                    <a:lnTo>
                      <a:pt x="685" y="166"/>
                    </a:lnTo>
                    <a:lnTo>
                      <a:pt x="653" y="110"/>
                    </a:lnTo>
                    <a:lnTo>
                      <a:pt x="635" y="92"/>
                    </a:lnTo>
                    <a:lnTo>
                      <a:pt x="599" y="81"/>
                    </a:lnTo>
                    <a:lnTo>
                      <a:pt x="569" y="51"/>
                    </a:lnTo>
                    <a:lnTo>
                      <a:pt x="528" y="5"/>
                    </a:lnTo>
                    <a:lnTo>
                      <a:pt x="526" y="0"/>
                    </a:lnTo>
                    <a:lnTo>
                      <a:pt x="523" y="0"/>
                    </a:lnTo>
                    <a:lnTo>
                      <a:pt x="500" y="0"/>
                    </a:lnTo>
                    <a:lnTo>
                      <a:pt x="495" y="3"/>
                    </a:lnTo>
                    <a:lnTo>
                      <a:pt x="496" y="13"/>
                    </a:lnTo>
                    <a:lnTo>
                      <a:pt x="501" y="17"/>
                    </a:lnTo>
                    <a:lnTo>
                      <a:pt x="502" y="29"/>
                    </a:lnTo>
                    <a:lnTo>
                      <a:pt x="500" y="38"/>
                    </a:lnTo>
                    <a:lnTo>
                      <a:pt x="496" y="43"/>
                    </a:lnTo>
                    <a:lnTo>
                      <a:pt x="492" y="58"/>
                    </a:lnTo>
                    <a:lnTo>
                      <a:pt x="486" y="69"/>
                    </a:lnTo>
                    <a:lnTo>
                      <a:pt x="488" y="79"/>
                    </a:lnTo>
                    <a:lnTo>
                      <a:pt x="497" y="89"/>
                    </a:lnTo>
                    <a:lnTo>
                      <a:pt x="490" y="97"/>
                    </a:lnTo>
                    <a:lnTo>
                      <a:pt x="481" y="100"/>
                    </a:lnTo>
                    <a:lnTo>
                      <a:pt x="438" y="84"/>
                    </a:lnTo>
                    <a:lnTo>
                      <a:pt x="408" y="80"/>
                    </a:lnTo>
                    <a:lnTo>
                      <a:pt x="398" y="81"/>
                    </a:lnTo>
                    <a:lnTo>
                      <a:pt x="393" y="86"/>
                    </a:lnTo>
                    <a:lnTo>
                      <a:pt x="388" y="96"/>
                    </a:lnTo>
                    <a:lnTo>
                      <a:pt x="390" y="119"/>
                    </a:lnTo>
                    <a:lnTo>
                      <a:pt x="388" y="129"/>
                    </a:lnTo>
                    <a:lnTo>
                      <a:pt x="383" y="150"/>
                    </a:lnTo>
                    <a:lnTo>
                      <a:pt x="373" y="166"/>
                    </a:lnTo>
                    <a:lnTo>
                      <a:pt x="370" y="165"/>
                    </a:lnTo>
                    <a:lnTo>
                      <a:pt x="360" y="153"/>
                    </a:lnTo>
                    <a:lnTo>
                      <a:pt x="347" y="145"/>
                    </a:lnTo>
                    <a:lnTo>
                      <a:pt x="335" y="149"/>
                    </a:lnTo>
                    <a:lnTo>
                      <a:pt x="317" y="167"/>
                    </a:lnTo>
                    <a:lnTo>
                      <a:pt x="308" y="180"/>
                    </a:lnTo>
                    <a:lnTo>
                      <a:pt x="304" y="196"/>
                    </a:lnTo>
                    <a:lnTo>
                      <a:pt x="302" y="209"/>
                    </a:lnTo>
                    <a:lnTo>
                      <a:pt x="296" y="219"/>
                    </a:lnTo>
                    <a:lnTo>
                      <a:pt x="282" y="237"/>
                    </a:lnTo>
                    <a:lnTo>
                      <a:pt x="279" y="251"/>
                    </a:lnTo>
                    <a:lnTo>
                      <a:pt x="292" y="273"/>
                    </a:lnTo>
                    <a:lnTo>
                      <a:pt x="293" y="285"/>
                    </a:lnTo>
                    <a:lnTo>
                      <a:pt x="291" y="294"/>
                    </a:lnTo>
                    <a:lnTo>
                      <a:pt x="285" y="306"/>
                    </a:lnTo>
                    <a:lnTo>
                      <a:pt x="273" y="320"/>
                    </a:lnTo>
                    <a:lnTo>
                      <a:pt x="265" y="334"/>
                    </a:lnTo>
                    <a:lnTo>
                      <a:pt x="242" y="364"/>
                    </a:lnTo>
                    <a:lnTo>
                      <a:pt x="236" y="381"/>
                    </a:lnTo>
                    <a:lnTo>
                      <a:pt x="233" y="401"/>
                    </a:lnTo>
                    <a:lnTo>
                      <a:pt x="228" y="413"/>
                    </a:lnTo>
                    <a:lnTo>
                      <a:pt x="211" y="427"/>
                    </a:lnTo>
                    <a:lnTo>
                      <a:pt x="200" y="427"/>
                    </a:lnTo>
                    <a:lnTo>
                      <a:pt x="193" y="431"/>
                    </a:lnTo>
                    <a:lnTo>
                      <a:pt x="194" y="446"/>
                    </a:lnTo>
                    <a:lnTo>
                      <a:pt x="194" y="467"/>
                    </a:lnTo>
                    <a:lnTo>
                      <a:pt x="193" y="497"/>
                    </a:lnTo>
                    <a:lnTo>
                      <a:pt x="184" y="547"/>
                    </a:lnTo>
                    <a:lnTo>
                      <a:pt x="167" y="584"/>
                    </a:lnTo>
                    <a:lnTo>
                      <a:pt x="147" y="616"/>
                    </a:lnTo>
                    <a:lnTo>
                      <a:pt x="148" y="625"/>
                    </a:lnTo>
                    <a:lnTo>
                      <a:pt x="163" y="641"/>
                    </a:lnTo>
                    <a:lnTo>
                      <a:pt x="169" y="653"/>
                    </a:lnTo>
                    <a:lnTo>
                      <a:pt x="169" y="672"/>
                    </a:lnTo>
                    <a:lnTo>
                      <a:pt x="167" y="683"/>
                    </a:lnTo>
                    <a:lnTo>
                      <a:pt x="157" y="695"/>
                    </a:lnTo>
                    <a:lnTo>
                      <a:pt x="142" y="695"/>
                    </a:lnTo>
                    <a:lnTo>
                      <a:pt x="125" y="692"/>
                    </a:lnTo>
                    <a:lnTo>
                      <a:pt x="104" y="697"/>
                    </a:lnTo>
                    <a:lnTo>
                      <a:pt x="87" y="708"/>
                    </a:lnTo>
                    <a:lnTo>
                      <a:pt x="62" y="738"/>
                    </a:lnTo>
                    <a:lnTo>
                      <a:pt x="56" y="754"/>
                    </a:lnTo>
                    <a:lnTo>
                      <a:pt x="51" y="774"/>
                    </a:lnTo>
                    <a:lnTo>
                      <a:pt x="55" y="793"/>
                    </a:lnTo>
                    <a:lnTo>
                      <a:pt x="61" y="806"/>
                    </a:lnTo>
                    <a:lnTo>
                      <a:pt x="66" y="811"/>
                    </a:lnTo>
                    <a:lnTo>
                      <a:pt x="60" y="821"/>
                    </a:lnTo>
                    <a:lnTo>
                      <a:pt x="59" y="833"/>
                    </a:lnTo>
                    <a:lnTo>
                      <a:pt x="55" y="843"/>
                    </a:lnTo>
                    <a:lnTo>
                      <a:pt x="55" y="863"/>
                    </a:lnTo>
                    <a:lnTo>
                      <a:pt x="53" y="871"/>
                    </a:lnTo>
                    <a:lnTo>
                      <a:pt x="53" y="883"/>
                    </a:lnTo>
                    <a:lnTo>
                      <a:pt x="55" y="886"/>
                    </a:lnTo>
                    <a:lnTo>
                      <a:pt x="60" y="902"/>
                    </a:lnTo>
                    <a:lnTo>
                      <a:pt x="59" y="944"/>
                    </a:lnTo>
                    <a:lnTo>
                      <a:pt x="60" y="964"/>
                    </a:lnTo>
                    <a:lnTo>
                      <a:pt x="69" y="979"/>
                    </a:lnTo>
                    <a:lnTo>
                      <a:pt x="89" y="995"/>
                    </a:lnTo>
                    <a:lnTo>
                      <a:pt x="92" y="1016"/>
                    </a:lnTo>
                    <a:lnTo>
                      <a:pt x="86" y="1035"/>
                    </a:lnTo>
                    <a:lnTo>
                      <a:pt x="76" y="1046"/>
                    </a:lnTo>
                    <a:lnTo>
                      <a:pt x="61" y="1052"/>
                    </a:lnTo>
                    <a:lnTo>
                      <a:pt x="59" y="1058"/>
                    </a:lnTo>
                    <a:lnTo>
                      <a:pt x="69" y="1071"/>
                    </a:lnTo>
                    <a:lnTo>
                      <a:pt x="77" y="1105"/>
                    </a:lnTo>
                    <a:lnTo>
                      <a:pt x="70" y="1134"/>
                    </a:lnTo>
                    <a:lnTo>
                      <a:pt x="74" y="1143"/>
                    </a:lnTo>
                    <a:lnTo>
                      <a:pt x="72" y="1157"/>
                    </a:lnTo>
                    <a:lnTo>
                      <a:pt x="66" y="1168"/>
                    </a:lnTo>
                    <a:lnTo>
                      <a:pt x="39" y="1179"/>
                    </a:lnTo>
                    <a:lnTo>
                      <a:pt x="39" y="1193"/>
                    </a:lnTo>
                    <a:lnTo>
                      <a:pt x="27" y="1214"/>
                    </a:lnTo>
                    <a:lnTo>
                      <a:pt x="28" y="1230"/>
                    </a:lnTo>
                    <a:lnTo>
                      <a:pt x="32" y="1242"/>
                    </a:lnTo>
                    <a:lnTo>
                      <a:pt x="24" y="1280"/>
                    </a:lnTo>
                    <a:lnTo>
                      <a:pt x="16" y="1286"/>
                    </a:lnTo>
                    <a:lnTo>
                      <a:pt x="12" y="1278"/>
                    </a:lnTo>
                    <a:lnTo>
                      <a:pt x="8" y="1291"/>
                    </a:lnTo>
                    <a:lnTo>
                      <a:pt x="8" y="1268"/>
                    </a:lnTo>
                    <a:lnTo>
                      <a:pt x="6" y="126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grpSp>
          <p:nvGrpSpPr>
            <p:cNvPr id="62" name="Group 217">
              <a:extLst>
                <a:ext uri="{FF2B5EF4-FFF2-40B4-BE49-F238E27FC236}">
                  <a16:creationId xmlns:a16="http://schemas.microsoft.com/office/drawing/2014/main" id="{703DD176-4C8F-FEED-1F7F-D501A24F1C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" y="1481543"/>
              <a:ext cx="2530587" cy="2044515"/>
              <a:chOff x="1712" y="1392"/>
              <a:chExt cx="1242" cy="1003"/>
            </a:xfrm>
            <a:grpFill/>
          </p:grpSpPr>
          <p:sp>
            <p:nvSpPr>
              <p:cNvPr id="137" name="Freeform 218">
                <a:extLst>
                  <a:ext uri="{FF2B5EF4-FFF2-40B4-BE49-F238E27FC236}">
                    <a16:creationId xmlns:a16="http://schemas.microsoft.com/office/drawing/2014/main" id="{9F387CC5-16A0-26A4-0496-756132E59E5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38" y="1764"/>
                <a:ext cx="107" cy="119"/>
              </a:xfrm>
              <a:custGeom>
                <a:avLst/>
                <a:gdLst/>
                <a:ahLst/>
                <a:cxnLst>
                  <a:cxn ang="0">
                    <a:pos x="39" y="90"/>
                  </a:cxn>
                  <a:cxn ang="0">
                    <a:pos x="91" y="60"/>
                  </a:cxn>
                  <a:cxn ang="0">
                    <a:pos x="103" y="29"/>
                  </a:cxn>
                  <a:cxn ang="0">
                    <a:pos x="162" y="7"/>
                  </a:cxn>
                  <a:cxn ang="0">
                    <a:pos x="192" y="55"/>
                  </a:cxn>
                  <a:cxn ang="0">
                    <a:pos x="214" y="100"/>
                  </a:cxn>
                  <a:cxn ang="0">
                    <a:pos x="292" y="206"/>
                  </a:cxn>
                  <a:cxn ang="0">
                    <a:pos x="322" y="262"/>
                  </a:cxn>
                  <a:cxn ang="0">
                    <a:pos x="334" y="292"/>
                  </a:cxn>
                  <a:cxn ang="0">
                    <a:pos x="353" y="335"/>
                  </a:cxn>
                  <a:cxn ang="0">
                    <a:pos x="450" y="384"/>
                  </a:cxn>
                  <a:cxn ang="0">
                    <a:pos x="451" y="416"/>
                  </a:cxn>
                  <a:cxn ang="0">
                    <a:pos x="451" y="474"/>
                  </a:cxn>
                  <a:cxn ang="0">
                    <a:pos x="424" y="498"/>
                  </a:cxn>
                  <a:cxn ang="0">
                    <a:pos x="404" y="506"/>
                  </a:cxn>
                  <a:cxn ang="0">
                    <a:pos x="416" y="479"/>
                  </a:cxn>
                  <a:cxn ang="0">
                    <a:pos x="421" y="454"/>
                  </a:cxn>
                  <a:cxn ang="0">
                    <a:pos x="407" y="439"/>
                  </a:cxn>
                  <a:cxn ang="0">
                    <a:pos x="394" y="390"/>
                  </a:cxn>
                  <a:cxn ang="0">
                    <a:pos x="389" y="378"/>
                  </a:cxn>
                  <a:cxn ang="0">
                    <a:pos x="362" y="396"/>
                  </a:cxn>
                  <a:cxn ang="0">
                    <a:pos x="354" y="418"/>
                  </a:cxn>
                  <a:cxn ang="0">
                    <a:pos x="338" y="431"/>
                  </a:cxn>
                  <a:cxn ang="0">
                    <a:pos x="342" y="405"/>
                  </a:cxn>
                  <a:cxn ang="0">
                    <a:pos x="369" y="366"/>
                  </a:cxn>
                  <a:cxn ang="0">
                    <a:pos x="328" y="320"/>
                  </a:cxn>
                  <a:cxn ang="0">
                    <a:pos x="302" y="305"/>
                  </a:cxn>
                  <a:cxn ang="0">
                    <a:pos x="305" y="299"/>
                  </a:cxn>
                  <a:cxn ang="0">
                    <a:pos x="286" y="282"/>
                  </a:cxn>
                  <a:cxn ang="0">
                    <a:pos x="275" y="276"/>
                  </a:cxn>
                  <a:cxn ang="0">
                    <a:pos x="279" y="260"/>
                  </a:cxn>
                  <a:cxn ang="0">
                    <a:pos x="268" y="246"/>
                  </a:cxn>
                  <a:cxn ang="0">
                    <a:pos x="267" y="229"/>
                  </a:cxn>
                  <a:cxn ang="0">
                    <a:pos x="284" y="238"/>
                  </a:cxn>
                  <a:cxn ang="0">
                    <a:pos x="276" y="219"/>
                  </a:cxn>
                  <a:cxn ang="0">
                    <a:pos x="264" y="198"/>
                  </a:cxn>
                  <a:cxn ang="0">
                    <a:pos x="254" y="203"/>
                  </a:cxn>
                  <a:cxn ang="0">
                    <a:pos x="251" y="190"/>
                  </a:cxn>
                  <a:cxn ang="0">
                    <a:pos x="256" y="169"/>
                  </a:cxn>
                  <a:cxn ang="0">
                    <a:pos x="233" y="183"/>
                  </a:cxn>
                  <a:cxn ang="0">
                    <a:pos x="219" y="165"/>
                  </a:cxn>
                  <a:cxn ang="0">
                    <a:pos x="178" y="124"/>
                  </a:cxn>
                  <a:cxn ang="0">
                    <a:pos x="156" y="52"/>
                  </a:cxn>
                  <a:cxn ang="0">
                    <a:pos x="150" y="63"/>
                  </a:cxn>
                  <a:cxn ang="0">
                    <a:pos x="172" y="142"/>
                  </a:cxn>
                  <a:cxn ang="0">
                    <a:pos x="152" y="142"/>
                  </a:cxn>
                  <a:cxn ang="0">
                    <a:pos x="133" y="127"/>
                  </a:cxn>
                  <a:cxn ang="0">
                    <a:pos x="117" y="90"/>
                  </a:cxn>
                  <a:cxn ang="0">
                    <a:pos x="90" y="85"/>
                  </a:cxn>
                  <a:cxn ang="0">
                    <a:pos x="71" y="82"/>
                  </a:cxn>
                  <a:cxn ang="0">
                    <a:pos x="77" y="95"/>
                  </a:cxn>
                  <a:cxn ang="0">
                    <a:pos x="98" y="121"/>
                  </a:cxn>
                  <a:cxn ang="0">
                    <a:pos x="117" y="141"/>
                  </a:cxn>
                  <a:cxn ang="0">
                    <a:pos x="97" y="149"/>
                  </a:cxn>
                  <a:cxn ang="0">
                    <a:pos x="48" y="135"/>
                  </a:cxn>
                  <a:cxn ang="0">
                    <a:pos x="27" y="116"/>
                  </a:cxn>
                  <a:cxn ang="0">
                    <a:pos x="5" y="47"/>
                  </a:cxn>
                </a:cxnLst>
                <a:rect l="0" t="0" r="r" b="b"/>
                <a:pathLst>
                  <a:path w="456" h="507">
                    <a:moveTo>
                      <a:pt x="10" y="44"/>
                    </a:moveTo>
                    <a:lnTo>
                      <a:pt x="26" y="57"/>
                    </a:lnTo>
                    <a:lnTo>
                      <a:pt x="36" y="81"/>
                    </a:lnTo>
                    <a:lnTo>
                      <a:pt x="39" y="87"/>
                    </a:lnTo>
                    <a:lnTo>
                      <a:pt x="39" y="90"/>
                    </a:lnTo>
                    <a:lnTo>
                      <a:pt x="42" y="92"/>
                    </a:lnTo>
                    <a:lnTo>
                      <a:pt x="55" y="87"/>
                    </a:lnTo>
                    <a:lnTo>
                      <a:pt x="71" y="73"/>
                    </a:lnTo>
                    <a:lnTo>
                      <a:pt x="87" y="68"/>
                    </a:lnTo>
                    <a:lnTo>
                      <a:pt x="91" y="60"/>
                    </a:lnTo>
                    <a:lnTo>
                      <a:pt x="91" y="51"/>
                    </a:lnTo>
                    <a:lnTo>
                      <a:pt x="93" y="47"/>
                    </a:lnTo>
                    <a:lnTo>
                      <a:pt x="100" y="44"/>
                    </a:lnTo>
                    <a:lnTo>
                      <a:pt x="102" y="41"/>
                    </a:lnTo>
                    <a:lnTo>
                      <a:pt x="103" y="29"/>
                    </a:lnTo>
                    <a:lnTo>
                      <a:pt x="108" y="23"/>
                    </a:lnTo>
                    <a:lnTo>
                      <a:pt x="129" y="17"/>
                    </a:lnTo>
                    <a:lnTo>
                      <a:pt x="151" y="0"/>
                    </a:lnTo>
                    <a:lnTo>
                      <a:pt x="156" y="1"/>
                    </a:lnTo>
                    <a:lnTo>
                      <a:pt x="162" y="7"/>
                    </a:lnTo>
                    <a:lnTo>
                      <a:pt x="171" y="25"/>
                    </a:lnTo>
                    <a:lnTo>
                      <a:pt x="174" y="29"/>
                    </a:lnTo>
                    <a:lnTo>
                      <a:pt x="179" y="29"/>
                    </a:lnTo>
                    <a:lnTo>
                      <a:pt x="183" y="41"/>
                    </a:lnTo>
                    <a:lnTo>
                      <a:pt x="192" y="55"/>
                    </a:lnTo>
                    <a:lnTo>
                      <a:pt x="194" y="63"/>
                    </a:lnTo>
                    <a:lnTo>
                      <a:pt x="206" y="74"/>
                    </a:lnTo>
                    <a:lnTo>
                      <a:pt x="210" y="90"/>
                    </a:lnTo>
                    <a:lnTo>
                      <a:pt x="210" y="93"/>
                    </a:lnTo>
                    <a:lnTo>
                      <a:pt x="214" y="100"/>
                    </a:lnTo>
                    <a:lnTo>
                      <a:pt x="235" y="109"/>
                    </a:lnTo>
                    <a:lnTo>
                      <a:pt x="246" y="120"/>
                    </a:lnTo>
                    <a:lnTo>
                      <a:pt x="253" y="141"/>
                    </a:lnTo>
                    <a:lnTo>
                      <a:pt x="264" y="160"/>
                    </a:lnTo>
                    <a:lnTo>
                      <a:pt x="292" y="206"/>
                    </a:lnTo>
                    <a:lnTo>
                      <a:pt x="299" y="224"/>
                    </a:lnTo>
                    <a:lnTo>
                      <a:pt x="300" y="227"/>
                    </a:lnTo>
                    <a:lnTo>
                      <a:pt x="303" y="227"/>
                    </a:lnTo>
                    <a:lnTo>
                      <a:pt x="308" y="245"/>
                    </a:lnTo>
                    <a:lnTo>
                      <a:pt x="322" y="262"/>
                    </a:lnTo>
                    <a:lnTo>
                      <a:pt x="326" y="270"/>
                    </a:lnTo>
                    <a:lnTo>
                      <a:pt x="326" y="273"/>
                    </a:lnTo>
                    <a:lnTo>
                      <a:pt x="323" y="278"/>
                    </a:lnTo>
                    <a:lnTo>
                      <a:pt x="324" y="283"/>
                    </a:lnTo>
                    <a:lnTo>
                      <a:pt x="334" y="292"/>
                    </a:lnTo>
                    <a:lnTo>
                      <a:pt x="338" y="299"/>
                    </a:lnTo>
                    <a:lnTo>
                      <a:pt x="338" y="303"/>
                    </a:lnTo>
                    <a:lnTo>
                      <a:pt x="343" y="320"/>
                    </a:lnTo>
                    <a:lnTo>
                      <a:pt x="348" y="329"/>
                    </a:lnTo>
                    <a:lnTo>
                      <a:pt x="353" y="335"/>
                    </a:lnTo>
                    <a:lnTo>
                      <a:pt x="365" y="342"/>
                    </a:lnTo>
                    <a:lnTo>
                      <a:pt x="401" y="352"/>
                    </a:lnTo>
                    <a:lnTo>
                      <a:pt x="426" y="373"/>
                    </a:lnTo>
                    <a:lnTo>
                      <a:pt x="431" y="379"/>
                    </a:lnTo>
                    <a:lnTo>
                      <a:pt x="450" y="384"/>
                    </a:lnTo>
                    <a:lnTo>
                      <a:pt x="452" y="388"/>
                    </a:lnTo>
                    <a:lnTo>
                      <a:pt x="456" y="394"/>
                    </a:lnTo>
                    <a:lnTo>
                      <a:pt x="456" y="396"/>
                    </a:lnTo>
                    <a:lnTo>
                      <a:pt x="453" y="401"/>
                    </a:lnTo>
                    <a:lnTo>
                      <a:pt x="451" y="416"/>
                    </a:lnTo>
                    <a:lnTo>
                      <a:pt x="451" y="443"/>
                    </a:lnTo>
                    <a:lnTo>
                      <a:pt x="456" y="459"/>
                    </a:lnTo>
                    <a:lnTo>
                      <a:pt x="456" y="464"/>
                    </a:lnTo>
                    <a:lnTo>
                      <a:pt x="453" y="470"/>
                    </a:lnTo>
                    <a:lnTo>
                      <a:pt x="451" y="474"/>
                    </a:lnTo>
                    <a:lnTo>
                      <a:pt x="450" y="481"/>
                    </a:lnTo>
                    <a:lnTo>
                      <a:pt x="441" y="480"/>
                    </a:lnTo>
                    <a:lnTo>
                      <a:pt x="435" y="488"/>
                    </a:lnTo>
                    <a:lnTo>
                      <a:pt x="429" y="496"/>
                    </a:lnTo>
                    <a:lnTo>
                      <a:pt x="424" y="498"/>
                    </a:lnTo>
                    <a:lnTo>
                      <a:pt x="419" y="498"/>
                    </a:lnTo>
                    <a:lnTo>
                      <a:pt x="415" y="503"/>
                    </a:lnTo>
                    <a:lnTo>
                      <a:pt x="410" y="496"/>
                    </a:lnTo>
                    <a:lnTo>
                      <a:pt x="409" y="507"/>
                    </a:lnTo>
                    <a:lnTo>
                      <a:pt x="404" y="506"/>
                    </a:lnTo>
                    <a:lnTo>
                      <a:pt x="403" y="496"/>
                    </a:lnTo>
                    <a:lnTo>
                      <a:pt x="403" y="482"/>
                    </a:lnTo>
                    <a:lnTo>
                      <a:pt x="409" y="480"/>
                    </a:lnTo>
                    <a:lnTo>
                      <a:pt x="413" y="482"/>
                    </a:lnTo>
                    <a:lnTo>
                      <a:pt x="416" y="479"/>
                    </a:lnTo>
                    <a:lnTo>
                      <a:pt x="419" y="480"/>
                    </a:lnTo>
                    <a:lnTo>
                      <a:pt x="421" y="475"/>
                    </a:lnTo>
                    <a:lnTo>
                      <a:pt x="425" y="474"/>
                    </a:lnTo>
                    <a:lnTo>
                      <a:pt x="423" y="467"/>
                    </a:lnTo>
                    <a:lnTo>
                      <a:pt x="421" y="454"/>
                    </a:lnTo>
                    <a:lnTo>
                      <a:pt x="416" y="453"/>
                    </a:lnTo>
                    <a:lnTo>
                      <a:pt x="414" y="456"/>
                    </a:lnTo>
                    <a:lnTo>
                      <a:pt x="410" y="456"/>
                    </a:lnTo>
                    <a:lnTo>
                      <a:pt x="408" y="454"/>
                    </a:lnTo>
                    <a:lnTo>
                      <a:pt x="407" y="439"/>
                    </a:lnTo>
                    <a:lnTo>
                      <a:pt x="408" y="432"/>
                    </a:lnTo>
                    <a:lnTo>
                      <a:pt x="405" y="426"/>
                    </a:lnTo>
                    <a:lnTo>
                      <a:pt x="404" y="416"/>
                    </a:lnTo>
                    <a:lnTo>
                      <a:pt x="397" y="402"/>
                    </a:lnTo>
                    <a:lnTo>
                      <a:pt x="394" y="390"/>
                    </a:lnTo>
                    <a:lnTo>
                      <a:pt x="392" y="395"/>
                    </a:lnTo>
                    <a:lnTo>
                      <a:pt x="393" y="388"/>
                    </a:lnTo>
                    <a:lnTo>
                      <a:pt x="397" y="382"/>
                    </a:lnTo>
                    <a:lnTo>
                      <a:pt x="394" y="377"/>
                    </a:lnTo>
                    <a:lnTo>
                      <a:pt x="389" y="378"/>
                    </a:lnTo>
                    <a:lnTo>
                      <a:pt x="382" y="386"/>
                    </a:lnTo>
                    <a:lnTo>
                      <a:pt x="377" y="390"/>
                    </a:lnTo>
                    <a:lnTo>
                      <a:pt x="375" y="396"/>
                    </a:lnTo>
                    <a:lnTo>
                      <a:pt x="367" y="393"/>
                    </a:lnTo>
                    <a:lnTo>
                      <a:pt x="362" y="396"/>
                    </a:lnTo>
                    <a:lnTo>
                      <a:pt x="356" y="400"/>
                    </a:lnTo>
                    <a:lnTo>
                      <a:pt x="358" y="404"/>
                    </a:lnTo>
                    <a:lnTo>
                      <a:pt x="355" y="411"/>
                    </a:lnTo>
                    <a:lnTo>
                      <a:pt x="354" y="415"/>
                    </a:lnTo>
                    <a:lnTo>
                      <a:pt x="354" y="418"/>
                    </a:lnTo>
                    <a:lnTo>
                      <a:pt x="350" y="423"/>
                    </a:lnTo>
                    <a:lnTo>
                      <a:pt x="346" y="423"/>
                    </a:lnTo>
                    <a:lnTo>
                      <a:pt x="346" y="429"/>
                    </a:lnTo>
                    <a:lnTo>
                      <a:pt x="342" y="434"/>
                    </a:lnTo>
                    <a:lnTo>
                      <a:pt x="338" y="431"/>
                    </a:lnTo>
                    <a:lnTo>
                      <a:pt x="333" y="423"/>
                    </a:lnTo>
                    <a:lnTo>
                      <a:pt x="331" y="416"/>
                    </a:lnTo>
                    <a:lnTo>
                      <a:pt x="332" y="411"/>
                    </a:lnTo>
                    <a:lnTo>
                      <a:pt x="337" y="410"/>
                    </a:lnTo>
                    <a:lnTo>
                      <a:pt x="342" y="405"/>
                    </a:lnTo>
                    <a:lnTo>
                      <a:pt x="346" y="389"/>
                    </a:lnTo>
                    <a:lnTo>
                      <a:pt x="346" y="375"/>
                    </a:lnTo>
                    <a:lnTo>
                      <a:pt x="351" y="370"/>
                    </a:lnTo>
                    <a:lnTo>
                      <a:pt x="367" y="369"/>
                    </a:lnTo>
                    <a:lnTo>
                      <a:pt x="369" y="366"/>
                    </a:lnTo>
                    <a:lnTo>
                      <a:pt x="350" y="359"/>
                    </a:lnTo>
                    <a:lnTo>
                      <a:pt x="344" y="352"/>
                    </a:lnTo>
                    <a:lnTo>
                      <a:pt x="335" y="348"/>
                    </a:lnTo>
                    <a:lnTo>
                      <a:pt x="329" y="339"/>
                    </a:lnTo>
                    <a:lnTo>
                      <a:pt x="328" y="320"/>
                    </a:lnTo>
                    <a:lnTo>
                      <a:pt x="318" y="319"/>
                    </a:lnTo>
                    <a:lnTo>
                      <a:pt x="317" y="315"/>
                    </a:lnTo>
                    <a:lnTo>
                      <a:pt x="317" y="310"/>
                    </a:lnTo>
                    <a:lnTo>
                      <a:pt x="315" y="307"/>
                    </a:lnTo>
                    <a:lnTo>
                      <a:pt x="302" y="305"/>
                    </a:lnTo>
                    <a:lnTo>
                      <a:pt x="299" y="302"/>
                    </a:lnTo>
                    <a:lnTo>
                      <a:pt x="290" y="288"/>
                    </a:lnTo>
                    <a:lnTo>
                      <a:pt x="289" y="283"/>
                    </a:lnTo>
                    <a:lnTo>
                      <a:pt x="303" y="296"/>
                    </a:lnTo>
                    <a:lnTo>
                      <a:pt x="305" y="299"/>
                    </a:lnTo>
                    <a:lnTo>
                      <a:pt x="300" y="287"/>
                    </a:lnTo>
                    <a:lnTo>
                      <a:pt x="300" y="278"/>
                    </a:lnTo>
                    <a:lnTo>
                      <a:pt x="296" y="278"/>
                    </a:lnTo>
                    <a:lnTo>
                      <a:pt x="291" y="282"/>
                    </a:lnTo>
                    <a:lnTo>
                      <a:pt x="286" y="282"/>
                    </a:lnTo>
                    <a:lnTo>
                      <a:pt x="281" y="278"/>
                    </a:lnTo>
                    <a:lnTo>
                      <a:pt x="281" y="275"/>
                    </a:lnTo>
                    <a:lnTo>
                      <a:pt x="280" y="273"/>
                    </a:lnTo>
                    <a:lnTo>
                      <a:pt x="276" y="273"/>
                    </a:lnTo>
                    <a:lnTo>
                      <a:pt x="275" y="276"/>
                    </a:lnTo>
                    <a:lnTo>
                      <a:pt x="270" y="278"/>
                    </a:lnTo>
                    <a:lnTo>
                      <a:pt x="264" y="271"/>
                    </a:lnTo>
                    <a:lnTo>
                      <a:pt x="263" y="267"/>
                    </a:lnTo>
                    <a:lnTo>
                      <a:pt x="264" y="261"/>
                    </a:lnTo>
                    <a:lnTo>
                      <a:pt x="279" y="260"/>
                    </a:lnTo>
                    <a:lnTo>
                      <a:pt x="281" y="255"/>
                    </a:lnTo>
                    <a:lnTo>
                      <a:pt x="270" y="255"/>
                    </a:lnTo>
                    <a:lnTo>
                      <a:pt x="265" y="253"/>
                    </a:lnTo>
                    <a:lnTo>
                      <a:pt x="265" y="250"/>
                    </a:lnTo>
                    <a:lnTo>
                      <a:pt x="268" y="246"/>
                    </a:lnTo>
                    <a:lnTo>
                      <a:pt x="267" y="244"/>
                    </a:lnTo>
                    <a:lnTo>
                      <a:pt x="262" y="244"/>
                    </a:lnTo>
                    <a:lnTo>
                      <a:pt x="262" y="237"/>
                    </a:lnTo>
                    <a:lnTo>
                      <a:pt x="268" y="233"/>
                    </a:lnTo>
                    <a:lnTo>
                      <a:pt x="267" y="229"/>
                    </a:lnTo>
                    <a:lnTo>
                      <a:pt x="256" y="233"/>
                    </a:lnTo>
                    <a:lnTo>
                      <a:pt x="253" y="229"/>
                    </a:lnTo>
                    <a:lnTo>
                      <a:pt x="257" y="219"/>
                    </a:lnTo>
                    <a:lnTo>
                      <a:pt x="279" y="230"/>
                    </a:lnTo>
                    <a:lnTo>
                      <a:pt x="284" y="238"/>
                    </a:lnTo>
                    <a:lnTo>
                      <a:pt x="289" y="239"/>
                    </a:lnTo>
                    <a:lnTo>
                      <a:pt x="286" y="239"/>
                    </a:lnTo>
                    <a:lnTo>
                      <a:pt x="281" y="232"/>
                    </a:lnTo>
                    <a:lnTo>
                      <a:pt x="280" y="222"/>
                    </a:lnTo>
                    <a:lnTo>
                      <a:pt x="276" y="219"/>
                    </a:lnTo>
                    <a:lnTo>
                      <a:pt x="276" y="223"/>
                    </a:lnTo>
                    <a:lnTo>
                      <a:pt x="272" y="219"/>
                    </a:lnTo>
                    <a:lnTo>
                      <a:pt x="263" y="208"/>
                    </a:lnTo>
                    <a:lnTo>
                      <a:pt x="260" y="203"/>
                    </a:lnTo>
                    <a:lnTo>
                      <a:pt x="264" y="198"/>
                    </a:lnTo>
                    <a:lnTo>
                      <a:pt x="275" y="201"/>
                    </a:lnTo>
                    <a:lnTo>
                      <a:pt x="279" y="198"/>
                    </a:lnTo>
                    <a:lnTo>
                      <a:pt x="273" y="196"/>
                    </a:lnTo>
                    <a:lnTo>
                      <a:pt x="254" y="196"/>
                    </a:lnTo>
                    <a:lnTo>
                      <a:pt x="254" y="203"/>
                    </a:lnTo>
                    <a:lnTo>
                      <a:pt x="249" y="208"/>
                    </a:lnTo>
                    <a:lnTo>
                      <a:pt x="247" y="203"/>
                    </a:lnTo>
                    <a:lnTo>
                      <a:pt x="243" y="196"/>
                    </a:lnTo>
                    <a:lnTo>
                      <a:pt x="245" y="190"/>
                    </a:lnTo>
                    <a:lnTo>
                      <a:pt x="251" y="190"/>
                    </a:lnTo>
                    <a:lnTo>
                      <a:pt x="262" y="181"/>
                    </a:lnTo>
                    <a:lnTo>
                      <a:pt x="259" y="178"/>
                    </a:lnTo>
                    <a:lnTo>
                      <a:pt x="251" y="184"/>
                    </a:lnTo>
                    <a:lnTo>
                      <a:pt x="249" y="180"/>
                    </a:lnTo>
                    <a:lnTo>
                      <a:pt x="256" y="169"/>
                    </a:lnTo>
                    <a:lnTo>
                      <a:pt x="249" y="169"/>
                    </a:lnTo>
                    <a:lnTo>
                      <a:pt x="246" y="173"/>
                    </a:lnTo>
                    <a:lnTo>
                      <a:pt x="243" y="180"/>
                    </a:lnTo>
                    <a:lnTo>
                      <a:pt x="238" y="186"/>
                    </a:lnTo>
                    <a:lnTo>
                      <a:pt x="233" y="183"/>
                    </a:lnTo>
                    <a:lnTo>
                      <a:pt x="230" y="171"/>
                    </a:lnTo>
                    <a:lnTo>
                      <a:pt x="230" y="165"/>
                    </a:lnTo>
                    <a:lnTo>
                      <a:pt x="226" y="162"/>
                    </a:lnTo>
                    <a:lnTo>
                      <a:pt x="224" y="162"/>
                    </a:lnTo>
                    <a:lnTo>
                      <a:pt x="219" y="165"/>
                    </a:lnTo>
                    <a:lnTo>
                      <a:pt x="215" y="159"/>
                    </a:lnTo>
                    <a:lnTo>
                      <a:pt x="202" y="148"/>
                    </a:lnTo>
                    <a:lnTo>
                      <a:pt x="190" y="146"/>
                    </a:lnTo>
                    <a:lnTo>
                      <a:pt x="183" y="130"/>
                    </a:lnTo>
                    <a:lnTo>
                      <a:pt x="178" y="124"/>
                    </a:lnTo>
                    <a:lnTo>
                      <a:pt x="181" y="117"/>
                    </a:lnTo>
                    <a:lnTo>
                      <a:pt x="178" y="104"/>
                    </a:lnTo>
                    <a:lnTo>
                      <a:pt x="173" y="108"/>
                    </a:lnTo>
                    <a:lnTo>
                      <a:pt x="162" y="68"/>
                    </a:lnTo>
                    <a:lnTo>
                      <a:pt x="156" y="52"/>
                    </a:lnTo>
                    <a:lnTo>
                      <a:pt x="154" y="40"/>
                    </a:lnTo>
                    <a:lnTo>
                      <a:pt x="149" y="49"/>
                    </a:lnTo>
                    <a:lnTo>
                      <a:pt x="155" y="63"/>
                    </a:lnTo>
                    <a:lnTo>
                      <a:pt x="154" y="67"/>
                    </a:lnTo>
                    <a:lnTo>
                      <a:pt x="150" y="63"/>
                    </a:lnTo>
                    <a:lnTo>
                      <a:pt x="155" y="81"/>
                    </a:lnTo>
                    <a:lnTo>
                      <a:pt x="155" y="85"/>
                    </a:lnTo>
                    <a:lnTo>
                      <a:pt x="163" y="105"/>
                    </a:lnTo>
                    <a:lnTo>
                      <a:pt x="166" y="126"/>
                    </a:lnTo>
                    <a:lnTo>
                      <a:pt x="172" y="142"/>
                    </a:lnTo>
                    <a:lnTo>
                      <a:pt x="173" y="149"/>
                    </a:lnTo>
                    <a:lnTo>
                      <a:pt x="168" y="160"/>
                    </a:lnTo>
                    <a:lnTo>
                      <a:pt x="166" y="165"/>
                    </a:lnTo>
                    <a:lnTo>
                      <a:pt x="157" y="163"/>
                    </a:lnTo>
                    <a:lnTo>
                      <a:pt x="152" y="142"/>
                    </a:lnTo>
                    <a:lnTo>
                      <a:pt x="147" y="136"/>
                    </a:lnTo>
                    <a:lnTo>
                      <a:pt x="146" y="147"/>
                    </a:lnTo>
                    <a:lnTo>
                      <a:pt x="129" y="146"/>
                    </a:lnTo>
                    <a:lnTo>
                      <a:pt x="129" y="128"/>
                    </a:lnTo>
                    <a:lnTo>
                      <a:pt x="133" y="127"/>
                    </a:lnTo>
                    <a:lnTo>
                      <a:pt x="127" y="122"/>
                    </a:lnTo>
                    <a:lnTo>
                      <a:pt x="120" y="110"/>
                    </a:lnTo>
                    <a:lnTo>
                      <a:pt x="120" y="100"/>
                    </a:lnTo>
                    <a:lnTo>
                      <a:pt x="123" y="98"/>
                    </a:lnTo>
                    <a:lnTo>
                      <a:pt x="117" y="90"/>
                    </a:lnTo>
                    <a:lnTo>
                      <a:pt x="113" y="92"/>
                    </a:lnTo>
                    <a:lnTo>
                      <a:pt x="112" y="104"/>
                    </a:lnTo>
                    <a:lnTo>
                      <a:pt x="106" y="106"/>
                    </a:lnTo>
                    <a:lnTo>
                      <a:pt x="98" y="100"/>
                    </a:lnTo>
                    <a:lnTo>
                      <a:pt x="90" y="85"/>
                    </a:lnTo>
                    <a:lnTo>
                      <a:pt x="86" y="84"/>
                    </a:lnTo>
                    <a:lnTo>
                      <a:pt x="87" y="90"/>
                    </a:lnTo>
                    <a:lnTo>
                      <a:pt x="85" y="93"/>
                    </a:lnTo>
                    <a:lnTo>
                      <a:pt x="77" y="88"/>
                    </a:lnTo>
                    <a:lnTo>
                      <a:pt x="71" y="82"/>
                    </a:lnTo>
                    <a:lnTo>
                      <a:pt x="75" y="88"/>
                    </a:lnTo>
                    <a:lnTo>
                      <a:pt x="73" y="92"/>
                    </a:lnTo>
                    <a:lnTo>
                      <a:pt x="66" y="93"/>
                    </a:lnTo>
                    <a:lnTo>
                      <a:pt x="66" y="94"/>
                    </a:lnTo>
                    <a:lnTo>
                      <a:pt x="77" y="95"/>
                    </a:lnTo>
                    <a:lnTo>
                      <a:pt x="86" y="101"/>
                    </a:lnTo>
                    <a:lnTo>
                      <a:pt x="88" y="106"/>
                    </a:lnTo>
                    <a:lnTo>
                      <a:pt x="87" y="108"/>
                    </a:lnTo>
                    <a:lnTo>
                      <a:pt x="98" y="115"/>
                    </a:lnTo>
                    <a:lnTo>
                      <a:pt x="98" y="121"/>
                    </a:lnTo>
                    <a:lnTo>
                      <a:pt x="101" y="122"/>
                    </a:lnTo>
                    <a:lnTo>
                      <a:pt x="103" y="121"/>
                    </a:lnTo>
                    <a:lnTo>
                      <a:pt x="108" y="121"/>
                    </a:lnTo>
                    <a:lnTo>
                      <a:pt x="116" y="135"/>
                    </a:lnTo>
                    <a:lnTo>
                      <a:pt x="117" y="141"/>
                    </a:lnTo>
                    <a:lnTo>
                      <a:pt x="116" y="148"/>
                    </a:lnTo>
                    <a:lnTo>
                      <a:pt x="108" y="153"/>
                    </a:lnTo>
                    <a:lnTo>
                      <a:pt x="98" y="154"/>
                    </a:lnTo>
                    <a:lnTo>
                      <a:pt x="96" y="148"/>
                    </a:lnTo>
                    <a:lnTo>
                      <a:pt x="97" y="149"/>
                    </a:lnTo>
                    <a:lnTo>
                      <a:pt x="97" y="158"/>
                    </a:lnTo>
                    <a:lnTo>
                      <a:pt x="86" y="162"/>
                    </a:lnTo>
                    <a:lnTo>
                      <a:pt x="66" y="144"/>
                    </a:lnTo>
                    <a:lnTo>
                      <a:pt x="54" y="141"/>
                    </a:lnTo>
                    <a:lnTo>
                      <a:pt x="48" y="135"/>
                    </a:lnTo>
                    <a:lnTo>
                      <a:pt x="41" y="130"/>
                    </a:lnTo>
                    <a:lnTo>
                      <a:pt x="33" y="127"/>
                    </a:lnTo>
                    <a:lnTo>
                      <a:pt x="38" y="115"/>
                    </a:lnTo>
                    <a:lnTo>
                      <a:pt x="33" y="114"/>
                    </a:lnTo>
                    <a:lnTo>
                      <a:pt x="27" y="116"/>
                    </a:lnTo>
                    <a:lnTo>
                      <a:pt x="17" y="105"/>
                    </a:lnTo>
                    <a:lnTo>
                      <a:pt x="1" y="82"/>
                    </a:lnTo>
                    <a:lnTo>
                      <a:pt x="0" y="73"/>
                    </a:lnTo>
                    <a:lnTo>
                      <a:pt x="3" y="66"/>
                    </a:lnTo>
                    <a:lnTo>
                      <a:pt x="5" y="47"/>
                    </a:lnTo>
                    <a:lnTo>
                      <a:pt x="10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38" name="Group 219">
                <a:extLst>
                  <a:ext uri="{FF2B5EF4-FFF2-40B4-BE49-F238E27FC236}">
                    <a16:creationId xmlns:a16="http://schemas.microsoft.com/office/drawing/2014/main" id="{12BAF777-4F6A-528E-20F1-EF3081BFFD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2" y="1437"/>
                <a:ext cx="1051" cy="958"/>
                <a:chOff x="1712" y="1437"/>
                <a:chExt cx="1051" cy="958"/>
              </a:xfrm>
              <a:grpFill/>
            </p:grpSpPr>
            <p:sp>
              <p:nvSpPr>
                <p:cNvPr id="152" name="Freeform 220">
                  <a:extLst>
                    <a:ext uri="{FF2B5EF4-FFF2-40B4-BE49-F238E27FC236}">
                      <a16:creationId xmlns:a16="http://schemas.microsoft.com/office/drawing/2014/main" id="{281EC521-604C-56BE-C8C8-53986CF1F4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2" y="1437"/>
                  <a:ext cx="127" cy="343"/>
                </a:xfrm>
                <a:custGeom>
                  <a:avLst/>
                  <a:gdLst/>
                  <a:ahLst/>
                  <a:cxnLst>
                    <a:cxn ang="0">
                      <a:pos x="91" y="254"/>
                    </a:cxn>
                    <a:cxn ang="0">
                      <a:pos x="91" y="175"/>
                    </a:cxn>
                    <a:cxn ang="0">
                      <a:pos x="91" y="90"/>
                    </a:cxn>
                    <a:cxn ang="0">
                      <a:pos x="91" y="21"/>
                    </a:cxn>
                    <a:cxn ang="0">
                      <a:pos x="87" y="25"/>
                    </a:cxn>
                    <a:cxn ang="0">
                      <a:pos x="78" y="18"/>
                    </a:cxn>
                    <a:cxn ang="0">
                      <a:pos x="73" y="13"/>
                    </a:cxn>
                    <a:cxn ang="0">
                      <a:pos x="62" y="7"/>
                    </a:cxn>
                    <a:cxn ang="0">
                      <a:pos x="59" y="10"/>
                    </a:cxn>
                    <a:cxn ang="0">
                      <a:pos x="55" y="7"/>
                    </a:cxn>
                    <a:cxn ang="0">
                      <a:pos x="48" y="10"/>
                    </a:cxn>
                    <a:cxn ang="0">
                      <a:pos x="41" y="10"/>
                    </a:cxn>
                    <a:cxn ang="0">
                      <a:pos x="36" y="11"/>
                    </a:cxn>
                    <a:cxn ang="0">
                      <a:pos x="29" y="6"/>
                    </a:cxn>
                    <a:cxn ang="0">
                      <a:pos x="14" y="6"/>
                    </a:cxn>
                    <a:cxn ang="0">
                      <a:pos x="2" y="0"/>
                    </a:cxn>
                    <a:cxn ang="0">
                      <a:pos x="0" y="298"/>
                    </a:cxn>
                    <a:cxn ang="0">
                      <a:pos x="3" y="293"/>
                    </a:cxn>
                    <a:cxn ang="0">
                      <a:pos x="5" y="296"/>
                    </a:cxn>
                    <a:cxn ang="0">
                      <a:pos x="12" y="296"/>
                    </a:cxn>
                    <a:cxn ang="0">
                      <a:pos x="18" y="292"/>
                    </a:cxn>
                    <a:cxn ang="0">
                      <a:pos x="17" y="293"/>
                    </a:cxn>
                    <a:cxn ang="0">
                      <a:pos x="17" y="299"/>
                    </a:cxn>
                    <a:cxn ang="0">
                      <a:pos x="22" y="299"/>
                    </a:cxn>
                    <a:cxn ang="0">
                      <a:pos x="20" y="303"/>
                    </a:cxn>
                    <a:cxn ang="0">
                      <a:pos x="24" y="300"/>
                    </a:cxn>
                    <a:cxn ang="0">
                      <a:pos x="26" y="304"/>
                    </a:cxn>
                    <a:cxn ang="0">
                      <a:pos x="27" y="307"/>
                    </a:cxn>
                    <a:cxn ang="0">
                      <a:pos x="34" y="313"/>
                    </a:cxn>
                    <a:cxn ang="0">
                      <a:pos x="36" y="311"/>
                    </a:cxn>
                    <a:cxn ang="0">
                      <a:pos x="38" y="309"/>
                    </a:cxn>
                    <a:cxn ang="0">
                      <a:pos x="40" y="313"/>
                    </a:cxn>
                    <a:cxn ang="0">
                      <a:pos x="44" y="316"/>
                    </a:cxn>
                    <a:cxn ang="0">
                      <a:pos x="47" y="316"/>
                    </a:cxn>
                    <a:cxn ang="0">
                      <a:pos x="50" y="320"/>
                    </a:cxn>
                    <a:cxn ang="0">
                      <a:pos x="53" y="321"/>
                    </a:cxn>
                    <a:cxn ang="0">
                      <a:pos x="64" y="319"/>
                    </a:cxn>
                    <a:cxn ang="0">
                      <a:pos x="71" y="319"/>
                    </a:cxn>
                    <a:cxn ang="0">
                      <a:pos x="81" y="322"/>
                    </a:cxn>
                    <a:cxn ang="0">
                      <a:pos x="87" y="322"/>
                    </a:cxn>
                    <a:cxn ang="0">
                      <a:pos x="86" y="325"/>
                    </a:cxn>
                    <a:cxn ang="0">
                      <a:pos x="100" y="329"/>
                    </a:cxn>
                    <a:cxn ang="0">
                      <a:pos x="108" y="320"/>
                    </a:cxn>
                    <a:cxn ang="0">
                      <a:pos x="113" y="324"/>
                    </a:cxn>
                    <a:cxn ang="0">
                      <a:pos x="113" y="327"/>
                    </a:cxn>
                    <a:cxn ang="0">
                      <a:pos x="114" y="332"/>
                    </a:cxn>
                    <a:cxn ang="0">
                      <a:pos x="111" y="327"/>
                    </a:cxn>
                    <a:cxn ang="0">
                      <a:pos x="111" y="322"/>
                    </a:cxn>
                    <a:cxn ang="0">
                      <a:pos x="109" y="324"/>
                    </a:cxn>
                    <a:cxn ang="0">
                      <a:pos x="110" y="330"/>
                    </a:cxn>
                    <a:cxn ang="0">
                      <a:pos x="107" y="332"/>
                    </a:cxn>
                    <a:cxn ang="0">
                      <a:pos x="110" y="336"/>
                    </a:cxn>
                    <a:cxn ang="0">
                      <a:pos x="113" y="337"/>
                    </a:cxn>
                    <a:cxn ang="0">
                      <a:pos x="118" y="340"/>
                    </a:cxn>
                    <a:cxn ang="0">
                      <a:pos x="122" y="342"/>
                    </a:cxn>
                    <a:cxn ang="0">
                      <a:pos x="125" y="339"/>
                    </a:cxn>
                    <a:cxn ang="0">
                      <a:pos x="126" y="337"/>
                    </a:cxn>
                    <a:cxn ang="0">
                      <a:pos x="120" y="327"/>
                    </a:cxn>
                    <a:cxn ang="0">
                      <a:pos x="114" y="320"/>
                    </a:cxn>
                    <a:cxn ang="0">
                      <a:pos x="115" y="313"/>
                    </a:cxn>
                    <a:cxn ang="0">
                      <a:pos x="103" y="316"/>
                    </a:cxn>
                    <a:cxn ang="0">
                      <a:pos x="91" y="314"/>
                    </a:cxn>
                  </a:cxnLst>
                  <a:rect l="0" t="0" r="r" b="b"/>
                  <a:pathLst>
                    <a:path w="127" h="343">
                      <a:moveTo>
                        <a:pt x="91" y="305"/>
                      </a:moveTo>
                      <a:lnTo>
                        <a:pt x="91" y="279"/>
                      </a:lnTo>
                      <a:lnTo>
                        <a:pt x="91" y="254"/>
                      </a:lnTo>
                      <a:lnTo>
                        <a:pt x="91" y="230"/>
                      </a:lnTo>
                      <a:lnTo>
                        <a:pt x="91" y="204"/>
                      </a:lnTo>
                      <a:lnTo>
                        <a:pt x="91" y="175"/>
                      </a:lnTo>
                      <a:lnTo>
                        <a:pt x="91" y="146"/>
                      </a:lnTo>
                      <a:lnTo>
                        <a:pt x="91" y="119"/>
                      </a:lnTo>
                      <a:lnTo>
                        <a:pt x="91" y="90"/>
                      </a:lnTo>
                      <a:lnTo>
                        <a:pt x="91" y="56"/>
                      </a:lnTo>
                      <a:lnTo>
                        <a:pt x="91" y="22"/>
                      </a:lnTo>
                      <a:lnTo>
                        <a:pt x="91" y="21"/>
                      </a:lnTo>
                      <a:lnTo>
                        <a:pt x="89" y="21"/>
                      </a:lnTo>
                      <a:lnTo>
                        <a:pt x="88" y="23"/>
                      </a:lnTo>
                      <a:lnTo>
                        <a:pt x="87" y="25"/>
                      </a:lnTo>
                      <a:lnTo>
                        <a:pt x="87" y="24"/>
                      </a:lnTo>
                      <a:lnTo>
                        <a:pt x="84" y="20"/>
                      </a:lnTo>
                      <a:lnTo>
                        <a:pt x="78" y="18"/>
                      </a:lnTo>
                      <a:lnTo>
                        <a:pt x="77" y="16"/>
                      </a:lnTo>
                      <a:lnTo>
                        <a:pt x="73" y="14"/>
                      </a:lnTo>
                      <a:lnTo>
                        <a:pt x="73" y="13"/>
                      </a:lnTo>
                      <a:lnTo>
                        <a:pt x="71" y="11"/>
                      </a:lnTo>
                      <a:lnTo>
                        <a:pt x="63" y="6"/>
                      </a:lnTo>
                      <a:lnTo>
                        <a:pt x="62" y="7"/>
                      </a:lnTo>
                      <a:lnTo>
                        <a:pt x="60" y="8"/>
                      </a:lnTo>
                      <a:lnTo>
                        <a:pt x="59" y="7"/>
                      </a:lnTo>
                      <a:lnTo>
                        <a:pt x="59" y="10"/>
                      </a:lnTo>
                      <a:lnTo>
                        <a:pt x="59" y="11"/>
                      </a:lnTo>
                      <a:lnTo>
                        <a:pt x="57" y="8"/>
                      </a:lnTo>
                      <a:lnTo>
                        <a:pt x="55" y="7"/>
                      </a:lnTo>
                      <a:lnTo>
                        <a:pt x="54" y="8"/>
                      </a:lnTo>
                      <a:lnTo>
                        <a:pt x="48" y="10"/>
                      </a:lnTo>
                      <a:lnTo>
                        <a:pt x="48" y="10"/>
                      </a:lnTo>
                      <a:lnTo>
                        <a:pt x="45" y="12"/>
                      </a:lnTo>
                      <a:lnTo>
                        <a:pt x="42" y="12"/>
                      </a:lnTo>
                      <a:lnTo>
                        <a:pt x="41" y="10"/>
                      </a:lnTo>
                      <a:lnTo>
                        <a:pt x="40" y="12"/>
                      </a:lnTo>
                      <a:lnTo>
                        <a:pt x="36" y="12"/>
                      </a:lnTo>
                      <a:lnTo>
                        <a:pt x="36" y="11"/>
                      </a:lnTo>
                      <a:lnTo>
                        <a:pt x="36" y="10"/>
                      </a:lnTo>
                      <a:lnTo>
                        <a:pt x="31" y="9"/>
                      </a:lnTo>
                      <a:lnTo>
                        <a:pt x="29" y="6"/>
                      </a:lnTo>
                      <a:lnTo>
                        <a:pt x="26" y="5"/>
                      </a:lnTo>
                      <a:lnTo>
                        <a:pt x="18" y="5"/>
                      </a:lnTo>
                      <a:lnTo>
                        <a:pt x="14" y="6"/>
                      </a:lnTo>
                      <a:lnTo>
                        <a:pt x="7" y="2"/>
                      </a:lnTo>
                      <a:lnTo>
                        <a:pt x="3" y="2"/>
                      </a:lnTo>
                      <a:lnTo>
                        <a:pt x="2" y="0"/>
                      </a:lnTo>
                      <a:lnTo>
                        <a:pt x="2" y="288"/>
                      </a:lnTo>
                      <a:lnTo>
                        <a:pt x="2" y="291"/>
                      </a:lnTo>
                      <a:lnTo>
                        <a:pt x="0" y="298"/>
                      </a:lnTo>
                      <a:lnTo>
                        <a:pt x="2" y="298"/>
                      </a:lnTo>
                      <a:lnTo>
                        <a:pt x="3" y="297"/>
                      </a:lnTo>
                      <a:lnTo>
                        <a:pt x="3" y="293"/>
                      </a:lnTo>
                      <a:lnTo>
                        <a:pt x="3" y="291"/>
                      </a:lnTo>
                      <a:lnTo>
                        <a:pt x="5" y="294"/>
                      </a:lnTo>
                      <a:lnTo>
                        <a:pt x="5" y="296"/>
                      </a:lnTo>
                      <a:lnTo>
                        <a:pt x="7" y="296"/>
                      </a:lnTo>
                      <a:lnTo>
                        <a:pt x="10" y="295"/>
                      </a:lnTo>
                      <a:lnTo>
                        <a:pt x="12" y="296"/>
                      </a:lnTo>
                      <a:lnTo>
                        <a:pt x="14" y="295"/>
                      </a:lnTo>
                      <a:lnTo>
                        <a:pt x="15" y="293"/>
                      </a:lnTo>
                      <a:lnTo>
                        <a:pt x="18" y="292"/>
                      </a:lnTo>
                      <a:lnTo>
                        <a:pt x="21" y="292"/>
                      </a:lnTo>
                      <a:lnTo>
                        <a:pt x="21" y="292"/>
                      </a:lnTo>
                      <a:lnTo>
                        <a:pt x="17" y="293"/>
                      </a:lnTo>
                      <a:lnTo>
                        <a:pt x="17" y="295"/>
                      </a:lnTo>
                      <a:lnTo>
                        <a:pt x="17" y="297"/>
                      </a:lnTo>
                      <a:lnTo>
                        <a:pt x="17" y="299"/>
                      </a:lnTo>
                      <a:lnTo>
                        <a:pt x="18" y="299"/>
                      </a:lnTo>
                      <a:lnTo>
                        <a:pt x="22" y="298"/>
                      </a:lnTo>
                      <a:lnTo>
                        <a:pt x="22" y="299"/>
                      </a:lnTo>
                      <a:lnTo>
                        <a:pt x="19" y="301"/>
                      </a:lnTo>
                      <a:lnTo>
                        <a:pt x="16" y="302"/>
                      </a:lnTo>
                      <a:lnTo>
                        <a:pt x="20" y="303"/>
                      </a:lnTo>
                      <a:lnTo>
                        <a:pt x="21" y="301"/>
                      </a:lnTo>
                      <a:lnTo>
                        <a:pt x="24" y="300"/>
                      </a:lnTo>
                      <a:lnTo>
                        <a:pt x="24" y="300"/>
                      </a:lnTo>
                      <a:lnTo>
                        <a:pt x="21" y="304"/>
                      </a:lnTo>
                      <a:lnTo>
                        <a:pt x="25" y="303"/>
                      </a:lnTo>
                      <a:lnTo>
                        <a:pt x="26" y="304"/>
                      </a:lnTo>
                      <a:lnTo>
                        <a:pt x="29" y="304"/>
                      </a:lnTo>
                      <a:lnTo>
                        <a:pt x="29" y="304"/>
                      </a:lnTo>
                      <a:lnTo>
                        <a:pt x="27" y="307"/>
                      </a:lnTo>
                      <a:lnTo>
                        <a:pt x="29" y="308"/>
                      </a:lnTo>
                      <a:lnTo>
                        <a:pt x="32" y="312"/>
                      </a:lnTo>
                      <a:lnTo>
                        <a:pt x="34" y="313"/>
                      </a:lnTo>
                      <a:lnTo>
                        <a:pt x="36" y="312"/>
                      </a:lnTo>
                      <a:lnTo>
                        <a:pt x="36" y="312"/>
                      </a:lnTo>
                      <a:lnTo>
                        <a:pt x="36" y="311"/>
                      </a:lnTo>
                      <a:lnTo>
                        <a:pt x="36" y="310"/>
                      </a:lnTo>
                      <a:lnTo>
                        <a:pt x="37" y="309"/>
                      </a:lnTo>
                      <a:lnTo>
                        <a:pt x="38" y="309"/>
                      </a:lnTo>
                      <a:lnTo>
                        <a:pt x="40" y="310"/>
                      </a:lnTo>
                      <a:lnTo>
                        <a:pt x="40" y="311"/>
                      </a:lnTo>
                      <a:lnTo>
                        <a:pt x="40" y="313"/>
                      </a:lnTo>
                      <a:lnTo>
                        <a:pt x="42" y="315"/>
                      </a:lnTo>
                      <a:lnTo>
                        <a:pt x="43" y="316"/>
                      </a:lnTo>
                      <a:lnTo>
                        <a:pt x="44" y="316"/>
                      </a:lnTo>
                      <a:lnTo>
                        <a:pt x="45" y="315"/>
                      </a:lnTo>
                      <a:lnTo>
                        <a:pt x="46" y="316"/>
                      </a:lnTo>
                      <a:lnTo>
                        <a:pt x="47" y="316"/>
                      </a:lnTo>
                      <a:lnTo>
                        <a:pt x="49" y="317"/>
                      </a:lnTo>
                      <a:lnTo>
                        <a:pt x="50" y="319"/>
                      </a:lnTo>
                      <a:lnTo>
                        <a:pt x="50" y="320"/>
                      </a:lnTo>
                      <a:lnTo>
                        <a:pt x="50" y="321"/>
                      </a:lnTo>
                      <a:lnTo>
                        <a:pt x="51" y="321"/>
                      </a:lnTo>
                      <a:lnTo>
                        <a:pt x="53" y="321"/>
                      </a:lnTo>
                      <a:lnTo>
                        <a:pt x="56" y="320"/>
                      </a:lnTo>
                      <a:lnTo>
                        <a:pt x="64" y="320"/>
                      </a:lnTo>
                      <a:lnTo>
                        <a:pt x="64" y="319"/>
                      </a:lnTo>
                      <a:lnTo>
                        <a:pt x="67" y="320"/>
                      </a:lnTo>
                      <a:lnTo>
                        <a:pt x="68" y="319"/>
                      </a:lnTo>
                      <a:lnTo>
                        <a:pt x="71" y="319"/>
                      </a:lnTo>
                      <a:lnTo>
                        <a:pt x="72" y="321"/>
                      </a:lnTo>
                      <a:lnTo>
                        <a:pt x="80" y="322"/>
                      </a:lnTo>
                      <a:lnTo>
                        <a:pt x="81" y="322"/>
                      </a:lnTo>
                      <a:lnTo>
                        <a:pt x="85" y="321"/>
                      </a:lnTo>
                      <a:lnTo>
                        <a:pt x="86" y="322"/>
                      </a:lnTo>
                      <a:lnTo>
                        <a:pt x="87" y="322"/>
                      </a:lnTo>
                      <a:lnTo>
                        <a:pt x="85" y="323"/>
                      </a:lnTo>
                      <a:lnTo>
                        <a:pt x="84" y="324"/>
                      </a:lnTo>
                      <a:lnTo>
                        <a:pt x="86" y="325"/>
                      </a:lnTo>
                      <a:lnTo>
                        <a:pt x="90" y="327"/>
                      </a:lnTo>
                      <a:lnTo>
                        <a:pt x="95" y="328"/>
                      </a:lnTo>
                      <a:lnTo>
                        <a:pt x="100" y="329"/>
                      </a:lnTo>
                      <a:lnTo>
                        <a:pt x="104" y="326"/>
                      </a:lnTo>
                      <a:lnTo>
                        <a:pt x="107" y="322"/>
                      </a:lnTo>
                      <a:lnTo>
                        <a:pt x="108" y="320"/>
                      </a:lnTo>
                      <a:lnTo>
                        <a:pt x="109" y="319"/>
                      </a:lnTo>
                      <a:lnTo>
                        <a:pt x="112" y="323"/>
                      </a:lnTo>
                      <a:lnTo>
                        <a:pt x="113" y="324"/>
                      </a:lnTo>
                      <a:lnTo>
                        <a:pt x="116" y="325"/>
                      </a:lnTo>
                      <a:lnTo>
                        <a:pt x="115" y="325"/>
                      </a:lnTo>
                      <a:lnTo>
                        <a:pt x="113" y="327"/>
                      </a:lnTo>
                      <a:lnTo>
                        <a:pt x="113" y="329"/>
                      </a:lnTo>
                      <a:lnTo>
                        <a:pt x="113" y="330"/>
                      </a:lnTo>
                      <a:lnTo>
                        <a:pt x="114" y="332"/>
                      </a:lnTo>
                      <a:lnTo>
                        <a:pt x="113" y="333"/>
                      </a:lnTo>
                      <a:lnTo>
                        <a:pt x="112" y="331"/>
                      </a:lnTo>
                      <a:lnTo>
                        <a:pt x="111" y="327"/>
                      </a:lnTo>
                      <a:lnTo>
                        <a:pt x="112" y="325"/>
                      </a:lnTo>
                      <a:lnTo>
                        <a:pt x="112" y="324"/>
                      </a:lnTo>
                      <a:lnTo>
                        <a:pt x="111" y="322"/>
                      </a:lnTo>
                      <a:lnTo>
                        <a:pt x="110" y="322"/>
                      </a:lnTo>
                      <a:lnTo>
                        <a:pt x="109" y="323"/>
                      </a:lnTo>
                      <a:lnTo>
                        <a:pt x="109" y="324"/>
                      </a:lnTo>
                      <a:lnTo>
                        <a:pt x="109" y="327"/>
                      </a:lnTo>
                      <a:lnTo>
                        <a:pt x="110" y="328"/>
                      </a:lnTo>
                      <a:lnTo>
                        <a:pt x="110" y="330"/>
                      </a:lnTo>
                      <a:lnTo>
                        <a:pt x="109" y="331"/>
                      </a:lnTo>
                      <a:lnTo>
                        <a:pt x="109" y="332"/>
                      </a:lnTo>
                      <a:lnTo>
                        <a:pt x="107" y="332"/>
                      </a:lnTo>
                      <a:lnTo>
                        <a:pt x="106" y="334"/>
                      </a:lnTo>
                      <a:lnTo>
                        <a:pt x="107" y="335"/>
                      </a:lnTo>
                      <a:lnTo>
                        <a:pt x="110" y="336"/>
                      </a:lnTo>
                      <a:lnTo>
                        <a:pt x="110" y="337"/>
                      </a:lnTo>
                      <a:lnTo>
                        <a:pt x="111" y="337"/>
                      </a:lnTo>
                      <a:lnTo>
                        <a:pt x="113" y="337"/>
                      </a:lnTo>
                      <a:lnTo>
                        <a:pt x="114" y="338"/>
                      </a:lnTo>
                      <a:lnTo>
                        <a:pt x="113" y="338"/>
                      </a:lnTo>
                      <a:lnTo>
                        <a:pt x="118" y="340"/>
                      </a:lnTo>
                      <a:lnTo>
                        <a:pt x="121" y="343"/>
                      </a:lnTo>
                      <a:lnTo>
                        <a:pt x="121" y="342"/>
                      </a:lnTo>
                      <a:lnTo>
                        <a:pt x="122" y="342"/>
                      </a:lnTo>
                      <a:lnTo>
                        <a:pt x="125" y="342"/>
                      </a:lnTo>
                      <a:lnTo>
                        <a:pt x="125" y="341"/>
                      </a:lnTo>
                      <a:lnTo>
                        <a:pt x="125" y="339"/>
                      </a:lnTo>
                      <a:lnTo>
                        <a:pt x="125" y="337"/>
                      </a:lnTo>
                      <a:lnTo>
                        <a:pt x="125" y="336"/>
                      </a:lnTo>
                      <a:lnTo>
                        <a:pt x="126" y="337"/>
                      </a:lnTo>
                      <a:lnTo>
                        <a:pt x="127" y="336"/>
                      </a:lnTo>
                      <a:lnTo>
                        <a:pt x="126" y="335"/>
                      </a:lnTo>
                      <a:lnTo>
                        <a:pt x="120" y="327"/>
                      </a:lnTo>
                      <a:lnTo>
                        <a:pt x="119" y="324"/>
                      </a:lnTo>
                      <a:lnTo>
                        <a:pt x="116" y="321"/>
                      </a:lnTo>
                      <a:lnTo>
                        <a:pt x="114" y="320"/>
                      </a:lnTo>
                      <a:lnTo>
                        <a:pt x="115" y="320"/>
                      </a:lnTo>
                      <a:lnTo>
                        <a:pt x="115" y="319"/>
                      </a:lnTo>
                      <a:lnTo>
                        <a:pt x="115" y="313"/>
                      </a:lnTo>
                      <a:lnTo>
                        <a:pt x="107" y="314"/>
                      </a:lnTo>
                      <a:lnTo>
                        <a:pt x="104" y="317"/>
                      </a:lnTo>
                      <a:lnTo>
                        <a:pt x="103" y="316"/>
                      </a:lnTo>
                      <a:lnTo>
                        <a:pt x="99" y="314"/>
                      </a:lnTo>
                      <a:lnTo>
                        <a:pt x="96" y="316"/>
                      </a:lnTo>
                      <a:lnTo>
                        <a:pt x="91" y="314"/>
                      </a:lnTo>
                      <a:lnTo>
                        <a:pt x="91" y="30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grpSp>
              <p:nvGrpSpPr>
                <p:cNvPr id="153" name="Group 221">
                  <a:extLst>
                    <a:ext uri="{FF2B5EF4-FFF2-40B4-BE49-F238E27FC236}">
                      <a16:creationId xmlns:a16="http://schemas.microsoft.com/office/drawing/2014/main" id="{E03350EA-8EBD-640C-0858-8233A7B8B5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014" y="1996"/>
                  <a:ext cx="749" cy="399"/>
                  <a:chOff x="1149" y="1865"/>
                  <a:chExt cx="635" cy="339"/>
                </a:xfrm>
                <a:grpFill/>
              </p:grpSpPr>
              <p:sp>
                <p:nvSpPr>
                  <p:cNvPr id="154" name="Freeform 222">
                    <a:extLst>
                      <a:ext uri="{FF2B5EF4-FFF2-40B4-BE49-F238E27FC236}">
                        <a16:creationId xmlns:a16="http://schemas.microsoft.com/office/drawing/2014/main" id="{4B081554-93A4-F74B-846D-82F319ABA71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155" name="Freeform 223">
                    <a:extLst>
                      <a:ext uri="{FF2B5EF4-FFF2-40B4-BE49-F238E27FC236}">
                        <a16:creationId xmlns:a16="http://schemas.microsoft.com/office/drawing/2014/main" id="{2080A1A4-A465-DF4C-E810-FD5BF1FD26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156" name="Freeform 224">
                    <a:extLst>
                      <a:ext uri="{FF2B5EF4-FFF2-40B4-BE49-F238E27FC236}">
                        <a16:creationId xmlns:a16="http://schemas.microsoft.com/office/drawing/2014/main" id="{3A931761-848D-DF59-A303-DE0E4E9626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1" y="2027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157" name="Freeform 225">
                    <a:extLst>
                      <a:ext uri="{FF2B5EF4-FFF2-40B4-BE49-F238E27FC236}">
                        <a16:creationId xmlns:a16="http://schemas.microsoft.com/office/drawing/2014/main" id="{43BF9CE6-3E77-83C6-1D5D-B845D707D8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0" y="2025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3" y="2"/>
                      </a:cxn>
                      <a:cxn ang="0">
                        <a:pos x="0" y="0"/>
                      </a:cxn>
                      <a:cxn ang="0">
                        <a:pos x="3" y="2"/>
                      </a:cxn>
                      <a:cxn ang="0">
                        <a:pos x="5" y="6"/>
                      </a:cxn>
                      <a:cxn ang="0">
                        <a:pos x="3" y="2"/>
                      </a:cxn>
                    </a:cxnLst>
                    <a:rect l="0" t="0" r="r" b="b"/>
                    <a:pathLst>
                      <a:path w="5" h="6">
                        <a:moveTo>
                          <a:pt x="3" y="2"/>
                        </a:move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5" y="6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  <p:sp>
                <p:nvSpPr>
                  <p:cNvPr id="158" name="Freeform 226">
                    <a:extLst>
                      <a:ext uri="{FF2B5EF4-FFF2-40B4-BE49-F238E27FC236}">
                        <a16:creationId xmlns:a16="http://schemas.microsoft.com/office/drawing/2014/main" id="{C4F1644C-8039-E495-573B-5673D5A88A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149" y="1865"/>
                    <a:ext cx="633" cy="339"/>
                  </a:xfrm>
                  <a:custGeom>
                    <a:avLst/>
                    <a:gdLst/>
                    <a:ahLst/>
                    <a:cxnLst>
                      <a:cxn ang="0">
                        <a:pos x="3079" y="181"/>
                      </a:cxn>
                      <a:cxn ang="0">
                        <a:pos x="2964" y="328"/>
                      </a:cxn>
                      <a:cxn ang="0">
                        <a:pos x="2682" y="394"/>
                      </a:cxn>
                      <a:cxn ang="0">
                        <a:pos x="2593" y="483"/>
                      </a:cxn>
                      <a:cxn ang="0">
                        <a:pos x="2432" y="575"/>
                      </a:cxn>
                      <a:cxn ang="0">
                        <a:pos x="2290" y="541"/>
                      </a:cxn>
                      <a:cxn ang="0">
                        <a:pos x="2235" y="456"/>
                      </a:cxn>
                      <a:cxn ang="0">
                        <a:pos x="2211" y="306"/>
                      </a:cxn>
                      <a:cxn ang="0">
                        <a:pos x="2135" y="345"/>
                      </a:cxn>
                      <a:cxn ang="0">
                        <a:pos x="2081" y="588"/>
                      </a:cxn>
                      <a:cxn ang="0">
                        <a:pos x="2036" y="404"/>
                      </a:cxn>
                      <a:cxn ang="0">
                        <a:pos x="2077" y="294"/>
                      </a:cxn>
                      <a:cxn ang="0">
                        <a:pos x="2231" y="279"/>
                      </a:cxn>
                      <a:cxn ang="0">
                        <a:pos x="2111" y="222"/>
                      </a:cxn>
                      <a:cxn ang="0">
                        <a:pos x="2021" y="160"/>
                      </a:cxn>
                      <a:cxn ang="0">
                        <a:pos x="1811" y="226"/>
                      </a:cxn>
                      <a:cxn ang="0">
                        <a:pos x="1785" y="86"/>
                      </a:cxn>
                      <a:cxn ang="0">
                        <a:pos x="1640" y="33"/>
                      </a:cxn>
                      <a:cxn ang="0">
                        <a:pos x="888" y="36"/>
                      </a:cxn>
                      <a:cxn ang="0">
                        <a:pos x="133" y="58"/>
                      </a:cxn>
                      <a:cxn ang="0">
                        <a:pos x="101" y="150"/>
                      </a:cxn>
                      <a:cxn ang="0">
                        <a:pos x="4" y="86"/>
                      </a:cxn>
                      <a:cxn ang="0">
                        <a:pos x="46" y="225"/>
                      </a:cxn>
                      <a:cxn ang="0">
                        <a:pos x="47" y="295"/>
                      </a:cxn>
                      <a:cxn ang="0">
                        <a:pos x="27" y="576"/>
                      </a:cxn>
                      <a:cxn ang="0">
                        <a:pos x="98" y="850"/>
                      </a:cxn>
                      <a:cxn ang="0">
                        <a:pos x="130" y="886"/>
                      </a:cxn>
                      <a:cxn ang="0">
                        <a:pos x="223" y="1056"/>
                      </a:cxn>
                      <a:cxn ang="0">
                        <a:pos x="336" y="1131"/>
                      </a:cxn>
                      <a:cxn ang="0">
                        <a:pos x="989" y="1276"/>
                      </a:cxn>
                      <a:cxn ang="0">
                        <a:pos x="1294" y="1430"/>
                      </a:cxn>
                      <a:cxn ang="0">
                        <a:pos x="1501" y="1624"/>
                      </a:cxn>
                      <a:cxn ang="0">
                        <a:pos x="1515" y="1515"/>
                      </a:cxn>
                      <a:cxn ang="0">
                        <a:pos x="1564" y="1480"/>
                      </a:cxn>
                      <a:cxn ang="0">
                        <a:pos x="1629" y="1410"/>
                      </a:cxn>
                      <a:cxn ang="0">
                        <a:pos x="1784" y="1405"/>
                      </a:cxn>
                      <a:cxn ang="0">
                        <a:pos x="1912" y="1435"/>
                      </a:cxn>
                      <a:cxn ang="0">
                        <a:pos x="1905" y="1382"/>
                      </a:cxn>
                      <a:cxn ang="0">
                        <a:pos x="2012" y="1367"/>
                      </a:cxn>
                      <a:cxn ang="0">
                        <a:pos x="2117" y="1377"/>
                      </a:cxn>
                      <a:cxn ang="0">
                        <a:pos x="2264" y="1424"/>
                      </a:cxn>
                      <a:cxn ang="0">
                        <a:pos x="2323" y="1587"/>
                      </a:cxn>
                      <a:cxn ang="0">
                        <a:pos x="2409" y="1690"/>
                      </a:cxn>
                      <a:cxn ang="0">
                        <a:pos x="2365" y="1348"/>
                      </a:cxn>
                      <a:cxn ang="0">
                        <a:pos x="2446" y="1228"/>
                      </a:cxn>
                      <a:cxn ang="0">
                        <a:pos x="2579" y="1118"/>
                      </a:cxn>
                      <a:cxn ang="0">
                        <a:pos x="2645" y="1037"/>
                      </a:cxn>
                      <a:cxn ang="0">
                        <a:pos x="2634" y="986"/>
                      </a:cxn>
                      <a:cxn ang="0">
                        <a:pos x="2655" y="940"/>
                      </a:cxn>
                      <a:cxn ang="0">
                        <a:pos x="2654" y="871"/>
                      </a:cxn>
                      <a:cxn ang="0">
                        <a:pos x="2651" y="857"/>
                      </a:cxn>
                      <a:cxn ang="0">
                        <a:pos x="2661" y="778"/>
                      </a:cxn>
                      <a:cxn ang="0">
                        <a:pos x="2683" y="867"/>
                      </a:cxn>
                      <a:cxn ang="0">
                        <a:pos x="2708" y="796"/>
                      </a:cxn>
                      <a:cxn ang="0">
                        <a:pos x="2774" y="727"/>
                      </a:cxn>
                      <a:cxn ang="0">
                        <a:pos x="2843" y="631"/>
                      </a:cxn>
                      <a:cxn ang="0">
                        <a:pos x="3004" y="602"/>
                      </a:cxn>
                      <a:cxn ang="0">
                        <a:pos x="2957" y="538"/>
                      </a:cxn>
                      <a:cxn ang="0">
                        <a:pos x="3032" y="440"/>
                      </a:cxn>
                      <a:cxn ang="0">
                        <a:pos x="3107" y="399"/>
                      </a:cxn>
                    </a:cxnLst>
                    <a:rect l="0" t="0" r="r" b="b"/>
                    <a:pathLst>
                      <a:path w="3166" h="1693">
                        <a:moveTo>
                          <a:pt x="3165" y="365"/>
                        </a:moveTo>
                        <a:lnTo>
                          <a:pt x="3158" y="364"/>
                        </a:lnTo>
                        <a:lnTo>
                          <a:pt x="3160" y="361"/>
                        </a:lnTo>
                        <a:lnTo>
                          <a:pt x="3162" y="355"/>
                        </a:lnTo>
                        <a:lnTo>
                          <a:pt x="3162" y="344"/>
                        </a:lnTo>
                        <a:lnTo>
                          <a:pt x="3161" y="339"/>
                        </a:lnTo>
                        <a:lnTo>
                          <a:pt x="3160" y="343"/>
                        </a:lnTo>
                        <a:lnTo>
                          <a:pt x="3155" y="343"/>
                        </a:lnTo>
                        <a:lnTo>
                          <a:pt x="3146" y="342"/>
                        </a:lnTo>
                        <a:lnTo>
                          <a:pt x="3138" y="335"/>
                        </a:lnTo>
                        <a:lnTo>
                          <a:pt x="3135" y="330"/>
                        </a:lnTo>
                        <a:lnTo>
                          <a:pt x="3134" y="326"/>
                        </a:lnTo>
                        <a:lnTo>
                          <a:pt x="3134" y="310"/>
                        </a:lnTo>
                        <a:lnTo>
                          <a:pt x="3119" y="302"/>
                        </a:lnTo>
                        <a:lnTo>
                          <a:pt x="3119" y="246"/>
                        </a:lnTo>
                        <a:lnTo>
                          <a:pt x="3119" y="195"/>
                        </a:lnTo>
                        <a:lnTo>
                          <a:pt x="3093" y="170"/>
                        </a:lnTo>
                        <a:lnTo>
                          <a:pt x="3086" y="170"/>
                        </a:lnTo>
                        <a:lnTo>
                          <a:pt x="3079" y="181"/>
                        </a:lnTo>
                        <a:lnTo>
                          <a:pt x="3061" y="184"/>
                        </a:lnTo>
                        <a:lnTo>
                          <a:pt x="3049" y="179"/>
                        </a:lnTo>
                        <a:lnTo>
                          <a:pt x="3047" y="176"/>
                        </a:lnTo>
                        <a:lnTo>
                          <a:pt x="3044" y="170"/>
                        </a:lnTo>
                        <a:lnTo>
                          <a:pt x="3037" y="163"/>
                        </a:lnTo>
                        <a:lnTo>
                          <a:pt x="3031" y="162"/>
                        </a:lnTo>
                        <a:lnTo>
                          <a:pt x="3025" y="166"/>
                        </a:lnTo>
                        <a:lnTo>
                          <a:pt x="2998" y="211"/>
                        </a:lnTo>
                        <a:lnTo>
                          <a:pt x="2994" y="235"/>
                        </a:lnTo>
                        <a:lnTo>
                          <a:pt x="2988" y="247"/>
                        </a:lnTo>
                        <a:lnTo>
                          <a:pt x="2987" y="253"/>
                        </a:lnTo>
                        <a:lnTo>
                          <a:pt x="2982" y="262"/>
                        </a:lnTo>
                        <a:lnTo>
                          <a:pt x="2979" y="269"/>
                        </a:lnTo>
                        <a:lnTo>
                          <a:pt x="2975" y="305"/>
                        </a:lnTo>
                        <a:lnTo>
                          <a:pt x="2974" y="307"/>
                        </a:lnTo>
                        <a:lnTo>
                          <a:pt x="2967" y="312"/>
                        </a:lnTo>
                        <a:lnTo>
                          <a:pt x="2964" y="317"/>
                        </a:lnTo>
                        <a:lnTo>
                          <a:pt x="2963" y="322"/>
                        </a:lnTo>
                        <a:lnTo>
                          <a:pt x="2964" y="328"/>
                        </a:lnTo>
                        <a:lnTo>
                          <a:pt x="2964" y="330"/>
                        </a:lnTo>
                        <a:lnTo>
                          <a:pt x="2957" y="327"/>
                        </a:lnTo>
                        <a:lnTo>
                          <a:pt x="2956" y="328"/>
                        </a:lnTo>
                        <a:lnTo>
                          <a:pt x="2956" y="334"/>
                        </a:lnTo>
                        <a:lnTo>
                          <a:pt x="2945" y="330"/>
                        </a:lnTo>
                        <a:lnTo>
                          <a:pt x="2936" y="333"/>
                        </a:lnTo>
                        <a:lnTo>
                          <a:pt x="2934" y="335"/>
                        </a:lnTo>
                        <a:lnTo>
                          <a:pt x="2921" y="337"/>
                        </a:lnTo>
                        <a:lnTo>
                          <a:pt x="2918" y="340"/>
                        </a:lnTo>
                        <a:lnTo>
                          <a:pt x="2912" y="356"/>
                        </a:lnTo>
                        <a:lnTo>
                          <a:pt x="2910" y="356"/>
                        </a:lnTo>
                        <a:lnTo>
                          <a:pt x="2812" y="356"/>
                        </a:lnTo>
                        <a:lnTo>
                          <a:pt x="2737" y="356"/>
                        </a:lnTo>
                        <a:lnTo>
                          <a:pt x="2722" y="356"/>
                        </a:lnTo>
                        <a:lnTo>
                          <a:pt x="2706" y="371"/>
                        </a:lnTo>
                        <a:lnTo>
                          <a:pt x="2687" y="382"/>
                        </a:lnTo>
                        <a:lnTo>
                          <a:pt x="2684" y="387"/>
                        </a:lnTo>
                        <a:lnTo>
                          <a:pt x="2683" y="388"/>
                        </a:lnTo>
                        <a:lnTo>
                          <a:pt x="2682" y="394"/>
                        </a:lnTo>
                        <a:lnTo>
                          <a:pt x="2676" y="404"/>
                        </a:lnTo>
                        <a:lnTo>
                          <a:pt x="2655" y="418"/>
                        </a:lnTo>
                        <a:lnTo>
                          <a:pt x="2651" y="423"/>
                        </a:lnTo>
                        <a:lnTo>
                          <a:pt x="2652" y="428"/>
                        </a:lnTo>
                        <a:lnTo>
                          <a:pt x="2660" y="428"/>
                        </a:lnTo>
                        <a:lnTo>
                          <a:pt x="2663" y="431"/>
                        </a:lnTo>
                        <a:lnTo>
                          <a:pt x="2662" y="436"/>
                        </a:lnTo>
                        <a:lnTo>
                          <a:pt x="2659" y="439"/>
                        </a:lnTo>
                        <a:lnTo>
                          <a:pt x="2655" y="437"/>
                        </a:lnTo>
                        <a:lnTo>
                          <a:pt x="2654" y="440"/>
                        </a:lnTo>
                        <a:lnTo>
                          <a:pt x="2655" y="442"/>
                        </a:lnTo>
                        <a:lnTo>
                          <a:pt x="2660" y="448"/>
                        </a:lnTo>
                        <a:lnTo>
                          <a:pt x="2661" y="458"/>
                        </a:lnTo>
                        <a:lnTo>
                          <a:pt x="2660" y="466"/>
                        </a:lnTo>
                        <a:lnTo>
                          <a:pt x="2643" y="468"/>
                        </a:lnTo>
                        <a:lnTo>
                          <a:pt x="2627" y="480"/>
                        </a:lnTo>
                        <a:lnTo>
                          <a:pt x="2617" y="484"/>
                        </a:lnTo>
                        <a:lnTo>
                          <a:pt x="2597" y="484"/>
                        </a:lnTo>
                        <a:lnTo>
                          <a:pt x="2593" y="483"/>
                        </a:lnTo>
                        <a:lnTo>
                          <a:pt x="2582" y="486"/>
                        </a:lnTo>
                        <a:lnTo>
                          <a:pt x="2575" y="480"/>
                        </a:lnTo>
                        <a:lnTo>
                          <a:pt x="2560" y="477"/>
                        </a:lnTo>
                        <a:lnTo>
                          <a:pt x="2553" y="477"/>
                        </a:lnTo>
                        <a:lnTo>
                          <a:pt x="2532" y="479"/>
                        </a:lnTo>
                        <a:lnTo>
                          <a:pt x="2511" y="484"/>
                        </a:lnTo>
                        <a:lnTo>
                          <a:pt x="2501" y="489"/>
                        </a:lnTo>
                        <a:lnTo>
                          <a:pt x="2504" y="499"/>
                        </a:lnTo>
                        <a:lnTo>
                          <a:pt x="2509" y="506"/>
                        </a:lnTo>
                        <a:lnTo>
                          <a:pt x="2511" y="518"/>
                        </a:lnTo>
                        <a:lnTo>
                          <a:pt x="2499" y="531"/>
                        </a:lnTo>
                        <a:lnTo>
                          <a:pt x="2495" y="536"/>
                        </a:lnTo>
                        <a:lnTo>
                          <a:pt x="2491" y="538"/>
                        </a:lnTo>
                        <a:lnTo>
                          <a:pt x="2488" y="539"/>
                        </a:lnTo>
                        <a:lnTo>
                          <a:pt x="2478" y="549"/>
                        </a:lnTo>
                        <a:lnTo>
                          <a:pt x="2461" y="560"/>
                        </a:lnTo>
                        <a:lnTo>
                          <a:pt x="2452" y="566"/>
                        </a:lnTo>
                        <a:lnTo>
                          <a:pt x="2441" y="568"/>
                        </a:lnTo>
                        <a:lnTo>
                          <a:pt x="2432" y="575"/>
                        </a:lnTo>
                        <a:lnTo>
                          <a:pt x="2419" y="582"/>
                        </a:lnTo>
                        <a:lnTo>
                          <a:pt x="2404" y="585"/>
                        </a:lnTo>
                        <a:lnTo>
                          <a:pt x="2386" y="593"/>
                        </a:lnTo>
                        <a:lnTo>
                          <a:pt x="2350" y="614"/>
                        </a:lnTo>
                        <a:lnTo>
                          <a:pt x="2334" y="614"/>
                        </a:lnTo>
                        <a:lnTo>
                          <a:pt x="2316" y="620"/>
                        </a:lnTo>
                        <a:lnTo>
                          <a:pt x="2296" y="618"/>
                        </a:lnTo>
                        <a:lnTo>
                          <a:pt x="2294" y="614"/>
                        </a:lnTo>
                        <a:lnTo>
                          <a:pt x="2286" y="614"/>
                        </a:lnTo>
                        <a:lnTo>
                          <a:pt x="2281" y="613"/>
                        </a:lnTo>
                        <a:lnTo>
                          <a:pt x="2274" y="607"/>
                        </a:lnTo>
                        <a:lnTo>
                          <a:pt x="2259" y="602"/>
                        </a:lnTo>
                        <a:lnTo>
                          <a:pt x="2264" y="595"/>
                        </a:lnTo>
                        <a:lnTo>
                          <a:pt x="2278" y="581"/>
                        </a:lnTo>
                        <a:lnTo>
                          <a:pt x="2278" y="570"/>
                        </a:lnTo>
                        <a:lnTo>
                          <a:pt x="2283" y="558"/>
                        </a:lnTo>
                        <a:lnTo>
                          <a:pt x="2289" y="553"/>
                        </a:lnTo>
                        <a:lnTo>
                          <a:pt x="2289" y="545"/>
                        </a:lnTo>
                        <a:lnTo>
                          <a:pt x="2290" y="541"/>
                        </a:lnTo>
                        <a:lnTo>
                          <a:pt x="2296" y="534"/>
                        </a:lnTo>
                        <a:lnTo>
                          <a:pt x="2308" y="534"/>
                        </a:lnTo>
                        <a:lnTo>
                          <a:pt x="2308" y="534"/>
                        </a:lnTo>
                        <a:lnTo>
                          <a:pt x="2316" y="507"/>
                        </a:lnTo>
                        <a:lnTo>
                          <a:pt x="2316" y="500"/>
                        </a:lnTo>
                        <a:lnTo>
                          <a:pt x="2315" y="502"/>
                        </a:lnTo>
                        <a:lnTo>
                          <a:pt x="2312" y="496"/>
                        </a:lnTo>
                        <a:lnTo>
                          <a:pt x="2308" y="489"/>
                        </a:lnTo>
                        <a:lnTo>
                          <a:pt x="2306" y="467"/>
                        </a:lnTo>
                        <a:lnTo>
                          <a:pt x="2305" y="456"/>
                        </a:lnTo>
                        <a:lnTo>
                          <a:pt x="2301" y="445"/>
                        </a:lnTo>
                        <a:lnTo>
                          <a:pt x="2289" y="425"/>
                        </a:lnTo>
                        <a:lnTo>
                          <a:pt x="2280" y="426"/>
                        </a:lnTo>
                        <a:lnTo>
                          <a:pt x="2263" y="434"/>
                        </a:lnTo>
                        <a:lnTo>
                          <a:pt x="2262" y="435"/>
                        </a:lnTo>
                        <a:lnTo>
                          <a:pt x="2256" y="451"/>
                        </a:lnTo>
                        <a:lnTo>
                          <a:pt x="2248" y="456"/>
                        </a:lnTo>
                        <a:lnTo>
                          <a:pt x="2242" y="458"/>
                        </a:lnTo>
                        <a:lnTo>
                          <a:pt x="2235" y="456"/>
                        </a:lnTo>
                        <a:lnTo>
                          <a:pt x="2232" y="451"/>
                        </a:lnTo>
                        <a:lnTo>
                          <a:pt x="2235" y="442"/>
                        </a:lnTo>
                        <a:lnTo>
                          <a:pt x="2240" y="432"/>
                        </a:lnTo>
                        <a:lnTo>
                          <a:pt x="2254" y="421"/>
                        </a:lnTo>
                        <a:lnTo>
                          <a:pt x="2258" y="412"/>
                        </a:lnTo>
                        <a:lnTo>
                          <a:pt x="2264" y="404"/>
                        </a:lnTo>
                        <a:lnTo>
                          <a:pt x="2267" y="398"/>
                        </a:lnTo>
                        <a:lnTo>
                          <a:pt x="2267" y="388"/>
                        </a:lnTo>
                        <a:lnTo>
                          <a:pt x="2263" y="367"/>
                        </a:lnTo>
                        <a:lnTo>
                          <a:pt x="2259" y="360"/>
                        </a:lnTo>
                        <a:lnTo>
                          <a:pt x="2259" y="353"/>
                        </a:lnTo>
                        <a:lnTo>
                          <a:pt x="2262" y="349"/>
                        </a:lnTo>
                        <a:lnTo>
                          <a:pt x="2263" y="348"/>
                        </a:lnTo>
                        <a:lnTo>
                          <a:pt x="2257" y="334"/>
                        </a:lnTo>
                        <a:lnTo>
                          <a:pt x="2251" y="328"/>
                        </a:lnTo>
                        <a:lnTo>
                          <a:pt x="2235" y="323"/>
                        </a:lnTo>
                        <a:lnTo>
                          <a:pt x="2229" y="318"/>
                        </a:lnTo>
                        <a:lnTo>
                          <a:pt x="2225" y="316"/>
                        </a:lnTo>
                        <a:lnTo>
                          <a:pt x="2211" y="306"/>
                        </a:lnTo>
                        <a:lnTo>
                          <a:pt x="2206" y="303"/>
                        </a:lnTo>
                        <a:lnTo>
                          <a:pt x="2199" y="305"/>
                        </a:lnTo>
                        <a:lnTo>
                          <a:pt x="2198" y="302"/>
                        </a:lnTo>
                        <a:lnTo>
                          <a:pt x="2186" y="299"/>
                        </a:lnTo>
                        <a:lnTo>
                          <a:pt x="2175" y="300"/>
                        </a:lnTo>
                        <a:lnTo>
                          <a:pt x="2170" y="307"/>
                        </a:lnTo>
                        <a:lnTo>
                          <a:pt x="2170" y="312"/>
                        </a:lnTo>
                        <a:lnTo>
                          <a:pt x="2171" y="318"/>
                        </a:lnTo>
                        <a:lnTo>
                          <a:pt x="2176" y="324"/>
                        </a:lnTo>
                        <a:lnTo>
                          <a:pt x="2173" y="327"/>
                        </a:lnTo>
                        <a:lnTo>
                          <a:pt x="2160" y="333"/>
                        </a:lnTo>
                        <a:lnTo>
                          <a:pt x="2151" y="334"/>
                        </a:lnTo>
                        <a:lnTo>
                          <a:pt x="2150" y="349"/>
                        </a:lnTo>
                        <a:lnTo>
                          <a:pt x="2149" y="360"/>
                        </a:lnTo>
                        <a:lnTo>
                          <a:pt x="2144" y="361"/>
                        </a:lnTo>
                        <a:lnTo>
                          <a:pt x="2140" y="367"/>
                        </a:lnTo>
                        <a:lnTo>
                          <a:pt x="2139" y="364"/>
                        </a:lnTo>
                        <a:lnTo>
                          <a:pt x="2138" y="351"/>
                        </a:lnTo>
                        <a:lnTo>
                          <a:pt x="2135" y="345"/>
                        </a:lnTo>
                        <a:lnTo>
                          <a:pt x="2130" y="349"/>
                        </a:lnTo>
                        <a:lnTo>
                          <a:pt x="2125" y="355"/>
                        </a:lnTo>
                        <a:lnTo>
                          <a:pt x="2112" y="362"/>
                        </a:lnTo>
                        <a:lnTo>
                          <a:pt x="2109" y="372"/>
                        </a:lnTo>
                        <a:lnTo>
                          <a:pt x="2104" y="378"/>
                        </a:lnTo>
                        <a:lnTo>
                          <a:pt x="2104" y="389"/>
                        </a:lnTo>
                        <a:lnTo>
                          <a:pt x="2103" y="396"/>
                        </a:lnTo>
                        <a:lnTo>
                          <a:pt x="2102" y="408"/>
                        </a:lnTo>
                        <a:lnTo>
                          <a:pt x="2103" y="412"/>
                        </a:lnTo>
                        <a:lnTo>
                          <a:pt x="2097" y="416"/>
                        </a:lnTo>
                        <a:lnTo>
                          <a:pt x="2095" y="435"/>
                        </a:lnTo>
                        <a:lnTo>
                          <a:pt x="2090" y="457"/>
                        </a:lnTo>
                        <a:lnTo>
                          <a:pt x="2097" y="480"/>
                        </a:lnTo>
                        <a:lnTo>
                          <a:pt x="2103" y="490"/>
                        </a:lnTo>
                        <a:lnTo>
                          <a:pt x="2106" y="499"/>
                        </a:lnTo>
                        <a:lnTo>
                          <a:pt x="2104" y="533"/>
                        </a:lnTo>
                        <a:lnTo>
                          <a:pt x="2095" y="559"/>
                        </a:lnTo>
                        <a:lnTo>
                          <a:pt x="2084" y="580"/>
                        </a:lnTo>
                        <a:lnTo>
                          <a:pt x="2081" y="588"/>
                        </a:lnTo>
                        <a:lnTo>
                          <a:pt x="2068" y="597"/>
                        </a:lnTo>
                        <a:lnTo>
                          <a:pt x="2054" y="606"/>
                        </a:lnTo>
                        <a:lnTo>
                          <a:pt x="2046" y="606"/>
                        </a:lnTo>
                        <a:lnTo>
                          <a:pt x="2039" y="602"/>
                        </a:lnTo>
                        <a:lnTo>
                          <a:pt x="2034" y="601"/>
                        </a:lnTo>
                        <a:lnTo>
                          <a:pt x="2032" y="595"/>
                        </a:lnTo>
                        <a:lnTo>
                          <a:pt x="2028" y="582"/>
                        </a:lnTo>
                        <a:lnTo>
                          <a:pt x="2020" y="560"/>
                        </a:lnTo>
                        <a:lnTo>
                          <a:pt x="2020" y="545"/>
                        </a:lnTo>
                        <a:lnTo>
                          <a:pt x="2020" y="533"/>
                        </a:lnTo>
                        <a:lnTo>
                          <a:pt x="2020" y="525"/>
                        </a:lnTo>
                        <a:lnTo>
                          <a:pt x="2016" y="506"/>
                        </a:lnTo>
                        <a:lnTo>
                          <a:pt x="2015" y="490"/>
                        </a:lnTo>
                        <a:lnTo>
                          <a:pt x="2018" y="477"/>
                        </a:lnTo>
                        <a:lnTo>
                          <a:pt x="2027" y="456"/>
                        </a:lnTo>
                        <a:lnTo>
                          <a:pt x="2027" y="442"/>
                        </a:lnTo>
                        <a:lnTo>
                          <a:pt x="2030" y="432"/>
                        </a:lnTo>
                        <a:lnTo>
                          <a:pt x="2036" y="413"/>
                        </a:lnTo>
                        <a:lnTo>
                          <a:pt x="2036" y="404"/>
                        </a:lnTo>
                        <a:lnTo>
                          <a:pt x="2038" y="391"/>
                        </a:lnTo>
                        <a:lnTo>
                          <a:pt x="2043" y="378"/>
                        </a:lnTo>
                        <a:lnTo>
                          <a:pt x="2053" y="362"/>
                        </a:lnTo>
                        <a:lnTo>
                          <a:pt x="2060" y="344"/>
                        </a:lnTo>
                        <a:lnTo>
                          <a:pt x="2058" y="334"/>
                        </a:lnTo>
                        <a:lnTo>
                          <a:pt x="2044" y="350"/>
                        </a:lnTo>
                        <a:lnTo>
                          <a:pt x="2043" y="359"/>
                        </a:lnTo>
                        <a:lnTo>
                          <a:pt x="2041" y="367"/>
                        </a:lnTo>
                        <a:lnTo>
                          <a:pt x="2034" y="369"/>
                        </a:lnTo>
                        <a:lnTo>
                          <a:pt x="2011" y="389"/>
                        </a:lnTo>
                        <a:lnTo>
                          <a:pt x="2011" y="385"/>
                        </a:lnTo>
                        <a:lnTo>
                          <a:pt x="2018" y="369"/>
                        </a:lnTo>
                        <a:lnTo>
                          <a:pt x="2021" y="364"/>
                        </a:lnTo>
                        <a:lnTo>
                          <a:pt x="2027" y="359"/>
                        </a:lnTo>
                        <a:lnTo>
                          <a:pt x="2034" y="346"/>
                        </a:lnTo>
                        <a:lnTo>
                          <a:pt x="2057" y="308"/>
                        </a:lnTo>
                        <a:lnTo>
                          <a:pt x="2066" y="296"/>
                        </a:lnTo>
                        <a:lnTo>
                          <a:pt x="2070" y="297"/>
                        </a:lnTo>
                        <a:lnTo>
                          <a:pt x="2077" y="294"/>
                        </a:lnTo>
                        <a:lnTo>
                          <a:pt x="2085" y="287"/>
                        </a:lnTo>
                        <a:lnTo>
                          <a:pt x="2084" y="307"/>
                        </a:lnTo>
                        <a:lnTo>
                          <a:pt x="2090" y="306"/>
                        </a:lnTo>
                        <a:lnTo>
                          <a:pt x="2107" y="287"/>
                        </a:lnTo>
                        <a:lnTo>
                          <a:pt x="2120" y="284"/>
                        </a:lnTo>
                        <a:lnTo>
                          <a:pt x="2136" y="281"/>
                        </a:lnTo>
                        <a:lnTo>
                          <a:pt x="2144" y="273"/>
                        </a:lnTo>
                        <a:lnTo>
                          <a:pt x="2155" y="270"/>
                        </a:lnTo>
                        <a:lnTo>
                          <a:pt x="2167" y="274"/>
                        </a:lnTo>
                        <a:lnTo>
                          <a:pt x="2178" y="279"/>
                        </a:lnTo>
                        <a:lnTo>
                          <a:pt x="2181" y="281"/>
                        </a:lnTo>
                        <a:lnTo>
                          <a:pt x="2184" y="286"/>
                        </a:lnTo>
                        <a:lnTo>
                          <a:pt x="2193" y="286"/>
                        </a:lnTo>
                        <a:lnTo>
                          <a:pt x="2194" y="279"/>
                        </a:lnTo>
                        <a:lnTo>
                          <a:pt x="2197" y="275"/>
                        </a:lnTo>
                        <a:lnTo>
                          <a:pt x="2202" y="278"/>
                        </a:lnTo>
                        <a:lnTo>
                          <a:pt x="2205" y="284"/>
                        </a:lnTo>
                        <a:lnTo>
                          <a:pt x="2224" y="279"/>
                        </a:lnTo>
                        <a:lnTo>
                          <a:pt x="2231" y="279"/>
                        </a:lnTo>
                        <a:lnTo>
                          <a:pt x="2231" y="278"/>
                        </a:lnTo>
                        <a:lnTo>
                          <a:pt x="2230" y="275"/>
                        </a:lnTo>
                        <a:lnTo>
                          <a:pt x="2225" y="272"/>
                        </a:lnTo>
                        <a:lnTo>
                          <a:pt x="2221" y="267"/>
                        </a:lnTo>
                        <a:lnTo>
                          <a:pt x="2215" y="263"/>
                        </a:lnTo>
                        <a:lnTo>
                          <a:pt x="2215" y="252"/>
                        </a:lnTo>
                        <a:lnTo>
                          <a:pt x="2213" y="246"/>
                        </a:lnTo>
                        <a:lnTo>
                          <a:pt x="2211" y="242"/>
                        </a:lnTo>
                        <a:lnTo>
                          <a:pt x="2209" y="238"/>
                        </a:lnTo>
                        <a:lnTo>
                          <a:pt x="2202" y="238"/>
                        </a:lnTo>
                        <a:lnTo>
                          <a:pt x="2187" y="240"/>
                        </a:lnTo>
                        <a:lnTo>
                          <a:pt x="2179" y="238"/>
                        </a:lnTo>
                        <a:lnTo>
                          <a:pt x="2171" y="233"/>
                        </a:lnTo>
                        <a:lnTo>
                          <a:pt x="2171" y="222"/>
                        </a:lnTo>
                        <a:lnTo>
                          <a:pt x="2168" y="216"/>
                        </a:lnTo>
                        <a:lnTo>
                          <a:pt x="2160" y="216"/>
                        </a:lnTo>
                        <a:lnTo>
                          <a:pt x="2150" y="221"/>
                        </a:lnTo>
                        <a:lnTo>
                          <a:pt x="2141" y="224"/>
                        </a:lnTo>
                        <a:lnTo>
                          <a:pt x="2111" y="222"/>
                        </a:lnTo>
                        <a:lnTo>
                          <a:pt x="2101" y="229"/>
                        </a:lnTo>
                        <a:lnTo>
                          <a:pt x="2092" y="232"/>
                        </a:lnTo>
                        <a:lnTo>
                          <a:pt x="2085" y="240"/>
                        </a:lnTo>
                        <a:lnTo>
                          <a:pt x="2080" y="242"/>
                        </a:lnTo>
                        <a:lnTo>
                          <a:pt x="2055" y="237"/>
                        </a:lnTo>
                        <a:lnTo>
                          <a:pt x="2047" y="238"/>
                        </a:lnTo>
                        <a:lnTo>
                          <a:pt x="2036" y="227"/>
                        </a:lnTo>
                        <a:lnTo>
                          <a:pt x="2030" y="217"/>
                        </a:lnTo>
                        <a:lnTo>
                          <a:pt x="2011" y="208"/>
                        </a:lnTo>
                        <a:lnTo>
                          <a:pt x="1995" y="210"/>
                        </a:lnTo>
                        <a:lnTo>
                          <a:pt x="1990" y="209"/>
                        </a:lnTo>
                        <a:lnTo>
                          <a:pt x="1983" y="216"/>
                        </a:lnTo>
                        <a:lnTo>
                          <a:pt x="1982" y="213"/>
                        </a:lnTo>
                        <a:lnTo>
                          <a:pt x="1983" y="200"/>
                        </a:lnTo>
                        <a:lnTo>
                          <a:pt x="1988" y="194"/>
                        </a:lnTo>
                        <a:lnTo>
                          <a:pt x="1995" y="190"/>
                        </a:lnTo>
                        <a:lnTo>
                          <a:pt x="2011" y="171"/>
                        </a:lnTo>
                        <a:lnTo>
                          <a:pt x="2020" y="165"/>
                        </a:lnTo>
                        <a:lnTo>
                          <a:pt x="2021" y="160"/>
                        </a:lnTo>
                        <a:lnTo>
                          <a:pt x="2018" y="159"/>
                        </a:lnTo>
                        <a:lnTo>
                          <a:pt x="2007" y="160"/>
                        </a:lnTo>
                        <a:lnTo>
                          <a:pt x="1996" y="163"/>
                        </a:lnTo>
                        <a:lnTo>
                          <a:pt x="1985" y="170"/>
                        </a:lnTo>
                        <a:lnTo>
                          <a:pt x="1969" y="179"/>
                        </a:lnTo>
                        <a:lnTo>
                          <a:pt x="1958" y="193"/>
                        </a:lnTo>
                        <a:lnTo>
                          <a:pt x="1947" y="199"/>
                        </a:lnTo>
                        <a:lnTo>
                          <a:pt x="1936" y="208"/>
                        </a:lnTo>
                        <a:lnTo>
                          <a:pt x="1921" y="211"/>
                        </a:lnTo>
                        <a:lnTo>
                          <a:pt x="1909" y="215"/>
                        </a:lnTo>
                        <a:lnTo>
                          <a:pt x="1890" y="229"/>
                        </a:lnTo>
                        <a:lnTo>
                          <a:pt x="1877" y="230"/>
                        </a:lnTo>
                        <a:lnTo>
                          <a:pt x="1856" y="227"/>
                        </a:lnTo>
                        <a:lnTo>
                          <a:pt x="1853" y="232"/>
                        </a:lnTo>
                        <a:lnTo>
                          <a:pt x="1851" y="230"/>
                        </a:lnTo>
                        <a:lnTo>
                          <a:pt x="1854" y="219"/>
                        </a:lnTo>
                        <a:lnTo>
                          <a:pt x="1854" y="209"/>
                        </a:lnTo>
                        <a:lnTo>
                          <a:pt x="1848" y="203"/>
                        </a:lnTo>
                        <a:lnTo>
                          <a:pt x="1811" y="226"/>
                        </a:lnTo>
                        <a:lnTo>
                          <a:pt x="1799" y="229"/>
                        </a:lnTo>
                        <a:lnTo>
                          <a:pt x="1790" y="227"/>
                        </a:lnTo>
                        <a:lnTo>
                          <a:pt x="1785" y="221"/>
                        </a:lnTo>
                        <a:lnTo>
                          <a:pt x="1792" y="213"/>
                        </a:lnTo>
                        <a:lnTo>
                          <a:pt x="1831" y="179"/>
                        </a:lnTo>
                        <a:lnTo>
                          <a:pt x="1872" y="145"/>
                        </a:lnTo>
                        <a:lnTo>
                          <a:pt x="1892" y="138"/>
                        </a:lnTo>
                        <a:lnTo>
                          <a:pt x="1915" y="118"/>
                        </a:lnTo>
                        <a:lnTo>
                          <a:pt x="1910" y="118"/>
                        </a:lnTo>
                        <a:lnTo>
                          <a:pt x="1896" y="111"/>
                        </a:lnTo>
                        <a:lnTo>
                          <a:pt x="1870" y="111"/>
                        </a:lnTo>
                        <a:lnTo>
                          <a:pt x="1853" y="103"/>
                        </a:lnTo>
                        <a:lnTo>
                          <a:pt x="1844" y="104"/>
                        </a:lnTo>
                        <a:lnTo>
                          <a:pt x="1831" y="111"/>
                        </a:lnTo>
                        <a:lnTo>
                          <a:pt x="1824" y="112"/>
                        </a:lnTo>
                        <a:lnTo>
                          <a:pt x="1812" y="106"/>
                        </a:lnTo>
                        <a:lnTo>
                          <a:pt x="1805" y="96"/>
                        </a:lnTo>
                        <a:lnTo>
                          <a:pt x="1792" y="92"/>
                        </a:lnTo>
                        <a:lnTo>
                          <a:pt x="1785" y="86"/>
                        </a:lnTo>
                        <a:lnTo>
                          <a:pt x="1776" y="84"/>
                        </a:lnTo>
                        <a:lnTo>
                          <a:pt x="1772" y="81"/>
                        </a:lnTo>
                        <a:lnTo>
                          <a:pt x="1765" y="74"/>
                        </a:lnTo>
                        <a:lnTo>
                          <a:pt x="1757" y="68"/>
                        </a:lnTo>
                        <a:lnTo>
                          <a:pt x="1747" y="64"/>
                        </a:lnTo>
                        <a:lnTo>
                          <a:pt x="1721" y="63"/>
                        </a:lnTo>
                        <a:lnTo>
                          <a:pt x="1713" y="68"/>
                        </a:lnTo>
                        <a:lnTo>
                          <a:pt x="1702" y="68"/>
                        </a:lnTo>
                        <a:lnTo>
                          <a:pt x="1695" y="66"/>
                        </a:lnTo>
                        <a:lnTo>
                          <a:pt x="1695" y="64"/>
                        </a:lnTo>
                        <a:lnTo>
                          <a:pt x="1693" y="63"/>
                        </a:lnTo>
                        <a:lnTo>
                          <a:pt x="1679" y="59"/>
                        </a:lnTo>
                        <a:lnTo>
                          <a:pt x="1675" y="55"/>
                        </a:lnTo>
                        <a:lnTo>
                          <a:pt x="1665" y="58"/>
                        </a:lnTo>
                        <a:lnTo>
                          <a:pt x="1661" y="58"/>
                        </a:lnTo>
                        <a:lnTo>
                          <a:pt x="1660" y="55"/>
                        </a:lnTo>
                        <a:lnTo>
                          <a:pt x="1651" y="57"/>
                        </a:lnTo>
                        <a:lnTo>
                          <a:pt x="1643" y="34"/>
                        </a:lnTo>
                        <a:lnTo>
                          <a:pt x="1640" y="33"/>
                        </a:lnTo>
                        <a:lnTo>
                          <a:pt x="1629" y="1"/>
                        </a:lnTo>
                        <a:lnTo>
                          <a:pt x="1622" y="0"/>
                        </a:lnTo>
                        <a:lnTo>
                          <a:pt x="1617" y="0"/>
                        </a:lnTo>
                        <a:lnTo>
                          <a:pt x="1617" y="36"/>
                        </a:lnTo>
                        <a:lnTo>
                          <a:pt x="1558" y="36"/>
                        </a:lnTo>
                        <a:lnTo>
                          <a:pt x="1503" y="36"/>
                        </a:lnTo>
                        <a:lnTo>
                          <a:pt x="1503" y="36"/>
                        </a:lnTo>
                        <a:lnTo>
                          <a:pt x="1491" y="36"/>
                        </a:lnTo>
                        <a:lnTo>
                          <a:pt x="1445" y="36"/>
                        </a:lnTo>
                        <a:lnTo>
                          <a:pt x="1397" y="36"/>
                        </a:lnTo>
                        <a:lnTo>
                          <a:pt x="1344" y="36"/>
                        </a:lnTo>
                        <a:lnTo>
                          <a:pt x="1294" y="36"/>
                        </a:lnTo>
                        <a:lnTo>
                          <a:pt x="1277" y="36"/>
                        </a:lnTo>
                        <a:lnTo>
                          <a:pt x="1130" y="36"/>
                        </a:lnTo>
                        <a:lnTo>
                          <a:pt x="1086" y="36"/>
                        </a:lnTo>
                        <a:lnTo>
                          <a:pt x="1032" y="36"/>
                        </a:lnTo>
                        <a:lnTo>
                          <a:pt x="983" y="36"/>
                        </a:lnTo>
                        <a:lnTo>
                          <a:pt x="936" y="36"/>
                        </a:lnTo>
                        <a:lnTo>
                          <a:pt x="888" y="36"/>
                        </a:lnTo>
                        <a:lnTo>
                          <a:pt x="834" y="36"/>
                        </a:lnTo>
                        <a:lnTo>
                          <a:pt x="802" y="36"/>
                        </a:lnTo>
                        <a:lnTo>
                          <a:pt x="753" y="34"/>
                        </a:lnTo>
                        <a:lnTo>
                          <a:pt x="699" y="34"/>
                        </a:lnTo>
                        <a:lnTo>
                          <a:pt x="649" y="34"/>
                        </a:lnTo>
                        <a:lnTo>
                          <a:pt x="580" y="34"/>
                        </a:lnTo>
                        <a:lnTo>
                          <a:pt x="471" y="34"/>
                        </a:lnTo>
                        <a:lnTo>
                          <a:pt x="418" y="34"/>
                        </a:lnTo>
                        <a:lnTo>
                          <a:pt x="365" y="34"/>
                        </a:lnTo>
                        <a:lnTo>
                          <a:pt x="320" y="34"/>
                        </a:lnTo>
                        <a:lnTo>
                          <a:pt x="270" y="34"/>
                        </a:lnTo>
                        <a:lnTo>
                          <a:pt x="218" y="34"/>
                        </a:lnTo>
                        <a:lnTo>
                          <a:pt x="167" y="34"/>
                        </a:lnTo>
                        <a:lnTo>
                          <a:pt x="105" y="34"/>
                        </a:lnTo>
                        <a:lnTo>
                          <a:pt x="108" y="43"/>
                        </a:lnTo>
                        <a:lnTo>
                          <a:pt x="113" y="50"/>
                        </a:lnTo>
                        <a:lnTo>
                          <a:pt x="121" y="50"/>
                        </a:lnTo>
                        <a:lnTo>
                          <a:pt x="129" y="53"/>
                        </a:lnTo>
                        <a:lnTo>
                          <a:pt x="133" y="58"/>
                        </a:lnTo>
                        <a:lnTo>
                          <a:pt x="132" y="59"/>
                        </a:lnTo>
                        <a:lnTo>
                          <a:pt x="128" y="57"/>
                        </a:lnTo>
                        <a:lnTo>
                          <a:pt x="124" y="58"/>
                        </a:lnTo>
                        <a:lnTo>
                          <a:pt x="124" y="66"/>
                        </a:lnTo>
                        <a:lnTo>
                          <a:pt x="119" y="74"/>
                        </a:lnTo>
                        <a:lnTo>
                          <a:pt x="116" y="75"/>
                        </a:lnTo>
                        <a:lnTo>
                          <a:pt x="116" y="76"/>
                        </a:lnTo>
                        <a:lnTo>
                          <a:pt x="122" y="81"/>
                        </a:lnTo>
                        <a:lnTo>
                          <a:pt x="127" y="84"/>
                        </a:lnTo>
                        <a:lnTo>
                          <a:pt x="128" y="87"/>
                        </a:lnTo>
                        <a:lnTo>
                          <a:pt x="133" y="103"/>
                        </a:lnTo>
                        <a:lnTo>
                          <a:pt x="133" y="119"/>
                        </a:lnTo>
                        <a:lnTo>
                          <a:pt x="132" y="133"/>
                        </a:lnTo>
                        <a:lnTo>
                          <a:pt x="130" y="133"/>
                        </a:lnTo>
                        <a:lnTo>
                          <a:pt x="127" y="125"/>
                        </a:lnTo>
                        <a:lnTo>
                          <a:pt x="124" y="125"/>
                        </a:lnTo>
                        <a:lnTo>
                          <a:pt x="118" y="127"/>
                        </a:lnTo>
                        <a:lnTo>
                          <a:pt x="111" y="143"/>
                        </a:lnTo>
                        <a:lnTo>
                          <a:pt x="101" y="150"/>
                        </a:lnTo>
                        <a:lnTo>
                          <a:pt x="98" y="155"/>
                        </a:lnTo>
                        <a:lnTo>
                          <a:pt x="101" y="156"/>
                        </a:lnTo>
                        <a:lnTo>
                          <a:pt x="101" y="162"/>
                        </a:lnTo>
                        <a:lnTo>
                          <a:pt x="92" y="162"/>
                        </a:lnTo>
                        <a:lnTo>
                          <a:pt x="92" y="151"/>
                        </a:lnTo>
                        <a:lnTo>
                          <a:pt x="101" y="130"/>
                        </a:lnTo>
                        <a:lnTo>
                          <a:pt x="103" y="127"/>
                        </a:lnTo>
                        <a:lnTo>
                          <a:pt x="109" y="124"/>
                        </a:lnTo>
                        <a:lnTo>
                          <a:pt x="111" y="122"/>
                        </a:lnTo>
                        <a:lnTo>
                          <a:pt x="112" y="112"/>
                        </a:lnTo>
                        <a:lnTo>
                          <a:pt x="109" y="104"/>
                        </a:lnTo>
                        <a:lnTo>
                          <a:pt x="98" y="106"/>
                        </a:lnTo>
                        <a:lnTo>
                          <a:pt x="84" y="100"/>
                        </a:lnTo>
                        <a:lnTo>
                          <a:pt x="70" y="101"/>
                        </a:lnTo>
                        <a:lnTo>
                          <a:pt x="58" y="98"/>
                        </a:lnTo>
                        <a:lnTo>
                          <a:pt x="48" y="98"/>
                        </a:lnTo>
                        <a:lnTo>
                          <a:pt x="19" y="87"/>
                        </a:lnTo>
                        <a:lnTo>
                          <a:pt x="9" y="81"/>
                        </a:lnTo>
                        <a:lnTo>
                          <a:pt x="4" y="86"/>
                        </a:lnTo>
                        <a:lnTo>
                          <a:pt x="1" y="96"/>
                        </a:lnTo>
                        <a:lnTo>
                          <a:pt x="0" y="106"/>
                        </a:lnTo>
                        <a:lnTo>
                          <a:pt x="3" y="113"/>
                        </a:lnTo>
                        <a:lnTo>
                          <a:pt x="6" y="122"/>
                        </a:lnTo>
                        <a:lnTo>
                          <a:pt x="15" y="131"/>
                        </a:lnTo>
                        <a:lnTo>
                          <a:pt x="21" y="147"/>
                        </a:lnTo>
                        <a:lnTo>
                          <a:pt x="28" y="181"/>
                        </a:lnTo>
                        <a:lnTo>
                          <a:pt x="32" y="193"/>
                        </a:lnTo>
                        <a:lnTo>
                          <a:pt x="33" y="194"/>
                        </a:lnTo>
                        <a:lnTo>
                          <a:pt x="38" y="188"/>
                        </a:lnTo>
                        <a:lnTo>
                          <a:pt x="42" y="193"/>
                        </a:lnTo>
                        <a:lnTo>
                          <a:pt x="41" y="199"/>
                        </a:lnTo>
                        <a:lnTo>
                          <a:pt x="37" y="205"/>
                        </a:lnTo>
                        <a:lnTo>
                          <a:pt x="37" y="211"/>
                        </a:lnTo>
                        <a:lnTo>
                          <a:pt x="38" y="215"/>
                        </a:lnTo>
                        <a:lnTo>
                          <a:pt x="42" y="216"/>
                        </a:lnTo>
                        <a:lnTo>
                          <a:pt x="46" y="215"/>
                        </a:lnTo>
                        <a:lnTo>
                          <a:pt x="47" y="217"/>
                        </a:lnTo>
                        <a:lnTo>
                          <a:pt x="46" y="225"/>
                        </a:lnTo>
                        <a:lnTo>
                          <a:pt x="47" y="236"/>
                        </a:lnTo>
                        <a:lnTo>
                          <a:pt x="46" y="240"/>
                        </a:lnTo>
                        <a:lnTo>
                          <a:pt x="43" y="238"/>
                        </a:lnTo>
                        <a:lnTo>
                          <a:pt x="42" y="229"/>
                        </a:lnTo>
                        <a:lnTo>
                          <a:pt x="38" y="225"/>
                        </a:lnTo>
                        <a:lnTo>
                          <a:pt x="37" y="238"/>
                        </a:lnTo>
                        <a:lnTo>
                          <a:pt x="39" y="246"/>
                        </a:lnTo>
                        <a:lnTo>
                          <a:pt x="47" y="252"/>
                        </a:lnTo>
                        <a:lnTo>
                          <a:pt x="68" y="251"/>
                        </a:lnTo>
                        <a:lnTo>
                          <a:pt x="74" y="257"/>
                        </a:lnTo>
                        <a:lnTo>
                          <a:pt x="81" y="260"/>
                        </a:lnTo>
                        <a:lnTo>
                          <a:pt x="80" y="264"/>
                        </a:lnTo>
                        <a:lnTo>
                          <a:pt x="68" y="259"/>
                        </a:lnTo>
                        <a:lnTo>
                          <a:pt x="48" y="262"/>
                        </a:lnTo>
                        <a:lnTo>
                          <a:pt x="46" y="264"/>
                        </a:lnTo>
                        <a:lnTo>
                          <a:pt x="44" y="269"/>
                        </a:lnTo>
                        <a:lnTo>
                          <a:pt x="43" y="285"/>
                        </a:lnTo>
                        <a:lnTo>
                          <a:pt x="43" y="291"/>
                        </a:lnTo>
                        <a:lnTo>
                          <a:pt x="47" y="295"/>
                        </a:lnTo>
                        <a:lnTo>
                          <a:pt x="44" y="301"/>
                        </a:lnTo>
                        <a:lnTo>
                          <a:pt x="46" y="312"/>
                        </a:lnTo>
                        <a:lnTo>
                          <a:pt x="42" y="321"/>
                        </a:lnTo>
                        <a:lnTo>
                          <a:pt x="41" y="353"/>
                        </a:lnTo>
                        <a:lnTo>
                          <a:pt x="37" y="366"/>
                        </a:lnTo>
                        <a:lnTo>
                          <a:pt x="38" y="409"/>
                        </a:lnTo>
                        <a:lnTo>
                          <a:pt x="36" y="419"/>
                        </a:lnTo>
                        <a:lnTo>
                          <a:pt x="36" y="431"/>
                        </a:lnTo>
                        <a:lnTo>
                          <a:pt x="30" y="457"/>
                        </a:lnTo>
                        <a:lnTo>
                          <a:pt x="28" y="464"/>
                        </a:lnTo>
                        <a:lnTo>
                          <a:pt x="30" y="466"/>
                        </a:lnTo>
                        <a:lnTo>
                          <a:pt x="31" y="466"/>
                        </a:lnTo>
                        <a:lnTo>
                          <a:pt x="32" y="474"/>
                        </a:lnTo>
                        <a:lnTo>
                          <a:pt x="26" y="478"/>
                        </a:lnTo>
                        <a:lnTo>
                          <a:pt x="20" y="488"/>
                        </a:lnTo>
                        <a:lnTo>
                          <a:pt x="15" y="515"/>
                        </a:lnTo>
                        <a:lnTo>
                          <a:pt x="17" y="529"/>
                        </a:lnTo>
                        <a:lnTo>
                          <a:pt x="20" y="555"/>
                        </a:lnTo>
                        <a:lnTo>
                          <a:pt x="27" y="576"/>
                        </a:lnTo>
                        <a:lnTo>
                          <a:pt x="28" y="580"/>
                        </a:lnTo>
                        <a:lnTo>
                          <a:pt x="31" y="590"/>
                        </a:lnTo>
                        <a:lnTo>
                          <a:pt x="39" y="624"/>
                        </a:lnTo>
                        <a:lnTo>
                          <a:pt x="36" y="646"/>
                        </a:lnTo>
                        <a:lnTo>
                          <a:pt x="36" y="667"/>
                        </a:lnTo>
                        <a:lnTo>
                          <a:pt x="30" y="678"/>
                        </a:lnTo>
                        <a:lnTo>
                          <a:pt x="22" y="688"/>
                        </a:lnTo>
                        <a:lnTo>
                          <a:pt x="22" y="697"/>
                        </a:lnTo>
                        <a:lnTo>
                          <a:pt x="24" y="701"/>
                        </a:lnTo>
                        <a:lnTo>
                          <a:pt x="30" y="706"/>
                        </a:lnTo>
                        <a:lnTo>
                          <a:pt x="54" y="747"/>
                        </a:lnTo>
                        <a:lnTo>
                          <a:pt x="55" y="752"/>
                        </a:lnTo>
                        <a:lnTo>
                          <a:pt x="54" y="758"/>
                        </a:lnTo>
                        <a:lnTo>
                          <a:pt x="54" y="769"/>
                        </a:lnTo>
                        <a:lnTo>
                          <a:pt x="63" y="806"/>
                        </a:lnTo>
                        <a:lnTo>
                          <a:pt x="69" y="813"/>
                        </a:lnTo>
                        <a:lnTo>
                          <a:pt x="78" y="824"/>
                        </a:lnTo>
                        <a:lnTo>
                          <a:pt x="95" y="841"/>
                        </a:lnTo>
                        <a:lnTo>
                          <a:pt x="98" y="850"/>
                        </a:lnTo>
                        <a:lnTo>
                          <a:pt x="98" y="857"/>
                        </a:lnTo>
                        <a:lnTo>
                          <a:pt x="100" y="862"/>
                        </a:lnTo>
                        <a:lnTo>
                          <a:pt x="108" y="868"/>
                        </a:lnTo>
                        <a:lnTo>
                          <a:pt x="114" y="868"/>
                        </a:lnTo>
                        <a:lnTo>
                          <a:pt x="116" y="872"/>
                        </a:lnTo>
                        <a:lnTo>
                          <a:pt x="119" y="872"/>
                        </a:lnTo>
                        <a:lnTo>
                          <a:pt x="122" y="870"/>
                        </a:lnTo>
                        <a:lnTo>
                          <a:pt x="123" y="868"/>
                        </a:lnTo>
                        <a:lnTo>
                          <a:pt x="124" y="854"/>
                        </a:lnTo>
                        <a:lnTo>
                          <a:pt x="138" y="854"/>
                        </a:lnTo>
                        <a:lnTo>
                          <a:pt x="150" y="859"/>
                        </a:lnTo>
                        <a:lnTo>
                          <a:pt x="144" y="864"/>
                        </a:lnTo>
                        <a:lnTo>
                          <a:pt x="138" y="865"/>
                        </a:lnTo>
                        <a:lnTo>
                          <a:pt x="133" y="870"/>
                        </a:lnTo>
                        <a:lnTo>
                          <a:pt x="134" y="876"/>
                        </a:lnTo>
                        <a:lnTo>
                          <a:pt x="144" y="894"/>
                        </a:lnTo>
                        <a:lnTo>
                          <a:pt x="145" y="899"/>
                        </a:lnTo>
                        <a:lnTo>
                          <a:pt x="137" y="893"/>
                        </a:lnTo>
                        <a:lnTo>
                          <a:pt x="130" y="886"/>
                        </a:lnTo>
                        <a:lnTo>
                          <a:pt x="129" y="881"/>
                        </a:lnTo>
                        <a:lnTo>
                          <a:pt x="124" y="880"/>
                        </a:lnTo>
                        <a:lnTo>
                          <a:pt x="123" y="887"/>
                        </a:lnTo>
                        <a:lnTo>
                          <a:pt x="124" y="894"/>
                        </a:lnTo>
                        <a:lnTo>
                          <a:pt x="129" y="905"/>
                        </a:lnTo>
                        <a:lnTo>
                          <a:pt x="133" y="925"/>
                        </a:lnTo>
                        <a:lnTo>
                          <a:pt x="143" y="934"/>
                        </a:lnTo>
                        <a:lnTo>
                          <a:pt x="155" y="936"/>
                        </a:lnTo>
                        <a:lnTo>
                          <a:pt x="161" y="946"/>
                        </a:lnTo>
                        <a:lnTo>
                          <a:pt x="161" y="958"/>
                        </a:lnTo>
                        <a:lnTo>
                          <a:pt x="155" y="963"/>
                        </a:lnTo>
                        <a:lnTo>
                          <a:pt x="155" y="977"/>
                        </a:lnTo>
                        <a:lnTo>
                          <a:pt x="157" y="980"/>
                        </a:lnTo>
                        <a:lnTo>
                          <a:pt x="180" y="1004"/>
                        </a:lnTo>
                        <a:lnTo>
                          <a:pt x="192" y="1023"/>
                        </a:lnTo>
                        <a:lnTo>
                          <a:pt x="207" y="1038"/>
                        </a:lnTo>
                        <a:lnTo>
                          <a:pt x="213" y="1042"/>
                        </a:lnTo>
                        <a:lnTo>
                          <a:pt x="214" y="1053"/>
                        </a:lnTo>
                        <a:lnTo>
                          <a:pt x="223" y="1056"/>
                        </a:lnTo>
                        <a:lnTo>
                          <a:pt x="227" y="1064"/>
                        </a:lnTo>
                        <a:lnTo>
                          <a:pt x="227" y="1066"/>
                        </a:lnTo>
                        <a:lnTo>
                          <a:pt x="226" y="1072"/>
                        </a:lnTo>
                        <a:lnTo>
                          <a:pt x="226" y="1081"/>
                        </a:lnTo>
                        <a:lnTo>
                          <a:pt x="229" y="1096"/>
                        </a:lnTo>
                        <a:lnTo>
                          <a:pt x="231" y="1099"/>
                        </a:lnTo>
                        <a:lnTo>
                          <a:pt x="238" y="1102"/>
                        </a:lnTo>
                        <a:lnTo>
                          <a:pt x="257" y="1104"/>
                        </a:lnTo>
                        <a:lnTo>
                          <a:pt x="268" y="1110"/>
                        </a:lnTo>
                        <a:lnTo>
                          <a:pt x="273" y="1108"/>
                        </a:lnTo>
                        <a:lnTo>
                          <a:pt x="280" y="1109"/>
                        </a:lnTo>
                        <a:lnTo>
                          <a:pt x="289" y="1114"/>
                        </a:lnTo>
                        <a:lnTo>
                          <a:pt x="299" y="1118"/>
                        </a:lnTo>
                        <a:lnTo>
                          <a:pt x="302" y="1124"/>
                        </a:lnTo>
                        <a:lnTo>
                          <a:pt x="318" y="1130"/>
                        </a:lnTo>
                        <a:lnTo>
                          <a:pt x="324" y="1134"/>
                        </a:lnTo>
                        <a:lnTo>
                          <a:pt x="328" y="1137"/>
                        </a:lnTo>
                        <a:lnTo>
                          <a:pt x="331" y="1131"/>
                        </a:lnTo>
                        <a:lnTo>
                          <a:pt x="336" y="1131"/>
                        </a:lnTo>
                        <a:lnTo>
                          <a:pt x="339" y="1134"/>
                        </a:lnTo>
                        <a:lnTo>
                          <a:pt x="348" y="1141"/>
                        </a:lnTo>
                        <a:lnTo>
                          <a:pt x="349" y="1151"/>
                        </a:lnTo>
                        <a:lnTo>
                          <a:pt x="350" y="1153"/>
                        </a:lnTo>
                        <a:lnTo>
                          <a:pt x="364" y="1155"/>
                        </a:lnTo>
                        <a:lnTo>
                          <a:pt x="376" y="1161"/>
                        </a:lnTo>
                        <a:lnTo>
                          <a:pt x="383" y="1167"/>
                        </a:lnTo>
                        <a:lnTo>
                          <a:pt x="397" y="1183"/>
                        </a:lnTo>
                        <a:lnTo>
                          <a:pt x="406" y="1192"/>
                        </a:lnTo>
                        <a:lnTo>
                          <a:pt x="412" y="1201"/>
                        </a:lnTo>
                        <a:lnTo>
                          <a:pt x="415" y="1227"/>
                        </a:lnTo>
                        <a:lnTo>
                          <a:pt x="417" y="1233"/>
                        </a:lnTo>
                        <a:lnTo>
                          <a:pt x="541" y="1223"/>
                        </a:lnTo>
                        <a:lnTo>
                          <a:pt x="542" y="1230"/>
                        </a:lnTo>
                        <a:lnTo>
                          <a:pt x="751" y="1307"/>
                        </a:lnTo>
                        <a:lnTo>
                          <a:pt x="854" y="1307"/>
                        </a:lnTo>
                        <a:lnTo>
                          <a:pt x="898" y="1307"/>
                        </a:lnTo>
                        <a:lnTo>
                          <a:pt x="899" y="1277"/>
                        </a:lnTo>
                        <a:lnTo>
                          <a:pt x="989" y="1276"/>
                        </a:lnTo>
                        <a:lnTo>
                          <a:pt x="999" y="1282"/>
                        </a:lnTo>
                        <a:lnTo>
                          <a:pt x="1004" y="1285"/>
                        </a:lnTo>
                        <a:lnTo>
                          <a:pt x="1011" y="1297"/>
                        </a:lnTo>
                        <a:lnTo>
                          <a:pt x="1023" y="1303"/>
                        </a:lnTo>
                        <a:lnTo>
                          <a:pt x="1032" y="1316"/>
                        </a:lnTo>
                        <a:lnTo>
                          <a:pt x="1052" y="1333"/>
                        </a:lnTo>
                        <a:lnTo>
                          <a:pt x="1081" y="1352"/>
                        </a:lnTo>
                        <a:lnTo>
                          <a:pt x="1095" y="1403"/>
                        </a:lnTo>
                        <a:lnTo>
                          <a:pt x="1109" y="1421"/>
                        </a:lnTo>
                        <a:lnTo>
                          <a:pt x="1128" y="1437"/>
                        </a:lnTo>
                        <a:lnTo>
                          <a:pt x="1152" y="1453"/>
                        </a:lnTo>
                        <a:lnTo>
                          <a:pt x="1176" y="1458"/>
                        </a:lnTo>
                        <a:lnTo>
                          <a:pt x="1199" y="1411"/>
                        </a:lnTo>
                        <a:lnTo>
                          <a:pt x="1202" y="1408"/>
                        </a:lnTo>
                        <a:lnTo>
                          <a:pt x="1213" y="1403"/>
                        </a:lnTo>
                        <a:lnTo>
                          <a:pt x="1224" y="1406"/>
                        </a:lnTo>
                        <a:lnTo>
                          <a:pt x="1269" y="1404"/>
                        </a:lnTo>
                        <a:lnTo>
                          <a:pt x="1277" y="1414"/>
                        </a:lnTo>
                        <a:lnTo>
                          <a:pt x="1294" y="1430"/>
                        </a:lnTo>
                        <a:lnTo>
                          <a:pt x="1300" y="1440"/>
                        </a:lnTo>
                        <a:lnTo>
                          <a:pt x="1311" y="1448"/>
                        </a:lnTo>
                        <a:lnTo>
                          <a:pt x="1331" y="1494"/>
                        </a:lnTo>
                        <a:lnTo>
                          <a:pt x="1347" y="1511"/>
                        </a:lnTo>
                        <a:lnTo>
                          <a:pt x="1355" y="1531"/>
                        </a:lnTo>
                        <a:lnTo>
                          <a:pt x="1372" y="1542"/>
                        </a:lnTo>
                        <a:lnTo>
                          <a:pt x="1387" y="1589"/>
                        </a:lnTo>
                        <a:lnTo>
                          <a:pt x="1404" y="1615"/>
                        </a:lnTo>
                        <a:lnTo>
                          <a:pt x="1421" y="1626"/>
                        </a:lnTo>
                        <a:lnTo>
                          <a:pt x="1435" y="1628"/>
                        </a:lnTo>
                        <a:lnTo>
                          <a:pt x="1450" y="1636"/>
                        </a:lnTo>
                        <a:lnTo>
                          <a:pt x="1477" y="1639"/>
                        </a:lnTo>
                        <a:lnTo>
                          <a:pt x="1495" y="1647"/>
                        </a:lnTo>
                        <a:lnTo>
                          <a:pt x="1512" y="1648"/>
                        </a:lnTo>
                        <a:lnTo>
                          <a:pt x="1514" y="1647"/>
                        </a:lnTo>
                        <a:lnTo>
                          <a:pt x="1509" y="1644"/>
                        </a:lnTo>
                        <a:lnTo>
                          <a:pt x="1505" y="1632"/>
                        </a:lnTo>
                        <a:lnTo>
                          <a:pt x="1503" y="1625"/>
                        </a:lnTo>
                        <a:lnTo>
                          <a:pt x="1501" y="1624"/>
                        </a:lnTo>
                        <a:lnTo>
                          <a:pt x="1495" y="1598"/>
                        </a:lnTo>
                        <a:lnTo>
                          <a:pt x="1494" y="1588"/>
                        </a:lnTo>
                        <a:lnTo>
                          <a:pt x="1499" y="1585"/>
                        </a:lnTo>
                        <a:lnTo>
                          <a:pt x="1499" y="1572"/>
                        </a:lnTo>
                        <a:lnTo>
                          <a:pt x="1498" y="1571"/>
                        </a:lnTo>
                        <a:lnTo>
                          <a:pt x="1491" y="1570"/>
                        </a:lnTo>
                        <a:lnTo>
                          <a:pt x="1489" y="1567"/>
                        </a:lnTo>
                        <a:lnTo>
                          <a:pt x="1490" y="1564"/>
                        </a:lnTo>
                        <a:lnTo>
                          <a:pt x="1498" y="1564"/>
                        </a:lnTo>
                        <a:lnTo>
                          <a:pt x="1500" y="1566"/>
                        </a:lnTo>
                        <a:lnTo>
                          <a:pt x="1505" y="1564"/>
                        </a:lnTo>
                        <a:lnTo>
                          <a:pt x="1506" y="1556"/>
                        </a:lnTo>
                        <a:lnTo>
                          <a:pt x="1506" y="1543"/>
                        </a:lnTo>
                        <a:lnTo>
                          <a:pt x="1501" y="1533"/>
                        </a:lnTo>
                        <a:lnTo>
                          <a:pt x="1516" y="1531"/>
                        </a:lnTo>
                        <a:lnTo>
                          <a:pt x="1521" y="1521"/>
                        </a:lnTo>
                        <a:lnTo>
                          <a:pt x="1520" y="1518"/>
                        </a:lnTo>
                        <a:lnTo>
                          <a:pt x="1515" y="1519"/>
                        </a:lnTo>
                        <a:lnTo>
                          <a:pt x="1515" y="1515"/>
                        </a:lnTo>
                        <a:lnTo>
                          <a:pt x="1525" y="1508"/>
                        </a:lnTo>
                        <a:lnTo>
                          <a:pt x="1528" y="1510"/>
                        </a:lnTo>
                        <a:lnTo>
                          <a:pt x="1533" y="1502"/>
                        </a:lnTo>
                        <a:lnTo>
                          <a:pt x="1534" y="1500"/>
                        </a:lnTo>
                        <a:lnTo>
                          <a:pt x="1537" y="1496"/>
                        </a:lnTo>
                        <a:lnTo>
                          <a:pt x="1547" y="1496"/>
                        </a:lnTo>
                        <a:lnTo>
                          <a:pt x="1550" y="1494"/>
                        </a:lnTo>
                        <a:lnTo>
                          <a:pt x="1552" y="1489"/>
                        </a:lnTo>
                        <a:lnTo>
                          <a:pt x="1546" y="1485"/>
                        </a:lnTo>
                        <a:lnTo>
                          <a:pt x="1546" y="1480"/>
                        </a:lnTo>
                        <a:lnTo>
                          <a:pt x="1547" y="1476"/>
                        </a:lnTo>
                        <a:lnTo>
                          <a:pt x="1552" y="1479"/>
                        </a:lnTo>
                        <a:lnTo>
                          <a:pt x="1555" y="1481"/>
                        </a:lnTo>
                        <a:lnTo>
                          <a:pt x="1557" y="1481"/>
                        </a:lnTo>
                        <a:lnTo>
                          <a:pt x="1557" y="1476"/>
                        </a:lnTo>
                        <a:lnTo>
                          <a:pt x="1558" y="1475"/>
                        </a:lnTo>
                        <a:lnTo>
                          <a:pt x="1559" y="1476"/>
                        </a:lnTo>
                        <a:lnTo>
                          <a:pt x="1563" y="1480"/>
                        </a:lnTo>
                        <a:lnTo>
                          <a:pt x="1564" y="1480"/>
                        </a:lnTo>
                        <a:lnTo>
                          <a:pt x="1566" y="1479"/>
                        </a:lnTo>
                        <a:lnTo>
                          <a:pt x="1569" y="1475"/>
                        </a:lnTo>
                        <a:lnTo>
                          <a:pt x="1570" y="1474"/>
                        </a:lnTo>
                        <a:lnTo>
                          <a:pt x="1571" y="1483"/>
                        </a:lnTo>
                        <a:lnTo>
                          <a:pt x="1587" y="1476"/>
                        </a:lnTo>
                        <a:lnTo>
                          <a:pt x="1590" y="1478"/>
                        </a:lnTo>
                        <a:lnTo>
                          <a:pt x="1590" y="1479"/>
                        </a:lnTo>
                        <a:lnTo>
                          <a:pt x="1585" y="1481"/>
                        </a:lnTo>
                        <a:lnTo>
                          <a:pt x="1575" y="1485"/>
                        </a:lnTo>
                        <a:lnTo>
                          <a:pt x="1566" y="1489"/>
                        </a:lnTo>
                        <a:lnTo>
                          <a:pt x="1565" y="1492"/>
                        </a:lnTo>
                        <a:lnTo>
                          <a:pt x="1568" y="1492"/>
                        </a:lnTo>
                        <a:lnTo>
                          <a:pt x="1584" y="1486"/>
                        </a:lnTo>
                        <a:lnTo>
                          <a:pt x="1598" y="1479"/>
                        </a:lnTo>
                        <a:lnTo>
                          <a:pt x="1606" y="1473"/>
                        </a:lnTo>
                        <a:lnTo>
                          <a:pt x="1619" y="1463"/>
                        </a:lnTo>
                        <a:lnTo>
                          <a:pt x="1622" y="1459"/>
                        </a:lnTo>
                        <a:lnTo>
                          <a:pt x="1628" y="1443"/>
                        </a:lnTo>
                        <a:lnTo>
                          <a:pt x="1629" y="1410"/>
                        </a:lnTo>
                        <a:lnTo>
                          <a:pt x="1632" y="1408"/>
                        </a:lnTo>
                        <a:lnTo>
                          <a:pt x="1635" y="1406"/>
                        </a:lnTo>
                        <a:lnTo>
                          <a:pt x="1638" y="1406"/>
                        </a:lnTo>
                        <a:lnTo>
                          <a:pt x="1638" y="1419"/>
                        </a:lnTo>
                        <a:lnTo>
                          <a:pt x="1645" y="1419"/>
                        </a:lnTo>
                        <a:lnTo>
                          <a:pt x="1643" y="1422"/>
                        </a:lnTo>
                        <a:lnTo>
                          <a:pt x="1636" y="1425"/>
                        </a:lnTo>
                        <a:lnTo>
                          <a:pt x="1639" y="1426"/>
                        </a:lnTo>
                        <a:lnTo>
                          <a:pt x="1659" y="1419"/>
                        </a:lnTo>
                        <a:lnTo>
                          <a:pt x="1671" y="1411"/>
                        </a:lnTo>
                        <a:lnTo>
                          <a:pt x="1688" y="1411"/>
                        </a:lnTo>
                        <a:lnTo>
                          <a:pt x="1719" y="1406"/>
                        </a:lnTo>
                        <a:lnTo>
                          <a:pt x="1740" y="1413"/>
                        </a:lnTo>
                        <a:lnTo>
                          <a:pt x="1751" y="1418"/>
                        </a:lnTo>
                        <a:lnTo>
                          <a:pt x="1763" y="1420"/>
                        </a:lnTo>
                        <a:lnTo>
                          <a:pt x="1775" y="1420"/>
                        </a:lnTo>
                        <a:lnTo>
                          <a:pt x="1781" y="1414"/>
                        </a:lnTo>
                        <a:lnTo>
                          <a:pt x="1781" y="1409"/>
                        </a:lnTo>
                        <a:lnTo>
                          <a:pt x="1784" y="1405"/>
                        </a:lnTo>
                        <a:lnTo>
                          <a:pt x="1794" y="1405"/>
                        </a:lnTo>
                        <a:lnTo>
                          <a:pt x="1810" y="1414"/>
                        </a:lnTo>
                        <a:lnTo>
                          <a:pt x="1816" y="1421"/>
                        </a:lnTo>
                        <a:lnTo>
                          <a:pt x="1822" y="1422"/>
                        </a:lnTo>
                        <a:lnTo>
                          <a:pt x="1833" y="1440"/>
                        </a:lnTo>
                        <a:lnTo>
                          <a:pt x="1845" y="1440"/>
                        </a:lnTo>
                        <a:lnTo>
                          <a:pt x="1848" y="1442"/>
                        </a:lnTo>
                        <a:lnTo>
                          <a:pt x="1856" y="1445"/>
                        </a:lnTo>
                        <a:lnTo>
                          <a:pt x="1864" y="1441"/>
                        </a:lnTo>
                        <a:lnTo>
                          <a:pt x="1870" y="1445"/>
                        </a:lnTo>
                        <a:lnTo>
                          <a:pt x="1875" y="1442"/>
                        </a:lnTo>
                        <a:lnTo>
                          <a:pt x="1880" y="1442"/>
                        </a:lnTo>
                        <a:lnTo>
                          <a:pt x="1890" y="1445"/>
                        </a:lnTo>
                        <a:lnTo>
                          <a:pt x="1897" y="1436"/>
                        </a:lnTo>
                        <a:lnTo>
                          <a:pt x="1898" y="1433"/>
                        </a:lnTo>
                        <a:lnTo>
                          <a:pt x="1897" y="1429"/>
                        </a:lnTo>
                        <a:lnTo>
                          <a:pt x="1899" y="1427"/>
                        </a:lnTo>
                        <a:lnTo>
                          <a:pt x="1904" y="1427"/>
                        </a:lnTo>
                        <a:lnTo>
                          <a:pt x="1912" y="1435"/>
                        </a:lnTo>
                        <a:lnTo>
                          <a:pt x="1923" y="1440"/>
                        </a:lnTo>
                        <a:lnTo>
                          <a:pt x="1934" y="1453"/>
                        </a:lnTo>
                        <a:lnTo>
                          <a:pt x="1937" y="1452"/>
                        </a:lnTo>
                        <a:lnTo>
                          <a:pt x="1945" y="1449"/>
                        </a:lnTo>
                        <a:lnTo>
                          <a:pt x="1946" y="1445"/>
                        </a:lnTo>
                        <a:lnTo>
                          <a:pt x="1941" y="1438"/>
                        </a:lnTo>
                        <a:lnTo>
                          <a:pt x="1925" y="1430"/>
                        </a:lnTo>
                        <a:lnTo>
                          <a:pt x="1918" y="1420"/>
                        </a:lnTo>
                        <a:lnTo>
                          <a:pt x="1918" y="1418"/>
                        </a:lnTo>
                        <a:lnTo>
                          <a:pt x="1923" y="1410"/>
                        </a:lnTo>
                        <a:lnTo>
                          <a:pt x="1934" y="1402"/>
                        </a:lnTo>
                        <a:lnTo>
                          <a:pt x="1936" y="1387"/>
                        </a:lnTo>
                        <a:lnTo>
                          <a:pt x="1934" y="1386"/>
                        </a:lnTo>
                        <a:lnTo>
                          <a:pt x="1933" y="1384"/>
                        </a:lnTo>
                        <a:lnTo>
                          <a:pt x="1920" y="1389"/>
                        </a:lnTo>
                        <a:lnTo>
                          <a:pt x="1914" y="1395"/>
                        </a:lnTo>
                        <a:lnTo>
                          <a:pt x="1910" y="1394"/>
                        </a:lnTo>
                        <a:lnTo>
                          <a:pt x="1908" y="1383"/>
                        </a:lnTo>
                        <a:lnTo>
                          <a:pt x="1905" y="1382"/>
                        </a:lnTo>
                        <a:lnTo>
                          <a:pt x="1902" y="1383"/>
                        </a:lnTo>
                        <a:lnTo>
                          <a:pt x="1893" y="1388"/>
                        </a:lnTo>
                        <a:lnTo>
                          <a:pt x="1883" y="1389"/>
                        </a:lnTo>
                        <a:lnTo>
                          <a:pt x="1876" y="1382"/>
                        </a:lnTo>
                        <a:lnTo>
                          <a:pt x="1878" y="1371"/>
                        </a:lnTo>
                        <a:lnTo>
                          <a:pt x="1891" y="1367"/>
                        </a:lnTo>
                        <a:lnTo>
                          <a:pt x="1905" y="1375"/>
                        </a:lnTo>
                        <a:lnTo>
                          <a:pt x="1921" y="1377"/>
                        </a:lnTo>
                        <a:lnTo>
                          <a:pt x="1934" y="1371"/>
                        </a:lnTo>
                        <a:lnTo>
                          <a:pt x="1942" y="1373"/>
                        </a:lnTo>
                        <a:lnTo>
                          <a:pt x="1953" y="1366"/>
                        </a:lnTo>
                        <a:lnTo>
                          <a:pt x="1987" y="1368"/>
                        </a:lnTo>
                        <a:lnTo>
                          <a:pt x="1995" y="1370"/>
                        </a:lnTo>
                        <a:lnTo>
                          <a:pt x="1999" y="1367"/>
                        </a:lnTo>
                        <a:lnTo>
                          <a:pt x="2007" y="1334"/>
                        </a:lnTo>
                        <a:lnTo>
                          <a:pt x="2010" y="1341"/>
                        </a:lnTo>
                        <a:lnTo>
                          <a:pt x="2010" y="1350"/>
                        </a:lnTo>
                        <a:lnTo>
                          <a:pt x="2012" y="1363"/>
                        </a:lnTo>
                        <a:lnTo>
                          <a:pt x="2012" y="1367"/>
                        </a:lnTo>
                        <a:lnTo>
                          <a:pt x="2010" y="1373"/>
                        </a:lnTo>
                        <a:lnTo>
                          <a:pt x="2011" y="1377"/>
                        </a:lnTo>
                        <a:lnTo>
                          <a:pt x="2020" y="1376"/>
                        </a:lnTo>
                        <a:lnTo>
                          <a:pt x="2041" y="1370"/>
                        </a:lnTo>
                        <a:lnTo>
                          <a:pt x="2049" y="1361"/>
                        </a:lnTo>
                        <a:lnTo>
                          <a:pt x="2054" y="1361"/>
                        </a:lnTo>
                        <a:lnTo>
                          <a:pt x="2059" y="1356"/>
                        </a:lnTo>
                        <a:lnTo>
                          <a:pt x="2061" y="1356"/>
                        </a:lnTo>
                        <a:lnTo>
                          <a:pt x="2061" y="1359"/>
                        </a:lnTo>
                        <a:lnTo>
                          <a:pt x="2058" y="1366"/>
                        </a:lnTo>
                        <a:lnTo>
                          <a:pt x="2065" y="1366"/>
                        </a:lnTo>
                        <a:lnTo>
                          <a:pt x="2087" y="1361"/>
                        </a:lnTo>
                        <a:lnTo>
                          <a:pt x="2098" y="1361"/>
                        </a:lnTo>
                        <a:lnTo>
                          <a:pt x="2103" y="1362"/>
                        </a:lnTo>
                        <a:lnTo>
                          <a:pt x="2102" y="1366"/>
                        </a:lnTo>
                        <a:lnTo>
                          <a:pt x="2100" y="1367"/>
                        </a:lnTo>
                        <a:lnTo>
                          <a:pt x="2100" y="1370"/>
                        </a:lnTo>
                        <a:lnTo>
                          <a:pt x="2107" y="1373"/>
                        </a:lnTo>
                        <a:lnTo>
                          <a:pt x="2117" y="1377"/>
                        </a:lnTo>
                        <a:lnTo>
                          <a:pt x="2143" y="1392"/>
                        </a:lnTo>
                        <a:lnTo>
                          <a:pt x="2147" y="1397"/>
                        </a:lnTo>
                        <a:lnTo>
                          <a:pt x="2152" y="1406"/>
                        </a:lnTo>
                        <a:lnTo>
                          <a:pt x="2157" y="1410"/>
                        </a:lnTo>
                        <a:lnTo>
                          <a:pt x="2171" y="1406"/>
                        </a:lnTo>
                        <a:lnTo>
                          <a:pt x="2186" y="1404"/>
                        </a:lnTo>
                        <a:lnTo>
                          <a:pt x="2199" y="1397"/>
                        </a:lnTo>
                        <a:lnTo>
                          <a:pt x="2205" y="1397"/>
                        </a:lnTo>
                        <a:lnTo>
                          <a:pt x="2206" y="1397"/>
                        </a:lnTo>
                        <a:lnTo>
                          <a:pt x="2208" y="1390"/>
                        </a:lnTo>
                        <a:lnTo>
                          <a:pt x="2213" y="1387"/>
                        </a:lnTo>
                        <a:lnTo>
                          <a:pt x="2221" y="1387"/>
                        </a:lnTo>
                        <a:lnTo>
                          <a:pt x="2226" y="1387"/>
                        </a:lnTo>
                        <a:lnTo>
                          <a:pt x="2236" y="1390"/>
                        </a:lnTo>
                        <a:lnTo>
                          <a:pt x="2243" y="1398"/>
                        </a:lnTo>
                        <a:lnTo>
                          <a:pt x="2253" y="1409"/>
                        </a:lnTo>
                        <a:lnTo>
                          <a:pt x="2258" y="1411"/>
                        </a:lnTo>
                        <a:lnTo>
                          <a:pt x="2259" y="1421"/>
                        </a:lnTo>
                        <a:lnTo>
                          <a:pt x="2264" y="1424"/>
                        </a:lnTo>
                        <a:lnTo>
                          <a:pt x="2274" y="1437"/>
                        </a:lnTo>
                        <a:lnTo>
                          <a:pt x="2280" y="1441"/>
                        </a:lnTo>
                        <a:lnTo>
                          <a:pt x="2292" y="1446"/>
                        </a:lnTo>
                        <a:lnTo>
                          <a:pt x="2295" y="1449"/>
                        </a:lnTo>
                        <a:lnTo>
                          <a:pt x="2296" y="1457"/>
                        </a:lnTo>
                        <a:lnTo>
                          <a:pt x="2297" y="1476"/>
                        </a:lnTo>
                        <a:lnTo>
                          <a:pt x="2292" y="1511"/>
                        </a:lnTo>
                        <a:lnTo>
                          <a:pt x="2292" y="1517"/>
                        </a:lnTo>
                        <a:lnTo>
                          <a:pt x="2295" y="1527"/>
                        </a:lnTo>
                        <a:lnTo>
                          <a:pt x="2295" y="1528"/>
                        </a:lnTo>
                        <a:lnTo>
                          <a:pt x="2300" y="1528"/>
                        </a:lnTo>
                        <a:lnTo>
                          <a:pt x="2301" y="1518"/>
                        </a:lnTo>
                        <a:lnTo>
                          <a:pt x="2305" y="1521"/>
                        </a:lnTo>
                        <a:lnTo>
                          <a:pt x="2308" y="1524"/>
                        </a:lnTo>
                        <a:lnTo>
                          <a:pt x="2305" y="1537"/>
                        </a:lnTo>
                        <a:lnTo>
                          <a:pt x="2303" y="1545"/>
                        </a:lnTo>
                        <a:lnTo>
                          <a:pt x="2305" y="1556"/>
                        </a:lnTo>
                        <a:lnTo>
                          <a:pt x="2310" y="1566"/>
                        </a:lnTo>
                        <a:lnTo>
                          <a:pt x="2323" y="1587"/>
                        </a:lnTo>
                        <a:lnTo>
                          <a:pt x="2326" y="1587"/>
                        </a:lnTo>
                        <a:lnTo>
                          <a:pt x="2333" y="1585"/>
                        </a:lnTo>
                        <a:lnTo>
                          <a:pt x="2335" y="1602"/>
                        </a:lnTo>
                        <a:lnTo>
                          <a:pt x="2340" y="1601"/>
                        </a:lnTo>
                        <a:lnTo>
                          <a:pt x="2340" y="1601"/>
                        </a:lnTo>
                        <a:lnTo>
                          <a:pt x="2338" y="1605"/>
                        </a:lnTo>
                        <a:lnTo>
                          <a:pt x="2337" y="1609"/>
                        </a:lnTo>
                        <a:lnTo>
                          <a:pt x="2345" y="1623"/>
                        </a:lnTo>
                        <a:lnTo>
                          <a:pt x="2349" y="1635"/>
                        </a:lnTo>
                        <a:lnTo>
                          <a:pt x="2353" y="1641"/>
                        </a:lnTo>
                        <a:lnTo>
                          <a:pt x="2358" y="1647"/>
                        </a:lnTo>
                        <a:lnTo>
                          <a:pt x="2366" y="1647"/>
                        </a:lnTo>
                        <a:lnTo>
                          <a:pt x="2371" y="1653"/>
                        </a:lnTo>
                        <a:lnTo>
                          <a:pt x="2381" y="1674"/>
                        </a:lnTo>
                        <a:lnTo>
                          <a:pt x="2381" y="1688"/>
                        </a:lnTo>
                        <a:lnTo>
                          <a:pt x="2382" y="1690"/>
                        </a:lnTo>
                        <a:lnTo>
                          <a:pt x="2386" y="1693"/>
                        </a:lnTo>
                        <a:lnTo>
                          <a:pt x="2399" y="1693"/>
                        </a:lnTo>
                        <a:lnTo>
                          <a:pt x="2409" y="1690"/>
                        </a:lnTo>
                        <a:lnTo>
                          <a:pt x="2421" y="1684"/>
                        </a:lnTo>
                        <a:lnTo>
                          <a:pt x="2429" y="1688"/>
                        </a:lnTo>
                        <a:lnTo>
                          <a:pt x="2432" y="1680"/>
                        </a:lnTo>
                        <a:lnTo>
                          <a:pt x="2429" y="1677"/>
                        </a:lnTo>
                        <a:lnTo>
                          <a:pt x="2434" y="1657"/>
                        </a:lnTo>
                        <a:lnTo>
                          <a:pt x="2440" y="1636"/>
                        </a:lnTo>
                        <a:lnTo>
                          <a:pt x="2442" y="1617"/>
                        </a:lnTo>
                        <a:lnTo>
                          <a:pt x="2440" y="1597"/>
                        </a:lnTo>
                        <a:lnTo>
                          <a:pt x="2441" y="1583"/>
                        </a:lnTo>
                        <a:lnTo>
                          <a:pt x="2424" y="1539"/>
                        </a:lnTo>
                        <a:lnTo>
                          <a:pt x="2414" y="1522"/>
                        </a:lnTo>
                        <a:lnTo>
                          <a:pt x="2412" y="1508"/>
                        </a:lnTo>
                        <a:lnTo>
                          <a:pt x="2414" y="1492"/>
                        </a:lnTo>
                        <a:lnTo>
                          <a:pt x="2412" y="1483"/>
                        </a:lnTo>
                        <a:lnTo>
                          <a:pt x="2404" y="1469"/>
                        </a:lnTo>
                        <a:lnTo>
                          <a:pt x="2387" y="1441"/>
                        </a:lnTo>
                        <a:lnTo>
                          <a:pt x="2374" y="1400"/>
                        </a:lnTo>
                        <a:lnTo>
                          <a:pt x="2362" y="1354"/>
                        </a:lnTo>
                        <a:lnTo>
                          <a:pt x="2365" y="1348"/>
                        </a:lnTo>
                        <a:lnTo>
                          <a:pt x="2365" y="1332"/>
                        </a:lnTo>
                        <a:lnTo>
                          <a:pt x="2371" y="1322"/>
                        </a:lnTo>
                        <a:lnTo>
                          <a:pt x="2374" y="1311"/>
                        </a:lnTo>
                        <a:lnTo>
                          <a:pt x="2377" y="1302"/>
                        </a:lnTo>
                        <a:lnTo>
                          <a:pt x="2389" y="1274"/>
                        </a:lnTo>
                        <a:lnTo>
                          <a:pt x="2396" y="1264"/>
                        </a:lnTo>
                        <a:lnTo>
                          <a:pt x="2398" y="1264"/>
                        </a:lnTo>
                        <a:lnTo>
                          <a:pt x="2398" y="1259"/>
                        </a:lnTo>
                        <a:lnTo>
                          <a:pt x="2399" y="1257"/>
                        </a:lnTo>
                        <a:lnTo>
                          <a:pt x="2408" y="1252"/>
                        </a:lnTo>
                        <a:lnTo>
                          <a:pt x="2413" y="1252"/>
                        </a:lnTo>
                        <a:lnTo>
                          <a:pt x="2417" y="1247"/>
                        </a:lnTo>
                        <a:lnTo>
                          <a:pt x="2414" y="1242"/>
                        </a:lnTo>
                        <a:lnTo>
                          <a:pt x="2409" y="1234"/>
                        </a:lnTo>
                        <a:lnTo>
                          <a:pt x="2409" y="1232"/>
                        </a:lnTo>
                        <a:lnTo>
                          <a:pt x="2409" y="1230"/>
                        </a:lnTo>
                        <a:lnTo>
                          <a:pt x="2425" y="1228"/>
                        </a:lnTo>
                        <a:lnTo>
                          <a:pt x="2441" y="1230"/>
                        </a:lnTo>
                        <a:lnTo>
                          <a:pt x="2446" y="1228"/>
                        </a:lnTo>
                        <a:lnTo>
                          <a:pt x="2468" y="1210"/>
                        </a:lnTo>
                        <a:lnTo>
                          <a:pt x="2471" y="1210"/>
                        </a:lnTo>
                        <a:lnTo>
                          <a:pt x="2475" y="1206"/>
                        </a:lnTo>
                        <a:lnTo>
                          <a:pt x="2478" y="1199"/>
                        </a:lnTo>
                        <a:lnTo>
                          <a:pt x="2487" y="1196"/>
                        </a:lnTo>
                        <a:lnTo>
                          <a:pt x="2493" y="1192"/>
                        </a:lnTo>
                        <a:lnTo>
                          <a:pt x="2495" y="1185"/>
                        </a:lnTo>
                        <a:lnTo>
                          <a:pt x="2493" y="1179"/>
                        </a:lnTo>
                        <a:lnTo>
                          <a:pt x="2499" y="1174"/>
                        </a:lnTo>
                        <a:lnTo>
                          <a:pt x="2505" y="1163"/>
                        </a:lnTo>
                        <a:lnTo>
                          <a:pt x="2512" y="1156"/>
                        </a:lnTo>
                        <a:lnTo>
                          <a:pt x="2526" y="1150"/>
                        </a:lnTo>
                        <a:lnTo>
                          <a:pt x="2527" y="1145"/>
                        </a:lnTo>
                        <a:lnTo>
                          <a:pt x="2533" y="1144"/>
                        </a:lnTo>
                        <a:lnTo>
                          <a:pt x="2550" y="1141"/>
                        </a:lnTo>
                        <a:lnTo>
                          <a:pt x="2569" y="1133"/>
                        </a:lnTo>
                        <a:lnTo>
                          <a:pt x="2571" y="1126"/>
                        </a:lnTo>
                        <a:lnTo>
                          <a:pt x="2574" y="1123"/>
                        </a:lnTo>
                        <a:lnTo>
                          <a:pt x="2579" y="1118"/>
                        </a:lnTo>
                        <a:lnTo>
                          <a:pt x="2585" y="1109"/>
                        </a:lnTo>
                        <a:lnTo>
                          <a:pt x="2592" y="1103"/>
                        </a:lnTo>
                        <a:lnTo>
                          <a:pt x="2611" y="1094"/>
                        </a:lnTo>
                        <a:lnTo>
                          <a:pt x="2631" y="1093"/>
                        </a:lnTo>
                        <a:lnTo>
                          <a:pt x="2646" y="1083"/>
                        </a:lnTo>
                        <a:lnTo>
                          <a:pt x="2649" y="1079"/>
                        </a:lnTo>
                        <a:lnTo>
                          <a:pt x="2649" y="1071"/>
                        </a:lnTo>
                        <a:lnTo>
                          <a:pt x="2640" y="1069"/>
                        </a:lnTo>
                        <a:lnTo>
                          <a:pt x="2635" y="1071"/>
                        </a:lnTo>
                        <a:lnTo>
                          <a:pt x="2634" y="1074"/>
                        </a:lnTo>
                        <a:lnTo>
                          <a:pt x="2634" y="1071"/>
                        </a:lnTo>
                        <a:lnTo>
                          <a:pt x="2634" y="1065"/>
                        </a:lnTo>
                        <a:lnTo>
                          <a:pt x="2639" y="1061"/>
                        </a:lnTo>
                        <a:lnTo>
                          <a:pt x="2640" y="1056"/>
                        </a:lnTo>
                        <a:lnTo>
                          <a:pt x="2645" y="1053"/>
                        </a:lnTo>
                        <a:lnTo>
                          <a:pt x="2641" y="1048"/>
                        </a:lnTo>
                        <a:lnTo>
                          <a:pt x="2625" y="1042"/>
                        </a:lnTo>
                        <a:lnTo>
                          <a:pt x="2639" y="1042"/>
                        </a:lnTo>
                        <a:lnTo>
                          <a:pt x="2645" y="1037"/>
                        </a:lnTo>
                        <a:lnTo>
                          <a:pt x="2647" y="1043"/>
                        </a:lnTo>
                        <a:lnTo>
                          <a:pt x="2651" y="1043"/>
                        </a:lnTo>
                        <a:lnTo>
                          <a:pt x="2655" y="1048"/>
                        </a:lnTo>
                        <a:lnTo>
                          <a:pt x="2665" y="1048"/>
                        </a:lnTo>
                        <a:lnTo>
                          <a:pt x="2671" y="1044"/>
                        </a:lnTo>
                        <a:lnTo>
                          <a:pt x="2679" y="1032"/>
                        </a:lnTo>
                        <a:lnTo>
                          <a:pt x="2686" y="1028"/>
                        </a:lnTo>
                        <a:lnTo>
                          <a:pt x="2686" y="1020"/>
                        </a:lnTo>
                        <a:lnTo>
                          <a:pt x="2684" y="1013"/>
                        </a:lnTo>
                        <a:lnTo>
                          <a:pt x="2679" y="1007"/>
                        </a:lnTo>
                        <a:lnTo>
                          <a:pt x="2674" y="1012"/>
                        </a:lnTo>
                        <a:lnTo>
                          <a:pt x="2670" y="1023"/>
                        </a:lnTo>
                        <a:lnTo>
                          <a:pt x="2670" y="1023"/>
                        </a:lnTo>
                        <a:lnTo>
                          <a:pt x="2667" y="1018"/>
                        </a:lnTo>
                        <a:lnTo>
                          <a:pt x="2666" y="1006"/>
                        </a:lnTo>
                        <a:lnTo>
                          <a:pt x="2641" y="1010"/>
                        </a:lnTo>
                        <a:lnTo>
                          <a:pt x="2635" y="1008"/>
                        </a:lnTo>
                        <a:lnTo>
                          <a:pt x="2634" y="1001"/>
                        </a:lnTo>
                        <a:lnTo>
                          <a:pt x="2634" y="986"/>
                        </a:lnTo>
                        <a:lnTo>
                          <a:pt x="2635" y="984"/>
                        </a:lnTo>
                        <a:lnTo>
                          <a:pt x="2639" y="997"/>
                        </a:lnTo>
                        <a:lnTo>
                          <a:pt x="2643" y="1000"/>
                        </a:lnTo>
                        <a:lnTo>
                          <a:pt x="2647" y="1000"/>
                        </a:lnTo>
                        <a:lnTo>
                          <a:pt x="2662" y="991"/>
                        </a:lnTo>
                        <a:lnTo>
                          <a:pt x="2666" y="993"/>
                        </a:lnTo>
                        <a:lnTo>
                          <a:pt x="2666" y="989"/>
                        </a:lnTo>
                        <a:lnTo>
                          <a:pt x="2672" y="991"/>
                        </a:lnTo>
                        <a:lnTo>
                          <a:pt x="2678" y="991"/>
                        </a:lnTo>
                        <a:lnTo>
                          <a:pt x="2682" y="999"/>
                        </a:lnTo>
                        <a:lnTo>
                          <a:pt x="2682" y="997"/>
                        </a:lnTo>
                        <a:lnTo>
                          <a:pt x="2679" y="990"/>
                        </a:lnTo>
                        <a:lnTo>
                          <a:pt x="2677" y="984"/>
                        </a:lnTo>
                        <a:lnTo>
                          <a:pt x="2674" y="975"/>
                        </a:lnTo>
                        <a:lnTo>
                          <a:pt x="2673" y="973"/>
                        </a:lnTo>
                        <a:lnTo>
                          <a:pt x="2676" y="957"/>
                        </a:lnTo>
                        <a:lnTo>
                          <a:pt x="2674" y="943"/>
                        </a:lnTo>
                        <a:lnTo>
                          <a:pt x="2657" y="938"/>
                        </a:lnTo>
                        <a:lnTo>
                          <a:pt x="2655" y="940"/>
                        </a:lnTo>
                        <a:lnTo>
                          <a:pt x="2654" y="942"/>
                        </a:lnTo>
                        <a:lnTo>
                          <a:pt x="2647" y="940"/>
                        </a:lnTo>
                        <a:lnTo>
                          <a:pt x="2643" y="936"/>
                        </a:lnTo>
                        <a:lnTo>
                          <a:pt x="2643" y="931"/>
                        </a:lnTo>
                        <a:lnTo>
                          <a:pt x="2652" y="931"/>
                        </a:lnTo>
                        <a:lnTo>
                          <a:pt x="2657" y="929"/>
                        </a:lnTo>
                        <a:lnTo>
                          <a:pt x="2656" y="925"/>
                        </a:lnTo>
                        <a:lnTo>
                          <a:pt x="2651" y="923"/>
                        </a:lnTo>
                        <a:lnTo>
                          <a:pt x="2649" y="916"/>
                        </a:lnTo>
                        <a:lnTo>
                          <a:pt x="2649" y="913"/>
                        </a:lnTo>
                        <a:lnTo>
                          <a:pt x="2654" y="910"/>
                        </a:lnTo>
                        <a:lnTo>
                          <a:pt x="2657" y="910"/>
                        </a:lnTo>
                        <a:lnTo>
                          <a:pt x="2654" y="903"/>
                        </a:lnTo>
                        <a:lnTo>
                          <a:pt x="2649" y="899"/>
                        </a:lnTo>
                        <a:lnTo>
                          <a:pt x="2647" y="892"/>
                        </a:lnTo>
                        <a:lnTo>
                          <a:pt x="2647" y="891"/>
                        </a:lnTo>
                        <a:lnTo>
                          <a:pt x="2651" y="889"/>
                        </a:lnTo>
                        <a:lnTo>
                          <a:pt x="2654" y="877"/>
                        </a:lnTo>
                        <a:lnTo>
                          <a:pt x="2654" y="871"/>
                        </a:lnTo>
                        <a:lnTo>
                          <a:pt x="2647" y="864"/>
                        </a:lnTo>
                        <a:lnTo>
                          <a:pt x="2635" y="857"/>
                        </a:lnTo>
                        <a:lnTo>
                          <a:pt x="2625" y="855"/>
                        </a:lnTo>
                        <a:lnTo>
                          <a:pt x="2616" y="846"/>
                        </a:lnTo>
                        <a:lnTo>
                          <a:pt x="2598" y="838"/>
                        </a:lnTo>
                        <a:lnTo>
                          <a:pt x="2597" y="835"/>
                        </a:lnTo>
                        <a:lnTo>
                          <a:pt x="2597" y="832"/>
                        </a:lnTo>
                        <a:lnTo>
                          <a:pt x="2600" y="825"/>
                        </a:lnTo>
                        <a:lnTo>
                          <a:pt x="2604" y="824"/>
                        </a:lnTo>
                        <a:lnTo>
                          <a:pt x="2604" y="827"/>
                        </a:lnTo>
                        <a:lnTo>
                          <a:pt x="2601" y="833"/>
                        </a:lnTo>
                        <a:lnTo>
                          <a:pt x="2603" y="835"/>
                        </a:lnTo>
                        <a:lnTo>
                          <a:pt x="2611" y="837"/>
                        </a:lnTo>
                        <a:lnTo>
                          <a:pt x="2622" y="843"/>
                        </a:lnTo>
                        <a:lnTo>
                          <a:pt x="2628" y="843"/>
                        </a:lnTo>
                        <a:lnTo>
                          <a:pt x="2631" y="846"/>
                        </a:lnTo>
                        <a:lnTo>
                          <a:pt x="2639" y="849"/>
                        </a:lnTo>
                        <a:lnTo>
                          <a:pt x="2644" y="854"/>
                        </a:lnTo>
                        <a:lnTo>
                          <a:pt x="2651" y="857"/>
                        </a:lnTo>
                        <a:lnTo>
                          <a:pt x="2646" y="841"/>
                        </a:lnTo>
                        <a:lnTo>
                          <a:pt x="2640" y="835"/>
                        </a:lnTo>
                        <a:lnTo>
                          <a:pt x="2645" y="834"/>
                        </a:lnTo>
                        <a:lnTo>
                          <a:pt x="2645" y="833"/>
                        </a:lnTo>
                        <a:lnTo>
                          <a:pt x="2643" y="828"/>
                        </a:lnTo>
                        <a:lnTo>
                          <a:pt x="2641" y="816"/>
                        </a:lnTo>
                        <a:lnTo>
                          <a:pt x="2644" y="790"/>
                        </a:lnTo>
                        <a:lnTo>
                          <a:pt x="2641" y="781"/>
                        </a:lnTo>
                        <a:lnTo>
                          <a:pt x="2649" y="778"/>
                        </a:lnTo>
                        <a:lnTo>
                          <a:pt x="2662" y="767"/>
                        </a:lnTo>
                        <a:lnTo>
                          <a:pt x="2666" y="760"/>
                        </a:lnTo>
                        <a:lnTo>
                          <a:pt x="2668" y="755"/>
                        </a:lnTo>
                        <a:lnTo>
                          <a:pt x="2671" y="755"/>
                        </a:lnTo>
                        <a:lnTo>
                          <a:pt x="2673" y="758"/>
                        </a:lnTo>
                        <a:lnTo>
                          <a:pt x="2674" y="760"/>
                        </a:lnTo>
                        <a:lnTo>
                          <a:pt x="2672" y="767"/>
                        </a:lnTo>
                        <a:lnTo>
                          <a:pt x="2670" y="770"/>
                        </a:lnTo>
                        <a:lnTo>
                          <a:pt x="2665" y="773"/>
                        </a:lnTo>
                        <a:lnTo>
                          <a:pt x="2661" y="778"/>
                        </a:lnTo>
                        <a:lnTo>
                          <a:pt x="2661" y="782"/>
                        </a:lnTo>
                        <a:lnTo>
                          <a:pt x="2663" y="789"/>
                        </a:lnTo>
                        <a:lnTo>
                          <a:pt x="2662" y="792"/>
                        </a:lnTo>
                        <a:lnTo>
                          <a:pt x="2655" y="801"/>
                        </a:lnTo>
                        <a:lnTo>
                          <a:pt x="2656" y="803"/>
                        </a:lnTo>
                        <a:lnTo>
                          <a:pt x="2662" y="803"/>
                        </a:lnTo>
                        <a:lnTo>
                          <a:pt x="2663" y="806"/>
                        </a:lnTo>
                        <a:lnTo>
                          <a:pt x="2663" y="812"/>
                        </a:lnTo>
                        <a:lnTo>
                          <a:pt x="2663" y="821"/>
                        </a:lnTo>
                        <a:lnTo>
                          <a:pt x="2660" y="823"/>
                        </a:lnTo>
                        <a:lnTo>
                          <a:pt x="2657" y="827"/>
                        </a:lnTo>
                        <a:lnTo>
                          <a:pt x="2656" y="832"/>
                        </a:lnTo>
                        <a:lnTo>
                          <a:pt x="2657" y="838"/>
                        </a:lnTo>
                        <a:lnTo>
                          <a:pt x="2663" y="845"/>
                        </a:lnTo>
                        <a:lnTo>
                          <a:pt x="2672" y="846"/>
                        </a:lnTo>
                        <a:lnTo>
                          <a:pt x="2676" y="848"/>
                        </a:lnTo>
                        <a:lnTo>
                          <a:pt x="2681" y="859"/>
                        </a:lnTo>
                        <a:lnTo>
                          <a:pt x="2682" y="865"/>
                        </a:lnTo>
                        <a:lnTo>
                          <a:pt x="2683" y="867"/>
                        </a:lnTo>
                        <a:lnTo>
                          <a:pt x="2688" y="870"/>
                        </a:lnTo>
                        <a:lnTo>
                          <a:pt x="2687" y="876"/>
                        </a:lnTo>
                        <a:lnTo>
                          <a:pt x="2682" y="877"/>
                        </a:lnTo>
                        <a:lnTo>
                          <a:pt x="2679" y="881"/>
                        </a:lnTo>
                        <a:lnTo>
                          <a:pt x="2671" y="903"/>
                        </a:lnTo>
                        <a:lnTo>
                          <a:pt x="2671" y="911"/>
                        </a:lnTo>
                        <a:lnTo>
                          <a:pt x="2672" y="923"/>
                        </a:lnTo>
                        <a:lnTo>
                          <a:pt x="2674" y="925"/>
                        </a:lnTo>
                        <a:lnTo>
                          <a:pt x="2679" y="924"/>
                        </a:lnTo>
                        <a:lnTo>
                          <a:pt x="2683" y="921"/>
                        </a:lnTo>
                        <a:lnTo>
                          <a:pt x="2686" y="916"/>
                        </a:lnTo>
                        <a:lnTo>
                          <a:pt x="2693" y="892"/>
                        </a:lnTo>
                        <a:lnTo>
                          <a:pt x="2709" y="862"/>
                        </a:lnTo>
                        <a:lnTo>
                          <a:pt x="2709" y="854"/>
                        </a:lnTo>
                        <a:lnTo>
                          <a:pt x="2717" y="843"/>
                        </a:lnTo>
                        <a:lnTo>
                          <a:pt x="2720" y="834"/>
                        </a:lnTo>
                        <a:lnTo>
                          <a:pt x="2722" y="828"/>
                        </a:lnTo>
                        <a:lnTo>
                          <a:pt x="2717" y="811"/>
                        </a:lnTo>
                        <a:lnTo>
                          <a:pt x="2708" y="796"/>
                        </a:lnTo>
                        <a:lnTo>
                          <a:pt x="2694" y="771"/>
                        </a:lnTo>
                        <a:lnTo>
                          <a:pt x="2692" y="763"/>
                        </a:lnTo>
                        <a:lnTo>
                          <a:pt x="2694" y="757"/>
                        </a:lnTo>
                        <a:lnTo>
                          <a:pt x="2700" y="764"/>
                        </a:lnTo>
                        <a:lnTo>
                          <a:pt x="2708" y="773"/>
                        </a:lnTo>
                        <a:lnTo>
                          <a:pt x="2715" y="775"/>
                        </a:lnTo>
                        <a:lnTo>
                          <a:pt x="2721" y="780"/>
                        </a:lnTo>
                        <a:lnTo>
                          <a:pt x="2732" y="781"/>
                        </a:lnTo>
                        <a:lnTo>
                          <a:pt x="2731" y="795"/>
                        </a:lnTo>
                        <a:lnTo>
                          <a:pt x="2732" y="797"/>
                        </a:lnTo>
                        <a:lnTo>
                          <a:pt x="2740" y="790"/>
                        </a:lnTo>
                        <a:lnTo>
                          <a:pt x="2751" y="773"/>
                        </a:lnTo>
                        <a:lnTo>
                          <a:pt x="2758" y="765"/>
                        </a:lnTo>
                        <a:lnTo>
                          <a:pt x="2762" y="759"/>
                        </a:lnTo>
                        <a:lnTo>
                          <a:pt x="2762" y="754"/>
                        </a:lnTo>
                        <a:lnTo>
                          <a:pt x="2767" y="752"/>
                        </a:lnTo>
                        <a:lnTo>
                          <a:pt x="2769" y="749"/>
                        </a:lnTo>
                        <a:lnTo>
                          <a:pt x="2773" y="730"/>
                        </a:lnTo>
                        <a:lnTo>
                          <a:pt x="2774" y="727"/>
                        </a:lnTo>
                        <a:lnTo>
                          <a:pt x="2776" y="728"/>
                        </a:lnTo>
                        <a:lnTo>
                          <a:pt x="2779" y="727"/>
                        </a:lnTo>
                        <a:lnTo>
                          <a:pt x="2783" y="712"/>
                        </a:lnTo>
                        <a:lnTo>
                          <a:pt x="2784" y="708"/>
                        </a:lnTo>
                        <a:lnTo>
                          <a:pt x="2781" y="703"/>
                        </a:lnTo>
                        <a:lnTo>
                          <a:pt x="2776" y="697"/>
                        </a:lnTo>
                        <a:lnTo>
                          <a:pt x="2769" y="693"/>
                        </a:lnTo>
                        <a:lnTo>
                          <a:pt x="2769" y="690"/>
                        </a:lnTo>
                        <a:lnTo>
                          <a:pt x="2769" y="687"/>
                        </a:lnTo>
                        <a:lnTo>
                          <a:pt x="2773" y="678"/>
                        </a:lnTo>
                        <a:lnTo>
                          <a:pt x="2775" y="674"/>
                        </a:lnTo>
                        <a:lnTo>
                          <a:pt x="2785" y="662"/>
                        </a:lnTo>
                        <a:lnTo>
                          <a:pt x="2790" y="662"/>
                        </a:lnTo>
                        <a:lnTo>
                          <a:pt x="2796" y="652"/>
                        </a:lnTo>
                        <a:lnTo>
                          <a:pt x="2807" y="650"/>
                        </a:lnTo>
                        <a:lnTo>
                          <a:pt x="2819" y="644"/>
                        </a:lnTo>
                        <a:lnTo>
                          <a:pt x="2830" y="641"/>
                        </a:lnTo>
                        <a:lnTo>
                          <a:pt x="2835" y="635"/>
                        </a:lnTo>
                        <a:lnTo>
                          <a:pt x="2843" y="631"/>
                        </a:lnTo>
                        <a:lnTo>
                          <a:pt x="2856" y="634"/>
                        </a:lnTo>
                        <a:lnTo>
                          <a:pt x="2869" y="631"/>
                        </a:lnTo>
                        <a:lnTo>
                          <a:pt x="2894" y="630"/>
                        </a:lnTo>
                        <a:lnTo>
                          <a:pt x="2913" y="625"/>
                        </a:lnTo>
                        <a:lnTo>
                          <a:pt x="2918" y="623"/>
                        </a:lnTo>
                        <a:lnTo>
                          <a:pt x="2923" y="619"/>
                        </a:lnTo>
                        <a:lnTo>
                          <a:pt x="2929" y="604"/>
                        </a:lnTo>
                        <a:lnTo>
                          <a:pt x="2931" y="602"/>
                        </a:lnTo>
                        <a:lnTo>
                          <a:pt x="2936" y="604"/>
                        </a:lnTo>
                        <a:lnTo>
                          <a:pt x="2937" y="614"/>
                        </a:lnTo>
                        <a:lnTo>
                          <a:pt x="2941" y="614"/>
                        </a:lnTo>
                        <a:lnTo>
                          <a:pt x="2948" y="613"/>
                        </a:lnTo>
                        <a:lnTo>
                          <a:pt x="2963" y="604"/>
                        </a:lnTo>
                        <a:lnTo>
                          <a:pt x="2967" y="604"/>
                        </a:lnTo>
                        <a:lnTo>
                          <a:pt x="2969" y="612"/>
                        </a:lnTo>
                        <a:lnTo>
                          <a:pt x="2974" y="613"/>
                        </a:lnTo>
                        <a:lnTo>
                          <a:pt x="2987" y="608"/>
                        </a:lnTo>
                        <a:lnTo>
                          <a:pt x="2993" y="609"/>
                        </a:lnTo>
                        <a:lnTo>
                          <a:pt x="3004" y="602"/>
                        </a:lnTo>
                        <a:lnTo>
                          <a:pt x="3006" y="599"/>
                        </a:lnTo>
                        <a:lnTo>
                          <a:pt x="3004" y="586"/>
                        </a:lnTo>
                        <a:lnTo>
                          <a:pt x="3002" y="583"/>
                        </a:lnTo>
                        <a:lnTo>
                          <a:pt x="3000" y="583"/>
                        </a:lnTo>
                        <a:lnTo>
                          <a:pt x="3000" y="596"/>
                        </a:lnTo>
                        <a:lnTo>
                          <a:pt x="2999" y="599"/>
                        </a:lnTo>
                        <a:lnTo>
                          <a:pt x="2991" y="602"/>
                        </a:lnTo>
                        <a:lnTo>
                          <a:pt x="2982" y="599"/>
                        </a:lnTo>
                        <a:lnTo>
                          <a:pt x="2972" y="593"/>
                        </a:lnTo>
                        <a:lnTo>
                          <a:pt x="2967" y="582"/>
                        </a:lnTo>
                        <a:lnTo>
                          <a:pt x="2963" y="580"/>
                        </a:lnTo>
                        <a:lnTo>
                          <a:pt x="2962" y="569"/>
                        </a:lnTo>
                        <a:lnTo>
                          <a:pt x="2957" y="564"/>
                        </a:lnTo>
                        <a:lnTo>
                          <a:pt x="2948" y="559"/>
                        </a:lnTo>
                        <a:lnTo>
                          <a:pt x="2947" y="558"/>
                        </a:lnTo>
                        <a:lnTo>
                          <a:pt x="2947" y="552"/>
                        </a:lnTo>
                        <a:lnTo>
                          <a:pt x="2950" y="548"/>
                        </a:lnTo>
                        <a:lnTo>
                          <a:pt x="2953" y="547"/>
                        </a:lnTo>
                        <a:lnTo>
                          <a:pt x="2957" y="538"/>
                        </a:lnTo>
                        <a:lnTo>
                          <a:pt x="2962" y="536"/>
                        </a:lnTo>
                        <a:lnTo>
                          <a:pt x="2957" y="528"/>
                        </a:lnTo>
                        <a:lnTo>
                          <a:pt x="2951" y="515"/>
                        </a:lnTo>
                        <a:lnTo>
                          <a:pt x="2956" y="500"/>
                        </a:lnTo>
                        <a:lnTo>
                          <a:pt x="2971" y="488"/>
                        </a:lnTo>
                        <a:lnTo>
                          <a:pt x="2982" y="470"/>
                        </a:lnTo>
                        <a:lnTo>
                          <a:pt x="2987" y="466"/>
                        </a:lnTo>
                        <a:lnTo>
                          <a:pt x="2989" y="455"/>
                        </a:lnTo>
                        <a:lnTo>
                          <a:pt x="2996" y="446"/>
                        </a:lnTo>
                        <a:lnTo>
                          <a:pt x="3005" y="442"/>
                        </a:lnTo>
                        <a:lnTo>
                          <a:pt x="3009" y="443"/>
                        </a:lnTo>
                        <a:lnTo>
                          <a:pt x="3011" y="451"/>
                        </a:lnTo>
                        <a:lnTo>
                          <a:pt x="3014" y="451"/>
                        </a:lnTo>
                        <a:lnTo>
                          <a:pt x="3017" y="447"/>
                        </a:lnTo>
                        <a:lnTo>
                          <a:pt x="3020" y="437"/>
                        </a:lnTo>
                        <a:lnTo>
                          <a:pt x="3022" y="437"/>
                        </a:lnTo>
                        <a:lnTo>
                          <a:pt x="3025" y="441"/>
                        </a:lnTo>
                        <a:lnTo>
                          <a:pt x="3027" y="441"/>
                        </a:lnTo>
                        <a:lnTo>
                          <a:pt x="3032" y="440"/>
                        </a:lnTo>
                        <a:lnTo>
                          <a:pt x="3036" y="432"/>
                        </a:lnTo>
                        <a:lnTo>
                          <a:pt x="3039" y="429"/>
                        </a:lnTo>
                        <a:lnTo>
                          <a:pt x="3045" y="431"/>
                        </a:lnTo>
                        <a:lnTo>
                          <a:pt x="3048" y="430"/>
                        </a:lnTo>
                        <a:lnTo>
                          <a:pt x="3053" y="421"/>
                        </a:lnTo>
                        <a:lnTo>
                          <a:pt x="3054" y="414"/>
                        </a:lnTo>
                        <a:lnTo>
                          <a:pt x="3058" y="408"/>
                        </a:lnTo>
                        <a:lnTo>
                          <a:pt x="3059" y="398"/>
                        </a:lnTo>
                        <a:lnTo>
                          <a:pt x="3065" y="393"/>
                        </a:lnTo>
                        <a:lnTo>
                          <a:pt x="3068" y="392"/>
                        </a:lnTo>
                        <a:lnTo>
                          <a:pt x="3070" y="393"/>
                        </a:lnTo>
                        <a:lnTo>
                          <a:pt x="3071" y="400"/>
                        </a:lnTo>
                        <a:lnTo>
                          <a:pt x="3072" y="405"/>
                        </a:lnTo>
                        <a:lnTo>
                          <a:pt x="3077" y="407"/>
                        </a:lnTo>
                        <a:lnTo>
                          <a:pt x="3082" y="404"/>
                        </a:lnTo>
                        <a:lnTo>
                          <a:pt x="3092" y="412"/>
                        </a:lnTo>
                        <a:lnTo>
                          <a:pt x="3097" y="410"/>
                        </a:lnTo>
                        <a:lnTo>
                          <a:pt x="3100" y="405"/>
                        </a:lnTo>
                        <a:lnTo>
                          <a:pt x="3107" y="399"/>
                        </a:lnTo>
                        <a:lnTo>
                          <a:pt x="3112" y="399"/>
                        </a:lnTo>
                        <a:lnTo>
                          <a:pt x="3118" y="396"/>
                        </a:lnTo>
                        <a:lnTo>
                          <a:pt x="3120" y="389"/>
                        </a:lnTo>
                        <a:lnTo>
                          <a:pt x="3133" y="388"/>
                        </a:lnTo>
                        <a:lnTo>
                          <a:pt x="3136" y="387"/>
                        </a:lnTo>
                        <a:lnTo>
                          <a:pt x="3141" y="383"/>
                        </a:lnTo>
                        <a:lnTo>
                          <a:pt x="3147" y="383"/>
                        </a:lnTo>
                        <a:lnTo>
                          <a:pt x="3151" y="380"/>
                        </a:lnTo>
                        <a:lnTo>
                          <a:pt x="3158" y="380"/>
                        </a:lnTo>
                        <a:lnTo>
                          <a:pt x="3165" y="375"/>
                        </a:lnTo>
                        <a:lnTo>
                          <a:pt x="3166" y="370"/>
                        </a:lnTo>
                        <a:lnTo>
                          <a:pt x="3165" y="36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 sz="1662" dirty="0">
                      <a:latin typeface="Trade Gothic LT Std" pitchFamily="50" charset="0"/>
                    </a:endParaRPr>
                  </a:p>
                </p:txBody>
              </p:sp>
            </p:grpSp>
          </p:grpSp>
          <p:grpSp>
            <p:nvGrpSpPr>
              <p:cNvPr id="139" name="Group 227">
                <a:extLst>
                  <a:ext uri="{FF2B5EF4-FFF2-40B4-BE49-F238E27FC236}">
                    <a16:creationId xmlns:a16="http://schemas.microsoft.com/office/drawing/2014/main" id="{42543942-4B55-75FE-8873-2612DB8FA8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1392"/>
                <a:ext cx="1152" cy="742"/>
                <a:chOff x="1802" y="1392"/>
                <a:chExt cx="1152" cy="742"/>
              </a:xfrm>
              <a:grpFill/>
            </p:grpSpPr>
            <p:sp>
              <p:nvSpPr>
                <p:cNvPr id="140" name="Freeform 228">
                  <a:extLst>
                    <a:ext uri="{FF2B5EF4-FFF2-40B4-BE49-F238E27FC236}">
                      <a16:creationId xmlns:a16="http://schemas.microsoft.com/office/drawing/2014/main" id="{E1B1A923-E624-49F4-BFBA-D94DB00A431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15" y="1437"/>
                  <a:ext cx="39" cy="39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49" y="10"/>
                    </a:cxn>
                    <a:cxn ang="0">
                      <a:pos x="67" y="13"/>
                    </a:cxn>
                    <a:cxn ang="0">
                      <a:pos x="92" y="25"/>
                    </a:cxn>
                    <a:cxn ang="0">
                      <a:pos x="128" y="80"/>
                    </a:cxn>
                    <a:cxn ang="0">
                      <a:pos x="150" y="86"/>
                    </a:cxn>
                    <a:cxn ang="0">
                      <a:pos x="163" y="99"/>
                    </a:cxn>
                    <a:cxn ang="0">
                      <a:pos x="163" y="116"/>
                    </a:cxn>
                    <a:cxn ang="0">
                      <a:pos x="161" y="126"/>
                    </a:cxn>
                    <a:cxn ang="0">
                      <a:pos x="146" y="143"/>
                    </a:cxn>
                    <a:cxn ang="0">
                      <a:pos x="87" y="162"/>
                    </a:cxn>
                    <a:cxn ang="0">
                      <a:pos x="70" y="166"/>
                    </a:cxn>
                    <a:cxn ang="0">
                      <a:pos x="60" y="165"/>
                    </a:cxn>
                    <a:cxn ang="0">
                      <a:pos x="40" y="150"/>
                    </a:cxn>
                    <a:cxn ang="0">
                      <a:pos x="40" y="142"/>
                    </a:cxn>
                    <a:cxn ang="0">
                      <a:pos x="53" y="139"/>
                    </a:cxn>
                    <a:cxn ang="0">
                      <a:pos x="66" y="143"/>
                    </a:cxn>
                    <a:cxn ang="0">
                      <a:pos x="77" y="139"/>
                    </a:cxn>
                    <a:cxn ang="0">
                      <a:pos x="77" y="130"/>
                    </a:cxn>
                    <a:cxn ang="0">
                      <a:pos x="69" y="138"/>
                    </a:cxn>
                    <a:cxn ang="0">
                      <a:pos x="67" y="130"/>
                    </a:cxn>
                    <a:cxn ang="0">
                      <a:pos x="55" y="129"/>
                    </a:cxn>
                    <a:cxn ang="0">
                      <a:pos x="55" y="117"/>
                    </a:cxn>
                    <a:cxn ang="0">
                      <a:pos x="45" y="126"/>
                    </a:cxn>
                    <a:cxn ang="0">
                      <a:pos x="22" y="126"/>
                    </a:cxn>
                    <a:cxn ang="0">
                      <a:pos x="2" y="117"/>
                    </a:cxn>
                    <a:cxn ang="0">
                      <a:pos x="1" y="103"/>
                    </a:cxn>
                    <a:cxn ang="0">
                      <a:pos x="11" y="100"/>
                    </a:cxn>
                    <a:cxn ang="0">
                      <a:pos x="28" y="106"/>
                    </a:cxn>
                    <a:cxn ang="0">
                      <a:pos x="16" y="91"/>
                    </a:cxn>
                    <a:cxn ang="0">
                      <a:pos x="0" y="79"/>
                    </a:cxn>
                    <a:cxn ang="0">
                      <a:pos x="5" y="72"/>
                    </a:cxn>
                    <a:cxn ang="0">
                      <a:pos x="34" y="69"/>
                    </a:cxn>
                    <a:cxn ang="0">
                      <a:pos x="19" y="58"/>
                    </a:cxn>
                    <a:cxn ang="0">
                      <a:pos x="7" y="35"/>
                    </a:cxn>
                    <a:cxn ang="0">
                      <a:pos x="7" y="15"/>
                    </a:cxn>
                    <a:cxn ang="0">
                      <a:pos x="29" y="0"/>
                    </a:cxn>
                  </a:cxnLst>
                  <a:rect l="0" t="0" r="r" b="b"/>
                  <a:pathLst>
                    <a:path w="163" h="166">
                      <a:moveTo>
                        <a:pt x="29" y="0"/>
                      </a:moveTo>
                      <a:lnTo>
                        <a:pt x="49" y="10"/>
                      </a:lnTo>
                      <a:lnTo>
                        <a:pt x="67" y="13"/>
                      </a:lnTo>
                      <a:lnTo>
                        <a:pt x="92" y="25"/>
                      </a:lnTo>
                      <a:lnTo>
                        <a:pt x="128" y="80"/>
                      </a:lnTo>
                      <a:lnTo>
                        <a:pt x="150" y="86"/>
                      </a:lnTo>
                      <a:lnTo>
                        <a:pt x="163" y="99"/>
                      </a:lnTo>
                      <a:lnTo>
                        <a:pt x="163" y="116"/>
                      </a:lnTo>
                      <a:lnTo>
                        <a:pt x="161" y="126"/>
                      </a:lnTo>
                      <a:lnTo>
                        <a:pt x="146" y="143"/>
                      </a:lnTo>
                      <a:lnTo>
                        <a:pt x="87" y="162"/>
                      </a:lnTo>
                      <a:lnTo>
                        <a:pt x="70" y="166"/>
                      </a:lnTo>
                      <a:lnTo>
                        <a:pt x="60" y="165"/>
                      </a:lnTo>
                      <a:lnTo>
                        <a:pt x="40" y="150"/>
                      </a:lnTo>
                      <a:lnTo>
                        <a:pt x="40" y="142"/>
                      </a:lnTo>
                      <a:lnTo>
                        <a:pt x="53" y="139"/>
                      </a:lnTo>
                      <a:lnTo>
                        <a:pt x="66" y="143"/>
                      </a:lnTo>
                      <a:lnTo>
                        <a:pt x="77" y="139"/>
                      </a:lnTo>
                      <a:lnTo>
                        <a:pt x="77" y="130"/>
                      </a:lnTo>
                      <a:lnTo>
                        <a:pt x="69" y="138"/>
                      </a:lnTo>
                      <a:lnTo>
                        <a:pt x="67" y="130"/>
                      </a:lnTo>
                      <a:lnTo>
                        <a:pt x="55" y="129"/>
                      </a:lnTo>
                      <a:lnTo>
                        <a:pt x="55" y="117"/>
                      </a:lnTo>
                      <a:lnTo>
                        <a:pt x="45" y="126"/>
                      </a:lnTo>
                      <a:lnTo>
                        <a:pt x="22" y="126"/>
                      </a:lnTo>
                      <a:lnTo>
                        <a:pt x="2" y="117"/>
                      </a:lnTo>
                      <a:lnTo>
                        <a:pt x="1" y="103"/>
                      </a:lnTo>
                      <a:lnTo>
                        <a:pt x="11" y="100"/>
                      </a:lnTo>
                      <a:lnTo>
                        <a:pt x="28" y="106"/>
                      </a:lnTo>
                      <a:lnTo>
                        <a:pt x="16" y="91"/>
                      </a:lnTo>
                      <a:lnTo>
                        <a:pt x="0" y="79"/>
                      </a:lnTo>
                      <a:lnTo>
                        <a:pt x="5" y="72"/>
                      </a:lnTo>
                      <a:lnTo>
                        <a:pt x="34" y="69"/>
                      </a:lnTo>
                      <a:lnTo>
                        <a:pt x="19" y="58"/>
                      </a:lnTo>
                      <a:lnTo>
                        <a:pt x="7" y="35"/>
                      </a:lnTo>
                      <a:lnTo>
                        <a:pt x="7" y="15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1" name="Freeform 229">
                  <a:extLst>
                    <a:ext uri="{FF2B5EF4-FFF2-40B4-BE49-F238E27FC236}">
                      <a16:creationId xmlns:a16="http://schemas.microsoft.com/office/drawing/2014/main" id="{D99FB3D9-BAF0-870E-2336-00B263A7DC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03" y="1909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2" name="Freeform 230">
                  <a:extLst>
                    <a:ext uri="{FF2B5EF4-FFF2-40B4-BE49-F238E27FC236}">
                      <a16:creationId xmlns:a16="http://schemas.microsoft.com/office/drawing/2014/main" id="{0ADC3357-D0BB-339C-6F04-D33ED8134E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58" y="1950"/>
                  <a:ext cx="86" cy="99"/>
                </a:xfrm>
                <a:custGeom>
                  <a:avLst/>
                  <a:gdLst/>
                  <a:ahLst/>
                  <a:cxnLst>
                    <a:cxn ang="0">
                      <a:pos x="147" y="25"/>
                    </a:cxn>
                    <a:cxn ang="0">
                      <a:pos x="138" y="43"/>
                    </a:cxn>
                    <a:cxn ang="0">
                      <a:pos x="129" y="52"/>
                    </a:cxn>
                    <a:cxn ang="0">
                      <a:pos x="120" y="75"/>
                    </a:cxn>
                    <a:cxn ang="0">
                      <a:pos x="115" y="89"/>
                    </a:cxn>
                    <a:cxn ang="0">
                      <a:pos x="103" y="121"/>
                    </a:cxn>
                    <a:cxn ang="0">
                      <a:pos x="92" y="139"/>
                    </a:cxn>
                    <a:cxn ang="0">
                      <a:pos x="82" y="178"/>
                    </a:cxn>
                    <a:cxn ang="0">
                      <a:pos x="65" y="193"/>
                    </a:cxn>
                    <a:cxn ang="0">
                      <a:pos x="71" y="208"/>
                    </a:cxn>
                    <a:cxn ang="0">
                      <a:pos x="71" y="221"/>
                    </a:cxn>
                    <a:cxn ang="0">
                      <a:pos x="31" y="259"/>
                    </a:cxn>
                    <a:cxn ang="0">
                      <a:pos x="11" y="263"/>
                    </a:cxn>
                    <a:cxn ang="0">
                      <a:pos x="44" y="267"/>
                    </a:cxn>
                    <a:cxn ang="0">
                      <a:pos x="1" y="318"/>
                    </a:cxn>
                    <a:cxn ang="0">
                      <a:pos x="18" y="344"/>
                    </a:cxn>
                    <a:cxn ang="0">
                      <a:pos x="90" y="338"/>
                    </a:cxn>
                    <a:cxn ang="0">
                      <a:pos x="141" y="343"/>
                    </a:cxn>
                    <a:cxn ang="0">
                      <a:pos x="180" y="329"/>
                    </a:cxn>
                    <a:cxn ang="0">
                      <a:pos x="194" y="339"/>
                    </a:cxn>
                    <a:cxn ang="0">
                      <a:pos x="187" y="350"/>
                    </a:cxn>
                    <a:cxn ang="0">
                      <a:pos x="221" y="336"/>
                    </a:cxn>
                    <a:cxn ang="0">
                      <a:pos x="248" y="343"/>
                    </a:cxn>
                    <a:cxn ang="0">
                      <a:pos x="212" y="380"/>
                    </a:cxn>
                    <a:cxn ang="0">
                      <a:pos x="189" y="397"/>
                    </a:cxn>
                    <a:cxn ang="0">
                      <a:pos x="224" y="392"/>
                    </a:cxn>
                    <a:cxn ang="0">
                      <a:pos x="264" y="354"/>
                    </a:cxn>
                    <a:cxn ang="0">
                      <a:pos x="289" y="315"/>
                    </a:cxn>
                    <a:cxn ang="0">
                      <a:pos x="297" y="361"/>
                    </a:cxn>
                    <a:cxn ang="0">
                      <a:pos x="294" y="403"/>
                    </a:cxn>
                    <a:cxn ang="0">
                      <a:pos x="314" y="392"/>
                    </a:cxn>
                    <a:cxn ang="0">
                      <a:pos x="320" y="420"/>
                    </a:cxn>
                    <a:cxn ang="0">
                      <a:pos x="351" y="396"/>
                    </a:cxn>
                    <a:cxn ang="0">
                      <a:pos x="362" y="332"/>
                    </a:cxn>
                    <a:cxn ang="0">
                      <a:pos x="339" y="347"/>
                    </a:cxn>
                    <a:cxn ang="0">
                      <a:pos x="348" y="306"/>
                    </a:cxn>
                    <a:cxn ang="0">
                      <a:pos x="332" y="307"/>
                    </a:cxn>
                    <a:cxn ang="0">
                      <a:pos x="313" y="337"/>
                    </a:cxn>
                    <a:cxn ang="0">
                      <a:pos x="307" y="320"/>
                    </a:cxn>
                    <a:cxn ang="0">
                      <a:pos x="307" y="300"/>
                    </a:cxn>
                    <a:cxn ang="0">
                      <a:pos x="326" y="274"/>
                    </a:cxn>
                    <a:cxn ang="0">
                      <a:pos x="340" y="254"/>
                    </a:cxn>
                    <a:cxn ang="0">
                      <a:pos x="293" y="272"/>
                    </a:cxn>
                    <a:cxn ang="0">
                      <a:pos x="304" y="247"/>
                    </a:cxn>
                    <a:cxn ang="0">
                      <a:pos x="300" y="226"/>
                    </a:cxn>
                    <a:cxn ang="0">
                      <a:pos x="318" y="197"/>
                    </a:cxn>
                    <a:cxn ang="0">
                      <a:pos x="275" y="192"/>
                    </a:cxn>
                    <a:cxn ang="0">
                      <a:pos x="218" y="204"/>
                    </a:cxn>
                    <a:cxn ang="0">
                      <a:pos x="218" y="184"/>
                    </a:cxn>
                    <a:cxn ang="0">
                      <a:pos x="189" y="184"/>
                    </a:cxn>
                    <a:cxn ang="0">
                      <a:pos x="191" y="157"/>
                    </a:cxn>
                    <a:cxn ang="0">
                      <a:pos x="176" y="144"/>
                    </a:cxn>
                    <a:cxn ang="0">
                      <a:pos x="162" y="148"/>
                    </a:cxn>
                    <a:cxn ang="0">
                      <a:pos x="137" y="161"/>
                    </a:cxn>
                    <a:cxn ang="0">
                      <a:pos x="153" y="122"/>
                    </a:cxn>
                    <a:cxn ang="0">
                      <a:pos x="172" y="81"/>
                    </a:cxn>
                    <a:cxn ang="0">
                      <a:pos x="176" y="71"/>
                    </a:cxn>
                    <a:cxn ang="0">
                      <a:pos x="185" y="33"/>
                    </a:cxn>
                    <a:cxn ang="0">
                      <a:pos x="207" y="8"/>
                    </a:cxn>
                    <a:cxn ang="0">
                      <a:pos x="194" y="5"/>
                    </a:cxn>
                  </a:cxnLst>
                  <a:rect l="0" t="0" r="r" b="b"/>
                  <a:pathLst>
                    <a:path w="362" h="420">
                      <a:moveTo>
                        <a:pt x="170" y="11"/>
                      </a:moveTo>
                      <a:lnTo>
                        <a:pt x="159" y="16"/>
                      </a:lnTo>
                      <a:lnTo>
                        <a:pt x="147" y="25"/>
                      </a:lnTo>
                      <a:lnTo>
                        <a:pt x="144" y="33"/>
                      </a:lnTo>
                      <a:lnTo>
                        <a:pt x="141" y="38"/>
                      </a:lnTo>
                      <a:lnTo>
                        <a:pt x="138" y="43"/>
                      </a:lnTo>
                      <a:lnTo>
                        <a:pt x="135" y="46"/>
                      </a:lnTo>
                      <a:lnTo>
                        <a:pt x="135" y="48"/>
                      </a:lnTo>
                      <a:lnTo>
                        <a:pt x="129" y="52"/>
                      </a:lnTo>
                      <a:lnTo>
                        <a:pt x="127" y="60"/>
                      </a:lnTo>
                      <a:lnTo>
                        <a:pt x="126" y="68"/>
                      </a:lnTo>
                      <a:lnTo>
                        <a:pt x="120" y="75"/>
                      </a:lnTo>
                      <a:lnTo>
                        <a:pt x="111" y="78"/>
                      </a:lnTo>
                      <a:lnTo>
                        <a:pt x="106" y="83"/>
                      </a:lnTo>
                      <a:lnTo>
                        <a:pt x="115" y="89"/>
                      </a:lnTo>
                      <a:lnTo>
                        <a:pt x="109" y="96"/>
                      </a:lnTo>
                      <a:lnTo>
                        <a:pt x="103" y="119"/>
                      </a:lnTo>
                      <a:lnTo>
                        <a:pt x="103" y="121"/>
                      </a:lnTo>
                      <a:lnTo>
                        <a:pt x="110" y="128"/>
                      </a:lnTo>
                      <a:lnTo>
                        <a:pt x="93" y="134"/>
                      </a:lnTo>
                      <a:lnTo>
                        <a:pt x="92" y="139"/>
                      </a:lnTo>
                      <a:lnTo>
                        <a:pt x="81" y="164"/>
                      </a:lnTo>
                      <a:lnTo>
                        <a:pt x="79" y="175"/>
                      </a:lnTo>
                      <a:lnTo>
                        <a:pt x="82" y="178"/>
                      </a:lnTo>
                      <a:lnTo>
                        <a:pt x="82" y="182"/>
                      </a:lnTo>
                      <a:lnTo>
                        <a:pt x="73" y="182"/>
                      </a:lnTo>
                      <a:lnTo>
                        <a:pt x="65" y="193"/>
                      </a:lnTo>
                      <a:lnTo>
                        <a:pt x="61" y="202"/>
                      </a:lnTo>
                      <a:lnTo>
                        <a:pt x="63" y="207"/>
                      </a:lnTo>
                      <a:lnTo>
                        <a:pt x="71" y="208"/>
                      </a:lnTo>
                      <a:lnTo>
                        <a:pt x="71" y="210"/>
                      </a:lnTo>
                      <a:lnTo>
                        <a:pt x="68" y="215"/>
                      </a:lnTo>
                      <a:lnTo>
                        <a:pt x="71" y="221"/>
                      </a:lnTo>
                      <a:lnTo>
                        <a:pt x="52" y="219"/>
                      </a:lnTo>
                      <a:lnTo>
                        <a:pt x="39" y="254"/>
                      </a:lnTo>
                      <a:lnTo>
                        <a:pt x="31" y="259"/>
                      </a:lnTo>
                      <a:lnTo>
                        <a:pt x="27" y="252"/>
                      </a:lnTo>
                      <a:lnTo>
                        <a:pt x="19" y="257"/>
                      </a:lnTo>
                      <a:lnTo>
                        <a:pt x="11" y="263"/>
                      </a:lnTo>
                      <a:lnTo>
                        <a:pt x="11" y="267"/>
                      </a:lnTo>
                      <a:lnTo>
                        <a:pt x="33" y="264"/>
                      </a:lnTo>
                      <a:lnTo>
                        <a:pt x="44" y="267"/>
                      </a:lnTo>
                      <a:lnTo>
                        <a:pt x="47" y="274"/>
                      </a:lnTo>
                      <a:lnTo>
                        <a:pt x="18" y="300"/>
                      </a:lnTo>
                      <a:lnTo>
                        <a:pt x="1" y="318"/>
                      </a:lnTo>
                      <a:lnTo>
                        <a:pt x="0" y="332"/>
                      </a:lnTo>
                      <a:lnTo>
                        <a:pt x="4" y="342"/>
                      </a:lnTo>
                      <a:lnTo>
                        <a:pt x="18" y="344"/>
                      </a:lnTo>
                      <a:lnTo>
                        <a:pt x="38" y="339"/>
                      </a:lnTo>
                      <a:lnTo>
                        <a:pt x="68" y="334"/>
                      </a:lnTo>
                      <a:lnTo>
                        <a:pt x="90" y="338"/>
                      </a:lnTo>
                      <a:lnTo>
                        <a:pt x="103" y="338"/>
                      </a:lnTo>
                      <a:lnTo>
                        <a:pt x="113" y="342"/>
                      </a:lnTo>
                      <a:lnTo>
                        <a:pt x="141" y="343"/>
                      </a:lnTo>
                      <a:lnTo>
                        <a:pt x="156" y="339"/>
                      </a:lnTo>
                      <a:lnTo>
                        <a:pt x="173" y="337"/>
                      </a:lnTo>
                      <a:lnTo>
                        <a:pt x="180" y="329"/>
                      </a:lnTo>
                      <a:lnTo>
                        <a:pt x="196" y="322"/>
                      </a:lnTo>
                      <a:lnTo>
                        <a:pt x="194" y="332"/>
                      </a:lnTo>
                      <a:lnTo>
                        <a:pt x="194" y="339"/>
                      </a:lnTo>
                      <a:lnTo>
                        <a:pt x="179" y="345"/>
                      </a:lnTo>
                      <a:lnTo>
                        <a:pt x="176" y="350"/>
                      </a:lnTo>
                      <a:lnTo>
                        <a:pt x="187" y="350"/>
                      </a:lnTo>
                      <a:lnTo>
                        <a:pt x="189" y="354"/>
                      </a:lnTo>
                      <a:lnTo>
                        <a:pt x="211" y="352"/>
                      </a:lnTo>
                      <a:lnTo>
                        <a:pt x="221" y="336"/>
                      </a:lnTo>
                      <a:lnTo>
                        <a:pt x="229" y="339"/>
                      </a:lnTo>
                      <a:lnTo>
                        <a:pt x="244" y="339"/>
                      </a:lnTo>
                      <a:lnTo>
                        <a:pt x="248" y="343"/>
                      </a:lnTo>
                      <a:lnTo>
                        <a:pt x="235" y="352"/>
                      </a:lnTo>
                      <a:lnTo>
                        <a:pt x="224" y="361"/>
                      </a:lnTo>
                      <a:lnTo>
                        <a:pt x="212" y="380"/>
                      </a:lnTo>
                      <a:lnTo>
                        <a:pt x="199" y="383"/>
                      </a:lnTo>
                      <a:lnTo>
                        <a:pt x="191" y="387"/>
                      </a:lnTo>
                      <a:lnTo>
                        <a:pt x="189" y="397"/>
                      </a:lnTo>
                      <a:lnTo>
                        <a:pt x="200" y="399"/>
                      </a:lnTo>
                      <a:lnTo>
                        <a:pt x="213" y="397"/>
                      </a:lnTo>
                      <a:lnTo>
                        <a:pt x="224" y="392"/>
                      </a:lnTo>
                      <a:lnTo>
                        <a:pt x="234" y="376"/>
                      </a:lnTo>
                      <a:lnTo>
                        <a:pt x="248" y="360"/>
                      </a:lnTo>
                      <a:lnTo>
                        <a:pt x="264" y="354"/>
                      </a:lnTo>
                      <a:lnTo>
                        <a:pt x="267" y="356"/>
                      </a:lnTo>
                      <a:lnTo>
                        <a:pt x="281" y="315"/>
                      </a:lnTo>
                      <a:lnTo>
                        <a:pt x="289" y="315"/>
                      </a:lnTo>
                      <a:lnTo>
                        <a:pt x="291" y="327"/>
                      </a:lnTo>
                      <a:lnTo>
                        <a:pt x="294" y="344"/>
                      </a:lnTo>
                      <a:lnTo>
                        <a:pt x="297" y="361"/>
                      </a:lnTo>
                      <a:lnTo>
                        <a:pt x="289" y="382"/>
                      </a:lnTo>
                      <a:lnTo>
                        <a:pt x="287" y="401"/>
                      </a:lnTo>
                      <a:lnTo>
                        <a:pt x="294" y="403"/>
                      </a:lnTo>
                      <a:lnTo>
                        <a:pt x="314" y="376"/>
                      </a:lnTo>
                      <a:lnTo>
                        <a:pt x="319" y="380"/>
                      </a:lnTo>
                      <a:lnTo>
                        <a:pt x="314" y="392"/>
                      </a:lnTo>
                      <a:lnTo>
                        <a:pt x="315" y="402"/>
                      </a:lnTo>
                      <a:lnTo>
                        <a:pt x="315" y="412"/>
                      </a:lnTo>
                      <a:lnTo>
                        <a:pt x="320" y="420"/>
                      </a:lnTo>
                      <a:lnTo>
                        <a:pt x="330" y="412"/>
                      </a:lnTo>
                      <a:lnTo>
                        <a:pt x="343" y="414"/>
                      </a:lnTo>
                      <a:lnTo>
                        <a:pt x="351" y="396"/>
                      </a:lnTo>
                      <a:lnTo>
                        <a:pt x="356" y="372"/>
                      </a:lnTo>
                      <a:lnTo>
                        <a:pt x="362" y="354"/>
                      </a:lnTo>
                      <a:lnTo>
                        <a:pt x="362" y="332"/>
                      </a:lnTo>
                      <a:lnTo>
                        <a:pt x="357" y="329"/>
                      </a:lnTo>
                      <a:lnTo>
                        <a:pt x="343" y="353"/>
                      </a:lnTo>
                      <a:lnTo>
                        <a:pt x="339" y="347"/>
                      </a:lnTo>
                      <a:lnTo>
                        <a:pt x="339" y="332"/>
                      </a:lnTo>
                      <a:lnTo>
                        <a:pt x="343" y="317"/>
                      </a:lnTo>
                      <a:lnTo>
                        <a:pt x="348" y="306"/>
                      </a:lnTo>
                      <a:lnTo>
                        <a:pt x="353" y="301"/>
                      </a:lnTo>
                      <a:lnTo>
                        <a:pt x="353" y="293"/>
                      </a:lnTo>
                      <a:lnTo>
                        <a:pt x="332" y="307"/>
                      </a:lnTo>
                      <a:lnTo>
                        <a:pt x="324" y="323"/>
                      </a:lnTo>
                      <a:lnTo>
                        <a:pt x="319" y="337"/>
                      </a:lnTo>
                      <a:lnTo>
                        <a:pt x="313" y="337"/>
                      </a:lnTo>
                      <a:lnTo>
                        <a:pt x="307" y="333"/>
                      </a:lnTo>
                      <a:lnTo>
                        <a:pt x="304" y="327"/>
                      </a:lnTo>
                      <a:lnTo>
                        <a:pt x="307" y="320"/>
                      </a:lnTo>
                      <a:lnTo>
                        <a:pt x="310" y="306"/>
                      </a:lnTo>
                      <a:lnTo>
                        <a:pt x="308" y="305"/>
                      </a:lnTo>
                      <a:lnTo>
                        <a:pt x="307" y="300"/>
                      </a:lnTo>
                      <a:lnTo>
                        <a:pt x="298" y="291"/>
                      </a:lnTo>
                      <a:lnTo>
                        <a:pt x="319" y="284"/>
                      </a:lnTo>
                      <a:lnTo>
                        <a:pt x="326" y="274"/>
                      </a:lnTo>
                      <a:lnTo>
                        <a:pt x="336" y="270"/>
                      </a:lnTo>
                      <a:lnTo>
                        <a:pt x="342" y="259"/>
                      </a:lnTo>
                      <a:lnTo>
                        <a:pt x="340" y="254"/>
                      </a:lnTo>
                      <a:lnTo>
                        <a:pt x="314" y="267"/>
                      </a:lnTo>
                      <a:lnTo>
                        <a:pt x="308" y="266"/>
                      </a:lnTo>
                      <a:lnTo>
                        <a:pt x="293" y="272"/>
                      </a:lnTo>
                      <a:lnTo>
                        <a:pt x="291" y="268"/>
                      </a:lnTo>
                      <a:lnTo>
                        <a:pt x="297" y="259"/>
                      </a:lnTo>
                      <a:lnTo>
                        <a:pt x="304" y="247"/>
                      </a:lnTo>
                      <a:lnTo>
                        <a:pt x="300" y="242"/>
                      </a:lnTo>
                      <a:lnTo>
                        <a:pt x="294" y="241"/>
                      </a:lnTo>
                      <a:lnTo>
                        <a:pt x="300" y="226"/>
                      </a:lnTo>
                      <a:lnTo>
                        <a:pt x="312" y="215"/>
                      </a:lnTo>
                      <a:lnTo>
                        <a:pt x="319" y="202"/>
                      </a:lnTo>
                      <a:lnTo>
                        <a:pt x="318" y="197"/>
                      </a:lnTo>
                      <a:lnTo>
                        <a:pt x="313" y="196"/>
                      </a:lnTo>
                      <a:lnTo>
                        <a:pt x="293" y="189"/>
                      </a:lnTo>
                      <a:lnTo>
                        <a:pt x="275" y="192"/>
                      </a:lnTo>
                      <a:lnTo>
                        <a:pt x="267" y="184"/>
                      </a:lnTo>
                      <a:lnTo>
                        <a:pt x="229" y="203"/>
                      </a:lnTo>
                      <a:lnTo>
                        <a:pt x="218" y="204"/>
                      </a:lnTo>
                      <a:lnTo>
                        <a:pt x="228" y="186"/>
                      </a:lnTo>
                      <a:lnTo>
                        <a:pt x="229" y="178"/>
                      </a:lnTo>
                      <a:lnTo>
                        <a:pt x="218" y="184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89" y="184"/>
                      </a:lnTo>
                      <a:lnTo>
                        <a:pt x="190" y="172"/>
                      </a:lnTo>
                      <a:lnTo>
                        <a:pt x="179" y="168"/>
                      </a:lnTo>
                      <a:lnTo>
                        <a:pt x="191" y="157"/>
                      </a:lnTo>
                      <a:lnTo>
                        <a:pt x="210" y="149"/>
                      </a:lnTo>
                      <a:lnTo>
                        <a:pt x="202" y="145"/>
                      </a:lnTo>
                      <a:lnTo>
                        <a:pt x="176" y="144"/>
                      </a:lnTo>
                      <a:lnTo>
                        <a:pt x="179" y="132"/>
                      </a:lnTo>
                      <a:lnTo>
                        <a:pt x="172" y="132"/>
                      </a:lnTo>
                      <a:lnTo>
                        <a:pt x="162" y="148"/>
                      </a:lnTo>
                      <a:lnTo>
                        <a:pt x="149" y="159"/>
                      </a:lnTo>
                      <a:lnTo>
                        <a:pt x="142" y="173"/>
                      </a:lnTo>
                      <a:lnTo>
                        <a:pt x="137" y="161"/>
                      </a:lnTo>
                      <a:lnTo>
                        <a:pt x="142" y="149"/>
                      </a:lnTo>
                      <a:lnTo>
                        <a:pt x="142" y="137"/>
                      </a:lnTo>
                      <a:lnTo>
                        <a:pt x="153" y="122"/>
                      </a:lnTo>
                      <a:lnTo>
                        <a:pt x="160" y="105"/>
                      </a:lnTo>
                      <a:lnTo>
                        <a:pt x="170" y="91"/>
                      </a:lnTo>
                      <a:lnTo>
                        <a:pt x="172" y="81"/>
                      </a:lnTo>
                      <a:lnTo>
                        <a:pt x="170" y="75"/>
                      </a:lnTo>
                      <a:lnTo>
                        <a:pt x="172" y="64"/>
                      </a:lnTo>
                      <a:lnTo>
                        <a:pt x="176" y="71"/>
                      </a:lnTo>
                      <a:lnTo>
                        <a:pt x="187" y="64"/>
                      </a:lnTo>
                      <a:lnTo>
                        <a:pt x="195" y="42"/>
                      </a:lnTo>
                      <a:lnTo>
                        <a:pt x="185" y="33"/>
                      </a:lnTo>
                      <a:lnTo>
                        <a:pt x="186" y="26"/>
                      </a:lnTo>
                      <a:lnTo>
                        <a:pt x="200" y="25"/>
                      </a:lnTo>
                      <a:lnTo>
                        <a:pt x="207" y="8"/>
                      </a:lnTo>
                      <a:lnTo>
                        <a:pt x="207" y="0"/>
                      </a:lnTo>
                      <a:lnTo>
                        <a:pt x="199" y="8"/>
                      </a:lnTo>
                      <a:lnTo>
                        <a:pt x="194" y="5"/>
                      </a:lnTo>
                      <a:lnTo>
                        <a:pt x="183" y="5"/>
                      </a:lnTo>
                      <a:lnTo>
                        <a:pt x="17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3" name="Freeform 231">
                  <a:extLst>
                    <a:ext uri="{FF2B5EF4-FFF2-40B4-BE49-F238E27FC236}">
                      <a16:creationId xmlns:a16="http://schemas.microsoft.com/office/drawing/2014/main" id="{E4E1978B-5168-A421-89E8-B655F8804E6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6" y="1966"/>
                  <a:ext cx="65" cy="50"/>
                </a:xfrm>
                <a:custGeom>
                  <a:avLst/>
                  <a:gdLst/>
                  <a:ahLst/>
                  <a:cxnLst>
                    <a:cxn ang="0">
                      <a:pos x="48" y="41"/>
                    </a:cxn>
                    <a:cxn ang="0">
                      <a:pos x="48" y="41"/>
                    </a:cxn>
                    <a:cxn ang="0">
                      <a:pos x="45" y="22"/>
                    </a:cxn>
                    <a:cxn ang="0">
                      <a:pos x="19" y="15"/>
                    </a:cxn>
                    <a:cxn ang="0">
                      <a:pos x="13" y="27"/>
                    </a:cxn>
                    <a:cxn ang="0">
                      <a:pos x="0" y="19"/>
                    </a:cxn>
                    <a:cxn ang="0">
                      <a:pos x="2" y="6"/>
                    </a:cxn>
                    <a:cxn ang="0">
                      <a:pos x="18" y="0"/>
                    </a:cxn>
                    <a:cxn ang="0">
                      <a:pos x="38" y="9"/>
                    </a:cxn>
                    <a:cxn ang="0">
                      <a:pos x="56" y="18"/>
                    </a:cxn>
                    <a:cxn ang="0">
                      <a:pos x="119" y="38"/>
                    </a:cxn>
                    <a:cxn ang="0">
                      <a:pos x="148" y="46"/>
                    </a:cxn>
                    <a:cxn ang="0">
                      <a:pos x="157" y="57"/>
                    </a:cxn>
                    <a:cxn ang="0">
                      <a:pos x="188" y="99"/>
                    </a:cxn>
                    <a:cxn ang="0">
                      <a:pos x="188" y="106"/>
                    </a:cxn>
                    <a:cxn ang="0">
                      <a:pos x="194" y="116"/>
                    </a:cxn>
                    <a:cxn ang="0">
                      <a:pos x="215" y="129"/>
                    </a:cxn>
                    <a:cxn ang="0">
                      <a:pos x="228" y="134"/>
                    </a:cxn>
                    <a:cxn ang="0">
                      <a:pos x="250" y="151"/>
                    </a:cxn>
                    <a:cxn ang="0">
                      <a:pos x="260" y="174"/>
                    </a:cxn>
                    <a:cxn ang="0">
                      <a:pos x="264" y="189"/>
                    </a:cxn>
                    <a:cxn ang="0">
                      <a:pos x="269" y="188"/>
                    </a:cxn>
                    <a:cxn ang="0">
                      <a:pos x="272" y="203"/>
                    </a:cxn>
                    <a:cxn ang="0">
                      <a:pos x="264" y="214"/>
                    </a:cxn>
                    <a:cxn ang="0">
                      <a:pos x="239" y="207"/>
                    </a:cxn>
                    <a:cxn ang="0">
                      <a:pos x="222" y="196"/>
                    </a:cxn>
                    <a:cxn ang="0">
                      <a:pos x="211" y="196"/>
                    </a:cxn>
                    <a:cxn ang="0">
                      <a:pos x="196" y="185"/>
                    </a:cxn>
                    <a:cxn ang="0">
                      <a:pos x="202" y="175"/>
                    </a:cxn>
                    <a:cxn ang="0">
                      <a:pos x="196" y="182"/>
                    </a:cxn>
                    <a:cxn ang="0">
                      <a:pos x="182" y="176"/>
                    </a:cxn>
                    <a:cxn ang="0">
                      <a:pos x="179" y="167"/>
                    </a:cxn>
                    <a:cxn ang="0">
                      <a:pos x="190" y="160"/>
                    </a:cxn>
                    <a:cxn ang="0">
                      <a:pos x="178" y="155"/>
                    </a:cxn>
                    <a:cxn ang="0">
                      <a:pos x="166" y="160"/>
                    </a:cxn>
                    <a:cxn ang="0">
                      <a:pos x="143" y="154"/>
                    </a:cxn>
                    <a:cxn ang="0">
                      <a:pos x="157" y="153"/>
                    </a:cxn>
                    <a:cxn ang="0">
                      <a:pos x="143" y="135"/>
                    </a:cxn>
                    <a:cxn ang="0">
                      <a:pos x="130" y="129"/>
                    </a:cxn>
                    <a:cxn ang="0">
                      <a:pos x="109" y="126"/>
                    </a:cxn>
                    <a:cxn ang="0">
                      <a:pos x="100" y="112"/>
                    </a:cxn>
                    <a:cxn ang="0">
                      <a:pos x="118" y="110"/>
                    </a:cxn>
                    <a:cxn ang="0">
                      <a:pos x="119" y="100"/>
                    </a:cxn>
                    <a:cxn ang="0">
                      <a:pos x="107" y="100"/>
                    </a:cxn>
                    <a:cxn ang="0">
                      <a:pos x="99" y="99"/>
                    </a:cxn>
                    <a:cxn ang="0">
                      <a:pos x="86" y="83"/>
                    </a:cxn>
                    <a:cxn ang="0">
                      <a:pos x="80" y="80"/>
                    </a:cxn>
                    <a:cxn ang="0">
                      <a:pos x="65" y="80"/>
                    </a:cxn>
                    <a:cxn ang="0">
                      <a:pos x="70" y="65"/>
                    </a:cxn>
                    <a:cxn ang="0">
                      <a:pos x="60" y="61"/>
                    </a:cxn>
                    <a:cxn ang="0">
                      <a:pos x="49" y="61"/>
                    </a:cxn>
                    <a:cxn ang="0">
                      <a:pos x="40" y="59"/>
                    </a:cxn>
                    <a:cxn ang="0">
                      <a:pos x="29" y="64"/>
                    </a:cxn>
                    <a:cxn ang="0">
                      <a:pos x="29" y="57"/>
                    </a:cxn>
                    <a:cxn ang="0">
                      <a:pos x="24" y="45"/>
                    </a:cxn>
                    <a:cxn ang="0">
                      <a:pos x="33" y="35"/>
                    </a:cxn>
                    <a:cxn ang="0">
                      <a:pos x="45" y="41"/>
                    </a:cxn>
                  </a:cxnLst>
                  <a:rect l="0" t="0" r="r" b="b"/>
                  <a:pathLst>
                    <a:path w="275" h="214">
                      <a:moveTo>
                        <a:pt x="45" y="41"/>
                      </a:moveTo>
                      <a:lnTo>
                        <a:pt x="48" y="41"/>
                      </a:lnTo>
                      <a:lnTo>
                        <a:pt x="48" y="42"/>
                      </a:lnTo>
                      <a:lnTo>
                        <a:pt x="48" y="41"/>
                      </a:lnTo>
                      <a:lnTo>
                        <a:pt x="45" y="31"/>
                      </a:lnTo>
                      <a:lnTo>
                        <a:pt x="45" y="22"/>
                      </a:lnTo>
                      <a:lnTo>
                        <a:pt x="24" y="20"/>
                      </a:lnTo>
                      <a:lnTo>
                        <a:pt x="19" y="15"/>
                      </a:lnTo>
                      <a:lnTo>
                        <a:pt x="16" y="21"/>
                      </a:lnTo>
                      <a:lnTo>
                        <a:pt x="13" y="27"/>
                      </a:lnTo>
                      <a:lnTo>
                        <a:pt x="6" y="24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8" y="0"/>
                      </a:lnTo>
                      <a:lnTo>
                        <a:pt x="28" y="4"/>
                      </a:lnTo>
                      <a:lnTo>
                        <a:pt x="38" y="9"/>
                      </a:lnTo>
                      <a:lnTo>
                        <a:pt x="46" y="10"/>
                      </a:lnTo>
                      <a:lnTo>
                        <a:pt x="56" y="18"/>
                      </a:lnTo>
                      <a:lnTo>
                        <a:pt x="89" y="31"/>
                      </a:lnTo>
                      <a:lnTo>
                        <a:pt x="119" y="38"/>
                      </a:lnTo>
                      <a:lnTo>
                        <a:pt x="134" y="43"/>
                      </a:lnTo>
                      <a:lnTo>
                        <a:pt x="148" y="46"/>
                      </a:lnTo>
                      <a:lnTo>
                        <a:pt x="153" y="51"/>
                      </a:lnTo>
                      <a:lnTo>
                        <a:pt x="157" y="57"/>
                      </a:lnTo>
                      <a:lnTo>
                        <a:pt x="158" y="65"/>
                      </a:lnTo>
                      <a:lnTo>
                        <a:pt x="188" y="99"/>
                      </a:lnTo>
                      <a:lnTo>
                        <a:pt x="189" y="101"/>
                      </a:lnTo>
                      <a:lnTo>
                        <a:pt x="188" y="106"/>
                      </a:lnTo>
                      <a:lnTo>
                        <a:pt x="190" y="112"/>
                      </a:lnTo>
                      <a:lnTo>
                        <a:pt x="194" y="116"/>
                      </a:lnTo>
                      <a:lnTo>
                        <a:pt x="206" y="126"/>
                      </a:lnTo>
                      <a:lnTo>
                        <a:pt x="215" y="129"/>
                      </a:lnTo>
                      <a:lnTo>
                        <a:pt x="225" y="131"/>
                      </a:lnTo>
                      <a:lnTo>
                        <a:pt x="228" y="134"/>
                      </a:lnTo>
                      <a:lnTo>
                        <a:pt x="236" y="137"/>
                      </a:lnTo>
                      <a:lnTo>
                        <a:pt x="250" y="151"/>
                      </a:lnTo>
                      <a:lnTo>
                        <a:pt x="253" y="160"/>
                      </a:lnTo>
                      <a:lnTo>
                        <a:pt x="260" y="174"/>
                      </a:lnTo>
                      <a:lnTo>
                        <a:pt x="261" y="180"/>
                      </a:lnTo>
                      <a:lnTo>
                        <a:pt x="264" y="189"/>
                      </a:lnTo>
                      <a:lnTo>
                        <a:pt x="266" y="194"/>
                      </a:lnTo>
                      <a:lnTo>
                        <a:pt x="269" y="188"/>
                      </a:lnTo>
                      <a:lnTo>
                        <a:pt x="275" y="202"/>
                      </a:lnTo>
                      <a:lnTo>
                        <a:pt x="272" y="203"/>
                      </a:lnTo>
                      <a:lnTo>
                        <a:pt x="271" y="209"/>
                      </a:lnTo>
                      <a:lnTo>
                        <a:pt x="264" y="214"/>
                      </a:lnTo>
                      <a:lnTo>
                        <a:pt x="258" y="214"/>
                      </a:lnTo>
                      <a:lnTo>
                        <a:pt x="239" y="207"/>
                      </a:lnTo>
                      <a:lnTo>
                        <a:pt x="222" y="198"/>
                      </a:lnTo>
                      <a:lnTo>
                        <a:pt x="222" y="196"/>
                      </a:lnTo>
                      <a:lnTo>
                        <a:pt x="217" y="193"/>
                      </a:lnTo>
                      <a:lnTo>
                        <a:pt x="211" y="196"/>
                      </a:lnTo>
                      <a:lnTo>
                        <a:pt x="196" y="189"/>
                      </a:lnTo>
                      <a:lnTo>
                        <a:pt x="196" y="185"/>
                      </a:lnTo>
                      <a:lnTo>
                        <a:pt x="200" y="180"/>
                      </a:lnTo>
                      <a:lnTo>
                        <a:pt x="202" y="175"/>
                      </a:lnTo>
                      <a:lnTo>
                        <a:pt x="199" y="176"/>
                      </a:lnTo>
                      <a:lnTo>
                        <a:pt x="196" y="182"/>
                      </a:lnTo>
                      <a:lnTo>
                        <a:pt x="190" y="183"/>
                      </a:lnTo>
                      <a:lnTo>
                        <a:pt x="182" y="176"/>
                      </a:lnTo>
                      <a:lnTo>
                        <a:pt x="179" y="172"/>
                      </a:lnTo>
                      <a:lnTo>
                        <a:pt x="179" y="167"/>
                      </a:lnTo>
                      <a:lnTo>
                        <a:pt x="184" y="165"/>
                      </a:lnTo>
                      <a:lnTo>
                        <a:pt x="190" y="160"/>
                      </a:lnTo>
                      <a:lnTo>
                        <a:pt x="184" y="159"/>
                      </a:lnTo>
                      <a:lnTo>
                        <a:pt x="178" y="155"/>
                      </a:lnTo>
                      <a:lnTo>
                        <a:pt x="173" y="161"/>
                      </a:lnTo>
                      <a:lnTo>
                        <a:pt x="166" y="160"/>
                      </a:lnTo>
                      <a:lnTo>
                        <a:pt x="153" y="162"/>
                      </a:lnTo>
                      <a:lnTo>
                        <a:pt x="143" y="154"/>
                      </a:lnTo>
                      <a:lnTo>
                        <a:pt x="147" y="155"/>
                      </a:lnTo>
                      <a:lnTo>
                        <a:pt x="157" y="153"/>
                      </a:lnTo>
                      <a:lnTo>
                        <a:pt x="153" y="145"/>
                      </a:lnTo>
                      <a:lnTo>
                        <a:pt x="143" y="135"/>
                      </a:lnTo>
                      <a:lnTo>
                        <a:pt x="132" y="134"/>
                      </a:lnTo>
                      <a:lnTo>
                        <a:pt x="130" y="129"/>
                      </a:lnTo>
                      <a:lnTo>
                        <a:pt x="120" y="124"/>
                      </a:lnTo>
                      <a:lnTo>
                        <a:pt x="109" y="126"/>
                      </a:lnTo>
                      <a:lnTo>
                        <a:pt x="104" y="124"/>
                      </a:lnTo>
                      <a:lnTo>
                        <a:pt x="100" y="112"/>
                      </a:lnTo>
                      <a:lnTo>
                        <a:pt x="105" y="108"/>
                      </a:lnTo>
                      <a:lnTo>
                        <a:pt x="118" y="110"/>
                      </a:lnTo>
                      <a:lnTo>
                        <a:pt x="129" y="105"/>
                      </a:lnTo>
                      <a:lnTo>
                        <a:pt x="119" y="100"/>
                      </a:lnTo>
                      <a:lnTo>
                        <a:pt x="109" y="102"/>
                      </a:lnTo>
                      <a:lnTo>
                        <a:pt x="107" y="100"/>
                      </a:lnTo>
                      <a:lnTo>
                        <a:pt x="105" y="94"/>
                      </a:lnTo>
                      <a:lnTo>
                        <a:pt x="99" y="99"/>
                      </a:lnTo>
                      <a:lnTo>
                        <a:pt x="96" y="89"/>
                      </a:lnTo>
                      <a:lnTo>
                        <a:pt x="86" y="83"/>
                      </a:lnTo>
                      <a:lnTo>
                        <a:pt x="82" y="84"/>
                      </a:lnTo>
                      <a:lnTo>
                        <a:pt x="80" y="80"/>
                      </a:lnTo>
                      <a:lnTo>
                        <a:pt x="72" y="86"/>
                      </a:lnTo>
                      <a:lnTo>
                        <a:pt x="65" y="80"/>
                      </a:lnTo>
                      <a:lnTo>
                        <a:pt x="66" y="70"/>
                      </a:lnTo>
                      <a:lnTo>
                        <a:pt x="70" y="65"/>
                      </a:lnTo>
                      <a:lnTo>
                        <a:pt x="66" y="65"/>
                      </a:lnTo>
                      <a:lnTo>
                        <a:pt x="60" y="61"/>
                      </a:lnTo>
                      <a:lnTo>
                        <a:pt x="56" y="70"/>
                      </a:lnTo>
                      <a:lnTo>
                        <a:pt x="49" y="61"/>
                      </a:lnTo>
                      <a:lnTo>
                        <a:pt x="45" y="62"/>
                      </a:lnTo>
                      <a:lnTo>
                        <a:pt x="40" y="59"/>
                      </a:lnTo>
                      <a:lnTo>
                        <a:pt x="34" y="67"/>
                      </a:lnTo>
                      <a:lnTo>
                        <a:pt x="29" y="64"/>
                      </a:lnTo>
                      <a:lnTo>
                        <a:pt x="27" y="62"/>
                      </a:lnTo>
                      <a:lnTo>
                        <a:pt x="29" y="57"/>
                      </a:lnTo>
                      <a:lnTo>
                        <a:pt x="30" y="48"/>
                      </a:lnTo>
                      <a:lnTo>
                        <a:pt x="24" y="45"/>
                      </a:lnTo>
                      <a:lnTo>
                        <a:pt x="23" y="37"/>
                      </a:lnTo>
                      <a:lnTo>
                        <a:pt x="33" y="35"/>
                      </a:lnTo>
                      <a:lnTo>
                        <a:pt x="41" y="36"/>
                      </a:lnTo>
                      <a:lnTo>
                        <a:pt x="45" y="4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4" name="Freeform 232">
                  <a:extLst>
                    <a:ext uri="{FF2B5EF4-FFF2-40B4-BE49-F238E27FC236}">
                      <a16:creationId xmlns:a16="http://schemas.microsoft.com/office/drawing/2014/main" id="{22136722-B99C-B0E9-D328-653D00FB01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339" y="1453"/>
                  <a:ext cx="56" cy="52"/>
                </a:xfrm>
                <a:custGeom>
                  <a:avLst/>
                  <a:gdLst/>
                  <a:ahLst/>
                  <a:cxnLst>
                    <a:cxn ang="0">
                      <a:pos x="132" y="38"/>
                    </a:cxn>
                    <a:cxn ang="0">
                      <a:pos x="118" y="33"/>
                    </a:cxn>
                    <a:cxn ang="0">
                      <a:pos x="118" y="18"/>
                    </a:cxn>
                    <a:cxn ang="0">
                      <a:pos x="104" y="4"/>
                    </a:cxn>
                    <a:cxn ang="0">
                      <a:pos x="86" y="0"/>
                    </a:cxn>
                    <a:cxn ang="0">
                      <a:pos x="73" y="20"/>
                    </a:cxn>
                    <a:cxn ang="0">
                      <a:pos x="71" y="52"/>
                    </a:cxn>
                    <a:cxn ang="0">
                      <a:pos x="66" y="51"/>
                    </a:cxn>
                    <a:cxn ang="0">
                      <a:pos x="53" y="57"/>
                    </a:cxn>
                    <a:cxn ang="0">
                      <a:pos x="53" y="73"/>
                    </a:cxn>
                    <a:cxn ang="0">
                      <a:pos x="50" y="98"/>
                    </a:cxn>
                    <a:cxn ang="0">
                      <a:pos x="40" y="109"/>
                    </a:cxn>
                    <a:cxn ang="0">
                      <a:pos x="11" y="119"/>
                    </a:cxn>
                    <a:cxn ang="0">
                      <a:pos x="0" y="136"/>
                    </a:cxn>
                    <a:cxn ang="0">
                      <a:pos x="10" y="163"/>
                    </a:cxn>
                    <a:cxn ang="0">
                      <a:pos x="21" y="158"/>
                    </a:cxn>
                    <a:cxn ang="0">
                      <a:pos x="32" y="152"/>
                    </a:cxn>
                    <a:cxn ang="0">
                      <a:pos x="44" y="167"/>
                    </a:cxn>
                    <a:cxn ang="0">
                      <a:pos x="55" y="175"/>
                    </a:cxn>
                    <a:cxn ang="0">
                      <a:pos x="62" y="165"/>
                    </a:cxn>
                    <a:cxn ang="0">
                      <a:pos x="71" y="180"/>
                    </a:cxn>
                    <a:cxn ang="0">
                      <a:pos x="89" y="180"/>
                    </a:cxn>
                    <a:cxn ang="0">
                      <a:pos x="109" y="202"/>
                    </a:cxn>
                    <a:cxn ang="0">
                      <a:pos x="132" y="210"/>
                    </a:cxn>
                    <a:cxn ang="0">
                      <a:pos x="136" y="202"/>
                    </a:cxn>
                    <a:cxn ang="0">
                      <a:pos x="167" y="221"/>
                    </a:cxn>
                    <a:cxn ang="0">
                      <a:pos x="186" y="195"/>
                    </a:cxn>
                    <a:cxn ang="0">
                      <a:pos x="209" y="179"/>
                    </a:cxn>
                    <a:cxn ang="0">
                      <a:pos x="216" y="186"/>
                    </a:cxn>
                    <a:cxn ang="0">
                      <a:pos x="233" y="174"/>
                    </a:cxn>
                    <a:cxn ang="0">
                      <a:pos x="231" y="163"/>
                    </a:cxn>
                    <a:cxn ang="0">
                      <a:pos x="207" y="153"/>
                    </a:cxn>
                    <a:cxn ang="0">
                      <a:pos x="202" y="132"/>
                    </a:cxn>
                    <a:cxn ang="0">
                      <a:pos x="179" y="100"/>
                    </a:cxn>
                    <a:cxn ang="0">
                      <a:pos x="143" y="60"/>
                    </a:cxn>
                  </a:cxnLst>
                  <a:rect l="0" t="0" r="r" b="b"/>
                  <a:pathLst>
                    <a:path w="236" h="221">
                      <a:moveTo>
                        <a:pt x="141" y="55"/>
                      </a:moveTo>
                      <a:lnTo>
                        <a:pt x="132" y="38"/>
                      </a:lnTo>
                      <a:lnTo>
                        <a:pt x="126" y="33"/>
                      </a:lnTo>
                      <a:lnTo>
                        <a:pt x="118" y="33"/>
                      </a:lnTo>
                      <a:lnTo>
                        <a:pt x="120" y="24"/>
                      </a:lnTo>
                      <a:lnTo>
                        <a:pt x="118" y="18"/>
                      </a:lnTo>
                      <a:lnTo>
                        <a:pt x="108" y="14"/>
                      </a:lnTo>
                      <a:lnTo>
                        <a:pt x="104" y="4"/>
                      </a:lnTo>
                      <a:lnTo>
                        <a:pt x="96" y="0"/>
                      </a:lnTo>
                      <a:lnTo>
                        <a:pt x="86" y="0"/>
                      </a:lnTo>
                      <a:lnTo>
                        <a:pt x="84" y="11"/>
                      </a:lnTo>
                      <a:lnTo>
                        <a:pt x="73" y="20"/>
                      </a:lnTo>
                      <a:lnTo>
                        <a:pt x="65" y="44"/>
                      </a:lnTo>
                      <a:lnTo>
                        <a:pt x="71" y="52"/>
                      </a:lnTo>
                      <a:lnTo>
                        <a:pt x="71" y="57"/>
                      </a:lnTo>
                      <a:lnTo>
                        <a:pt x="66" y="51"/>
                      </a:lnTo>
                      <a:lnTo>
                        <a:pt x="56" y="51"/>
                      </a:lnTo>
                      <a:lnTo>
                        <a:pt x="53" y="57"/>
                      </a:lnTo>
                      <a:lnTo>
                        <a:pt x="54" y="62"/>
                      </a:lnTo>
                      <a:lnTo>
                        <a:pt x="53" y="73"/>
                      </a:lnTo>
                      <a:lnTo>
                        <a:pt x="57" y="90"/>
                      </a:lnTo>
                      <a:lnTo>
                        <a:pt x="50" y="98"/>
                      </a:lnTo>
                      <a:lnTo>
                        <a:pt x="48" y="108"/>
                      </a:lnTo>
                      <a:lnTo>
                        <a:pt x="40" y="109"/>
                      </a:lnTo>
                      <a:lnTo>
                        <a:pt x="24" y="117"/>
                      </a:lnTo>
                      <a:lnTo>
                        <a:pt x="11" y="119"/>
                      </a:lnTo>
                      <a:lnTo>
                        <a:pt x="2" y="125"/>
                      </a:lnTo>
                      <a:lnTo>
                        <a:pt x="0" y="136"/>
                      </a:lnTo>
                      <a:lnTo>
                        <a:pt x="0" y="152"/>
                      </a:lnTo>
                      <a:lnTo>
                        <a:pt x="10" y="163"/>
                      </a:lnTo>
                      <a:lnTo>
                        <a:pt x="21" y="168"/>
                      </a:lnTo>
                      <a:lnTo>
                        <a:pt x="21" y="158"/>
                      </a:lnTo>
                      <a:lnTo>
                        <a:pt x="24" y="153"/>
                      </a:lnTo>
                      <a:lnTo>
                        <a:pt x="32" y="152"/>
                      </a:lnTo>
                      <a:lnTo>
                        <a:pt x="41" y="158"/>
                      </a:lnTo>
                      <a:lnTo>
                        <a:pt x="44" y="167"/>
                      </a:lnTo>
                      <a:lnTo>
                        <a:pt x="51" y="170"/>
                      </a:lnTo>
                      <a:lnTo>
                        <a:pt x="55" y="175"/>
                      </a:lnTo>
                      <a:lnTo>
                        <a:pt x="60" y="172"/>
                      </a:lnTo>
                      <a:lnTo>
                        <a:pt x="62" y="165"/>
                      </a:lnTo>
                      <a:lnTo>
                        <a:pt x="71" y="172"/>
                      </a:lnTo>
                      <a:lnTo>
                        <a:pt x="71" y="180"/>
                      </a:lnTo>
                      <a:lnTo>
                        <a:pt x="77" y="183"/>
                      </a:lnTo>
                      <a:lnTo>
                        <a:pt x="89" y="180"/>
                      </a:lnTo>
                      <a:lnTo>
                        <a:pt x="99" y="196"/>
                      </a:lnTo>
                      <a:lnTo>
                        <a:pt x="109" y="202"/>
                      </a:lnTo>
                      <a:lnTo>
                        <a:pt x="129" y="206"/>
                      </a:lnTo>
                      <a:lnTo>
                        <a:pt x="132" y="21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52" y="213"/>
                      </a:lnTo>
                      <a:lnTo>
                        <a:pt x="167" y="221"/>
                      </a:lnTo>
                      <a:lnTo>
                        <a:pt x="177" y="216"/>
                      </a:lnTo>
                      <a:lnTo>
                        <a:pt x="186" y="195"/>
                      </a:lnTo>
                      <a:lnTo>
                        <a:pt x="194" y="194"/>
                      </a:lnTo>
                      <a:lnTo>
                        <a:pt x="209" y="179"/>
                      </a:lnTo>
                      <a:lnTo>
                        <a:pt x="216" y="178"/>
                      </a:lnTo>
                      <a:lnTo>
                        <a:pt x="216" y="186"/>
                      </a:lnTo>
                      <a:lnTo>
                        <a:pt x="223" y="183"/>
                      </a:lnTo>
                      <a:lnTo>
                        <a:pt x="233" y="174"/>
                      </a:lnTo>
                      <a:lnTo>
                        <a:pt x="236" y="164"/>
                      </a:lnTo>
                      <a:lnTo>
                        <a:pt x="231" y="163"/>
                      </a:lnTo>
                      <a:lnTo>
                        <a:pt x="220" y="169"/>
                      </a:lnTo>
                      <a:lnTo>
                        <a:pt x="207" y="153"/>
                      </a:lnTo>
                      <a:lnTo>
                        <a:pt x="202" y="142"/>
                      </a:lnTo>
                      <a:lnTo>
                        <a:pt x="202" y="132"/>
                      </a:lnTo>
                      <a:lnTo>
                        <a:pt x="190" y="110"/>
                      </a:lnTo>
                      <a:lnTo>
                        <a:pt x="179" y="100"/>
                      </a:lnTo>
                      <a:lnTo>
                        <a:pt x="174" y="89"/>
                      </a:lnTo>
                      <a:lnTo>
                        <a:pt x="143" y="60"/>
                      </a:lnTo>
                      <a:lnTo>
                        <a:pt x="141" y="5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5" name="Freeform 233">
                  <a:extLst>
                    <a:ext uri="{FF2B5EF4-FFF2-40B4-BE49-F238E27FC236}">
                      <a16:creationId xmlns:a16="http://schemas.microsoft.com/office/drawing/2014/main" id="{5D9A910D-E06A-2FD3-235A-F950886F1A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096" y="1395"/>
                  <a:ext cx="226" cy="109"/>
                </a:xfrm>
                <a:custGeom>
                  <a:avLst/>
                  <a:gdLst/>
                  <a:ahLst/>
                  <a:cxnLst>
                    <a:cxn ang="0">
                      <a:pos x="36" y="80"/>
                    </a:cxn>
                    <a:cxn ang="0">
                      <a:pos x="20" y="71"/>
                    </a:cxn>
                    <a:cxn ang="0">
                      <a:pos x="14" y="60"/>
                    </a:cxn>
                    <a:cxn ang="0">
                      <a:pos x="30" y="45"/>
                    </a:cxn>
                    <a:cxn ang="0">
                      <a:pos x="53" y="40"/>
                    </a:cxn>
                    <a:cxn ang="0">
                      <a:pos x="75" y="44"/>
                    </a:cxn>
                    <a:cxn ang="0">
                      <a:pos x="78" y="40"/>
                    </a:cxn>
                    <a:cxn ang="0">
                      <a:pos x="77" y="35"/>
                    </a:cxn>
                    <a:cxn ang="0">
                      <a:pos x="65" y="31"/>
                    </a:cxn>
                    <a:cxn ang="0">
                      <a:pos x="57" y="27"/>
                    </a:cxn>
                    <a:cxn ang="0">
                      <a:pos x="31" y="32"/>
                    </a:cxn>
                    <a:cxn ang="0">
                      <a:pos x="14" y="29"/>
                    </a:cxn>
                    <a:cxn ang="0">
                      <a:pos x="6" y="26"/>
                    </a:cxn>
                    <a:cxn ang="0">
                      <a:pos x="5" y="9"/>
                    </a:cxn>
                    <a:cxn ang="0">
                      <a:pos x="28" y="1"/>
                    </a:cxn>
                    <a:cxn ang="0">
                      <a:pos x="179" y="6"/>
                    </a:cxn>
                    <a:cxn ang="0">
                      <a:pos x="183" y="17"/>
                    </a:cxn>
                    <a:cxn ang="0">
                      <a:pos x="193" y="30"/>
                    </a:cxn>
                    <a:cxn ang="0">
                      <a:pos x="198" y="29"/>
                    </a:cxn>
                    <a:cxn ang="0">
                      <a:pos x="202" y="32"/>
                    </a:cxn>
                    <a:cxn ang="0">
                      <a:pos x="217" y="44"/>
                    </a:cxn>
                    <a:cxn ang="0">
                      <a:pos x="221" y="47"/>
                    </a:cxn>
                    <a:cxn ang="0">
                      <a:pos x="226" y="54"/>
                    </a:cxn>
                    <a:cxn ang="0">
                      <a:pos x="222" y="66"/>
                    </a:cxn>
                    <a:cxn ang="0">
                      <a:pos x="217" y="61"/>
                    </a:cxn>
                    <a:cxn ang="0">
                      <a:pos x="213" y="64"/>
                    </a:cxn>
                    <a:cxn ang="0">
                      <a:pos x="211" y="57"/>
                    </a:cxn>
                    <a:cxn ang="0">
                      <a:pos x="207" y="61"/>
                    </a:cxn>
                    <a:cxn ang="0">
                      <a:pos x="204" y="65"/>
                    </a:cxn>
                    <a:cxn ang="0">
                      <a:pos x="198" y="69"/>
                    </a:cxn>
                    <a:cxn ang="0">
                      <a:pos x="198" y="76"/>
                    </a:cxn>
                    <a:cxn ang="0">
                      <a:pos x="203" y="74"/>
                    </a:cxn>
                    <a:cxn ang="0">
                      <a:pos x="212" y="74"/>
                    </a:cxn>
                    <a:cxn ang="0">
                      <a:pos x="210" y="80"/>
                    </a:cxn>
                    <a:cxn ang="0">
                      <a:pos x="210" y="84"/>
                    </a:cxn>
                    <a:cxn ang="0">
                      <a:pos x="217" y="85"/>
                    </a:cxn>
                    <a:cxn ang="0">
                      <a:pos x="214" y="89"/>
                    </a:cxn>
                    <a:cxn ang="0">
                      <a:pos x="207" y="93"/>
                    </a:cxn>
                    <a:cxn ang="0">
                      <a:pos x="201" y="97"/>
                    </a:cxn>
                    <a:cxn ang="0">
                      <a:pos x="193" y="99"/>
                    </a:cxn>
                    <a:cxn ang="0">
                      <a:pos x="181" y="93"/>
                    </a:cxn>
                    <a:cxn ang="0">
                      <a:pos x="169" y="93"/>
                    </a:cxn>
                    <a:cxn ang="0">
                      <a:pos x="169" y="87"/>
                    </a:cxn>
                    <a:cxn ang="0">
                      <a:pos x="160" y="84"/>
                    </a:cxn>
                    <a:cxn ang="0">
                      <a:pos x="155" y="76"/>
                    </a:cxn>
                    <a:cxn ang="0">
                      <a:pos x="149" y="76"/>
                    </a:cxn>
                    <a:cxn ang="0">
                      <a:pos x="145" y="85"/>
                    </a:cxn>
                    <a:cxn ang="0">
                      <a:pos x="127" y="93"/>
                    </a:cxn>
                    <a:cxn ang="0">
                      <a:pos x="113" y="104"/>
                    </a:cxn>
                    <a:cxn ang="0">
                      <a:pos x="100" y="104"/>
                    </a:cxn>
                    <a:cxn ang="0">
                      <a:pos x="90" y="106"/>
                    </a:cxn>
                    <a:cxn ang="0">
                      <a:pos x="88" y="107"/>
                    </a:cxn>
                    <a:cxn ang="0">
                      <a:pos x="66" y="109"/>
                    </a:cxn>
                    <a:cxn ang="0">
                      <a:pos x="62" y="101"/>
                    </a:cxn>
                    <a:cxn ang="0">
                      <a:pos x="61" y="88"/>
                    </a:cxn>
                    <a:cxn ang="0">
                      <a:pos x="58" y="84"/>
                    </a:cxn>
                    <a:cxn ang="0">
                      <a:pos x="44" y="80"/>
                    </a:cxn>
                  </a:cxnLst>
                  <a:rect l="0" t="0" r="r" b="b"/>
                  <a:pathLst>
                    <a:path w="226" h="109">
                      <a:moveTo>
                        <a:pt x="44" y="80"/>
                      </a:moveTo>
                      <a:lnTo>
                        <a:pt x="43" y="82"/>
                      </a:lnTo>
                      <a:lnTo>
                        <a:pt x="38" y="82"/>
                      </a:lnTo>
                      <a:lnTo>
                        <a:pt x="36" y="80"/>
                      </a:lnTo>
                      <a:lnTo>
                        <a:pt x="31" y="80"/>
                      </a:lnTo>
                      <a:lnTo>
                        <a:pt x="22" y="74"/>
                      </a:lnTo>
                      <a:lnTo>
                        <a:pt x="22" y="72"/>
                      </a:lnTo>
                      <a:lnTo>
                        <a:pt x="20" y="71"/>
                      </a:lnTo>
                      <a:lnTo>
                        <a:pt x="18" y="69"/>
                      </a:lnTo>
                      <a:lnTo>
                        <a:pt x="17" y="64"/>
                      </a:lnTo>
                      <a:lnTo>
                        <a:pt x="15" y="63"/>
                      </a:lnTo>
                      <a:lnTo>
                        <a:pt x="14" y="60"/>
                      </a:lnTo>
                      <a:lnTo>
                        <a:pt x="12" y="56"/>
                      </a:lnTo>
                      <a:lnTo>
                        <a:pt x="11" y="53"/>
                      </a:lnTo>
                      <a:lnTo>
                        <a:pt x="16" y="51"/>
                      </a:lnTo>
                      <a:lnTo>
                        <a:pt x="30" y="45"/>
                      </a:lnTo>
                      <a:lnTo>
                        <a:pt x="39" y="43"/>
                      </a:lnTo>
                      <a:lnTo>
                        <a:pt x="45" y="43"/>
                      </a:lnTo>
                      <a:lnTo>
                        <a:pt x="50" y="41"/>
                      </a:lnTo>
                      <a:lnTo>
                        <a:pt x="53" y="40"/>
                      </a:lnTo>
                      <a:lnTo>
                        <a:pt x="56" y="42"/>
                      </a:lnTo>
                      <a:lnTo>
                        <a:pt x="65" y="43"/>
                      </a:lnTo>
                      <a:lnTo>
                        <a:pt x="70" y="45"/>
                      </a:lnTo>
                      <a:lnTo>
                        <a:pt x="75" y="44"/>
                      </a:lnTo>
                      <a:lnTo>
                        <a:pt x="77" y="42"/>
                      </a:lnTo>
                      <a:lnTo>
                        <a:pt x="76" y="40"/>
                      </a:lnTo>
                      <a:lnTo>
                        <a:pt x="76" y="39"/>
                      </a:lnTo>
                      <a:lnTo>
                        <a:pt x="78" y="40"/>
                      </a:lnTo>
                      <a:lnTo>
                        <a:pt x="80" y="40"/>
                      </a:lnTo>
                      <a:lnTo>
                        <a:pt x="80" y="39"/>
                      </a:lnTo>
                      <a:lnTo>
                        <a:pt x="79" y="36"/>
                      </a:lnTo>
                      <a:lnTo>
                        <a:pt x="77" y="35"/>
                      </a:lnTo>
                      <a:lnTo>
                        <a:pt x="72" y="35"/>
                      </a:lnTo>
                      <a:lnTo>
                        <a:pt x="71" y="33"/>
                      </a:lnTo>
                      <a:lnTo>
                        <a:pt x="68" y="33"/>
                      </a:lnTo>
                      <a:lnTo>
                        <a:pt x="65" y="31"/>
                      </a:lnTo>
                      <a:lnTo>
                        <a:pt x="64" y="30"/>
                      </a:lnTo>
                      <a:lnTo>
                        <a:pt x="60" y="29"/>
                      </a:lnTo>
                      <a:lnTo>
                        <a:pt x="58" y="29"/>
                      </a:lnTo>
                      <a:lnTo>
                        <a:pt x="57" y="27"/>
                      </a:lnTo>
                      <a:lnTo>
                        <a:pt x="49" y="29"/>
                      </a:lnTo>
                      <a:lnTo>
                        <a:pt x="36" y="34"/>
                      </a:lnTo>
                      <a:lnTo>
                        <a:pt x="34" y="32"/>
                      </a:lnTo>
                      <a:lnTo>
                        <a:pt x="31" y="32"/>
                      </a:lnTo>
                      <a:lnTo>
                        <a:pt x="28" y="31"/>
                      </a:lnTo>
                      <a:lnTo>
                        <a:pt x="27" y="29"/>
                      </a:lnTo>
                      <a:lnTo>
                        <a:pt x="18" y="31"/>
                      </a:lnTo>
                      <a:lnTo>
                        <a:pt x="14" y="29"/>
                      </a:lnTo>
                      <a:lnTo>
                        <a:pt x="10" y="30"/>
                      </a:lnTo>
                      <a:lnTo>
                        <a:pt x="9" y="28"/>
                      </a:lnTo>
                      <a:lnTo>
                        <a:pt x="9" y="27"/>
                      </a:lnTo>
                      <a:lnTo>
                        <a:pt x="6" y="26"/>
                      </a:lnTo>
                      <a:lnTo>
                        <a:pt x="3" y="23"/>
                      </a:lnTo>
                      <a:lnTo>
                        <a:pt x="1" y="18"/>
                      </a:lnTo>
                      <a:lnTo>
                        <a:pt x="0" y="15"/>
                      </a:lnTo>
                      <a:lnTo>
                        <a:pt x="5" y="9"/>
                      </a:lnTo>
                      <a:lnTo>
                        <a:pt x="10" y="7"/>
                      </a:lnTo>
                      <a:lnTo>
                        <a:pt x="14" y="7"/>
                      </a:lnTo>
                      <a:lnTo>
                        <a:pt x="19" y="5"/>
                      </a:lnTo>
                      <a:lnTo>
                        <a:pt x="28" y="1"/>
                      </a:lnTo>
                      <a:lnTo>
                        <a:pt x="29" y="2"/>
                      </a:lnTo>
                      <a:lnTo>
                        <a:pt x="32" y="1"/>
                      </a:lnTo>
                      <a:lnTo>
                        <a:pt x="178" y="0"/>
                      </a:lnTo>
                      <a:lnTo>
                        <a:pt x="179" y="6"/>
                      </a:lnTo>
                      <a:lnTo>
                        <a:pt x="178" y="9"/>
                      </a:lnTo>
                      <a:lnTo>
                        <a:pt x="179" y="12"/>
                      </a:lnTo>
                      <a:lnTo>
                        <a:pt x="182" y="15"/>
                      </a:lnTo>
                      <a:lnTo>
                        <a:pt x="183" y="17"/>
                      </a:lnTo>
                      <a:lnTo>
                        <a:pt x="186" y="23"/>
                      </a:lnTo>
                      <a:lnTo>
                        <a:pt x="190" y="24"/>
                      </a:lnTo>
                      <a:lnTo>
                        <a:pt x="192" y="29"/>
                      </a:lnTo>
                      <a:lnTo>
                        <a:pt x="193" y="30"/>
                      </a:lnTo>
                      <a:lnTo>
                        <a:pt x="196" y="30"/>
                      </a:lnTo>
                      <a:lnTo>
                        <a:pt x="197" y="32"/>
                      </a:lnTo>
                      <a:lnTo>
                        <a:pt x="198" y="31"/>
                      </a:lnTo>
                      <a:lnTo>
                        <a:pt x="198" y="29"/>
                      </a:lnTo>
                      <a:lnTo>
                        <a:pt x="199" y="28"/>
                      </a:lnTo>
                      <a:lnTo>
                        <a:pt x="202" y="29"/>
                      </a:lnTo>
                      <a:lnTo>
                        <a:pt x="203" y="30"/>
                      </a:lnTo>
                      <a:lnTo>
                        <a:pt x="202" y="32"/>
                      </a:lnTo>
                      <a:lnTo>
                        <a:pt x="212" y="41"/>
                      </a:lnTo>
                      <a:lnTo>
                        <a:pt x="213" y="42"/>
                      </a:lnTo>
                      <a:lnTo>
                        <a:pt x="216" y="42"/>
                      </a:lnTo>
                      <a:lnTo>
                        <a:pt x="217" y="44"/>
                      </a:lnTo>
                      <a:lnTo>
                        <a:pt x="217" y="46"/>
                      </a:lnTo>
                      <a:lnTo>
                        <a:pt x="217" y="48"/>
                      </a:lnTo>
                      <a:lnTo>
                        <a:pt x="220" y="48"/>
                      </a:lnTo>
                      <a:lnTo>
                        <a:pt x="221" y="47"/>
                      </a:lnTo>
                      <a:lnTo>
                        <a:pt x="222" y="48"/>
                      </a:lnTo>
                      <a:lnTo>
                        <a:pt x="224" y="47"/>
                      </a:lnTo>
                      <a:lnTo>
                        <a:pt x="225" y="48"/>
                      </a:lnTo>
                      <a:lnTo>
                        <a:pt x="226" y="54"/>
                      </a:lnTo>
                      <a:lnTo>
                        <a:pt x="225" y="56"/>
                      </a:lnTo>
                      <a:lnTo>
                        <a:pt x="226" y="63"/>
                      </a:lnTo>
                      <a:lnTo>
                        <a:pt x="224" y="66"/>
                      </a:lnTo>
                      <a:lnTo>
                        <a:pt x="222" y="66"/>
                      </a:lnTo>
                      <a:lnTo>
                        <a:pt x="221" y="66"/>
                      </a:lnTo>
                      <a:lnTo>
                        <a:pt x="218" y="61"/>
                      </a:lnTo>
                      <a:lnTo>
                        <a:pt x="218" y="56"/>
                      </a:lnTo>
                      <a:lnTo>
                        <a:pt x="217" y="61"/>
                      </a:lnTo>
                      <a:lnTo>
                        <a:pt x="216" y="66"/>
                      </a:lnTo>
                      <a:lnTo>
                        <a:pt x="216" y="67"/>
                      </a:lnTo>
                      <a:lnTo>
                        <a:pt x="215" y="64"/>
                      </a:lnTo>
                      <a:lnTo>
                        <a:pt x="213" y="64"/>
                      </a:lnTo>
                      <a:lnTo>
                        <a:pt x="213" y="65"/>
                      </a:lnTo>
                      <a:lnTo>
                        <a:pt x="212" y="63"/>
                      </a:lnTo>
                      <a:lnTo>
                        <a:pt x="211" y="60"/>
                      </a:lnTo>
                      <a:lnTo>
                        <a:pt x="211" y="57"/>
                      </a:lnTo>
                      <a:lnTo>
                        <a:pt x="210" y="59"/>
                      </a:lnTo>
                      <a:lnTo>
                        <a:pt x="209" y="59"/>
                      </a:lnTo>
                      <a:lnTo>
                        <a:pt x="208" y="58"/>
                      </a:lnTo>
                      <a:lnTo>
                        <a:pt x="207" y="61"/>
                      </a:lnTo>
                      <a:lnTo>
                        <a:pt x="206" y="61"/>
                      </a:lnTo>
                      <a:lnTo>
                        <a:pt x="203" y="63"/>
                      </a:lnTo>
                      <a:lnTo>
                        <a:pt x="203" y="65"/>
                      </a:lnTo>
                      <a:lnTo>
                        <a:pt x="204" y="65"/>
                      </a:lnTo>
                      <a:lnTo>
                        <a:pt x="204" y="71"/>
                      </a:lnTo>
                      <a:lnTo>
                        <a:pt x="202" y="71"/>
                      </a:lnTo>
                      <a:lnTo>
                        <a:pt x="201" y="70"/>
                      </a:lnTo>
                      <a:lnTo>
                        <a:pt x="198" y="69"/>
                      </a:lnTo>
                      <a:lnTo>
                        <a:pt x="196" y="70"/>
                      </a:lnTo>
                      <a:lnTo>
                        <a:pt x="196" y="71"/>
                      </a:lnTo>
                      <a:lnTo>
                        <a:pt x="198" y="74"/>
                      </a:lnTo>
                      <a:lnTo>
                        <a:pt x="198" y="76"/>
                      </a:lnTo>
                      <a:lnTo>
                        <a:pt x="197" y="80"/>
                      </a:lnTo>
                      <a:lnTo>
                        <a:pt x="198" y="81"/>
                      </a:lnTo>
                      <a:lnTo>
                        <a:pt x="200" y="76"/>
                      </a:lnTo>
                      <a:lnTo>
                        <a:pt x="203" y="74"/>
                      </a:lnTo>
                      <a:lnTo>
                        <a:pt x="204" y="72"/>
                      </a:lnTo>
                      <a:lnTo>
                        <a:pt x="209" y="72"/>
                      </a:lnTo>
                      <a:lnTo>
                        <a:pt x="210" y="73"/>
                      </a:lnTo>
                      <a:lnTo>
                        <a:pt x="212" y="74"/>
                      </a:lnTo>
                      <a:lnTo>
                        <a:pt x="211" y="76"/>
                      </a:lnTo>
                      <a:lnTo>
                        <a:pt x="211" y="77"/>
                      </a:lnTo>
                      <a:lnTo>
                        <a:pt x="209" y="79"/>
                      </a:lnTo>
                      <a:lnTo>
                        <a:pt x="210" y="80"/>
                      </a:lnTo>
                      <a:lnTo>
                        <a:pt x="209" y="80"/>
                      </a:lnTo>
                      <a:lnTo>
                        <a:pt x="208" y="81"/>
                      </a:lnTo>
                      <a:lnTo>
                        <a:pt x="209" y="83"/>
                      </a:lnTo>
                      <a:lnTo>
                        <a:pt x="210" y="84"/>
                      </a:lnTo>
                      <a:lnTo>
                        <a:pt x="211" y="81"/>
                      </a:lnTo>
                      <a:lnTo>
                        <a:pt x="214" y="82"/>
                      </a:lnTo>
                      <a:lnTo>
                        <a:pt x="216" y="83"/>
                      </a:lnTo>
                      <a:lnTo>
                        <a:pt x="217" y="85"/>
                      </a:lnTo>
                      <a:lnTo>
                        <a:pt x="217" y="87"/>
                      </a:lnTo>
                      <a:lnTo>
                        <a:pt x="215" y="88"/>
                      </a:lnTo>
                      <a:lnTo>
                        <a:pt x="215" y="87"/>
                      </a:lnTo>
                      <a:lnTo>
                        <a:pt x="214" y="89"/>
                      </a:lnTo>
                      <a:lnTo>
                        <a:pt x="213" y="90"/>
                      </a:lnTo>
                      <a:lnTo>
                        <a:pt x="213" y="92"/>
                      </a:lnTo>
                      <a:lnTo>
                        <a:pt x="211" y="91"/>
                      </a:lnTo>
                      <a:lnTo>
                        <a:pt x="207" y="93"/>
                      </a:lnTo>
                      <a:lnTo>
                        <a:pt x="206" y="95"/>
                      </a:lnTo>
                      <a:lnTo>
                        <a:pt x="203" y="95"/>
                      </a:lnTo>
                      <a:lnTo>
                        <a:pt x="201" y="94"/>
                      </a:lnTo>
                      <a:lnTo>
                        <a:pt x="201" y="97"/>
                      </a:lnTo>
                      <a:lnTo>
                        <a:pt x="200" y="97"/>
                      </a:lnTo>
                      <a:lnTo>
                        <a:pt x="199" y="98"/>
                      </a:lnTo>
                      <a:lnTo>
                        <a:pt x="197" y="97"/>
                      </a:lnTo>
                      <a:lnTo>
                        <a:pt x="193" y="99"/>
                      </a:lnTo>
                      <a:lnTo>
                        <a:pt x="187" y="97"/>
                      </a:lnTo>
                      <a:lnTo>
                        <a:pt x="186" y="95"/>
                      </a:lnTo>
                      <a:lnTo>
                        <a:pt x="182" y="94"/>
                      </a:lnTo>
                      <a:lnTo>
                        <a:pt x="181" y="93"/>
                      </a:lnTo>
                      <a:lnTo>
                        <a:pt x="179" y="93"/>
                      </a:lnTo>
                      <a:lnTo>
                        <a:pt x="178" y="95"/>
                      </a:lnTo>
                      <a:lnTo>
                        <a:pt x="172" y="94"/>
                      </a:lnTo>
                      <a:lnTo>
                        <a:pt x="169" y="93"/>
                      </a:lnTo>
                      <a:lnTo>
                        <a:pt x="169" y="91"/>
                      </a:lnTo>
                      <a:lnTo>
                        <a:pt x="173" y="87"/>
                      </a:lnTo>
                      <a:lnTo>
                        <a:pt x="171" y="86"/>
                      </a:lnTo>
                      <a:lnTo>
                        <a:pt x="169" y="87"/>
                      </a:lnTo>
                      <a:lnTo>
                        <a:pt x="165" y="86"/>
                      </a:lnTo>
                      <a:lnTo>
                        <a:pt x="165" y="84"/>
                      </a:lnTo>
                      <a:lnTo>
                        <a:pt x="162" y="84"/>
                      </a:lnTo>
                      <a:lnTo>
                        <a:pt x="160" y="84"/>
                      </a:lnTo>
                      <a:lnTo>
                        <a:pt x="155" y="83"/>
                      </a:lnTo>
                      <a:lnTo>
                        <a:pt x="154" y="81"/>
                      </a:lnTo>
                      <a:lnTo>
                        <a:pt x="155" y="79"/>
                      </a:lnTo>
                      <a:lnTo>
                        <a:pt x="155" y="76"/>
                      </a:lnTo>
                      <a:lnTo>
                        <a:pt x="154" y="73"/>
                      </a:lnTo>
                      <a:lnTo>
                        <a:pt x="151" y="72"/>
                      </a:lnTo>
                      <a:lnTo>
                        <a:pt x="150" y="74"/>
                      </a:lnTo>
                      <a:lnTo>
                        <a:pt x="149" y="76"/>
                      </a:lnTo>
                      <a:lnTo>
                        <a:pt x="146" y="77"/>
                      </a:lnTo>
                      <a:lnTo>
                        <a:pt x="147" y="81"/>
                      </a:lnTo>
                      <a:lnTo>
                        <a:pt x="147" y="83"/>
                      </a:lnTo>
                      <a:lnTo>
                        <a:pt x="145" y="85"/>
                      </a:lnTo>
                      <a:lnTo>
                        <a:pt x="141" y="91"/>
                      </a:lnTo>
                      <a:lnTo>
                        <a:pt x="135" y="92"/>
                      </a:lnTo>
                      <a:lnTo>
                        <a:pt x="125" y="92"/>
                      </a:lnTo>
                      <a:lnTo>
                        <a:pt x="127" y="93"/>
                      </a:lnTo>
                      <a:lnTo>
                        <a:pt x="124" y="97"/>
                      </a:lnTo>
                      <a:lnTo>
                        <a:pt x="120" y="100"/>
                      </a:lnTo>
                      <a:lnTo>
                        <a:pt x="116" y="102"/>
                      </a:lnTo>
                      <a:lnTo>
                        <a:pt x="113" y="104"/>
                      </a:lnTo>
                      <a:lnTo>
                        <a:pt x="109" y="104"/>
                      </a:lnTo>
                      <a:lnTo>
                        <a:pt x="107" y="103"/>
                      </a:lnTo>
                      <a:lnTo>
                        <a:pt x="104" y="105"/>
                      </a:lnTo>
                      <a:lnTo>
                        <a:pt x="100" y="104"/>
                      </a:lnTo>
                      <a:lnTo>
                        <a:pt x="99" y="105"/>
                      </a:lnTo>
                      <a:lnTo>
                        <a:pt x="97" y="104"/>
                      </a:lnTo>
                      <a:lnTo>
                        <a:pt x="94" y="105"/>
                      </a:lnTo>
                      <a:lnTo>
                        <a:pt x="90" y="106"/>
                      </a:lnTo>
                      <a:lnTo>
                        <a:pt x="90" y="106"/>
                      </a:lnTo>
                      <a:lnTo>
                        <a:pt x="92" y="106"/>
                      </a:lnTo>
                      <a:lnTo>
                        <a:pt x="91" y="107"/>
                      </a:lnTo>
                      <a:lnTo>
                        <a:pt x="88" y="107"/>
                      </a:lnTo>
                      <a:lnTo>
                        <a:pt x="83" y="109"/>
                      </a:lnTo>
                      <a:lnTo>
                        <a:pt x="81" y="108"/>
                      </a:lnTo>
                      <a:lnTo>
                        <a:pt x="77" y="108"/>
                      </a:lnTo>
                      <a:lnTo>
                        <a:pt x="66" y="109"/>
                      </a:lnTo>
                      <a:lnTo>
                        <a:pt x="66" y="108"/>
                      </a:lnTo>
                      <a:lnTo>
                        <a:pt x="68" y="106"/>
                      </a:lnTo>
                      <a:lnTo>
                        <a:pt x="64" y="104"/>
                      </a:lnTo>
                      <a:lnTo>
                        <a:pt x="62" y="101"/>
                      </a:lnTo>
                      <a:lnTo>
                        <a:pt x="61" y="97"/>
                      </a:lnTo>
                      <a:lnTo>
                        <a:pt x="60" y="95"/>
                      </a:lnTo>
                      <a:lnTo>
                        <a:pt x="60" y="91"/>
                      </a:lnTo>
                      <a:lnTo>
                        <a:pt x="61" y="88"/>
                      </a:lnTo>
                      <a:lnTo>
                        <a:pt x="61" y="88"/>
                      </a:lnTo>
                      <a:lnTo>
                        <a:pt x="59" y="87"/>
                      </a:lnTo>
                      <a:lnTo>
                        <a:pt x="59" y="85"/>
                      </a:lnTo>
                      <a:lnTo>
                        <a:pt x="58" y="84"/>
                      </a:lnTo>
                      <a:lnTo>
                        <a:pt x="55" y="82"/>
                      </a:lnTo>
                      <a:lnTo>
                        <a:pt x="55" y="81"/>
                      </a:lnTo>
                      <a:lnTo>
                        <a:pt x="51" y="80"/>
                      </a:lnTo>
                      <a:lnTo>
                        <a:pt x="44" y="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6" name="Freeform 234">
                  <a:extLst>
                    <a:ext uri="{FF2B5EF4-FFF2-40B4-BE49-F238E27FC236}">
                      <a16:creationId xmlns:a16="http://schemas.microsoft.com/office/drawing/2014/main" id="{F628E2C2-03E1-DAFB-1284-1EED4CCFB0F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97" y="1590"/>
                  <a:ext cx="91" cy="82"/>
                </a:xfrm>
                <a:custGeom>
                  <a:avLst/>
                  <a:gdLst/>
                  <a:ahLst/>
                  <a:cxnLst>
                    <a:cxn ang="0">
                      <a:pos x="91" y="0"/>
                    </a:cxn>
                    <a:cxn ang="0">
                      <a:pos x="110" y="27"/>
                    </a:cxn>
                    <a:cxn ang="0">
                      <a:pos x="118" y="61"/>
                    </a:cxn>
                    <a:cxn ang="0">
                      <a:pos x="134" y="70"/>
                    </a:cxn>
                    <a:cxn ang="0">
                      <a:pos x="161" y="70"/>
                    </a:cxn>
                    <a:cxn ang="0">
                      <a:pos x="179" y="96"/>
                    </a:cxn>
                    <a:cxn ang="0">
                      <a:pos x="212" y="116"/>
                    </a:cxn>
                    <a:cxn ang="0">
                      <a:pos x="243" y="143"/>
                    </a:cxn>
                    <a:cxn ang="0">
                      <a:pos x="276" y="157"/>
                    </a:cxn>
                    <a:cxn ang="0">
                      <a:pos x="296" y="183"/>
                    </a:cxn>
                    <a:cxn ang="0">
                      <a:pos x="303" y="236"/>
                    </a:cxn>
                    <a:cxn ang="0">
                      <a:pos x="327" y="237"/>
                    </a:cxn>
                    <a:cxn ang="0">
                      <a:pos x="351" y="232"/>
                    </a:cxn>
                    <a:cxn ang="0">
                      <a:pos x="364" y="256"/>
                    </a:cxn>
                    <a:cxn ang="0">
                      <a:pos x="384" y="272"/>
                    </a:cxn>
                    <a:cxn ang="0">
                      <a:pos x="351" y="296"/>
                    </a:cxn>
                    <a:cxn ang="0">
                      <a:pos x="319" y="303"/>
                    </a:cxn>
                    <a:cxn ang="0">
                      <a:pos x="307" y="298"/>
                    </a:cxn>
                    <a:cxn ang="0">
                      <a:pos x="285" y="283"/>
                    </a:cxn>
                    <a:cxn ang="0">
                      <a:pos x="263" y="282"/>
                    </a:cxn>
                    <a:cxn ang="0">
                      <a:pos x="263" y="253"/>
                    </a:cxn>
                    <a:cxn ang="0">
                      <a:pos x="233" y="247"/>
                    </a:cxn>
                    <a:cxn ang="0">
                      <a:pos x="230" y="232"/>
                    </a:cxn>
                    <a:cxn ang="0">
                      <a:pos x="212" y="227"/>
                    </a:cxn>
                    <a:cxn ang="0">
                      <a:pos x="195" y="256"/>
                    </a:cxn>
                    <a:cxn ang="0">
                      <a:pos x="189" y="274"/>
                    </a:cxn>
                    <a:cxn ang="0">
                      <a:pos x="176" y="290"/>
                    </a:cxn>
                    <a:cxn ang="0">
                      <a:pos x="155" y="307"/>
                    </a:cxn>
                    <a:cxn ang="0">
                      <a:pos x="147" y="317"/>
                    </a:cxn>
                    <a:cxn ang="0">
                      <a:pos x="108" y="349"/>
                    </a:cxn>
                    <a:cxn ang="0">
                      <a:pos x="88" y="331"/>
                    </a:cxn>
                    <a:cxn ang="0">
                      <a:pos x="85" y="283"/>
                    </a:cxn>
                    <a:cxn ang="0">
                      <a:pos x="79" y="264"/>
                    </a:cxn>
                    <a:cxn ang="0">
                      <a:pos x="63" y="286"/>
                    </a:cxn>
                    <a:cxn ang="0">
                      <a:pos x="37" y="285"/>
                    </a:cxn>
                    <a:cxn ang="0">
                      <a:pos x="4" y="293"/>
                    </a:cxn>
                    <a:cxn ang="0">
                      <a:pos x="20" y="249"/>
                    </a:cxn>
                    <a:cxn ang="0">
                      <a:pos x="51" y="211"/>
                    </a:cxn>
                    <a:cxn ang="0">
                      <a:pos x="44" y="174"/>
                    </a:cxn>
                    <a:cxn ang="0">
                      <a:pos x="55" y="125"/>
                    </a:cxn>
                    <a:cxn ang="0">
                      <a:pos x="59" y="72"/>
                    </a:cxn>
                    <a:cxn ang="0">
                      <a:pos x="66" y="29"/>
                    </a:cxn>
                  </a:cxnLst>
                  <a:rect l="0" t="0" r="r" b="b"/>
                  <a:pathLst>
                    <a:path w="384" h="349">
                      <a:moveTo>
                        <a:pt x="77" y="14"/>
                      </a:moveTo>
                      <a:lnTo>
                        <a:pt x="86" y="1"/>
                      </a:lnTo>
                      <a:lnTo>
                        <a:pt x="91" y="0"/>
                      </a:lnTo>
                      <a:lnTo>
                        <a:pt x="93" y="11"/>
                      </a:lnTo>
                      <a:lnTo>
                        <a:pt x="106" y="10"/>
                      </a:lnTo>
                      <a:lnTo>
                        <a:pt x="110" y="27"/>
                      </a:lnTo>
                      <a:lnTo>
                        <a:pt x="119" y="38"/>
                      </a:lnTo>
                      <a:lnTo>
                        <a:pt x="114" y="48"/>
                      </a:lnTo>
                      <a:lnTo>
                        <a:pt x="118" y="61"/>
                      </a:lnTo>
                      <a:lnTo>
                        <a:pt x="120" y="81"/>
                      </a:lnTo>
                      <a:lnTo>
                        <a:pt x="129" y="85"/>
                      </a:lnTo>
                      <a:lnTo>
                        <a:pt x="134" y="70"/>
                      </a:lnTo>
                      <a:lnTo>
                        <a:pt x="142" y="57"/>
                      </a:lnTo>
                      <a:lnTo>
                        <a:pt x="150" y="59"/>
                      </a:lnTo>
                      <a:lnTo>
                        <a:pt x="161" y="70"/>
                      </a:lnTo>
                      <a:lnTo>
                        <a:pt x="169" y="72"/>
                      </a:lnTo>
                      <a:lnTo>
                        <a:pt x="168" y="89"/>
                      </a:lnTo>
                      <a:lnTo>
                        <a:pt x="179" y="96"/>
                      </a:lnTo>
                      <a:lnTo>
                        <a:pt x="207" y="100"/>
                      </a:lnTo>
                      <a:lnTo>
                        <a:pt x="209" y="108"/>
                      </a:lnTo>
                      <a:lnTo>
                        <a:pt x="212" y="116"/>
                      </a:lnTo>
                      <a:lnTo>
                        <a:pt x="222" y="127"/>
                      </a:lnTo>
                      <a:lnTo>
                        <a:pt x="233" y="132"/>
                      </a:lnTo>
                      <a:lnTo>
                        <a:pt x="243" y="143"/>
                      </a:lnTo>
                      <a:lnTo>
                        <a:pt x="255" y="151"/>
                      </a:lnTo>
                      <a:lnTo>
                        <a:pt x="265" y="148"/>
                      </a:lnTo>
                      <a:lnTo>
                        <a:pt x="276" y="157"/>
                      </a:lnTo>
                      <a:lnTo>
                        <a:pt x="286" y="161"/>
                      </a:lnTo>
                      <a:lnTo>
                        <a:pt x="290" y="172"/>
                      </a:lnTo>
                      <a:lnTo>
                        <a:pt x="296" y="183"/>
                      </a:lnTo>
                      <a:lnTo>
                        <a:pt x="301" y="213"/>
                      </a:lnTo>
                      <a:lnTo>
                        <a:pt x="307" y="222"/>
                      </a:lnTo>
                      <a:lnTo>
                        <a:pt x="303" y="236"/>
                      </a:lnTo>
                      <a:lnTo>
                        <a:pt x="308" y="239"/>
                      </a:lnTo>
                      <a:lnTo>
                        <a:pt x="319" y="236"/>
                      </a:lnTo>
                      <a:lnTo>
                        <a:pt x="327" y="237"/>
                      </a:lnTo>
                      <a:lnTo>
                        <a:pt x="329" y="240"/>
                      </a:lnTo>
                      <a:lnTo>
                        <a:pt x="343" y="227"/>
                      </a:lnTo>
                      <a:lnTo>
                        <a:pt x="351" y="232"/>
                      </a:lnTo>
                      <a:lnTo>
                        <a:pt x="356" y="240"/>
                      </a:lnTo>
                      <a:lnTo>
                        <a:pt x="362" y="245"/>
                      </a:lnTo>
                      <a:lnTo>
                        <a:pt x="364" y="256"/>
                      </a:lnTo>
                      <a:lnTo>
                        <a:pt x="362" y="260"/>
                      </a:lnTo>
                      <a:lnTo>
                        <a:pt x="383" y="266"/>
                      </a:lnTo>
                      <a:lnTo>
                        <a:pt x="384" y="272"/>
                      </a:lnTo>
                      <a:lnTo>
                        <a:pt x="376" y="274"/>
                      </a:lnTo>
                      <a:lnTo>
                        <a:pt x="360" y="291"/>
                      </a:lnTo>
                      <a:lnTo>
                        <a:pt x="351" y="296"/>
                      </a:lnTo>
                      <a:lnTo>
                        <a:pt x="343" y="307"/>
                      </a:lnTo>
                      <a:lnTo>
                        <a:pt x="335" y="309"/>
                      </a:lnTo>
                      <a:lnTo>
                        <a:pt x="319" y="303"/>
                      </a:lnTo>
                      <a:lnTo>
                        <a:pt x="314" y="298"/>
                      </a:lnTo>
                      <a:lnTo>
                        <a:pt x="313" y="295"/>
                      </a:lnTo>
                      <a:lnTo>
                        <a:pt x="307" y="298"/>
                      </a:lnTo>
                      <a:lnTo>
                        <a:pt x="302" y="288"/>
                      </a:lnTo>
                      <a:lnTo>
                        <a:pt x="293" y="285"/>
                      </a:lnTo>
                      <a:lnTo>
                        <a:pt x="285" y="283"/>
                      </a:lnTo>
                      <a:lnTo>
                        <a:pt x="280" y="280"/>
                      </a:lnTo>
                      <a:lnTo>
                        <a:pt x="275" y="283"/>
                      </a:lnTo>
                      <a:lnTo>
                        <a:pt x="263" y="282"/>
                      </a:lnTo>
                      <a:lnTo>
                        <a:pt x="260" y="275"/>
                      </a:lnTo>
                      <a:lnTo>
                        <a:pt x="265" y="264"/>
                      </a:lnTo>
                      <a:lnTo>
                        <a:pt x="263" y="253"/>
                      </a:lnTo>
                      <a:lnTo>
                        <a:pt x="255" y="249"/>
                      </a:lnTo>
                      <a:lnTo>
                        <a:pt x="236" y="244"/>
                      </a:lnTo>
                      <a:lnTo>
                        <a:pt x="233" y="247"/>
                      </a:lnTo>
                      <a:lnTo>
                        <a:pt x="233" y="249"/>
                      </a:lnTo>
                      <a:lnTo>
                        <a:pt x="225" y="245"/>
                      </a:lnTo>
                      <a:lnTo>
                        <a:pt x="230" y="232"/>
                      </a:lnTo>
                      <a:lnTo>
                        <a:pt x="236" y="226"/>
                      </a:lnTo>
                      <a:lnTo>
                        <a:pt x="233" y="222"/>
                      </a:lnTo>
                      <a:lnTo>
                        <a:pt x="212" y="227"/>
                      </a:lnTo>
                      <a:lnTo>
                        <a:pt x="198" y="233"/>
                      </a:lnTo>
                      <a:lnTo>
                        <a:pt x="198" y="239"/>
                      </a:lnTo>
                      <a:lnTo>
                        <a:pt x="195" y="256"/>
                      </a:lnTo>
                      <a:lnTo>
                        <a:pt x="198" y="263"/>
                      </a:lnTo>
                      <a:lnTo>
                        <a:pt x="196" y="274"/>
                      </a:lnTo>
                      <a:lnTo>
                        <a:pt x="189" y="274"/>
                      </a:lnTo>
                      <a:lnTo>
                        <a:pt x="185" y="281"/>
                      </a:lnTo>
                      <a:lnTo>
                        <a:pt x="178" y="283"/>
                      </a:lnTo>
                      <a:lnTo>
                        <a:pt x="176" y="290"/>
                      </a:lnTo>
                      <a:lnTo>
                        <a:pt x="171" y="296"/>
                      </a:lnTo>
                      <a:lnTo>
                        <a:pt x="162" y="296"/>
                      </a:lnTo>
                      <a:lnTo>
                        <a:pt x="155" y="307"/>
                      </a:lnTo>
                      <a:lnTo>
                        <a:pt x="151" y="315"/>
                      </a:lnTo>
                      <a:lnTo>
                        <a:pt x="147" y="314"/>
                      </a:lnTo>
                      <a:lnTo>
                        <a:pt x="147" y="317"/>
                      </a:lnTo>
                      <a:lnTo>
                        <a:pt x="145" y="325"/>
                      </a:lnTo>
                      <a:lnTo>
                        <a:pt x="137" y="335"/>
                      </a:lnTo>
                      <a:lnTo>
                        <a:pt x="108" y="349"/>
                      </a:lnTo>
                      <a:lnTo>
                        <a:pt x="104" y="345"/>
                      </a:lnTo>
                      <a:lnTo>
                        <a:pt x="97" y="349"/>
                      </a:lnTo>
                      <a:lnTo>
                        <a:pt x="88" y="331"/>
                      </a:lnTo>
                      <a:lnTo>
                        <a:pt x="86" y="309"/>
                      </a:lnTo>
                      <a:lnTo>
                        <a:pt x="87" y="290"/>
                      </a:lnTo>
                      <a:lnTo>
                        <a:pt x="85" y="283"/>
                      </a:lnTo>
                      <a:lnTo>
                        <a:pt x="83" y="269"/>
                      </a:lnTo>
                      <a:lnTo>
                        <a:pt x="82" y="259"/>
                      </a:lnTo>
                      <a:lnTo>
                        <a:pt x="79" y="264"/>
                      </a:lnTo>
                      <a:lnTo>
                        <a:pt x="76" y="281"/>
                      </a:lnTo>
                      <a:lnTo>
                        <a:pt x="69" y="281"/>
                      </a:lnTo>
                      <a:lnTo>
                        <a:pt x="63" y="286"/>
                      </a:lnTo>
                      <a:lnTo>
                        <a:pt x="47" y="286"/>
                      </a:lnTo>
                      <a:lnTo>
                        <a:pt x="43" y="283"/>
                      </a:lnTo>
                      <a:lnTo>
                        <a:pt x="37" y="285"/>
                      </a:lnTo>
                      <a:lnTo>
                        <a:pt x="23" y="295"/>
                      </a:lnTo>
                      <a:lnTo>
                        <a:pt x="8" y="299"/>
                      </a:lnTo>
                      <a:lnTo>
                        <a:pt x="4" y="293"/>
                      </a:lnTo>
                      <a:lnTo>
                        <a:pt x="0" y="283"/>
                      </a:lnTo>
                      <a:lnTo>
                        <a:pt x="12" y="256"/>
                      </a:lnTo>
                      <a:lnTo>
                        <a:pt x="20" y="249"/>
                      </a:lnTo>
                      <a:lnTo>
                        <a:pt x="32" y="245"/>
                      </a:lnTo>
                      <a:lnTo>
                        <a:pt x="51" y="223"/>
                      </a:lnTo>
                      <a:lnTo>
                        <a:pt x="51" y="211"/>
                      </a:lnTo>
                      <a:lnTo>
                        <a:pt x="48" y="206"/>
                      </a:lnTo>
                      <a:lnTo>
                        <a:pt x="47" y="182"/>
                      </a:lnTo>
                      <a:lnTo>
                        <a:pt x="44" y="174"/>
                      </a:lnTo>
                      <a:lnTo>
                        <a:pt x="47" y="158"/>
                      </a:lnTo>
                      <a:lnTo>
                        <a:pt x="53" y="141"/>
                      </a:lnTo>
                      <a:lnTo>
                        <a:pt x="55" y="125"/>
                      </a:lnTo>
                      <a:lnTo>
                        <a:pt x="55" y="121"/>
                      </a:lnTo>
                      <a:lnTo>
                        <a:pt x="58" y="110"/>
                      </a:lnTo>
                      <a:lnTo>
                        <a:pt x="59" y="72"/>
                      </a:lnTo>
                      <a:lnTo>
                        <a:pt x="59" y="60"/>
                      </a:lnTo>
                      <a:lnTo>
                        <a:pt x="63" y="49"/>
                      </a:lnTo>
                      <a:lnTo>
                        <a:pt x="66" y="29"/>
                      </a:lnTo>
                      <a:lnTo>
                        <a:pt x="72" y="19"/>
                      </a:lnTo>
                      <a:lnTo>
                        <a:pt x="77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7" name="Freeform 235">
                  <a:extLst>
                    <a:ext uri="{FF2B5EF4-FFF2-40B4-BE49-F238E27FC236}">
                      <a16:creationId xmlns:a16="http://schemas.microsoft.com/office/drawing/2014/main" id="{97426D1F-3C0A-4B00-D181-307F2E1236C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26" y="1510"/>
                  <a:ext cx="28" cy="37"/>
                </a:xfrm>
                <a:custGeom>
                  <a:avLst/>
                  <a:gdLst/>
                  <a:ahLst/>
                  <a:cxnLst>
                    <a:cxn ang="0">
                      <a:pos x="52" y="4"/>
                    </a:cxn>
                    <a:cxn ang="0">
                      <a:pos x="56" y="0"/>
                    </a:cxn>
                    <a:cxn ang="0">
                      <a:pos x="59" y="5"/>
                    </a:cxn>
                    <a:cxn ang="0">
                      <a:pos x="65" y="11"/>
                    </a:cxn>
                    <a:cxn ang="0">
                      <a:pos x="75" y="3"/>
                    </a:cxn>
                    <a:cxn ang="0">
                      <a:pos x="87" y="5"/>
                    </a:cxn>
                    <a:cxn ang="0">
                      <a:pos x="92" y="17"/>
                    </a:cxn>
                    <a:cxn ang="0">
                      <a:pos x="100" y="19"/>
                    </a:cxn>
                    <a:cxn ang="0">
                      <a:pos x="111" y="17"/>
                    </a:cxn>
                    <a:cxn ang="0">
                      <a:pos x="119" y="33"/>
                    </a:cxn>
                    <a:cxn ang="0">
                      <a:pos x="120" y="49"/>
                    </a:cxn>
                    <a:cxn ang="0">
                      <a:pos x="119" y="74"/>
                    </a:cxn>
                    <a:cxn ang="0">
                      <a:pos x="122" y="97"/>
                    </a:cxn>
                    <a:cxn ang="0">
                      <a:pos x="119" y="119"/>
                    </a:cxn>
                    <a:cxn ang="0">
                      <a:pos x="104" y="139"/>
                    </a:cxn>
                    <a:cxn ang="0">
                      <a:pos x="88" y="151"/>
                    </a:cxn>
                    <a:cxn ang="0">
                      <a:pos x="39" y="161"/>
                    </a:cxn>
                    <a:cxn ang="0">
                      <a:pos x="33" y="158"/>
                    </a:cxn>
                    <a:cxn ang="0">
                      <a:pos x="17" y="153"/>
                    </a:cxn>
                    <a:cxn ang="0">
                      <a:pos x="6" y="132"/>
                    </a:cxn>
                    <a:cxn ang="0">
                      <a:pos x="1" y="110"/>
                    </a:cxn>
                    <a:cxn ang="0">
                      <a:pos x="0" y="90"/>
                    </a:cxn>
                    <a:cxn ang="0">
                      <a:pos x="2" y="72"/>
                    </a:cxn>
                    <a:cxn ang="0">
                      <a:pos x="8" y="62"/>
                    </a:cxn>
                    <a:cxn ang="0">
                      <a:pos x="13" y="46"/>
                    </a:cxn>
                    <a:cxn ang="0">
                      <a:pos x="22" y="27"/>
                    </a:cxn>
                    <a:cxn ang="0">
                      <a:pos x="33" y="13"/>
                    </a:cxn>
                    <a:cxn ang="0">
                      <a:pos x="44" y="10"/>
                    </a:cxn>
                    <a:cxn ang="0">
                      <a:pos x="52" y="4"/>
                    </a:cxn>
                  </a:cxnLst>
                  <a:rect l="0" t="0" r="r" b="b"/>
                  <a:pathLst>
                    <a:path w="122" h="161">
                      <a:moveTo>
                        <a:pt x="52" y="4"/>
                      </a:moveTo>
                      <a:lnTo>
                        <a:pt x="56" y="0"/>
                      </a:lnTo>
                      <a:lnTo>
                        <a:pt x="59" y="5"/>
                      </a:lnTo>
                      <a:lnTo>
                        <a:pt x="65" y="11"/>
                      </a:lnTo>
                      <a:lnTo>
                        <a:pt x="75" y="3"/>
                      </a:lnTo>
                      <a:lnTo>
                        <a:pt x="87" y="5"/>
                      </a:lnTo>
                      <a:lnTo>
                        <a:pt x="92" y="17"/>
                      </a:lnTo>
                      <a:lnTo>
                        <a:pt x="100" y="19"/>
                      </a:lnTo>
                      <a:lnTo>
                        <a:pt x="111" y="17"/>
                      </a:lnTo>
                      <a:lnTo>
                        <a:pt x="119" y="33"/>
                      </a:lnTo>
                      <a:lnTo>
                        <a:pt x="120" y="49"/>
                      </a:lnTo>
                      <a:lnTo>
                        <a:pt x="119" y="74"/>
                      </a:lnTo>
                      <a:lnTo>
                        <a:pt x="122" y="97"/>
                      </a:lnTo>
                      <a:lnTo>
                        <a:pt x="119" y="119"/>
                      </a:lnTo>
                      <a:lnTo>
                        <a:pt x="104" y="139"/>
                      </a:lnTo>
                      <a:lnTo>
                        <a:pt x="88" y="151"/>
                      </a:lnTo>
                      <a:lnTo>
                        <a:pt x="39" y="161"/>
                      </a:lnTo>
                      <a:lnTo>
                        <a:pt x="33" y="158"/>
                      </a:lnTo>
                      <a:lnTo>
                        <a:pt x="17" y="153"/>
                      </a:lnTo>
                      <a:lnTo>
                        <a:pt x="6" y="132"/>
                      </a:lnTo>
                      <a:lnTo>
                        <a:pt x="1" y="110"/>
                      </a:lnTo>
                      <a:lnTo>
                        <a:pt x="0" y="90"/>
                      </a:lnTo>
                      <a:lnTo>
                        <a:pt x="2" y="72"/>
                      </a:lnTo>
                      <a:lnTo>
                        <a:pt x="8" y="62"/>
                      </a:lnTo>
                      <a:lnTo>
                        <a:pt x="13" y="46"/>
                      </a:lnTo>
                      <a:lnTo>
                        <a:pt x="22" y="27"/>
                      </a:lnTo>
                      <a:lnTo>
                        <a:pt x="33" y="13"/>
                      </a:lnTo>
                      <a:lnTo>
                        <a:pt x="44" y="10"/>
                      </a:lnTo>
                      <a:lnTo>
                        <a:pt x="5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8" name="Freeform 236">
                  <a:extLst>
                    <a:ext uri="{FF2B5EF4-FFF2-40B4-BE49-F238E27FC236}">
                      <a16:creationId xmlns:a16="http://schemas.microsoft.com/office/drawing/2014/main" id="{C6592569-0794-42BF-6397-8360309C17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61" y="1392"/>
                  <a:ext cx="371" cy="317"/>
                </a:xfrm>
                <a:custGeom>
                  <a:avLst/>
                  <a:gdLst/>
                  <a:ahLst/>
                  <a:cxnLst>
                    <a:cxn ang="0">
                      <a:pos x="260" y="292"/>
                    </a:cxn>
                    <a:cxn ang="0">
                      <a:pos x="272" y="302"/>
                    </a:cxn>
                    <a:cxn ang="0">
                      <a:pos x="290" y="310"/>
                    </a:cxn>
                    <a:cxn ang="0">
                      <a:pos x="310" y="309"/>
                    </a:cxn>
                    <a:cxn ang="0">
                      <a:pos x="290" y="283"/>
                    </a:cxn>
                    <a:cxn ang="0">
                      <a:pos x="281" y="266"/>
                    </a:cxn>
                    <a:cxn ang="0">
                      <a:pos x="312" y="288"/>
                    </a:cxn>
                    <a:cxn ang="0">
                      <a:pos x="322" y="293"/>
                    </a:cxn>
                    <a:cxn ang="0">
                      <a:pos x="327" y="287"/>
                    </a:cxn>
                    <a:cxn ang="0">
                      <a:pos x="324" y="278"/>
                    </a:cxn>
                    <a:cxn ang="0">
                      <a:pos x="330" y="262"/>
                    </a:cxn>
                    <a:cxn ang="0">
                      <a:pos x="321" y="238"/>
                    </a:cxn>
                    <a:cxn ang="0">
                      <a:pos x="308" y="229"/>
                    </a:cxn>
                    <a:cxn ang="0">
                      <a:pos x="296" y="217"/>
                    </a:cxn>
                    <a:cxn ang="0">
                      <a:pos x="286" y="199"/>
                    </a:cxn>
                    <a:cxn ang="0">
                      <a:pos x="287" y="183"/>
                    </a:cxn>
                    <a:cxn ang="0">
                      <a:pos x="299" y="179"/>
                    </a:cxn>
                    <a:cxn ang="0">
                      <a:pos x="319" y="205"/>
                    </a:cxn>
                    <a:cxn ang="0">
                      <a:pos x="339" y="226"/>
                    </a:cxn>
                    <a:cxn ang="0">
                      <a:pos x="350" y="209"/>
                    </a:cxn>
                    <a:cxn ang="0">
                      <a:pos x="358" y="190"/>
                    </a:cxn>
                    <a:cxn ang="0">
                      <a:pos x="369" y="179"/>
                    </a:cxn>
                    <a:cxn ang="0">
                      <a:pos x="347" y="160"/>
                    </a:cxn>
                    <a:cxn ang="0">
                      <a:pos x="338" y="152"/>
                    </a:cxn>
                    <a:cxn ang="0">
                      <a:pos x="324" y="128"/>
                    </a:cxn>
                    <a:cxn ang="0">
                      <a:pos x="301" y="123"/>
                    </a:cxn>
                    <a:cxn ang="0">
                      <a:pos x="285" y="106"/>
                    </a:cxn>
                    <a:cxn ang="0">
                      <a:pos x="279" y="90"/>
                    </a:cxn>
                    <a:cxn ang="0">
                      <a:pos x="305" y="86"/>
                    </a:cxn>
                    <a:cxn ang="0">
                      <a:pos x="274" y="74"/>
                    </a:cxn>
                    <a:cxn ang="0">
                      <a:pos x="283" y="46"/>
                    </a:cxn>
                    <a:cxn ang="0">
                      <a:pos x="264" y="51"/>
                    </a:cxn>
                    <a:cxn ang="0">
                      <a:pos x="260" y="30"/>
                    </a:cxn>
                    <a:cxn ang="0">
                      <a:pos x="252" y="29"/>
                    </a:cxn>
                    <a:cxn ang="0">
                      <a:pos x="232" y="16"/>
                    </a:cxn>
                    <a:cxn ang="0">
                      <a:pos x="214" y="4"/>
                    </a:cxn>
                    <a:cxn ang="0">
                      <a:pos x="64" y="15"/>
                    </a:cxn>
                    <a:cxn ang="0">
                      <a:pos x="52" y="11"/>
                    </a:cxn>
                    <a:cxn ang="0">
                      <a:pos x="2" y="6"/>
                    </a:cxn>
                    <a:cxn ang="0">
                      <a:pos x="8" y="16"/>
                    </a:cxn>
                    <a:cxn ang="0">
                      <a:pos x="32" y="45"/>
                    </a:cxn>
                    <a:cxn ang="0">
                      <a:pos x="61" y="55"/>
                    </a:cxn>
                    <a:cxn ang="0">
                      <a:pos x="103" y="63"/>
                    </a:cxn>
                    <a:cxn ang="0">
                      <a:pos x="108" y="53"/>
                    </a:cxn>
                    <a:cxn ang="0">
                      <a:pos x="145" y="53"/>
                    </a:cxn>
                    <a:cxn ang="0">
                      <a:pos x="160" y="64"/>
                    </a:cxn>
                    <a:cxn ang="0">
                      <a:pos x="175" y="76"/>
                    </a:cxn>
                    <a:cxn ang="0">
                      <a:pos x="187" y="96"/>
                    </a:cxn>
                    <a:cxn ang="0">
                      <a:pos x="206" y="110"/>
                    </a:cxn>
                    <a:cxn ang="0">
                      <a:pos x="222" y="134"/>
                    </a:cxn>
                    <a:cxn ang="0">
                      <a:pos x="221" y="164"/>
                    </a:cxn>
                    <a:cxn ang="0">
                      <a:pos x="209" y="202"/>
                    </a:cxn>
                    <a:cxn ang="0">
                      <a:pos x="192" y="215"/>
                    </a:cxn>
                    <a:cxn ang="0">
                      <a:pos x="165" y="216"/>
                    </a:cxn>
                    <a:cxn ang="0">
                      <a:pos x="161" y="245"/>
                    </a:cxn>
                    <a:cxn ang="0">
                      <a:pos x="184" y="242"/>
                    </a:cxn>
                    <a:cxn ang="0">
                      <a:pos x="201" y="242"/>
                    </a:cxn>
                    <a:cxn ang="0">
                      <a:pos x="204" y="238"/>
                    </a:cxn>
                    <a:cxn ang="0">
                      <a:pos x="216" y="248"/>
                    </a:cxn>
                    <a:cxn ang="0">
                      <a:pos x="227" y="262"/>
                    </a:cxn>
                    <a:cxn ang="0">
                      <a:pos x="239" y="268"/>
                    </a:cxn>
                  </a:cxnLst>
                  <a:rect l="0" t="0" r="r" b="b"/>
                  <a:pathLst>
                    <a:path w="371" h="317">
                      <a:moveTo>
                        <a:pt x="243" y="286"/>
                      </a:moveTo>
                      <a:lnTo>
                        <a:pt x="247" y="287"/>
                      </a:lnTo>
                      <a:lnTo>
                        <a:pt x="251" y="288"/>
                      </a:lnTo>
                      <a:lnTo>
                        <a:pt x="251" y="290"/>
                      </a:lnTo>
                      <a:lnTo>
                        <a:pt x="253" y="290"/>
                      </a:lnTo>
                      <a:lnTo>
                        <a:pt x="256" y="292"/>
                      </a:lnTo>
                      <a:lnTo>
                        <a:pt x="258" y="291"/>
                      </a:lnTo>
                      <a:lnTo>
                        <a:pt x="260" y="287"/>
                      </a:lnTo>
                      <a:lnTo>
                        <a:pt x="260" y="289"/>
                      </a:lnTo>
                      <a:lnTo>
                        <a:pt x="260" y="292"/>
                      </a:lnTo>
                      <a:lnTo>
                        <a:pt x="262" y="293"/>
                      </a:lnTo>
                      <a:lnTo>
                        <a:pt x="263" y="291"/>
                      </a:lnTo>
                      <a:lnTo>
                        <a:pt x="265" y="292"/>
                      </a:lnTo>
                      <a:lnTo>
                        <a:pt x="267" y="291"/>
                      </a:lnTo>
                      <a:lnTo>
                        <a:pt x="266" y="293"/>
                      </a:lnTo>
                      <a:lnTo>
                        <a:pt x="267" y="296"/>
                      </a:lnTo>
                      <a:lnTo>
                        <a:pt x="268" y="296"/>
                      </a:lnTo>
                      <a:lnTo>
                        <a:pt x="269" y="297"/>
                      </a:lnTo>
                      <a:lnTo>
                        <a:pt x="270" y="299"/>
                      </a:lnTo>
                      <a:lnTo>
                        <a:pt x="272" y="302"/>
                      </a:lnTo>
                      <a:lnTo>
                        <a:pt x="274" y="303"/>
                      </a:lnTo>
                      <a:lnTo>
                        <a:pt x="275" y="300"/>
                      </a:lnTo>
                      <a:lnTo>
                        <a:pt x="275" y="303"/>
                      </a:lnTo>
                      <a:lnTo>
                        <a:pt x="277" y="304"/>
                      </a:lnTo>
                      <a:lnTo>
                        <a:pt x="278" y="305"/>
                      </a:lnTo>
                      <a:lnTo>
                        <a:pt x="280" y="307"/>
                      </a:lnTo>
                      <a:lnTo>
                        <a:pt x="283" y="306"/>
                      </a:lnTo>
                      <a:lnTo>
                        <a:pt x="284" y="308"/>
                      </a:lnTo>
                      <a:lnTo>
                        <a:pt x="290" y="308"/>
                      </a:lnTo>
                      <a:lnTo>
                        <a:pt x="290" y="310"/>
                      </a:lnTo>
                      <a:lnTo>
                        <a:pt x="293" y="312"/>
                      </a:lnTo>
                      <a:lnTo>
                        <a:pt x="294" y="312"/>
                      </a:lnTo>
                      <a:lnTo>
                        <a:pt x="297" y="312"/>
                      </a:lnTo>
                      <a:lnTo>
                        <a:pt x="300" y="310"/>
                      </a:lnTo>
                      <a:lnTo>
                        <a:pt x="306" y="317"/>
                      </a:lnTo>
                      <a:lnTo>
                        <a:pt x="311" y="316"/>
                      </a:lnTo>
                      <a:lnTo>
                        <a:pt x="310" y="314"/>
                      </a:lnTo>
                      <a:lnTo>
                        <a:pt x="309" y="312"/>
                      </a:lnTo>
                      <a:lnTo>
                        <a:pt x="309" y="311"/>
                      </a:lnTo>
                      <a:lnTo>
                        <a:pt x="310" y="309"/>
                      </a:lnTo>
                      <a:lnTo>
                        <a:pt x="310" y="307"/>
                      </a:lnTo>
                      <a:lnTo>
                        <a:pt x="309" y="304"/>
                      </a:lnTo>
                      <a:lnTo>
                        <a:pt x="305" y="300"/>
                      </a:lnTo>
                      <a:lnTo>
                        <a:pt x="301" y="296"/>
                      </a:lnTo>
                      <a:lnTo>
                        <a:pt x="300" y="294"/>
                      </a:lnTo>
                      <a:lnTo>
                        <a:pt x="298" y="293"/>
                      </a:lnTo>
                      <a:lnTo>
                        <a:pt x="294" y="290"/>
                      </a:lnTo>
                      <a:lnTo>
                        <a:pt x="293" y="287"/>
                      </a:lnTo>
                      <a:lnTo>
                        <a:pt x="290" y="285"/>
                      </a:lnTo>
                      <a:lnTo>
                        <a:pt x="290" y="283"/>
                      </a:lnTo>
                      <a:lnTo>
                        <a:pt x="287" y="283"/>
                      </a:lnTo>
                      <a:lnTo>
                        <a:pt x="286" y="280"/>
                      </a:lnTo>
                      <a:lnTo>
                        <a:pt x="285" y="279"/>
                      </a:lnTo>
                      <a:lnTo>
                        <a:pt x="284" y="280"/>
                      </a:lnTo>
                      <a:lnTo>
                        <a:pt x="284" y="279"/>
                      </a:lnTo>
                      <a:lnTo>
                        <a:pt x="279" y="272"/>
                      </a:lnTo>
                      <a:lnTo>
                        <a:pt x="276" y="269"/>
                      </a:lnTo>
                      <a:lnTo>
                        <a:pt x="274" y="265"/>
                      </a:lnTo>
                      <a:lnTo>
                        <a:pt x="277" y="263"/>
                      </a:lnTo>
                      <a:lnTo>
                        <a:pt x="281" y="266"/>
                      </a:lnTo>
                      <a:lnTo>
                        <a:pt x="285" y="272"/>
                      </a:lnTo>
                      <a:lnTo>
                        <a:pt x="289" y="272"/>
                      </a:lnTo>
                      <a:lnTo>
                        <a:pt x="288" y="270"/>
                      </a:lnTo>
                      <a:lnTo>
                        <a:pt x="290" y="269"/>
                      </a:lnTo>
                      <a:lnTo>
                        <a:pt x="295" y="278"/>
                      </a:lnTo>
                      <a:lnTo>
                        <a:pt x="298" y="279"/>
                      </a:lnTo>
                      <a:lnTo>
                        <a:pt x="300" y="279"/>
                      </a:lnTo>
                      <a:lnTo>
                        <a:pt x="302" y="284"/>
                      </a:lnTo>
                      <a:lnTo>
                        <a:pt x="309" y="284"/>
                      </a:lnTo>
                      <a:lnTo>
                        <a:pt x="312" y="288"/>
                      </a:lnTo>
                      <a:lnTo>
                        <a:pt x="313" y="286"/>
                      </a:lnTo>
                      <a:lnTo>
                        <a:pt x="315" y="287"/>
                      </a:lnTo>
                      <a:lnTo>
                        <a:pt x="317" y="288"/>
                      </a:lnTo>
                      <a:lnTo>
                        <a:pt x="318" y="286"/>
                      </a:lnTo>
                      <a:lnTo>
                        <a:pt x="319" y="287"/>
                      </a:lnTo>
                      <a:lnTo>
                        <a:pt x="319" y="288"/>
                      </a:lnTo>
                      <a:lnTo>
                        <a:pt x="321" y="291"/>
                      </a:lnTo>
                      <a:lnTo>
                        <a:pt x="323" y="290"/>
                      </a:lnTo>
                      <a:lnTo>
                        <a:pt x="323" y="291"/>
                      </a:lnTo>
                      <a:lnTo>
                        <a:pt x="322" y="293"/>
                      </a:lnTo>
                      <a:lnTo>
                        <a:pt x="322" y="295"/>
                      </a:lnTo>
                      <a:lnTo>
                        <a:pt x="324" y="296"/>
                      </a:lnTo>
                      <a:lnTo>
                        <a:pt x="325" y="298"/>
                      </a:lnTo>
                      <a:lnTo>
                        <a:pt x="327" y="298"/>
                      </a:lnTo>
                      <a:lnTo>
                        <a:pt x="326" y="296"/>
                      </a:lnTo>
                      <a:lnTo>
                        <a:pt x="326" y="294"/>
                      </a:lnTo>
                      <a:lnTo>
                        <a:pt x="324" y="290"/>
                      </a:lnTo>
                      <a:lnTo>
                        <a:pt x="324" y="289"/>
                      </a:lnTo>
                      <a:lnTo>
                        <a:pt x="325" y="287"/>
                      </a:lnTo>
                      <a:lnTo>
                        <a:pt x="327" y="287"/>
                      </a:lnTo>
                      <a:lnTo>
                        <a:pt x="328" y="289"/>
                      </a:lnTo>
                      <a:lnTo>
                        <a:pt x="331" y="290"/>
                      </a:lnTo>
                      <a:lnTo>
                        <a:pt x="331" y="288"/>
                      </a:lnTo>
                      <a:lnTo>
                        <a:pt x="331" y="287"/>
                      </a:lnTo>
                      <a:lnTo>
                        <a:pt x="330" y="286"/>
                      </a:lnTo>
                      <a:lnTo>
                        <a:pt x="330" y="285"/>
                      </a:lnTo>
                      <a:lnTo>
                        <a:pt x="329" y="285"/>
                      </a:lnTo>
                      <a:lnTo>
                        <a:pt x="327" y="285"/>
                      </a:lnTo>
                      <a:lnTo>
                        <a:pt x="325" y="281"/>
                      </a:lnTo>
                      <a:lnTo>
                        <a:pt x="324" y="278"/>
                      </a:lnTo>
                      <a:lnTo>
                        <a:pt x="324" y="276"/>
                      </a:lnTo>
                      <a:lnTo>
                        <a:pt x="324" y="272"/>
                      </a:lnTo>
                      <a:lnTo>
                        <a:pt x="327" y="274"/>
                      </a:lnTo>
                      <a:lnTo>
                        <a:pt x="330" y="278"/>
                      </a:lnTo>
                      <a:lnTo>
                        <a:pt x="330" y="276"/>
                      </a:lnTo>
                      <a:lnTo>
                        <a:pt x="330" y="273"/>
                      </a:lnTo>
                      <a:lnTo>
                        <a:pt x="331" y="272"/>
                      </a:lnTo>
                      <a:lnTo>
                        <a:pt x="331" y="268"/>
                      </a:lnTo>
                      <a:lnTo>
                        <a:pt x="331" y="265"/>
                      </a:lnTo>
                      <a:lnTo>
                        <a:pt x="330" y="262"/>
                      </a:lnTo>
                      <a:lnTo>
                        <a:pt x="329" y="256"/>
                      </a:lnTo>
                      <a:lnTo>
                        <a:pt x="326" y="255"/>
                      </a:lnTo>
                      <a:lnTo>
                        <a:pt x="322" y="254"/>
                      </a:lnTo>
                      <a:lnTo>
                        <a:pt x="321" y="252"/>
                      </a:lnTo>
                      <a:lnTo>
                        <a:pt x="321" y="248"/>
                      </a:lnTo>
                      <a:lnTo>
                        <a:pt x="323" y="247"/>
                      </a:lnTo>
                      <a:lnTo>
                        <a:pt x="324" y="243"/>
                      </a:lnTo>
                      <a:lnTo>
                        <a:pt x="324" y="239"/>
                      </a:lnTo>
                      <a:lnTo>
                        <a:pt x="321" y="240"/>
                      </a:lnTo>
                      <a:lnTo>
                        <a:pt x="321" y="238"/>
                      </a:lnTo>
                      <a:lnTo>
                        <a:pt x="320" y="236"/>
                      </a:lnTo>
                      <a:lnTo>
                        <a:pt x="319" y="236"/>
                      </a:lnTo>
                      <a:lnTo>
                        <a:pt x="316" y="239"/>
                      </a:lnTo>
                      <a:lnTo>
                        <a:pt x="316" y="233"/>
                      </a:lnTo>
                      <a:lnTo>
                        <a:pt x="315" y="231"/>
                      </a:lnTo>
                      <a:lnTo>
                        <a:pt x="312" y="231"/>
                      </a:lnTo>
                      <a:lnTo>
                        <a:pt x="308" y="234"/>
                      </a:lnTo>
                      <a:lnTo>
                        <a:pt x="307" y="232"/>
                      </a:lnTo>
                      <a:lnTo>
                        <a:pt x="310" y="228"/>
                      </a:lnTo>
                      <a:lnTo>
                        <a:pt x="308" y="229"/>
                      </a:lnTo>
                      <a:lnTo>
                        <a:pt x="305" y="228"/>
                      </a:lnTo>
                      <a:lnTo>
                        <a:pt x="303" y="228"/>
                      </a:lnTo>
                      <a:lnTo>
                        <a:pt x="302" y="232"/>
                      </a:lnTo>
                      <a:lnTo>
                        <a:pt x="301" y="228"/>
                      </a:lnTo>
                      <a:lnTo>
                        <a:pt x="299" y="225"/>
                      </a:lnTo>
                      <a:lnTo>
                        <a:pt x="299" y="223"/>
                      </a:lnTo>
                      <a:lnTo>
                        <a:pt x="298" y="221"/>
                      </a:lnTo>
                      <a:lnTo>
                        <a:pt x="295" y="220"/>
                      </a:lnTo>
                      <a:lnTo>
                        <a:pt x="295" y="219"/>
                      </a:lnTo>
                      <a:lnTo>
                        <a:pt x="296" y="217"/>
                      </a:lnTo>
                      <a:lnTo>
                        <a:pt x="295" y="215"/>
                      </a:lnTo>
                      <a:lnTo>
                        <a:pt x="296" y="214"/>
                      </a:lnTo>
                      <a:lnTo>
                        <a:pt x="294" y="212"/>
                      </a:lnTo>
                      <a:lnTo>
                        <a:pt x="294" y="210"/>
                      </a:lnTo>
                      <a:lnTo>
                        <a:pt x="295" y="208"/>
                      </a:lnTo>
                      <a:lnTo>
                        <a:pt x="291" y="207"/>
                      </a:lnTo>
                      <a:lnTo>
                        <a:pt x="286" y="209"/>
                      </a:lnTo>
                      <a:lnTo>
                        <a:pt x="286" y="208"/>
                      </a:lnTo>
                      <a:lnTo>
                        <a:pt x="287" y="204"/>
                      </a:lnTo>
                      <a:lnTo>
                        <a:pt x="286" y="199"/>
                      </a:lnTo>
                      <a:lnTo>
                        <a:pt x="288" y="199"/>
                      </a:lnTo>
                      <a:lnTo>
                        <a:pt x="290" y="199"/>
                      </a:lnTo>
                      <a:lnTo>
                        <a:pt x="294" y="197"/>
                      </a:lnTo>
                      <a:lnTo>
                        <a:pt x="296" y="197"/>
                      </a:lnTo>
                      <a:lnTo>
                        <a:pt x="295" y="193"/>
                      </a:lnTo>
                      <a:lnTo>
                        <a:pt x="291" y="190"/>
                      </a:lnTo>
                      <a:lnTo>
                        <a:pt x="287" y="189"/>
                      </a:lnTo>
                      <a:lnTo>
                        <a:pt x="285" y="187"/>
                      </a:lnTo>
                      <a:lnTo>
                        <a:pt x="283" y="183"/>
                      </a:lnTo>
                      <a:lnTo>
                        <a:pt x="287" y="183"/>
                      </a:lnTo>
                      <a:lnTo>
                        <a:pt x="286" y="181"/>
                      </a:lnTo>
                      <a:lnTo>
                        <a:pt x="289" y="181"/>
                      </a:lnTo>
                      <a:lnTo>
                        <a:pt x="294" y="186"/>
                      </a:lnTo>
                      <a:lnTo>
                        <a:pt x="295" y="186"/>
                      </a:lnTo>
                      <a:lnTo>
                        <a:pt x="294" y="181"/>
                      </a:lnTo>
                      <a:lnTo>
                        <a:pt x="295" y="181"/>
                      </a:lnTo>
                      <a:lnTo>
                        <a:pt x="292" y="178"/>
                      </a:lnTo>
                      <a:lnTo>
                        <a:pt x="294" y="176"/>
                      </a:lnTo>
                      <a:lnTo>
                        <a:pt x="297" y="178"/>
                      </a:lnTo>
                      <a:lnTo>
                        <a:pt x="299" y="179"/>
                      </a:lnTo>
                      <a:lnTo>
                        <a:pt x="300" y="183"/>
                      </a:lnTo>
                      <a:lnTo>
                        <a:pt x="298" y="185"/>
                      </a:lnTo>
                      <a:lnTo>
                        <a:pt x="302" y="186"/>
                      </a:lnTo>
                      <a:lnTo>
                        <a:pt x="309" y="191"/>
                      </a:lnTo>
                      <a:lnTo>
                        <a:pt x="312" y="192"/>
                      </a:lnTo>
                      <a:lnTo>
                        <a:pt x="313" y="197"/>
                      </a:lnTo>
                      <a:lnTo>
                        <a:pt x="317" y="197"/>
                      </a:lnTo>
                      <a:lnTo>
                        <a:pt x="319" y="196"/>
                      </a:lnTo>
                      <a:lnTo>
                        <a:pt x="319" y="200"/>
                      </a:lnTo>
                      <a:lnTo>
                        <a:pt x="319" y="205"/>
                      </a:lnTo>
                      <a:lnTo>
                        <a:pt x="320" y="207"/>
                      </a:lnTo>
                      <a:lnTo>
                        <a:pt x="325" y="213"/>
                      </a:lnTo>
                      <a:lnTo>
                        <a:pt x="328" y="211"/>
                      </a:lnTo>
                      <a:lnTo>
                        <a:pt x="329" y="214"/>
                      </a:lnTo>
                      <a:lnTo>
                        <a:pt x="327" y="218"/>
                      </a:lnTo>
                      <a:lnTo>
                        <a:pt x="330" y="222"/>
                      </a:lnTo>
                      <a:lnTo>
                        <a:pt x="334" y="219"/>
                      </a:lnTo>
                      <a:lnTo>
                        <a:pt x="335" y="225"/>
                      </a:lnTo>
                      <a:lnTo>
                        <a:pt x="338" y="223"/>
                      </a:lnTo>
                      <a:lnTo>
                        <a:pt x="339" y="226"/>
                      </a:lnTo>
                      <a:lnTo>
                        <a:pt x="340" y="228"/>
                      </a:lnTo>
                      <a:lnTo>
                        <a:pt x="342" y="230"/>
                      </a:lnTo>
                      <a:lnTo>
                        <a:pt x="344" y="224"/>
                      </a:lnTo>
                      <a:lnTo>
                        <a:pt x="344" y="221"/>
                      </a:lnTo>
                      <a:lnTo>
                        <a:pt x="345" y="218"/>
                      </a:lnTo>
                      <a:lnTo>
                        <a:pt x="347" y="218"/>
                      </a:lnTo>
                      <a:lnTo>
                        <a:pt x="346" y="213"/>
                      </a:lnTo>
                      <a:lnTo>
                        <a:pt x="344" y="207"/>
                      </a:lnTo>
                      <a:lnTo>
                        <a:pt x="344" y="203"/>
                      </a:lnTo>
                      <a:lnTo>
                        <a:pt x="350" y="209"/>
                      </a:lnTo>
                      <a:lnTo>
                        <a:pt x="353" y="209"/>
                      </a:lnTo>
                      <a:lnTo>
                        <a:pt x="354" y="206"/>
                      </a:lnTo>
                      <a:lnTo>
                        <a:pt x="355" y="204"/>
                      </a:lnTo>
                      <a:lnTo>
                        <a:pt x="357" y="202"/>
                      </a:lnTo>
                      <a:lnTo>
                        <a:pt x="358" y="197"/>
                      </a:lnTo>
                      <a:lnTo>
                        <a:pt x="362" y="195"/>
                      </a:lnTo>
                      <a:lnTo>
                        <a:pt x="360" y="192"/>
                      </a:lnTo>
                      <a:lnTo>
                        <a:pt x="355" y="193"/>
                      </a:lnTo>
                      <a:lnTo>
                        <a:pt x="355" y="190"/>
                      </a:lnTo>
                      <a:lnTo>
                        <a:pt x="358" y="190"/>
                      </a:lnTo>
                      <a:lnTo>
                        <a:pt x="359" y="187"/>
                      </a:lnTo>
                      <a:lnTo>
                        <a:pt x="355" y="186"/>
                      </a:lnTo>
                      <a:lnTo>
                        <a:pt x="358" y="185"/>
                      </a:lnTo>
                      <a:lnTo>
                        <a:pt x="363" y="188"/>
                      </a:lnTo>
                      <a:lnTo>
                        <a:pt x="367" y="188"/>
                      </a:lnTo>
                      <a:lnTo>
                        <a:pt x="368" y="186"/>
                      </a:lnTo>
                      <a:lnTo>
                        <a:pt x="365" y="183"/>
                      </a:lnTo>
                      <a:lnTo>
                        <a:pt x="366" y="182"/>
                      </a:lnTo>
                      <a:lnTo>
                        <a:pt x="367" y="180"/>
                      </a:lnTo>
                      <a:lnTo>
                        <a:pt x="369" y="179"/>
                      </a:lnTo>
                      <a:lnTo>
                        <a:pt x="371" y="176"/>
                      </a:lnTo>
                      <a:lnTo>
                        <a:pt x="369" y="172"/>
                      </a:lnTo>
                      <a:lnTo>
                        <a:pt x="365" y="167"/>
                      </a:lnTo>
                      <a:lnTo>
                        <a:pt x="362" y="166"/>
                      </a:lnTo>
                      <a:lnTo>
                        <a:pt x="360" y="164"/>
                      </a:lnTo>
                      <a:lnTo>
                        <a:pt x="357" y="165"/>
                      </a:lnTo>
                      <a:lnTo>
                        <a:pt x="355" y="164"/>
                      </a:lnTo>
                      <a:lnTo>
                        <a:pt x="351" y="164"/>
                      </a:lnTo>
                      <a:lnTo>
                        <a:pt x="346" y="167"/>
                      </a:lnTo>
                      <a:lnTo>
                        <a:pt x="347" y="160"/>
                      </a:lnTo>
                      <a:lnTo>
                        <a:pt x="350" y="157"/>
                      </a:lnTo>
                      <a:lnTo>
                        <a:pt x="349" y="154"/>
                      </a:lnTo>
                      <a:lnTo>
                        <a:pt x="347" y="154"/>
                      </a:lnTo>
                      <a:lnTo>
                        <a:pt x="345" y="156"/>
                      </a:lnTo>
                      <a:lnTo>
                        <a:pt x="338" y="157"/>
                      </a:lnTo>
                      <a:lnTo>
                        <a:pt x="335" y="156"/>
                      </a:lnTo>
                      <a:lnTo>
                        <a:pt x="337" y="155"/>
                      </a:lnTo>
                      <a:lnTo>
                        <a:pt x="334" y="154"/>
                      </a:lnTo>
                      <a:lnTo>
                        <a:pt x="335" y="152"/>
                      </a:lnTo>
                      <a:lnTo>
                        <a:pt x="338" y="152"/>
                      </a:lnTo>
                      <a:lnTo>
                        <a:pt x="338" y="150"/>
                      </a:lnTo>
                      <a:lnTo>
                        <a:pt x="334" y="141"/>
                      </a:lnTo>
                      <a:lnTo>
                        <a:pt x="332" y="138"/>
                      </a:lnTo>
                      <a:lnTo>
                        <a:pt x="331" y="137"/>
                      </a:lnTo>
                      <a:lnTo>
                        <a:pt x="329" y="136"/>
                      </a:lnTo>
                      <a:lnTo>
                        <a:pt x="323" y="137"/>
                      </a:lnTo>
                      <a:lnTo>
                        <a:pt x="322" y="135"/>
                      </a:lnTo>
                      <a:lnTo>
                        <a:pt x="323" y="133"/>
                      </a:lnTo>
                      <a:lnTo>
                        <a:pt x="324" y="131"/>
                      </a:lnTo>
                      <a:lnTo>
                        <a:pt x="324" y="128"/>
                      </a:lnTo>
                      <a:lnTo>
                        <a:pt x="320" y="129"/>
                      </a:lnTo>
                      <a:lnTo>
                        <a:pt x="315" y="130"/>
                      </a:lnTo>
                      <a:lnTo>
                        <a:pt x="312" y="133"/>
                      </a:lnTo>
                      <a:lnTo>
                        <a:pt x="310" y="130"/>
                      </a:lnTo>
                      <a:lnTo>
                        <a:pt x="308" y="130"/>
                      </a:lnTo>
                      <a:lnTo>
                        <a:pt x="308" y="127"/>
                      </a:lnTo>
                      <a:lnTo>
                        <a:pt x="311" y="126"/>
                      </a:lnTo>
                      <a:lnTo>
                        <a:pt x="308" y="122"/>
                      </a:lnTo>
                      <a:lnTo>
                        <a:pt x="304" y="123"/>
                      </a:lnTo>
                      <a:lnTo>
                        <a:pt x="301" y="123"/>
                      </a:lnTo>
                      <a:lnTo>
                        <a:pt x="300" y="122"/>
                      </a:lnTo>
                      <a:lnTo>
                        <a:pt x="301" y="119"/>
                      </a:lnTo>
                      <a:lnTo>
                        <a:pt x="302" y="116"/>
                      </a:lnTo>
                      <a:lnTo>
                        <a:pt x="300" y="115"/>
                      </a:lnTo>
                      <a:lnTo>
                        <a:pt x="294" y="114"/>
                      </a:lnTo>
                      <a:lnTo>
                        <a:pt x="285" y="111"/>
                      </a:lnTo>
                      <a:lnTo>
                        <a:pt x="282" y="110"/>
                      </a:lnTo>
                      <a:lnTo>
                        <a:pt x="281" y="108"/>
                      </a:lnTo>
                      <a:lnTo>
                        <a:pt x="285" y="108"/>
                      </a:lnTo>
                      <a:lnTo>
                        <a:pt x="285" y="106"/>
                      </a:lnTo>
                      <a:lnTo>
                        <a:pt x="289" y="105"/>
                      </a:lnTo>
                      <a:lnTo>
                        <a:pt x="287" y="104"/>
                      </a:lnTo>
                      <a:lnTo>
                        <a:pt x="287" y="102"/>
                      </a:lnTo>
                      <a:lnTo>
                        <a:pt x="283" y="98"/>
                      </a:lnTo>
                      <a:lnTo>
                        <a:pt x="284" y="96"/>
                      </a:lnTo>
                      <a:lnTo>
                        <a:pt x="288" y="96"/>
                      </a:lnTo>
                      <a:lnTo>
                        <a:pt x="289" y="94"/>
                      </a:lnTo>
                      <a:lnTo>
                        <a:pt x="286" y="92"/>
                      </a:lnTo>
                      <a:lnTo>
                        <a:pt x="282" y="89"/>
                      </a:lnTo>
                      <a:lnTo>
                        <a:pt x="279" y="90"/>
                      </a:lnTo>
                      <a:lnTo>
                        <a:pt x="278" y="88"/>
                      </a:lnTo>
                      <a:lnTo>
                        <a:pt x="282" y="87"/>
                      </a:lnTo>
                      <a:lnTo>
                        <a:pt x="283" y="88"/>
                      </a:lnTo>
                      <a:lnTo>
                        <a:pt x="285" y="87"/>
                      </a:lnTo>
                      <a:lnTo>
                        <a:pt x="285" y="84"/>
                      </a:lnTo>
                      <a:lnTo>
                        <a:pt x="293" y="89"/>
                      </a:lnTo>
                      <a:lnTo>
                        <a:pt x="296" y="89"/>
                      </a:lnTo>
                      <a:lnTo>
                        <a:pt x="300" y="87"/>
                      </a:lnTo>
                      <a:lnTo>
                        <a:pt x="304" y="88"/>
                      </a:lnTo>
                      <a:lnTo>
                        <a:pt x="305" y="86"/>
                      </a:lnTo>
                      <a:lnTo>
                        <a:pt x="305" y="84"/>
                      </a:lnTo>
                      <a:lnTo>
                        <a:pt x="302" y="81"/>
                      </a:lnTo>
                      <a:lnTo>
                        <a:pt x="298" y="78"/>
                      </a:lnTo>
                      <a:lnTo>
                        <a:pt x="293" y="78"/>
                      </a:lnTo>
                      <a:lnTo>
                        <a:pt x="288" y="78"/>
                      </a:lnTo>
                      <a:lnTo>
                        <a:pt x="284" y="76"/>
                      </a:lnTo>
                      <a:lnTo>
                        <a:pt x="283" y="79"/>
                      </a:lnTo>
                      <a:lnTo>
                        <a:pt x="279" y="75"/>
                      </a:lnTo>
                      <a:lnTo>
                        <a:pt x="276" y="72"/>
                      </a:lnTo>
                      <a:lnTo>
                        <a:pt x="274" y="74"/>
                      </a:lnTo>
                      <a:lnTo>
                        <a:pt x="277" y="71"/>
                      </a:lnTo>
                      <a:lnTo>
                        <a:pt x="282" y="71"/>
                      </a:lnTo>
                      <a:lnTo>
                        <a:pt x="285" y="69"/>
                      </a:lnTo>
                      <a:lnTo>
                        <a:pt x="287" y="66"/>
                      </a:lnTo>
                      <a:lnTo>
                        <a:pt x="290" y="65"/>
                      </a:lnTo>
                      <a:lnTo>
                        <a:pt x="295" y="68"/>
                      </a:lnTo>
                      <a:lnTo>
                        <a:pt x="297" y="63"/>
                      </a:lnTo>
                      <a:lnTo>
                        <a:pt x="296" y="60"/>
                      </a:lnTo>
                      <a:lnTo>
                        <a:pt x="287" y="48"/>
                      </a:lnTo>
                      <a:lnTo>
                        <a:pt x="283" y="46"/>
                      </a:lnTo>
                      <a:lnTo>
                        <a:pt x="281" y="50"/>
                      </a:lnTo>
                      <a:lnTo>
                        <a:pt x="282" y="53"/>
                      </a:lnTo>
                      <a:lnTo>
                        <a:pt x="278" y="56"/>
                      </a:lnTo>
                      <a:lnTo>
                        <a:pt x="276" y="59"/>
                      </a:lnTo>
                      <a:lnTo>
                        <a:pt x="272" y="59"/>
                      </a:lnTo>
                      <a:lnTo>
                        <a:pt x="276" y="53"/>
                      </a:lnTo>
                      <a:lnTo>
                        <a:pt x="276" y="50"/>
                      </a:lnTo>
                      <a:lnTo>
                        <a:pt x="268" y="51"/>
                      </a:lnTo>
                      <a:lnTo>
                        <a:pt x="265" y="53"/>
                      </a:lnTo>
                      <a:lnTo>
                        <a:pt x="264" y="51"/>
                      </a:lnTo>
                      <a:lnTo>
                        <a:pt x="267" y="48"/>
                      </a:lnTo>
                      <a:lnTo>
                        <a:pt x="274" y="45"/>
                      </a:lnTo>
                      <a:lnTo>
                        <a:pt x="276" y="40"/>
                      </a:lnTo>
                      <a:lnTo>
                        <a:pt x="279" y="43"/>
                      </a:lnTo>
                      <a:lnTo>
                        <a:pt x="279" y="40"/>
                      </a:lnTo>
                      <a:lnTo>
                        <a:pt x="279" y="35"/>
                      </a:lnTo>
                      <a:lnTo>
                        <a:pt x="271" y="32"/>
                      </a:lnTo>
                      <a:lnTo>
                        <a:pt x="268" y="29"/>
                      </a:lnTo>
                      <a:lnTo>
                        <a:pt x="265" y="29"/>
                      </a:lnTo>
                      <a:lnTo>
                        <a:pt x="260" y="30"/>
                      </a:lnTo>
                      <a:lnTo>
                        <a:pt x="258" y="34"/>
                      </a:lnTo>
                      <a:lnTo>
                        <a:pt x="256" y="35"/>
                      </a:lnTo>
                      <a:lnTo>
                        <a:pt x="254" y="38"/>
                      </a:lnTo>
                      <a:lnTo>
                        <a:pt x="254" y="37"/>
                      </a:lnTo>
                      <a:lnTo>
                        <a:pt x="255" y="33"/>
                      </a:lnTo>
                      <a:lnTo>
                        <a:pt x="258" y="30"/>
                      </a:lnTo>
                      <a:lnTo>
                        <a:pt x="260" y="25"/>
                      </a:lnTo>
                      <a:lnTo>
                        <a:pt x="258" y="26"/>
                      </a:lnTo>
                      <a:lnTo>
                        <a:pt x="256" y="28"/>
                      </a:lnTo>
                      <a:lnTo>
                        <a:pt x="252" y="29"/>
                      </a:lnTo>
                      <a:lnTo>
                        <a:pt x="248" y="33"/>
                      </a:lnTo>
                      <a:lnTo>
                        <a:pt x="248" y="30"/>
                      </a:lnTo>
                      <a:lnTo>
                        <a:pt x="250" y="27"/>
                      </a:lnTo>
                      <a:lnTo>
                        <a:pt x="252" y="22"/>
                      </a:lnTo>
                      <a:lnTo>
                        <a:pt x="251" y="17"/>
                      </a:lnTo>
                      <a:lnTo>
                        <a:pt x="248" y="16"/>
                      </a:lnTo>
                      <a:lnTo>
                        <a:pt x="245" y="20"/>
                      </a:lnTo>
                      <a:lnTo>
                        <a:pt x="241" y="21"/>
                      </a:lnTo>
                      <a:lnTo>
                        <a:pt x="239" y="18"/>
                      </a:lnTo>
                      <a:lnTo>
                        <a:pt x="232" y="16"/>
                      </a:lnTo>
                      <a:lnTo>
                        <a:pt x="239" y="15"/>
                      </a:lnTo>
                      <a:lnTo>
                        <a:pt x="242" y="15"/>
                      </a:lnTo>
                      <a:lnTo>
                        <a:pt x="244" y="12"/>
                      </a:lnTo>
                      <a:lnTo>
                        <a:pt x="246" y="10"/>
                      </a:lnTo>
                      <a:lnTo>
                        <a:pt x="244" y="4"/>
                      </a:lnTo>
                      <a:lnTo>
                        <a:pt x="217" y="4"/>
                      </a:lnTo>
                      <a:lnTo>
                        <a:pt x="217" y="6"/>
                      </a:lnTo>
                      <a:lnTo>
                        <a:pt x="217" y="4"/>
                      </a:lnTo>
                      <a:lnTo>
                        <a:pt x="214" y="5"/>
                      </a:lnTo>
                      <a:lnTo>
                        <a:pt x="214" y="4"/>
                      </a:lnTo>
                      <a:lnTo>
                        <a:pt x="207" y="0"/>
                      </a:lnTo>
                      <a:lnTo>
                        <a:pt x="68" y="1"/>
                      </a:lnTo>
                      <a:lnTo>
                        <a:pt x="68" y="3"/>
                      </a:lnTo>
                      <a:lnTo>
                        <a:pt x="67" y="4"/>
                      </a:lnTo>
                      <a:lnTo>
                        <a:pt x="67" y="8"/>
                      </a:lnTo>
                      <a:lnTo>
                        <a:pt x="67" y="12"/>
                      </a:lnTo>
                      <a:lnTo>
                        <a:pt x="67" y="16"/>
                      </a:lnTo>
                      <a:lnTo>
                        <a:pt x="65" y="21"/>
                      </a:lnTo>
                      <a:lnTo>
                        <a:pt x="64" y="20"/>
                      </a:lnTo>
                      <a:lnTo>
                        <a:pt x="64" y="15"/>
                      </a:lnTo>
                      <a:lnTo>
                        <a:pt x="65" y="13"/>
                      </a:lnTo>
                      <a:lnTo>
                        <a:pt x="64" y="12"/>
                      </a:lnTo>
                      <a:lnTo>
                        <a:pt x="63" y="12"/>
                      </a:lnTo>
                      <a:lnTo>
                        <a:pt x="59" y="12"/>
                      </a:lnTo>
                      <a:lnTo>
                        <a:pt x="56" y="13"/>
                      </a:lnTo>
                      <a:lnTo>
                        <a:pt x="52" y="15"/>
                      </a:lnTo>
                      <a:lnTo>
                        <a:pt x="48" y="19"/>
                      </a:lnTo>
                      <a:lnTo>
                        <a:pt x="44" y="18"/>
                      </a:lnTo>
                      <a:lnTo>
                        <a:pt x="50" y="14"/>
                      </a:lnTo>
                      <a:lnTo>
                        <a:pt x="52" y="11"/>
                      </a:lnTo>
                      <a:lnTo>
                        <a:pt x="58" y="9"/>
                      </a:lnTo>
                      <a:lnTo>
                        <a:pt x="59" y="8"/>
                      </a:lnTo>
                      <a:lnTo>
                        <a:pt x="62" y="7"/>
                      </a:lnTo>
                      <a:lnTo>
                        <a:pt x="65" y="7"/>
                      </a:lnTo>
                      <a:lnTo>
                        <a:pt x="65" y="6"/>
                      </a:lnTo>
                      <a:lnTo>
                        <a:pt x="64" y="2"/>
                      </a:lnTo>
                      <a:lnTo>
                        <a:pt x="63" y="0"/>
                      </a:lnTo>
                      <a:lnTo>
                        <a:pt x="0" y="1"/>
                      </a:lnTo>
                      <a:lnTo>
                        <a:pt x="1" y="4"/>
                      </a:lnTo>
                      <a:lnTo>
                        <a:pt x="2" y="6"/>
                      </a:lnTo>
                      <a:lnTo>
                        <a:pt x="14" y="8"/>
                      </a:lnTo>
                      <a:lnTo>
                        <a:pt x="26" y="9"/>
                      </a:lnTo>
                      <a:lnTo>
                        <a:pt x="29" y="13"/>
                      </a:lnTo>
                      <a:lnTo>
                        <a:pt x="33" y="16"/>
                      </a:lnTo>
                      <a:lnTo>
                        <a:pt x="37" y="19"/>
                      </a:lnTo>
                      <a:lnTo>
                        <a:pt x="30" y="22"/>
                      </a:lnTo>
                      <a:lnTo>
                        <a:pt x="24" y="22"/>
                      </a:lnTo>
                      <a:lnTo>
                        <a:pt x="16" y="17"/>
                      </a:lnTo>
                      <a:lnTo>
                        <a:pt x="11" y="17"/>
                      </a:lnTo>
                      <a:lnTo>
                        <a:pt x="8" y="16"/>
                      </a:lnTo>
                      <a:lnTo>
                        <a:pt x="10" y="19"/>
                      </a:lnTo>
                      <a:lnTo>
                        <a:pt x="8" y="23"/>
                      </a:lnTo>
                      <a:lnTo>
                        <a:pt x="10" y="26"/>
                      </a:lnTo>
                      <a:lnTo>
                        <a:pt x="13" y="33"/>
                      </a:lnTo>
                      <a:lnTo>
                        <a:pt x="19" y="39"/>
                      </a:lnTo>
                      <a:lnTo>
                        <a:pt x="27" y="44"/>
                      </a:lnTo>
                      <a:lnTo>
                        <a:pt x="24" y="45"/>
                      </a:lnTo>
                      <a:lnTo>
                        <a:pt x="28" y="47"/>
                      </a:lnTo>
                      <a:lnTo>
                        <a:pt x="29" y="45"/>
                      </a:lnTo>
                      <a:lnTo>
                        <a:pt x="32" y="45"/>
                      </a:lnTo>
                      <a:lnTo>
                        <a:pt x="38" y="46"/>
                      </a:lnTo>
                      <a:lnTo>
                        <a:pt x="43" y="45"/>
                      </a:lnTo>
                      <a:lnTo>
                        <a:pt x="45" y="40"/>
                      </a:lnTo>
                      <a:lnTo>
                        <a:pt x="45" y="47"/>
                      </a:lnTo>
                      <a:lnTo>
                        <a:pt x="48" y="52"/>
                      </a:lnTo>
                      <a:lnTo>
                        <a:pt x="52" y="56"/>
                      </a:lnTo>
                      <a:lnTo>
                        <a:pt x="59" y="58"/>
                      </a:lnTo>
                      <a:lnTo>
                        <a:pt x="61" y="58"/>
                      </a:lnTo>
                      <a:lnTo>
                        <a:pt x="58" y="56"/>
                      </a:lnTo>
                      <a:lnTo>
                        <a:pt x="61" y="55"/>
                      </a:lnTo>
                      <a:lnTo>
                        <a:pt x="68" y="58"/>
                      </a:lnTo>
                      <a:lnTo>
                        <a:pt x="80" y="59"/>
                      </a:lnTo>
                      <a:lnTo>
                        <a:pt x="83" y="61"/>
                      </a:lnTo>
                      <a:lnTo>
                        <a:pt x="84" y="60"/>
                      </a:lnTo>
                      <a:lnTo>
                        <a:pt x="89" y="57"/>
                      </a:lnTo>
                      <a:lnTo>
                        <a:pt x="98" y="63"/>
                      </a:lnTo>
                      <a:lnTo>
                        <a:pt x="101" y="63"/>
                      </a:lnTo>
                      <a:lnTo>
                        <a:pt x="102" y="64"/>
                      </a:lnTo>
                      <a:lnTo>
                        <a:pt x="103" y="62"/>
                      </a:lnTo>
                      <a:lnTo>
                        <a:pt x="103" y="63"/>
                      </a:lnTo>
                      <a:lnTo>
                        <a:pt x="104" y="64"/>
                      </a:lnTo>
                      <a:lnTo>
                        <a:pt x="106" y="61"/>
                      </a:lnTo>
                      <a:lnTo>
                        <a:pt x="109" y="59"/>
                      </a:lnTo>
                      <a:lnTo>
                        <a:pt x="113" y="61"/>
                      </a:lnTo>
                      <a:lnTo>
                        <a:pt x="116" y="67"/>
                      </a:lnTo>
                      <a:lnTo>
                        <a:pt x="118" y="67"/>
                      </a:lnTo>
                      <a:lnTo>
                        <a:pt x="117" y="63"/>
                      </a:lnTo>
                      <a:lnTo>
                        <a:pt x="112" y="58"/>
                      </a:lnTo>
                      <a:lnTo>
                        <a:pt x="108" y="56"/>
                      </a:lnTo>
                      <a:lnTo>
                        <a:pt x="108" y="53"/>
                      </a:lnTo>
                      <a:lnTo>
                        <a:pt x="121" y="57"/>
                      </a:lnTo>
                      <a:lnTo>
                        <a:pt x="124" y="58"/>
                      </a:lnTo>
                      <a:lnTo>
                        <a:pt x="127" y="57"/>
                      </a:lnTo>
                      <a:lnTo>
                        <a:pt x="128" y="58"/>
                      </a:lnTo>
                      <a:lnTo>
                        <a:pt x="130" y="58"/>
                      </a:lnTo>
                      <a:lnTo>
                        <a:pt x="133" y="64"/>
                      </a:lnTo>
                      <a:lnTo>
                        <a:pt x="139" y="62"/>
                      </a:lnTo>
                      <a:lnTo>
                        <a:pt x="144" y="61"/>
                      </a:lnTo>
                      <a:lnTo>
                        <a:pt x="146" y="58"/>
                      </a:lnTo>
                      <a:lnTo>
                        <a:pt x="145" y="53"/>
                      </a:lnTo>
                      <a:lnTo>
                        <a:pt x="141" y="44"/>
                      </a:lnTo>
                      <a:lnTo>
                        <a:pt x="138" y="45"/>
                      </a:lnTo>
                      <a:lnTo>
                        <a:pt x="136" y="43"/>
                      </a:lnTo>
                      <a:lnTo>
                        <a:pt x="139" y="40"/>
                      </a:lnTo>
                      <a:lnTo>
                        <a:pt x="145" y="42"/>
                      </a:lnTo>
                      <a:lnTo>
                        <a:pt x="153" y="50"/>
                      </a:lnTo>
                      <a:lnTo>
                        <a:pt x="154" y="48"/>
                      </a:lnTo>
                      <a:lnTo>
                        <a:pt x="157" y="50"/>
                      </a:lnTo>
                      <a:lnTo>
                        <a:pt x="160" y="49"/>
                      </a:lnTo>
                      <a:lnTo>
                        <a:pt x="160" y="64"/>
                      </a:lnTo>
                      <a:lnTo>
                        <a:pt x="162" y="66"/>
                      </a:lnTo>
                      <a:lnTo>
                        <a:pt x="164" y="62"/>
                      </a:lnTo>
                      <a:lnTo>
                        <a:pt x="166" y="64"/>
                      </a:lnTo>
                      <a:lnTo>
                        <a:pt x="169" y="64"/>
                      </a:lnTo>
                      <a:lnTo>
                        <a:pt x="170" y="66"/>
                      </a:lnTo>
                      <a:lnTo>
                        <a:pt x="170" y="68"/>
                      </a:lnTo>
                      <a:lnTo>
                        <a:pt x="167" y="71"/>
                      </a:lnTo>
                      <a:lnTo>
                        <a:pt x="170" y="71"/>
                      </a:lnTo>
                      <a:lnTo>
                        <a:pt x="173" y="73"/>
                      </a:lnTo>
                      <a:lnTo>
                        <a:pt x="175" y="76"/>
                      </a:lnTo>
                      <a:lnTo>
                        <a:pt x="184" y="84"/>
                      </a:lnTo>
                      <a:lnTo>
                        <a:pt x="185" y="90"/>
                      </a:lnTo>
                      <a:lnTo>
                        <a:pt x="181" y="94"/>
                      </a:lnTo>
                      <a:lnTo>
                        <a:pt x="176" y="92"/>
                      </a:lnTo>
                      <a:lnTo>
                        <a:pt x="172" y="92"/>
                      </a:lnTo>
                      <a:lnTo>
                        <a:pt x="174" y="99"/>
                      </a:lnTo>
                      <a:lnTo>
                        <a:pt x="173" y="106"/>
                      </a:lnTo>
                      <a:lnTo>
                        <a:pt x="178" y="105"/>
                      </a:lnTo>
                      <a:lnTo>
                        <a:pt x="185" y="100"/>
                      </a:lnTo>
                      <a:lnTo>
                        <a:pt x="187" y="96"/>
                      </a:lnTo>
                      <a:lnTo>
                        <a:pt x="190" y="97"/>
                      </a:lnTo>
                      <a:lnTo>
                        <a:pt x="194" y="94"/>
                      </a:lnTo>
                      <a:lnTo>
                        <a:pt x="199" y="93"/>
                      </a:lnTo>
                      <a:lnTo>
                        <a:pt x="203" y="94"/>
                      </a:lnTo>
                      <a:lnTo>
                        <a:pt x="196" y="96"/>
                      </a:lnTo>
                      <a:lnTo>
                        <a:pt x="197" y="97"/>
                      </a:lnTo>
                      <a:lnTo>
                        <a:pt x="195" y="101"/>
                      </a:lnTo>
                      <a:lnTo>
                        <a:pt x="201" y="108"/>
                      </a:lnTo>
                      <a:lnTo>
                        <a:pt x="204" y="111"/>
                      </a:lnTo>
                      <a:lnTo>
                        <a:pt x="206" y="110"/>
                      </a:lnTo>
                      <a:lnTo>
                        <a:pt x="204" y="106"/>
                      </a:lnTo>
                      <a:lnTo>
                        <a:pt x="204" y="104"/>
                      </a:lnTo>
                      <a:lnTo>
                        <a:pt x="209" y="105"/>
                      </a:lnTo>
                      <a:lnTo>
                        <a:pt x="208" y="114"/>
                      </a:lnTo>
                      <a:lnTo>
                        <a:pt x="210" y="118"/>
                      </a:lnTo>
                      <a:lnTo>
                        <a:pt x="214" y="121"/>
                      </a:lnTo>
                      <a:lnTo>
                        <a:pt x="217" y="119"/>
                      </a:lnTo>
                      <a:lnTo>
                        <a:pt x="220" y="124"/>
                      </a:lnTo>
                      <a:lnTo>
                        <a:pt x="221" y="130"/>
                      </a:lnTo>
                      <a:lnTo>
                        <a:pt x="222" y="134"/>
                      </a:lnTo>
                      <a:lnTo>
                        <a:pt x="224" y="136"/>
                      </a:lnTo>
                      <a:lnTo>
                        <a:pt x="224" y="142"/>
                      </a:lnTo>
                      <a:lnTo>
                        <a:pt x="226" y="145"/>
                      </a:lnTo>
                      <a:lnTo>
                        <a:pt x="227" y="149"/>
                      </a:lnTo>
                      <a:lnTo>
                        <a:pt x="227" y="153"/>
                      </a:lnTo>
                      <a:lnTo>
                        <a:pt x="229" y="154"/>
                      </a:lnTo>
                      <a:lnTo>
                        <a:pt x="227" y="157"/>
                      </a:lnTo>
                      <a:lnTo>
                        <a:pt x="226" y="160"/>
                      </a:lnTo>
                      <a:lnTo>
                        <a:pt x="223" y="162"/>
                      </a:lnTo>
                      <a:lnTo>
                        <a:pt x="221" y="164"/>
                      </a:lnTo>
                      <a:lnTo>
                        <a:pt x="220" y="172"/>
                      </a:lnTo>
                      <a:lnTo>
                        <a:pt x="219" y="173"/>
                      </a:lnTo>
                      <a:lnTo>
                        <a:pt x="216" y="174"/>
                      </a:lnTo>
                      <a:lnTo>
                        <a:pt x="213" y="178"/>
                      </a:lnTo>
                      <a:lnTo>
                        <a:pt x="210" y="181"/>
                      </a:lnTo>
                      <a:lnTo>
                        <a:pt x="207" y="186"/>
                      </a:lnTo>
                      <a:lnTo>
                        <a:pt x="202" y="190"/>
                      </a:lnTo>
                      <a:lnTo>
                        <a:pt x="202" y="193"/>
                      </a:lnTo>
                      <a:lnTo>
                        <a:pt x="205" y="198"/>
                      </a:lnTo>
                      <a:lnTo>
                        <a:pt x="209" y="202"/>
                      </a:lnTo>
                      <a:lnTo>
                        <a:pt x="210" y="206"/>
                      </a:lnTo>
                      <a:lnTo>
                        <a:pt x="213" y="207"/>
                      </a:lnTo>
                      <a:lnTo>
                        <a:pt x="213" y="213"/>
                      </a:lnTo>
                      <a:lnTo>
                        <a:pt x="208" y="211"/>
                      </a:lnTo>
                      <a:lnTo>
                        <a:pt x="208" y="212"/>
                      </a:lnTo>
                      <a:lnTo>
                        <a:pt x="205" y="210"/>
                      </a:lnTo>
                      <a:lnTo>
                        <a:pt x="204" y="212"/>
                      </a:lnTo>
                      <a:lnTo>
                        <a:pt x="202" y="213"/>
                      </a:lnTo>
                      <a:lnTo>
                        <a:pt x="198" y="215"/>
                      </a:lnTo>
                      <a:lnTo>
                        <a:pt x="192" y="215"/>
                      </a:lnTo>
                      <a:lnTo>
                        <a:pt x="192" y="218"/>
                      </a:lnTo>
                      <a:lnTo>
                        <a:pt x="190" y="219"/>
                      </a:lnTo>
                      <a:lnTo>
                        <a:pt x="186" y="217"/>
                      </a:lnTo>
                      <a:lnTo>
                        <a:pt x="179" y="218"/>
                      </a:lnTo>
                      <a:lnTo>
                        <a:pt x="174" y="215"/>
                      </a:lnTo>
                      <a:lnTo>
                        <a:pt x="171" y="215"/>
                      </a:lnTo>
                      <a:lnTo>
                        <a:pt x="168" y="214"/>
                      </a:lnTo>
                      <a:lnTo>
                        <a:pt x="166" y="213"/>
                      </a:lnTo>
                      <a:lnTo>
                        <a:pt x="164" y="213"/>
                      </a:lnTo>
                      <a:lnTo>
                        <a:pt x="165" y="216"/>
                      </a:lnTo>
                      <a:lnTo>
                        <a:pt x="163" y="216"/>
                      </a:lnTo>
                      <a:lnTo>
                        <a:pt x="164" y="221"/>
                      </a:lnTo>
                      <a:lnTo>
                        <a:pt x="161" y="222"/>
                      </a:lnTo>
                      <a:lnTo>
                        <a:pt x="156" y="226"/>
                      </a:lnTo>
                      <a:lnTo>
                        <a:pt x="155" y="229"/>
                      </a:lnTo>
                      <a:lnTo>
                        <a:pt x="154" y="233"/>
                      </a:lnTo>
                      <a:lnTo>
                        <a:pt x="154" y="237"/>
                      </a:lnTo>
                      <a:lnTo>
                        <a:pt x="156" y="242"/>
                      </a:lnTo>
                      <a:lnTo>
                        <a:pt x="159" y="245"/>
                      </a:lnTo>
                      <a:lnTo>
                        <a:pt x="161" y="245"/>
                      </a:lnTo>
                      <a:lnTo>
                        <a:pt x="164" y="248"/>
                      </a:lnTo>
                      <a:lnTo>
                        <a:pt x="166" y="248"/>
                      </a:lnTo>
                      <a:lnTo>
                        <a:pt x="171" y="249"/>
                      </a:lnTo>
                      <a:lnTo>
                        <a:pt x="172" y="250"/>
                      </a:lnTo>
                      <a:lnTo>
                        <a:pt x="173" y="249"/>
                      </a:lnTo>
                      <a:lnTo>
                        <a:pt x="178" y="248"/>
                      </a:lnTo>
                      <a:lnTo>
                        <a:pt x="178" y="246"/>
                      </a:lnTo>
                      <a:lnTo>
                        <a:pt x="182" y="246"/>
                      </a:lnTo>
                      <a:lnTo>
                        <a:pt x="183" y="245"/>
                      </a:lnTo>
                      <a:lnTo>
                        <a:pt x="184" y="242"/>
                      </a:lnTo>
                      <a:lnTo>
                        <a:pt x="183" y="240"/>
                      </a:lnTo>
                      <a:lnTo>
                        <a:pt x="185" y="239"/>
                      </a:lnTo>
                      <a:lnTo>
                        <a:pt x="189" y="239"/>
                      </a:lnTo>
                      <a:lnTo>
                        <a:pt x="190" y="241"/>
                      </a:lnTo>
                      <a:lnTo>
                        <a:pt x="191" y="243"/>
                      </a:lnTo>
                      <a:lnTo>
                        <a:pt x="197" y="244"/>
                      </a:lnTo>
                      <a:lnTo>
                        <a:pt x="199" y="245"/>
                      </a:lnTo>
                      <a:lnTo>
                        <a:pt x="198" y="242"/>
                      </a:lnTo>
                      <a:lnTo>
                        <a:pt x="200" y="240"/>
                      </a:lnTo>
                      <a:lnTo>
                        <a:pt x="201" y="242"/>
                      </a:lnTo>
                      <a:lnTo>
                        <a:pt x="198" y="237"/>
                      </a:lnTo>
                      <a:lnTo>
                        <a:pt x="195" y="236"/>
                      </a:lnTo>
                      <a:lnTo>
                        <a:pt x="195" y="233"/>
                      </a:lnTo>
                      <a:lnTo>
                        <a:pt x="198" y="232"/>
                      </a:lnTo>
                      <a:lnTo>
                        <a:pt x="199" y="231"/>
                      </a:lnTo>
                      <a:lnTo>
                        <a:pt x="199" y="233"/>
                      </a:lnTo>
                      <a:lnTo>
                        <a:pt x="199" y="236"/>
                      </a:lnTo>
                      <a:lnTo>
                        <a:pt x="201" y="234"/>
                      </a:lnTo>
                      <a:lnTo>
                        <a:pt x="202" y="236"/>
                      </a:lnTo>
                      <a:lnTo>
                        <a:pt x="204" y="238"/>
                      </a:lnTo>
                      <a:lnTo>
                        <a:pt x="205" y="237"/>
                      </a:lnTo>
                      <a:lnTo>
                        <a:pt x="207" y="236"/>
                      </a:lnTo>
                      <a:lnTo>
                        <a:pt x="208" y="236"/>
                      </a:lnTo>
                      <a:lnTo>
                        <a:pt x="210" y="239"/>
                      </a:lnTo>
                      <a:lnTo>
                        <a:pt x="212" y="238"/>
                      </a:lnTo>
                      <a:lnTo>
                        <a:pt x="214" y="238"/>
                      </a:lnTo>
                      <a:lnTo>
                        <a:pt x="215" y="241"/>
                      </a:lnTo>
                      <a:lnTo>
                        <a:pt x="215" y="242"/>
                      </a:lnTo>
                      <a:lnTo>
                        <a:pt x="215" y="245"/>
                      </a:lnTo>
                      <a:lnTo>
                        <a:pt x="216" y="248"/>
                      </a:lnTo>
                      <a:lnTo>
                        <a:pt x="217" y="247"/>
                      </a:lnTo>
                      <a:lnTo>
                        <a:pt x="220" y="251"/>
                      </a:lnTo>
                      <a:lnTo>
                        <a:pt x="220" y="253"/>
                      </a:lnTo>
                      <a:lnTo>
                        <a:pt x="220" y="255"/>
                      </a:lnTo>
                      <a:lnTo>
                        <a:pt x="221" y="255"/>
                      </a:lnTo>
                      <a:lnTo>
                        <a:pt x="221" y="258"/>
                      </a:lnTo>
                      <a:lnTo>
                        <a:pt x="223" y="257"/>
                      </a:lnTo>
                      <a:lnTo>
                        <a:pt x="224" y="258"/>
                      </a:lnTo>
                      <a:lnTo>
                        <a:pt x="226" y="262"/>
                      </a:lnTo>
                      <a:lnTo>
                        <a:pt x="227" y="262"/>
                      </a:lnTo>
                      <a:lnTo>
                        <a:pt x="228" y="261"/>
                      </a:lnTo>
                      <a:lnTo>
                        <a:pt x="230" y="261"/>
                      </a:lnTo>
                      <a:lnTo>
                        <a:pt x="230" y="263"/>
                      </a:lnTo>
                      <a:lnTo>
                        <a:pt x="231" y="265"/>
                      </a:lnTo>
                      <a:lnTo>
                        <a:pt x="233" y="266"/>
                      </a:lnTo>
                      <a:lnTo>
                        <a:pt x="233" y="264"/>
                      </a:lnTo>
                      <a:lnTo>
                        <a:pt x="235" y="261"/>
                      </a:lnTo>
                      <a:lnTo>
                        <a:pt x="237" y="265"/>
                      </a:lnTo>
                      <a:lnTo>
                        <a:pt x="239" y="266"/>
                      </a:lnTo>
                      <a:lnTo>
                        <a:pt x="239" y="268"/>
                      </a:lnTo>
                      <a:lnTo>
                        <a:pt x="242" y="268"/>
                      </a:lnTo>
                      <a:lnTo>
                        <a:pt x="239" y="272"/>
                      </a:lnTo>
                      <a:lnTo>
                        <a:pt x="235" y="273"/>
                      </a:lnTo>
                      <a:lnTo>
                        <a:pt x="232" y="270"/>
                      </a:lnTo>
                      <a:lnTo>
                        <a:pt x="234" y="274"/>
                      </a:lnTo>
                      <a:lnTo>
                        <a:pt x="238" y="281"/>
                      </a:lnTo>
                      <a:lnTo>
                        <a:pt x="240" y="282"/>
                      </a:lnTo>
                      <a:lnTo>
                        <a:pt x="243" y="285"/>
                      </a:lnTo>
                      <a:lnTo>
                        <a:pt x="243" y="2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49" name="Freeform 237">
                  <a:extLst>
                    <a:ext uri="{FF2B5EF4-FFF2-40B4-BE49-F238E27FC236}">
                      <a16:creationId xmlns:a16="http://schemas.microsoft.com/office/drawing/2014/main" id="{3A846731-FEF7-C9C6-F8C7-5114B418FE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02" y="1396"/>
                  <a:ext cx="1104" cy="738"/>
                </a:xfrm>
                <a:custGeom>
                  <a:avLst/>
                  <a:gdLst/>
                  <a:ahLst/>
                  <a:cxnLst>
                    <a:cxn ang="0">
                      <a:pos x="974" y="583"/>
                    </a:cxn>
                    <a:cxn ang="0">
                      <a:pos x="935" y="619"/>
                    </a:cxn>
                    <a:cxn ang="0">
                      <a:pos x="985" y="652"/>
                    </a:cxn>
                    <a:cxn ang="0">
                      <a:pos x="1008" y="688"/>
                    </a:cxn>
                    <a:cxn ang="0">
                      <a:pos x="991" y="679"/>
                    </a:cxn>
                    <a:cxn ang="0">
                      <a:pos x="937" y="643"/>
                    </a:cxn>
                    <a:cxn ang="0">
                      <a:pos x="828" y="701"/>
                    </a:cxn>
                    <a:cxn ang="0">
                      <a:pos x="758" y="736"/>
                    </a:cxn>
                    <a:cxn ang="0">
                      <a:pos x="773" y="686"/>
                    </a:cxn>
                    <a:cxn ang="0">
                      <a:pos x="765" y="665"/>
                    </a:cxn>
                    <a:cxn ang="0">
                      <a:pos x="703" y="614"/>
                    </a:cxn>
                    <a:cxn ang="0">
                      <a:pos x="627" y="618"/>
                    </a:cxn>
                    <a:cxn ang="0">
                      <a:pos x="322" y="609"/>
                    </a:cxn>
                    <a:cxn ang="0">
                      <a:pos x="221" y="588"/>
                    </a:cxn>
                    <a:cxn ang="0">
                      <a:pos x="191" y="568"/>
                    </a:cxn>
                    <a:cxn ang="0">
                      <a:pos x="164" y="540"/>
                    </a:cxn>
                    <a:cxn ang="0">
                      <a:pos x="139" y="489"/>
                    </a:cxn>
                    <a:cxn ang="0">
                      <a:pos x="97" y="406"/>
                    </a:cxn>
                    <a:cxn ang="0">
                      <a:pos x="35" y="376"/>
                    </a:cxn>
                    <a:cxn ang="0">
                      <a:pos x="45" y="91"/>
                    </a:cxn>
                    <a:cxn ang="0">
                      <a:pos x="94" y="76"/>
                    </a:cxn>
                    <a:cxn ang="0">
                      <a:pos x="118" y="70"/>
                    </a:cxn>
                    <a:cxn ang="0">
                      <a:pos x="153" y="64"/>
                    </a:cxn>
                    <a:cxn ang="0">
                      <a:pos x="201" y="66"/>
                    </a:cxn>
                    <a:cxn ang="0">
                      <a:pos x="221" y="76"/>
                    </a:cxn>
                    <a:cxn ang="0">
                      <a:pos x="327" y="89"/>
                    </a:cxn>
                    <a:cxn ang="0">
                      <a:pos x="362" y="133"/>
                    </a:cxn>
                    <a:cxn ang="0">
                      <a:pos x="416" y="143"/>
                    </a:cxn>
                    <a:cxn ang="0">
                      <a:pos x="428" y="128"/>
                    </a:cxn>
                    <a:cxn ang="0">
                      <a:pos x="432" y="111"/>
                    </a:cxn>
                    <a:cxn ang="0">
                      <a:pos x="460" y="107"/>
                    </a:cxn>
                    <a:cxn ang="0">
                      <a:pos x="536" y="130"/>
                    </a:cxn>
                    <a:cxn ang="0">
                      <a:pos x="549" y="114"/>
                    </a:cxn>
                    <a:cxn ang="0">
                      <a:pos x="581" y="149"/>
                    </a:cxn>
                    <a:cxn ang="0">
                      <a:pos x="609" y="92"/>
                    </a:cxn>
                    <a:cxn ang="0">
                      <a:pos x="573" y="43"/>
                    </a:cxn>
                    <a:cxn ang="0">
                      <a:pos x="633" y="42"/>
                    </a:cxn>
                    <a:cxn ang="0">
                      <a:pos x="646" y="79"/>
                    </a:cxn>
                    <a:cxn ang="0">
                      <a:pos x="680" y="120"/>
                    </a:cxn>
                    <a:cxn ang="0">
                      <a:pos x="725" y="89"/>
                    </a:cxn>
                    <a:cxn ang="0">
                      <a:pos x="763" y="95"/>
                    </a:cxn>
                    <a:cxn ang="0">
                      <a:pos x="749" y="176"/>
                    </a:cxn>
                    <a:cxn ang="0">
                      <a:pos x="709" y="192"/>
                    </a:cxn>
                    <a:cxn ang="0">
                      <a:pos x="686" y="242"/>
                    </a:cxn>
                    <a:cxn ang="0">
                      <a:pos x="631" y="259"/>
                    </a:cxn>
                    <a:cxn ang="0">
                      <a:pos x="641" y="287"/>
                    </a:cxn>
                    <a:cxn ang="0">
                      <a:pos x="598" y="360"/>
                    </a:cxn>
                    <a:cxn ang="0">
                      <a:pos x="651" y="433"/>
                    </a:cxn>
                    <a:cxn ang="0">
                      <a:pos x="758" y="480"/>
                    </a:cxn>
                    <a:cxn ang="0">
                      <a:pos x="794" y="559"/>
                    </a:cxn>
                    <a:cxn ang="0">
                      <a:pos x="799" y="501"/>
                    </a:cxn>
                    <a:cxn ang="0">
                      <a:pos x="813" y="402"/>
                    </a:cxn>
                    <a:cxn ang="0">
                      <a:pos x="817" y="342"/>
                    </a:cxn>
                    <a:cxn ang="0">
                      <a:pos x="852" y="303"/>
                    </a:cxn>
                    <a:cxn ang="0">
                      <a:pos x="904" y="334"/>
                    </a:cxn>
                    <a:cxn ang="0">
                      <a:pos x="925" y="372"/>
                    </a:cxn>
                    <a:cxn ang="0">
                      <a:pos x="942" y="400"/>
                    </a:cxn>
                    <a:cxn ang="0">
                      <a:pos x="979" y="361"/>
                    </a:cxn>
                    <a:cxn ang="0">
                      <a:pos x="1006" y="386"/>
                    </a:cxn>
                    <a:cxn ang="0">
                      <a:pos x="1018" y="425"/>
                    </a:cxn>
                    <a:cxn ang="0">
                      <a:pos x="1044" y="473"/>
                    </a:cxn>
                    <a:cxn ang="0">
                      <a:pos x="1055" y="503"/>
                    </a:cxn>
                    <a:cxn ang="0">
                      <a:pos x="1082" y="511"/>
                    </a:cxn>
                  </a:cxnLst>
                  <a:rect l="0" t="0" r="r" b="b"/>
                  <a:pathLst>
                    <a:path w="1104" h="738">
                      <a:moveTo>
                        <a:pt x="1100" y="540"/>
                      </a:moveTo>
                      <a:lnTo>
                        <a:pt x="1102" y="542"/>
                      </a:lnTo>
                      <a:lnTo>
                        <a:pt x="1104" y="544"/>
                      </a:lnTo>
                      <a:lnTo>
                        <a:pt x="1101" y="546"/>
                      </a:lnTo>
                      <a:lnTo>
                        <a:pt x="1099" y="550"/>
                      </a:lnTo>
                      <a:lnTo>
                        <a:pt x="1095" y="552"/>
                      </a:lnTo>
                      <a:lnTo>
                        <a:pt x="1091" y="557"/>
                      </a:lnTo>
                      <a:lnTo>
                        <a:pt x="1088" y="557"/>
                      </a:lnTo>
                      <a:lnTo>
                        <a:pt x="1088" y="559"/>
                      </a:lnTo>
                      <a:lnTo>
                        <a:pt x="1084" y="559"/>
                      </a:lnTo>
                      <a:lnTo>
                        <a:pt x="1079" y="558"/>
                      </a:lnTo>
                      <a:lnTo>
                        <a:pt x="1075" y="560"/>
                      </a:lnTo>
                      <a:lnTo>
                        <a:pt x="1068" y="561"/>
                      </a:lnTo>
                      <a:lnTo>
                        <a:pt x="1065" y="564"/>
                      </a:lnTo>
                      <a:lnTo>
                        <a:pt x="1063" y="567"/>
                      </a:lnTo>
                      <a:lnTo>
                        <a:pt x="1061" y="567"/>
                      </a:lnTo>
                      <a:lnTo>
                        <a:pt x="1059" y="572"/>
                      </a:lnTo>
                      <a:lnTo>
                        <a:pt x="1055" y="577"/>
                      </a:lnTo>
                      <a:lnTo>
                        <a:pt x="1052" y="579"/>
                      </a:lnTo>
                      <a:lnTo>
                        <a:pt x="1049" y="582"/>
                      </a:lnTo>
                      <a:lnTo>
                        <a:pt x="1047" y="583"/>
                      </a:lnTo>
                      <a:lnTo>
                        <a:pt x="1046" y="583"/>
                      </a:lnTo>
                      <a:lnTo>
                        <a:pt x="1044" y="582"/>
                      </a:lnTo>
                      <a:lnTo>
                        <a:pt x="1046" y="579"/>
                      </a:lnTo>
                      <a:lnTo>
                        <a:pt x="1044" y="580"/>
                      </a:lnTo>
                      <a:lnTo>
                        <a:pt x="1043" y="583"/>
                      </a:lnTo>
                      <a:lnTo>
                        <a:pt x="1033" y="584"/>
                      </a:lnTo>
                      <a:lnTo>
                        <a:pt x="1027" y="586"/>
                      </a:lnTo>
                      <a:lnTo>
                        <a:pt x="1026" y="586"/>
                      </a:lnTo>
                      <a:lnTo>
                        <a:pt x="1025" y="584"/>
                      </a:lnTo>
                      <a:lnTo>
                        <a:pt x="1023" y="583"/>
                      </a:lnTo>
                      <a:lnTo>
                        <a:pt x="1019" y="583"/>
                      </a:lnTo>
                      <a:lnTo>
                        <a:pt x="1008" y="583"/>
                      </a:lnTo>
                      <a:lnTo>
                        <a:pt x="1005" y="584"/>
                      </a:lnTo>
                      <a:lnTo>
                        <a:pt x="997" y="582"/>
                      </a:lnTo>
                      <a:lnTo>
                        <a:pt x="995" y="582"/>
                      </a:lnTo>
                      <a:lnTo>
                        <a:pt x="990" y="581"/>
                      </a:lnTo>
                      <a:lnTo>
                        <a:pt x="983" y="583"/>
                      </a:lnTo>
                      <a:lnTo>
                        <a:pt x="981" y="583"/>
                      </a:lnTo>
                      <a:lnTo>
                        <a:pt x="978" y="583"/>
                      </a:lnTo>
                      <a:lnTo>
                        <a:pt x="974" y="583"/>
                      </a:lnTo>
                      <a:lnTo>
                        <a:pt x="971" y="583"/>
                      </a:lnTo>
                      <a:lnTo>
                        <a:pt x="969" y="584"/>
                      </a:lnTo>
                      <a:lnTo>
                        <a:pt x="966" y="584"/>
                      </a:lnTo>
                      <a:lnTo>
                        <a:pt x="965" y="584"/>
                      </a:lnTo>
                      <a:lnTo>
                        <a:pt x="965" y="586"/>
                      </a:lnTo>
                      <a:lnTo>
                        <a:pt x="962" y="585"/>
                      </a:lnTo>
                      <a:lnTo>
                        <a:pt x="961" y="586"/>
                      </a:lnTo>
                      <a:lnTo>
                        <a:pt x="960" y="587"/>
                      </a:lnTo>
                      <a:lnTo>
                        <a:pt x="958" y="589"/>
                      </a:lnTo>
                      <a:lnTo>
                        <a:pt x="956" y="592"/>
                      </a:lnTo>
                      <a:lnTo>
                        <a:pt x="955" y="596"/>
                      </a:lnTo>
                      <a:lnTo>
                        <a:pt x="953" y="601"/>
                      </a:lnTo>
                      <a:lnTo>
                        <a:pt x="952" y="601"/>
                      </a:lnTo>
                      <a:lnTo>
                        <a:pt x="943" y="602"/>
                      </a:lnTo>
                      <a:lnTo>
                        <a:pt x="941" y="605"/>
                      </a:lnTo>
                      <a:lnTo>
                        <a:pt x="939" y="605"/>
                      </a:lnTo>
                      <a:lnTo>
                        <a:pt x="939" y="606"/>
                      </a:lnTo>
                      <a:lnTo>
                        <a:pt x="935" y="610"/>
                      </a:lnTo>
                      <a:lnTo>
                        <a:pt x="932" y="611"/>
                      </a:lnTo>
                      <a:lnTo>
                        <a:pt x="926" y="622"/>
                      </a:lnTo>
                      <a:lnTo>
                        <a:pt x="923" y="624"/>
                      </a:lnTo>
                      <a:lnTo>
                        <a:pt x="921" y="624"/>
                      </a:lnTo>
                      <a:lnTo>
                        <a:pt x="921" y="628"/>
                      </a:lnTo>
                      <a:lnTo>
                        <a:pt x="916" y="638"/>
                      </a:lnTo>
                      <a:lnTo>
                        <a:pt x="915" y="638"/>
                      </a:lnTo>
                      <a:lnTo>
                        <a:pt x="909" y="643"/>
                      </a:lnTo>
                      <a:lnTo>
                        <a:pt x="903" y="649"/>
                      </a:lnTo>
                      <a:lnTo>
                        <a:pt x="903" y="650"/>
                      </a:lnTo>
                      <a:lnTo>
                        <a:pt x="907" y="649"/>
                      </a:lnTo>
                      <a:lnTo>
                        <a:pt x="909" y="647"/>
                      </a:lnTo>
                      <a:lnTo>
                        <a:pt x="909" y="646"/>
                      </a:lnTo>
                      <a:lnTo>
                        <a:pt x="910" y="646"/>
                      </a:lnTo>
                      <a:lnTo>
                        <a:pt x="914" y="642"/>
                      </a:lnTo>
                      <a:lnTo>
                        <a:pt x="916" y="638"/>
                      </a:lnTo>
                      <a:lnTo>
                        <a:pt x="918" y="636"/>
                      </a:lnTo>
                      <a:lnTo>
                        <a:pt x="921" y="634"/>
                      </a:lnTo>
                      <a:lnTo>
                        <a:pt x="924" y="628"/>
                      </a:lnTo>
                      <a:lnTo>
                        <a:pt x="926" y="626"/>
                      </a:lnTo>
                      <a:lnTo>
                        <a:pt x="931" y="621"/>
                      </a:lnTo>
                      <a:lnTo>
                        <a:pt x="932" y="620"/>
                      </a:lnTo>
                      <a:lnTo>
                        <a:pt x="935" y="619"/>
                      </a:lnTo>
                      <a:lnTo>
                        <a:pt x="936" y="618"/>
                      </a:lnTo>
                      <a:lnTo>
                        <a:pt x="939" y="616"/>
                      </a:lnTo>
                      <a:lnTo>
                        <a:pt x="942" y="615"/>
                      </a:lnTo>
                      <a:lnTo>
                        <a:pt x="949" y="610"/>
                      </a:lnTo>
                      <a:lnTo>
                        <a:pt x="962" y="605"/>
                      </a:lnTo>
                      <a:lnTo>
                        <a:pt x="969" y="603"/>
                      </a:lnTo>
                      <a:lnTo>
                        <a:pt x="973" y="603"/>
                      </a:lnTo>
                      <a:lnTo>
                        <a:pt x="975" y="603"/>
                      </a:lnTo>
                      <a:lnTo>
                        <a:pt x="982" y="603"/>
                      </a:lnTo>
                      <a:lnTo>
                        <a:pt x="988" y="606"/>
                      </a:lnTo>
                      <a:lnTo>
                        <a:pt x="991" y="608"/>
                      </a:lnTo>
                      <a:lnTo>
                        <a:pt x="993" y="612"/>
                      </a:lnTo>
                      <a:lnTo>
                        <a:pt x="991" y="611"/>
                      </a:lnTo>
                      <a:lnTo>
                        <a:pt x="991" y="612"/>
                      </a:lnTo>
                      <a:lnTo>
                        <a:pt x="992" y="613"/>
                      </a:lnTo>
                      <a:lnTo>
                        <a:pt x="992" y="617"/>
                      </a:lnTo>
                      <a:lnTo>
                        <a:pt x="990" y="619"/>
                      </a:lnTo>
                      <a:lnTo>
                        <a:pt x="984" y="624"/>
                      </a:lnTo>
                      <a:lnTo>
                        <a:pt x="980" y="626"/>
                      </a:lnTo>
                      <a:lnTo>
                        <a:pt x="976" y="626"/>
                      </a:lnTo>
                      <a:lnTo>
                        <a:pt x="972" y="624"/>
                      </a:lnTo>
                      <a:lnTo>
                        <a:pt x="967" y="625"/>
                      </a:lnTo>
                      <a:lnTo>
                        <a:pt x="963" y="626"/>
                      </a:lnTo>
                      <a:lnTo>
                        <a:pt x="962" y="627"/>
                      </a:lnTo>
                      <a:lnTo>
                        <a:pt x="966" y="627"/>
                      </a:lnTo>
                      <a:lnTo>
                        <a:pt x="972" y="629"/>
                      </a:lnTo>
                      <a:lnTo>
                        <a:pt x="973" y="632"/>
                      </a:lnTo>
                      <a:lnTo>
                        <a:pt x="975" y="633"/>
                      </a:lnTo>
                      <a:lnTo>
                        <a:pt x="981" y="630"/>
                      </a:lnTo>
                      <a:lnTo>
                        <a:pt x="982" y="630"/>
                      </a:lnTo>
                      <a:lnTo>
                        <a:pt x="982" y="631"/>
                      </a:lnTo>
                      <a:lnTo>
                        <a:pt x="984" y="631"/>
                      </a:lnTo>
                      <a:lnTo>
                        <a:pt x="985" y="632"/>
                      </a:lnTo>
                      <a:lnTo>
                        <a:pt x="985" y="635"/>
                      </a:lnTo>
                      <a:lnTo>
                        <a:pt x="983" y="641"/>
                      </a:lnTo>
                      <a:lnTo>
                        <a:pt x="979" y="644"/>
                      </a:lnTo>
                      <a:lnTo>
                        <a:pt x="979" y="645"/>
                      </a:lnTo>
                      <a:lnTo>
                        <a:pt x="981" y="645"/>
                      </a:lnTo>
                      <a:lnTo>
                        <a:pt x="985" y="645"/>
                      </a:lnTo>
                      <a:lnTo>
                        <a:pt x="984" y="650"/>
                      </a:lnTo>
                      <a:lnTo>
                        <a:pt x="985" y="652"/>
                      </a:lnTo>
                      <a:lnTo>
                        <a:pt x="986" y="654"/>
                      </a:lnTo>
                      <a:lnTo>
                        <a:pt x="987" y="656"/>
                      </a:lnTo>
                      <a:lnTo>
                        <a:pt x="988" y="658"/>
                      </a:lnTo>
                      <a:lnTo>
                        <a:pt x="989" y="659"/>
                      </a:lnTo>
                      <a:lnTo>
                        <a:pt x="989" y="660"/>
                      </a:lnTo>
                      <a:lnTo>
                        <a:pt x="993" y="660"/>
                      </a:lnTo>
                      <a:lnTo>
                        <a:pt x="998" y="663"/>
                      </a:lnTo>
                      <a:lnTo>
                        <a:pt x="999" y="664"/>
                      </a:lnTo>
                      <a:lnTo>
                        <a:pt x="997" y="665"/>
                      </a:lnTo>
                      <a:lnTo>
                        <a:pt x="997" y="666"/>
                      </a:lnTo>
                      <a:lnTo>
                        <a:pt x="999" y="667"/>
                      </a:lnTo>
                      <a:lnTo>
                        <a:pt x="1001" y="668"/>
                      </a:lnTo>
                      <a:lnTo>
                        <a:pt x="1005" y="669"/>
                      </a:lnTo>
                      <a:lnTo>
                        <a:pt x="1012" y="670"/>
                      </a:lnTo>
                      <a:lnTo>
                        <a:pt x="1012" y="671"/>
                      </a:lnTo>
                      <a:lnTo>
                        <a:pt x="1018" y="671"/>
                      </a:lnTo>
                      <a:lnTo>
                        <a:pt x="1022" y="668"/>
                      </a:lnTo>
                      <a:lnTo>
                        <a:pt x="1023" y="670"/>
                      </a:lnTo>
                      <a:lnTo>
                        <a:pt x="1023" y="672"/>
                      </a:lnTo>
                      <a:lnTo>
                        <a:pt x="1024" y="672"/>
                      </a:lnTo>
                      <a:lnTo>
                        <a:pt x="1027" y="672"/>
                      </a:lnTo>
                      <a:lnTo>
                        <a:pt x="1029" y="672"/>
                      </a:lnTo>
                      <a:lnTo>
                        <a:pt x="1031" y="674"/>
                      </a:lnTo>
                      <a:lnTo>
                        <a:pt x="1032" y="675"/>
                      </a:lnTo>
                      <a:lnTo>
                        <a:pt x="1030" y="676"/>
                      </a:lnTo>
                      <a:lnTo>
                        <a:pt x="1030" y="677"/>
                      </a:lnTo>
                      <a:lnTo>
                        <a:pt x="1034" y="677"/>
                      </a:lnTo>
                      <a:lnTo>
                        <a:pt x="1034" y="678"/>
                      </a:lnTo>
                      <a:lnTo>
                        <a:pt x="1033" y="679"/>
                      </a:lnTo>
                      <a:lnTo>
                        <a:pt x="1031" y="679"/>
                      </a:lnTo>
                      <a:lnTo>
                        <a:pt x="1029" y="680"/>
                      </a:lnTo>
                      <a:lnTo>
                        <a:pt x="1027" y="680"/>
                      </a:lnTo>
                      <a:lnTo>
                        <a:pt x="1024" y="682"/>
                      </a:lnTo>
                      <a:lnTo>
                        <a:pt x="1019" y="684"/>
                      </a:lnTo>
                      <a:lnTo>
                        <a:pt x="1017" y="685"/>
                      </a:lnTo>
                      <a:lnTo>
                        <a:pt x="1016" y="685"/>
                      </a:lnTo>
                      <a:lnTo>
                        <a:pt x="1015" y="687"/>
                      </a:lnTo>
                      <a:lnTo>
                        <a:pt x="1013" y="686"/>
                      </a:lnTo>
                      <a:lnTo>
                        <a:pt x="1010" y="688"/>
                      </a:lnTo>
                      <a:lnTo>
                        <a:pt x="1008" y="688"/>
                      </a:lnTo>
                      <a:lnTo>
                        <a:pt x="1008" y="688"/>
                      </a:lnTo>
                      <a:lnTo>
                        <a:pt x="1006" y="689"/>
                      </a:lnTo>
                      <a:lnTo>
                        <a:pt x="1004" y="690"/>
                      </a:lnTo>
                      <a:lnTo>
                        <a:pt x="1001" y="689"/>
                      </a:lnTo>
                      <a:lnTo>
                        <a:pt x="1002" y="692"/>
                      </a:lnTo>
                      <a:lnTo>
                        <a:pt x="1002" y="693"/>
                      </a:lnTo>
                      <a:lnTo>
                        <a:pt x="999" y="693"/>
                      </a:lnTo>
                      <a:lnTo>
                        <a:pt x="997" y="691"/>
                      </a:lnTo>
                      <a:lnTo>
                        <a:pt x="997" y="690"/>
                      </a:lnTo>
                      <a:lnTo>
                        <a:pt x="995" y="693"/>
                      </a:lnTo>
                      <a:lnTo>
                        <a:pt x="994" y="691"/>
                      </a:lnTo>
                      <a:lnTo>
                        <a:pt x="993" y="693"/>
                      </a:lnTo>
                      <a:lnTo>
                        <a:pt x="993" y="697"/>
                      </a:lnTo>
                      <a:lnTo>
                        <a:pt x="990" y="698"/>
                      </a:lnTo>
                      <a:lnTo>
                        <a:pt x="987" y="702"/>
                      </a:lnTo>
                      <a:lnTo>
                        <a:pt x="986" y="704"/>
                      </a:lnTo>
                      <a:lnTo>
                        <a:pt x="984" y="705"/>
                      </a:lnTo>
                      <a:lnTo>
                        <a:pt x="982" y="708"/>
                      </a:lnTo>
                      <a:lnTo>
                        <a:pt x="981" y="707"/>
                      </a:lnTo>
                      <a:lnTo>
                        <a:pt x="979" y="707"/>
                      </a:lnTo>
                      <a:lnTo>
                        <a:pt x="979" y="710"/>
                      </a:lnTo>
                      <a:lnTo>
                        <a:pt x="977" y="711"/>
                      </a:lnTo>
                      <a:lnTo>
                        <a:pt x="977" y="711"/>
                      </a:lnTo>
                      <a:lnTo>
                        <a:pt x="974" y="710"/>
                      </a:lnTo>
                      <a:lnTo>
                        <a:pt x="973" y="707"/>
                      </a:lnTo>
                      <a:lnTo>
                        <a:pt x="972" y="705"/>
                      </a:lnTo>
                      <a:lnTo>
                        <a:pt x="970" y="705"/>
                      </a:lnTo>
                      <a:lnTo>
                        <a:pt x="969" y="702"/>
                      </a:lnTo>
                      <a:lnTo>
                        <a:pt x="968" y="698"/>
                      </a:lnTo>
                      <a:lnTo>
                        <a:pt x="969" y="696"/>
                      </a:lnTo>
                      <a:lnTo>
                        <a:pt x="972" y="691"/>
                      </a:lnTo>
                      <a:lnTo>
                        <a:pt x="970" y="693"/>
                      </a:lnTo>
                      <a:lnTo>
                        <a:pt x="968" y="694"/>
                      </a:lnTo>
                      <a:lnTo>
                        <a:pt x="969" y="692"/>
                      </a:lnTo>
                      <a:lnTo>
                        <a:pt x="972" y="689"/>
                      </a:lnTo>
                      <a:lnTo>
                        <a:pt x="974" y="690"/>
                      </a:lnTo>
                      <a:lnTo>
                        <a:pt x="976" y="688"/>
                      </a:lnTo>
                      <a:lnTo>
                        <a:pt x="976" y="687"/>
                      </a:lnTo>
                      <a:lnTo>
                        <a:pt x="981" y="683"/>
                      </a:lnTo>
                      <a:lnTo>
                        <a:pt x="987" y="680"/>
                      </a:lnTo>
                      <a:lnTo>
                        <a:pt x="990" y="678"/>
                      </a:lnTo>
                      <a:lnTo>
                        <a:pt x="991" y="679"/>
                      </a:lnTo>
                      <a:lnTo>
                        <a:pt x="992" y="681"/>
                      </a:lnTo>
                      <a:lnTo>
                        <a:pt x="994" y="682"/>
                      </a:lnTo>
                      <a:lnTo>
                        <a:pt x="996" y="680"/>
                      </a:lnTo>
                      <a:lnTo>
                        <a:pt x="998" y="678"/>
                      </a:lnTo>
                      <a:lnTo>
                        <a:pt x="1004" y="678"/>
                      </a:lnTo>
                      <a:lnTo>
                        <a:pt x="1004" y="676"/>
                      </a:lnTo>
                      <a:lnTo>
                        <a:pt x="1001" y="676"/>
                      </a:lnTo>
                      <a:lnTo>
                        <a:pt x="997" y="677"/>
                      </a:lnTo>
                      <a:lnTo>
                        <a:pt x="991" y="676"/>
                      </a:lnTo>
                      <a:lnTo>
                        <a:pt x="988" y="677"/>
                      </a:lnTo>
                      <a:lnTo>
                        <a:pt x="985" y="678"/>
                      </a:lnTo>
                      <a:lnTo>
                        <a:pt x="985" y="675"/>
                      </a:lnTo>
                      <a:lnTo>
                        <a:pt x="989" y="672"/>
                      </a:lnTo>
                      <a:lnTo>
                        <a:pt x="991" y="669"/>
                      </a:lnTo>
                      <a:lnTo>
                        <a:pt x="989" y="669"/>
                      </a:lnTo>
                      <a:lnTo>
                        <a:pt x="989" y="667"/>
                      </a:lnTo>
                      <a:lnTo>
                        <a:pt x="986" y="671"/>
                      </a:lnTo>
                      <a:lnTo>
                        <a:pt x="984" y="672"/>
                      </a:lnTo>
                      <a:lnTo>
                        <a:pt x="976" y="678"/>
                      </a:lnTo>
                      <a:lnTo>
                        <a:pt x="974" y="679"/>
                      </a:lnTo>
                      <a:lnTo>
                        <a:pt x="972" y="679"/>
                      </a:lnTo>
                      <a:lnTo>
                        <a:pt x="970" y="679"/>
                      </a:lnTo>
                      <a:lnTo>
                        <a:pt x="968" y="680"/>
                      </a:lnTo>
                      <a:lnTo>
                        <a:pt x="966" y="681"/>
                      </a:lnTo>
                      <a:lnTo>
                        <a:pt x="961" y="682"/>
                      </a:lnTo>
                      <a:lnTo>
                        <a:pt x="960" y="682"/>
                      </a:lnTo>
                      <a:lnTo>
                        <a:pt x="958" y="681"/>
                      </a:lnTo>
                      <a:lnTo>
                        <a:pt x="956" y="680"/>
                      </a:lnTo>
                      <a:lnTo>
                        <a:pt x="956" y="681"/>
                      </a:lnTo>
                      <a:lnTo>
                        <a:pt x="955" y="681"/>
                      </a:lnTo>
                      <a:lnTo>
                        <a:pt x="953" y="681"/>
                      </a:lnTo>
                      <a:lnTo>
                        <a:pt x="951" y="680"/>
                      </a:lnTo>
                      <a:lnTo>
                        <a:pt x="950" y="678"/>
                      </a:lnTo>
                      <a:lnTo>
                        <a:pt x="950" y="677"/>
                      </a:lnTo>
                      <a:lnTo>
                        <a:pt x="950" y="674"/>
                      </a:lnTo>
                      <a:lnTo>
                        <a:pt x="946" y="672"/>
                      </a:lnTo>
                      <a:lnTo>
                        <a:pt x="946" y="659"/>
                      </a:lnTo>
                      <a:lnTo>
                        <a:pt x="946" y="647"/>
                      </a:lnTo>
                      <a:lnTo>
                        <a:pt x="940" y="641"/>
                      </a:lnTo>
                      <a:lnTo>
                        <a:pt x="938" y="641"/>
                      </a:lnTo>
                      <a:lnTo>
                        <a:pt x="937" y="643"/>
                      </a:lnTo>
                      <a:lnTo>
                        <a:pt x="932" y="644"/>
                      </a:lnTo>
                      <a:lnTo>
                        <a:pt x="930" y="643"/>
                      </a:lnTo>
                      <a:lnTo>
                        <a:pt x="929" y="642"/>
                      </a:lnTo>
                      <a:lnTo>
                        <a:pt x="928" y="641"/>
                      </a:lnTo>
                      <a:lnTo>
                        <a:pt x="927" y="639"/>
                      </a:lnTo>
                      <a:lnTo>
                        <a:pt x="925" y="639"/>
                      </a:lnTo>
                      <a:lnTo>
                        <a:pt x="924" y="640"/>
                      </a:lnTo>
                      <a:lnTo>
                        <a:pt x="918" y="650"/>
                      </a:lnTo>
                      <a:lnTo>
                        <a:pt x="917" y="656"/>
                      </a:lnTo>
                      <a:lnTo>
                        <a:pt x="915" y="659"/>
                      </a:lnTo>
                      <a:lnTo>
                        <a:pt x="915" y="660"/>
                      </a:lnTo>
                      <a:lnTo>
                        <a:pt x="914" y="662"/>
                      </a:lnTo>
                      <a:lnTo>
                        <a:pt x="913" y="664"/>
                      </a:lnTo>
                      <a:lnTo>
                        <a:pt x="912" y="672"/>
                      </a:lnTo>
                      <a:lnTo>
                        <a:pt x="912" y="673"/>
                      </a:lnTo>
                      <a:lnTo>
                        <a:pt x="910" y="674"/>
                      </a:lnTo>
                      <a:lnTo>
                        <a:pt x="910" y="675"/>
                      </a:lnTo>
                      <a:lnTo>
                        <a:pt x="909" y="676"/>
                      </a:lnTo>
                      <a:lnTo>
                        <a:pt x="910" y="678"/>
                      </a:lnTo>
                      <a:lnTo>
                        <a:pt x="910" y="678"/>
                      </a:lnTo>
                      <a:lnTo>
                        <a:pt x="908" y="678"/>
                      </a:lnTo>
                      <a:lnTo>
                        <a:pt x="908" y="678"/>
                      </a:lnTo>
                      <a:lnTo>
                        <a:pt x="908" y="679"/>
                      </a:lnTo>
                      <a:lnTo>
                        <a:pt x="905" y="678"/>
                      </a:lnTo>
                      <a:lnTo>
                        <a:pt x="903" y="679"/>
                      </a:lnTo>
                      <a:lnTo>
                        <a:pt x="903" y="680"/>
                      </a:lnTo>
                      <a:lnTo>
                        <a:pt x="900" y="680"/>
                      </a:lnTo>
                      <a:lnTo>
                        <a:pt x="899" y="681"/>
                      </a:lnTo>
                      <a:lnTo>
                        <a:pt x="897" y="684"/>
                      </a:lnTo>
                      <a:lnTo>
                        <a:pt x="897" y="684"/>
                      </a:lnTo>
                      <a:lnTo>
                        <a:pt x="874" y="684"/>
                      </a:lnTo>
                      <a:lnTo>
                        <a:pt x="856" y="684"/>
                      </a:lnTo>
                      <a:lnTo>
                        <a:pt x="853" y="684"/>
                      </a:lnTo>
                      <a:lnTo>
                        <a:pt x="849" y="688"/>
                      </a:lnTo>
                      <a:lnTo>
                        <a:pt x="844" y="691"/>
                      </a:lnTo>
                      <a:lnTo>
                        <a:pt x="844" y="692"/>
                      </a:lnTo>
                      <a:lnTo>
                        <a:pt x="843" y="692"/>
                      </a:lnTo>
                      <a:lnTo>
                        <a:pt x="840" y="696"/>
                      </a:lnTo>
                      <a:lnTo>
                        <a:pt x="837" y="696"/>
                      </a:lnTo>
                      <a:lnTo>
                        <a:pt x="830" y="699"/>
                      </a:lnTo>
                      <a:lnTo>
                        <a:pt x="828" y="701"/>
                      </a:lnTo>
                      <a:lnTo>
                        <a:pt x="827" y="699"/>
                      </a:lnTo>
                      <a:lnTo>
                        <a:pt x="826" y="699"/>
                      </a:lnTo>
                      <a:lnTo>
                        <a:pt x="824" y="699"/>
                      </a:lnTo>
                      <a:lnTo>
                        <a:pt x="824" y="700"/>
                      </a:lnTo>
                      <a:lnTo>
                        <a:pt x="825" y="700"/>
                      </a:lnTo>
                      <a:lnTo>
                        <a:pt x="827" y="703"/>
                      </a:lnTo>
                      <a:lnTo>
                        <a:pt x="827" y="704"/>
                      </a:lnTo>
                      <a:lnTo>
                        <a:pt x="825" y="704"/>
                      </a:lnTo>
                      <a:lnTo>
                        <a:pt x="824" y="703"/>
                      </a:lnTo>
                      <a:lnTo>
                        <a:pt x="821" y="703"/>
                      </a:lnTo>
                      <a:lnTo>
                        <a:pt x="820" y="702"/>
                      </a:lnTo>
                      <a:lnTo>
                        <a:pt x="817" y="702"/>
                      </a:lnTo>
                      <a:lnTo>
                        <a:pt x="813" y="702"/>
                      </a:lnTo>
                      <a:lnTo>
                        <a:pt x="799" y="707"/>
                      </a:lnTo>
                      <a:lnTo>
                        <a:pt x="796" y="709"/>
                      </a:lnTo>
                      <a:lnTo>
                        <a:pt x="794" y="710"/>
                      </a:lnTo>
                      <a:lnTo>
                        <a:pt x="794" y="712"/>
                      </a:lnTo>
                      <a:lnTo>
                        <a:pt x="791" y="715"/>
                      </a:lnTo>
                      <a:lnTo>
                        <a:pt x="796" y="717"/>
                      </a:lnTo>
                      <a:lnTo>
                        <a:pt x="798" y="716"/>
                      </a:lnTo>
                      <a:lnTo>
                        <a:pt x="801" y="716"/>
                      </a:lnTo>
                      <a:lnTo>
                        <a:pt x="801" y="718"/>
                      </a:lnTo>
                      <a:lnTo>
                        <a:pt x="802" y="720"/>
                      </a:lnTo>
                      <a:lnTo>
                        <a:pt x="803" y="723"/>
                      </a:lnTo>
                      <a:lnTo>
                        <a:pt x="798" y="722"/>
                      </a:lnTo>
                      <a:lnTo>
                        <a:pt x="796" y="722"/>
                      </a:lnTo>
                      <a:lnTo>
                        <a:pt x="793" y="722"/>
                      </a:lnTo>
                      <a:lnTo>
                        <a:pt x="792" y="722"/>
                      </a:lnTo>
                      <a:lnTo>
                        <a:pt x="788" y="723"/>
                      </a:lnTo>
                      <a:lnTo>
                        <a:pt x="785" y="724"/>
                      </a:lnTo>
                      <a:lnTo>
                        <a:pt x="781" y="727"/>
                      </a:lnTo>
                      <a:lnTo>
                        <a:pt x="779" y="726"/>
                      </a:lnTo>
                      <a:lnTo>
                        <a:pt x="774" y="726"/>
                      </a:lnTo>
                      <a:lnTo>
                        <a:pt x="769" y="727"/>
                      </a:lnTo>
                      <a:lnTo>
                        <a:pt x="768" y="728"/>
                      </a:lnTo>
                      <a:lnTo>
                        <a:pt x="767" y="729"/>
                      </a:lnTo>
                      <a:lnTo>
                        <a:pt x="765" y="732"/>
                      </a:lnTo>
                      <a:lnTo>
                        <a:pt x="765" y="732"/>
                      </a:lnTo>
                      <a:lnTo>
                        <a:pt x="762" y="733"/>
                      </a:lnTo>
                      <a:lnTo>
                        <a:pt x="761" y="734"/>
                      </a:lnTo>
                      <a:lnTo>
                        <a:pt x="758" y="736"/>
                      </a:lnTo>
                      <a:lnTo>
                        <a:pt x="757" y="737"/>
                      </a:lnTo>
                      <a:lnTo>
                        <a:pt x="757" y="738"/>
                      </a:lnTo>
                      <a:lnTo>
                        <a:pt x="753" y="737"/>
                      </a:lnTo>
                      <a:lnTo>
                        <a:pt x="752" y="738"/>
                      </a:lnTo>
                      <a:lnTo>
                        <a:pt x="748" y="738"/>
                      </a:lnTo>
                      <a:lnTo>
                        <a:pt x="748" y="735"/>
                      </a:lnTo>
                      <a:lnTo>
                        <a:pt x="749" y="732"/>
                      </a:lnTo>
                      <a:lnTo>
                        <a:pt x="751" y="731"/>
                      </a:lnTo>
                      <a:lnTo>
                        <a:pt x="751" y="732"/>
                      </a:lnTo>
                      <a:lnTo>
                        <a:pt x="753" y="732"/>
                      </a:lnTo>
                      <a:lnTo>
                        <a:pt x="756" y="732"/>
                      </a:lnTo>
                      <a:lnTo>
                        <a:pt x="756" y="731"/>
                      </a:lnTo>
                      <a:lnTo>
                        <a:pt x="757" y="731"/>
                      </a:lnTo>
                      <a:lnTo>
                        <a:pt x="757" y="730"/>
                      </a:lnTo>
                      <a:lnTo>
                        <a:pt x="757" y="729"/>
                      </a:lnTo>
                      <a:lnTo>
                        <a:pt x="756" y="728"/>
                      </a:lnTo>
                      <a:lnTo>
                        <a:pt x="755" y="726"/>
                      </a:lnTo>
                      <a:lnTo>
                        <a:pt x="755" y="726"/>
                      </a:lnTo>
                      <a:lnTo>
                        <a:pt x="757" y="720"/>
                      </a:lnTo>
                      <a:lnTo>
                        <a:pt x="757" y="718"/>
                      </a:lnTo>
                      <a:lnTo>
                        <a:pt x="759" y="718"/>
                      </a:lnTo>
                      <a:lnTo>
                        <a:pt x="761" y="717"/>
                      </a:lnTo>
                      <a:lnTo>
                        <a:pt x="761" y="716"/>
                      </a:lnTo>
                      <a:lnTo>
                        <a:pt x="763" y="716"/>
                      </a:lnTo>
                      <a:lnTo>
                        <a:pt x="765" y="713"/>
                      </a:lnTo>
                      <a:lnTo>
                        <a:pt x="766" y="710"/>
                      </a:lnTo>
                      <a:lnTo>
                        <a:pt x="766" y="706"/>
                      </a:lnTo>
                      <a:lnTo>
                        <a:pt x="765" y="702"/>
                      </a:lnTo>
                      <a:lnTo>
                        <a:pt x="765" y="699"/>
                      </a:lnTo>
                      <a:lnTo>
                        <a:pt x="769" y="693"/>
                      </a:lnTo>
                      <a:lnTo>
                        <a:pt x="770" y="691"/>
                      </a:lnTo>
                      <a:lnTo>
                        <a:pt x="771" y="689"/>
                      </a:lnTo>
                      <a:lnTo>
                        <a:pt x="771" y="687"/>
                      </a:lnTo>
                      <a:lnTo>
                        <a:pt x="770" y="684"/>
                      </a:lnTo>
                      <a:lnTo>
                        <a:pt x="768" y="681"/>
                      </a:lnTo>
                      <a:lnTo>
                        <a:pt x="767" y="681"/>
                      </a:lnTo>
                      <a:lnTo>
                        <a:pt x="767" y="679"/>
                      </a:lnTo>
                      <a:lnTo>
                        <a:pt x="767" y="679"/>
                      </a:lnTo>
                      <a:lnTo>
                        <a:pt x="771" y="680"/>
                      </a:lnTo>
                      <a:lnTo>
                        <a:pt x="772" y="683"/>
                      </a:lnTo>
                      <a:lnTo>
                        <a:pt x="773" y="686"/>
                      </a:lnTo>
                      <a:lnTo>
                        <a:pt x="774" y="686"/>
                      </a:lnTo>
                      <a:lnTo>
                        <a:pt x="774" y="685"/>
                      </a:lnTo>
                      <a:lnTo>
                        <a:pt x="775" y="684"/>
                      </a:lnTo>
                      <a:lnTo>
                        <a:pt x="775" y="688"/>
                      </a:lnTo>
                      <a:lnTo>
                        <a:pt x="776" y="688"/>
                      </a:lnTo>
                      <a:lnTo>
                        <a:pt x="776" y="690"/>
                      </a:lnTo>
                      <a:lnTo>
                        <a:pt x="776" y="691"/>
                      </a:lnTo>
                      <a:lnTo>
                        <a:pt x="778" y="689"/>
                      </a:lnTo>
                      <a:lnTo>
                        <a:pt x="779" y="689"/>
                      </a:lnTo>
                      <a:lnTo>
                        <a:pt x="780" y="691"/>
                      </a:lnTo>
                      <a:lnTo>
                        <a:pt x="781" y="692"/>
                      </a:lnTo>
                      <a:lnTo>
                        <a:pt x="784" y="693"/>
                      </a:lnTo>
                      <a:lnTo>
                        <a:pt x="787" y="693"/>
                      </a:lnTo>
                      <a:lnTo>
                        <a:pt x="788" y="691"/>
                      </a:lnTo>
                      <a:lnTo>
                        <a:pt x="788" y="690"/>
                      </a:lnTo>
                      <a:lnTo>
                        <a:pt x="787" y="688"/>
                      </a:lnTo>
                      <a:lnTo>
                        <a:pt x="787" y="687"/>
                      </a:lnTo>
                      <a:lnTo>
                        <a:pt x="788" y="686"/>
                      </a:lnTo>
                      <a:lnTo>
                        <a:pt x="789" y="688"/>
                      </a:lnTo>
                      <a:lnTo>
                        <a:pt x="791" y="688"/>
                      </a:lnTo>
                      <a:lnTo>
                        <a:pt x="792" y="687"/>
                      </a:lnTo>
                      <a:lnTo>
                        <a:pt x="792" y="687"/>
                      </a:lnTo>
                      <a:lnTo>
                        <a:pt x="792" y="686"/>
                      </a:lnTo>
                      <a:lnTo>
                        <a:pt x="792" y="685"/>
                      </a:lnTo>
                      <a:lnTo>
                        <a:pt x="789" y="684"/>
                      </a:lnTo>
                      <a:lnTo>
                        <a:pt x="788" y="682"/>
                      </a:lnTo>
                      <a:lnTo>
                        <a:pt x="788" y="681"/>
                      </a:lnTo>
                      <a:lnTo>
                        <a:pt x="788" y="679"/>
                      </a:lnTo>
                      <a:lnTo>
                        <a:pt x="788" y="677"/>
                      </a:lnTo>
                      <a:lnTo>
                        <a:pt x="786" y="677"/>
                      </a:lnTo>
                      <a:lnTo>
                        <a:pt x="785" y="676"/>
                      </a:lnTo>
                      <a:lnTo>
                        <a:pt x="784" y="675"/>
                      </a:lnTo>
                      <a:lnTo>
                        <a:pt x="781" y="673"/>
                      </a:lnTo>
                      <a:lnTo>
                        <a:pt x="780" y="669"/>
                      </a:lnTo>
                      <a:lnTo>
                        <a:pt x="778" y="667"/>
                      </a:lnTo>
                      <a:lnTo>
                        <a:pt x="775" y="667"/>
                      </a:lnTo>
                      <a:lnTo>
                        <a:pt x="771" y="666"/>
                      </a:lnTo>
                      <a:lnTo>
                        <a:pt x="768" y="667"/>
                      </a:lnTo>
                      <a:lnTo>
                        <a:pt x="768" y="665"/>
                      </a:lnTo>
                      <a:lnTo>
                        <a:pt x="768" y="664"/>
                      </a:lnTo>
                      <a:lnTo>
                        <a:pt x="765" y="665"/>
                      </a:lnTo>
                      <a:lnTo>
                        <a:pt x="761" y="664"/>
                      </a:lnTo>
                      <a:lnTo>
                        <a:pt x="757" y="663"/>
                      </a:lnTo>
                      <a:lnTo>
                        <a:pt x="756" y="663"/>
                      </a:lnTo>
                      <a:lnTo>
                        <a:pt x="755" y="663"/>
                      </a:lnTo>
                      <a:lnTo>
                        <a:pt x="753" y="663"/>
                      </a:lnTo>
                      <a:lnTo>
                        <a:pt x="752" y="662"/>
                      </a:lnTo>
                      <a:lnTo>
                        <a:pt x="749" y="662"/>
                      </a:lnTo>
                      <a:lnTo>
                        <a:pt x="748" y="663"/>
                      </a:lnTo>
                      <a:lnTo>
                        <a:pt x="747" y="663"/>
                      </a:lnTo>
                      <a:lnTo>
                        <a:pt x="739" y="660"/>
                      </a:lnTo>
                      <a:lnTo>
                        <a:pt x="736" y="660"/>
                      </a:lnTo>
                      <a:lnTo>
                        <a:pt x="735" y="660"/>
                      </a:lnTo>
                      <a:lnTo>
                        <a:pt x="735" y="659"/>
                      </a:lnTo>
                      <a:lnTo>
                        <a:pt x="733" y="655"/>
                      </a:lnTo>
                      <a:lnTo>
                        <a:pt x="732" y="655"/>
                      </a:lnTo>
                      <a:lnTo>
                        <a:pt x="732" y="655"/>
                      </a:lnTo>
                      <a:lnTo>
                        <a:pt x="732" y="655"/>
                      </a:lnTo>
                      <a:lnTo>
                        <a:pt x="732" y="657"/>
                      </a:lnTo>
                      <a:lnTo>
                        <a:pt x="730" y="657"/>
                      </a:lnTo>
                      <a:lnTo>
                        <a:pt x="731" y="656"/>
                      </a:lnTo>
                      <a:lnTo>
                        <a:pt x="731" y="656"/>
                      </a:lnTo>
                      <a:lnTo>
                        <a:pt x="730" y="656"/>
                      </a:lnTo>
                      <a:lnTo>
                        <a:pt x="729" y="654"/>
                      </a:lnTo>
                      <a:lnTo>
                        <a:pt x="730" y="652"/>
                      </a:lnTo>
                      <a:lnTo>
                        <a:pt x="730" y="652"/>
                      </a:lnTo>
                      <a:lnTo>
                        <a:pt x="729" y="651"/>
                      </a:lnTo>
                      <a:lnTo>
                        <a:pt x="731" y="650"/>
                      </a:lnTo>
                      <a:lnTo>
                        <a:pt x="728" y="648"/>
                      </a:lnTo>
                      <a:lnTo>
                        <a:pt x="727" y="645"/>
                      </a:lnTo>
                      <a:lnTo>
                        <a:pt x="728" y="641"/>
                      </a:lnTo>
                      <a:lnTo>
                        <a:pt x="724" y="636"/>
                      </a:lnTo>
                      <a:lnTo>
                        <a:pt x="724" y="635"/>
                      </a:lnTo>
                      <a:lnTo>
                        <a:pt x="724" y="631"/>
                      </a:lnTo>
                      <a:lnTo>
                        <a:pt x="725" y="628"/>
                      </a:lnTo>
                      <a:lnTo>
                        <a:pt x="719" y="629"/>
                      </a:lnTo>
                      <a:lnTo>
                        <a:pt x="714" y="629"/>
                      </a:lnTo>
                      <a:lnTo>
                        <a:pt x="711" y="627"/>
                      </a:lnTo>
                      <a:lnTo>
                        <a:pt x="708" y="619"/>
                      </a:lnTo>
                      <a:lnTo>
                        <a:pt x="707" y="616"/>
                      </a:lnTo>
                      <a:lnTo>
                        <a:pt x="705" y="614"/>
                      </a:lnTo>
                      <a:lnTo>
                        <a:pt x="703" y="614"/>
                      </a:lnTo>
                      <a:lnTo>
                        <a:pt x="700" y="613"/>
                      </a:lnTo>
                      <a:lnTo>
                        <a:pt x="697" y="613"/>
                      </a:lnTo>
                      <a:lnTo>
                        <a:pt x="697" y="622"/>
                      </a:lnTo>
                      <a:lnTo>
                        <a:pt x="692" y="611"/>
                      </a:lnTo>
                      <a:lnTo>
                        <a:pt x="684" y="608"/>
                      </a:lnTo>
                      <a:lnTo>
                        <a:pt x="683" y="609"/>
                      </a:lnTo>
                      <a:lnTo>
                        <a:pt x="683" y="610"/>
                      </a:lnTo>
                      <a:lnTo>
                        <a:pt x="683" y="614"/>
                      </a:lnTo>
                      <a:lnTo>
                        <a:pt x="683" y="615"/>
                      </a:lnTo>
                      <a:lnTo>
                        <a:pt x="680" y="617"/>
                      </a:lnTo>
                      <a:lnTo>
                        <a:pt x="679" y="619"/>
                      </a:lnTo>
                      <a:lnTo>
                        <a:pt x="679" y="619"/>
                      </a:lnTo>
                      <a:lnTo>
                        <a:pt x="678" y="618"/>
                      </a:lnTo>
                      <a:lnTo>
                        <a:pt x="679" y="615"/>
                      </a:lnTo>
                      <a:lnTo>
                        <a:pt x="680" y="613"/>
                      </a:lnTo>
                      <a:lnTo>
                        <a:pt x="679" y="612"/>
                      </a:lnTo>
                      <a:lnTo>
                        <a:pt x="678" y="614"/>
                      </a:lnTo>
                      <a:lnTo>
                        <a:pt x="676" y="620"/>
                      </a:lnTo>
                      <a:lnTo>
                        <a:pt x="675" y="621"/>
                      </a:lnTo>
                      <a:lnTo>
                        <a:pt x="674" y="621"/>
                      </a:lnTo>
                      <a:lnTo>
                        <a:pt x="673" y="619"/>
                      </a:lnTo>
                      <a:lnTo>
                        <a:pt x="674" y="617"/>
                      </a:lnTo>
                      <a:lnTo>
                        <a:pt x="670" y="621"/>
                      </a:lnTo>
                      <a:lnTo>
                        <a:pt x="669" y="624"/>
                      </a:lnTo>
                      <a:lnTo>
                        <a:pt x="668" y="625"/>
                      </a:lnTo>
                      <a:lnTo>
                        <a:pt x="667" y="626"/>
                      </a:lnTo>
                      <a:lnTo>
                        <a:pt x="662" y="628"/>
                      </a:lnTo>
                      <a:lnTo>
                        <a:pt x="661" y="628"/>
                      </a:lnTo>
                      <a:lnTo>
                        <a:pt x="658" y="627"/>
                      </a:lnTo>
                      <a:lnTo>
                        <a:pt x="652" y="627"/>
                      </a:lnTo>
                      <a:lnTo>
                        <a:pt x="648" y="625"/>
                      </a:lnTo>
                      <a:lnTo>
                        <a:pt x="646" y="625"/>
                      </a:lnTo>
                      <a:lnTo>
                        <a:pt x="643" y="627"/>
                      </a:lnTo>
                      <a:lnTo>
                        <a:pt x="641" y="627"/>
                      </a:lnTo>
                      <a:lnTo>
                        <a:pt x="638" y="626"/>
                      </a:lnTo>
                      <a:lnTo>
                        <a:pt x="637" y="623"/>
                      </a:lnTo>
                      <a:lnTo>
                        <a:pt x="634" y="622"/>
                      </a:lnTo>
                      <a:lnTo>
                        <a:pt x="632" y="621"/>
                      </a:lnTo>
                      <a:lnTo>
                        <a:pt x="630" y="620"/>
                      </a:lnTo>
                      <a:lnTo>
                        <a:pt x="629" y="620"/>
                      </a:lnTo>
                      <a:lnTo>
                        <a:pt x="627" y="618"/>
                      </a:lnTo>
                      <a:lnTo>
                        <a:pt x="625" y="617"/>
                      </a:lnTo>
                      <a:lnTo>
                        <a:pt x="623" y="616"/>
                      </a:lnTo>
                      <a:lnTo>
                        <a:pt x="617" y="615"/>
                      </a:lnTo>
                      <a:lnTo>
                        <a:pt x="615" y="617"/>
                      </a:lnTo>
                      <a:lnTo>
                        <a:pt x="612" y="617"/>
                      </a:lnTo>
                      <a:lnTo>
                        <a:pt x="611" y="616"/>
                      </a:lnTo>
                      <a:lnTo>
                        <a:pt x="611" y="616"/>
                      </a:lnTo>
                      <a:lnTo>
                        <a:pt x="610" y="615"/>
                      </a:lnTo>
                      <a:lnTo>
                        <a:pt x="607" y="614"/>
                      </a:lnTo>
                      <a:lnTo>
                        <a:pt x="606" y="614"/>
                      </a:lnTo>
                      <a:lnTo>
                        <a:pt x="604" y="614"/>
                      </a:lnTo>
                      <a:lnTo>
                        <a:pt x="603" y="614"/>
                      </a:lnTo>
                      <a:lnTo>
                        <a:pt x="602" y="614"/>
                      </a:lnTo>
                      <a:lnTo>
                        <a:pt x="600" y="614"/>
                      </a:lnTo>
                      <a:lnTo>
                        <a:pt x="598" y="609"/>
                      </a:lnTo>
                      <a:lnTo>
                        <a:pt x="598" y="608"/>
                      </a:lnTo>
                      <a:lnTo>
                        <a:pt x="595" y="601"/>
                      </a:lnTo>
                      <a:lnTo>
                        <a:pt x="593" y="601"/>
                      </a:lnTo>
                      <a:lnTo>
                        <a:pt x="592" y="601"/>
                      </a:lnTo>
                      <a:lnTo>
                        <a:pt x="592" y="609"/>
                      </a:lnTo>
                      <a:lnTo>
                        <a:pt x="578" y="609"/>
                      </a:lnTo>
                      <a:lnTo>
                        <a:pt x="565" y="609"/>
                      </a:lnTo>
                      <a:lnTo>
                        <a:pt x="563" y="609"/>
                      </a:lnTo>
                      <a:lnTo>
                        <a:pt x="552" y="609"/>
                      </a:lnTo>
                      <a:lnTo>
                        <a:pt x="540" y="609"/>
                      </a:lnTo>
                      <a:lnTo>
                        <a:pt x="528" y="609"/>
                      </a:lnTo>
                      <a:lnTo>
                        <a:pt x="516" y="609"/>
                      </a:lnTo>
                      <a:lnTo>
                        <a:pt x="512" y="609"/>
                      </a:lnTo>
                      <a:lnTo>
                        <a:pt x="478" y="609"/>
                      </a:lnTo>
                      <a:lnTo>
                        <a:pt x="467" y="609"/>
                      </a:lnTo>
                      <a:lnTo>
                        <a:pt x="454" y="609"/>
                      </a:lnTo>
                      <a:lnTo>
                        <a:pt x="443" y="609"/>
                      </a:lnTo>
                      <a:lnTo>
                        <a:pt x="432" y="609"/>
                      </a:lnTo>
                      <a:lnTo>
                        <a:pt x="421" y="609"/>
                      </a:lnTo>
                      <a:lnTo>
                        <a:pt x="408" y="609"/>
                      </a:lnTo>
                      <a:lnTo>
                        <a:pt x="400" y="609"/>
                      </a:lnTo>
                      <a:lnTo>
                        <a:pt x="389" y="609"/>
                      </a:lnTo>
                      <a:lnTo>
                        <a:pt x="376" y="609"/>
                      </a:lnTo>
                      <a:lnTo>
                        <a:pt x="364" y="609"/>
                      </a:lnTo>
                      <a:lnTo>
                        <a:pt x="348" y="609"/>
                      </a:lnTo>
                      <a:lnTo>
                        <a:pt x="322" y="609"/>
                      </a:lnTo>
                      <a:lnTo>
                        <a:pt x="310" y="609"/>
                      </a:lnTo>
                      <a:lnTo>
                        <a:pt x="297" y="609"/>
                      </a:lnTo>
                      <a:lnTo>
                        <a:pt x="287" y="609"/>
                      </a:lnTo>
                      <a:lnTo>
                        <a:pt x="275" y="609"/>
                      </a:lnTo>
                      <a:lnTo>
                        <a:pt x="263" y="609"/>
                      </a:lnTo>
                      <a:lnTo>
                        <a:pt x="251" y="609"/>
                      </a:lnTo>
                      <a:lnTo>
                        <a:pt x="236" y="609"/>
                      </a:lnTo>
                      <a:lnTo>
                        <a:pt x="236" y="608"/>
                      </a:lnTo>
                      <a:lnTo>
                        <a:pt x="234" y="607"/>
                      </a:lnTo>
                      <a:lnTo>
                        <a:pt x="233" y="607"/>
                      </a:lnTo>
                      <a:lnTo>
                        <a:pt x="233" y="606"/>
                      </a:lnTo>
                      <a:lnTo>
                        <a:pt x="233" y="605"/>
                      </a:lnTo>
                      <a:lnTo>
                        <a:pt x="235" y="605"/>
                      </a:lnTo>
                      <a:lnTo>
                        <a:pt x="238" y="605"/>
                      </a:lnTo>
                      <a:lnTo>
                        <a:pt x="238" y="603"/>
                      </a:lnTo>
                      <a:lnTo>
                        <a:pt x="237" y="603"/>
                      </a:lnTo>
                      <a:lnTo>
                        <a:pt x="237" y="603"/>
                      </a:lnTo>
                      <a:lnTo>
                        <a:pt x="237" y="603"/>
                      </a:lnTo>
                      <a:lnTo>
                        <a:pt x="234" y="603"/>
                      </a:lnTo>
                      <a:lnTo>
                        <a:pt x="231" y="603"/>
                      </a:lnTo>
                      <a:lnTo>
                        <a:pt x="231" y="602"/>
                      </a:lnTo>
                      <a:lnTo>
                        <a:pt x="231" y="602"/>
                      </a:lnTo>
                      <a:lnTo>
                        <a:pt x="230" y="601"/>
                      </a:lnTo>
                      <a:lnTo>
                        <a:pt x="230" y="600"/>
                      </a:lnTo>
                      <a:lnTo>
                        <a:pt x="231" y="600"/>
                      </a:lnTo>
                      <a:lnTo>
                        <a:pt x="231" y="594"/>
                      </a:lnTo>
                      <a:lnTo>
                        <a:pt x="230" y="594"/>
                      </a:lnTo>
                      <a:lnTo>
                        <a:pt x="230" y="595"/>
                      </a:lnTo>
                      <a:lnTo>
                        <a:pt x="228" y="597"/>
                      </a:lnTo>
                      <a:lnTo>
                        <a:pt x="226" y="600"/>
                      </a:lnTo>
                      <a:lnTo>
                        <a:pt x="225" y="599"/>
                      </a:lnTo>
                      <a:lnTo>
                        <a:pt x="224" y="598"/>
                      </a:lnTo>
                      <a:lnTo>
                        <a:pt x="224" y="597"/>
                      </a:lnTo>
                      <a:lnTo>
                        <a:pt x="225" y="594"/>
                      </a:lnTo>
                      <a:lnTo>
                        <a:pt x="224" y="594"/>
                      </a:lnTo>
                      <a:lnTo>
                        <a:pt x="224" y="593"/>
                      </a:lnTo>
                      <a:lnTo>
                        <a:pt x="223" y="593"/>
                      </a:lnTo>
                      <a:lnTo>
                        <a:pt x="222" y="592"/>
                      </a:lnTo>
                      <a:lnTo>
                        <a:pt x="222" y="591"/>
                      </a:lnTo>
                      <a:lnTo>
                        <a:pt x="221" y="589"/>
                      </a:lnTo>
                      <a:lnTo>
                        <a:pt x="221" y="588"/>
                      </a:lnTo>
                      <a:lnTo>
                        <a:pt x="220" y="588"/>
                      </a:lnTo>
                      <a:lnTo>
                        <a:pt x="221" y="590"/>
                      </a:lnTo>
                      <a:lnTo>
                        <a:pt x="221" y="591"/>
                      </a:lnTo>
                      <a:lnTo>
                        <a:pt x="219" y="589"/>
                      </a:lnTo>
                      <a:lnTo>
                        <a:pt x="218" y="592"/>
                      </a:lnTo>
                      <a:lnTo>
                        <a:pt x="217" y="592"/>
                      </a:lnTo>
                      <a:lnTo>
                        <a:pt x="215" y="592"/>
                      </a:lnTo>
                      <a:lnTo>
                        <a:pt x="213" y="590"/>
                      </a:lnTo>
                      <a:lnTo>
                        <a:pt x="212" y="589"/>
                      </a:lnTo>
                      <a:lnTo>
                        <a:pt x="210" y="588"/>
                      </a:lnTo>
                      <a:lnTo>
                        <a:pt x="210" y="587"/>
                      </a:lnTo>
                      <a:lnTo>
                        <a:pt x="212" y="585"/>
                      </a:lnTo>
                      <a:lnTo>
                        <a:pt x="212" y="584"/>
                      </a:lnTo>
                      <a:lnTo>
                        <a:pt x="212" y="583"/>
                      </a:lnTo>
                      <a:lnTo>
                        <a:pt x="211" y="582"/>
                      </a:lnTo>
                      <a:lnTo>
                        <a:pt x="212" y="580"/>
                      </a:lnTo>
                      <a:lnTo>
                        <a:pt x="211" y="579"/>
                      </a:lnTo>
                      <a:lnTo>
                        <a:pt x="210" y="580"/>
                      </a:lnTo>
                      <a:lnTo>
                        <a:pt x="208" y="581"/>
                      </a:lnTo>
                      <a:lnTo>
                        <a:pt x="207" y="580"/>
                      </a:lnTo>
                      <a:lnTo>
                        <a:pt x="207" y="577"/>
                      </a:lnTo>
                      <a:lnTo>
                        <a:pt x="206" y="577"/>
                      </a:lnTo>
                      <a:lnTo>
                        <a:pt x="204" y="579"/>
                      </a:lnTo>
                      <a:lnTo>
                        <a:pt x="201" y="578"/>
                      </a:lnTo>
                      <a:lnTo>
                        <a:pt x="200" y="579"/>
                      </a:lnTo>
                      <a:lnTo>
                        <a:pt x="198" y="577"/>
                      </a:lnTo>
                      <a:lnTo>
                        <a:pt x="198" y="578"/>
                      </a:lnTo>
                      <a:lnTo>
                        <a:pt x="197" y="579"/>
                      </a:lnTo>
                      <a:lnTo>
                        <a:pt x="196" y="578"/>
                      </a:lnTo>
                      <a:lnTo>
                        <a:pt x="189" y="578"/>
                      </a:lnTo>
                      <a:lnTo>
                        <a:pt x="188" y="577"/>
                      </a:lnTo>
                      <a:lnTo>
                        <a:pt x="195" y="575"/>
                      </a:lnTo>
                      <a:lnTo>
                        <a:pt x="195" y="574"/>
                      </a:lnTo>
                      <a:lnTo>
                        <a:pt x="192" y="574"/>
                      </a:lnTo>
                      <a:lnTo>
                        <a:pt x="193" y="572"/>
                      </a:lnTo>
                      <a:lnTo>
                        <a:pt x="191" y="571"/>
                      </a:lnTo>
                      <a:lnTo>
                        <a:pt x="189" y="571"/>
                      </a:lnTo>
                      <a:lnTo>
                        <a:pt x="189" y="570"/>
                      </a:lnTo>
                      <a:lnTo>
                        <a:pt x="191" y="570"/>
                      </a:lnTo>
                      <a:lnTo>
                        <a:pt x="192" y="570"/>
                      </a:lnTo>
                      <a:lnTo>
                        <a:pt x="191" y="568"/>
                      </a:lnTo>
                      <a:lnTo>
                        <a:pt x="187" y="568"/>
                      </a:lnTo>
                      <a:lnTo>
                        <a:pt x="185" y="570"/>
                      </a:lnTo>
                      <a:lnTo>
                        <a:pt x="184" y="569"/>
                      </a:lnTo>
                      <a:lnTo>
                        <a:pt x="180" y="568"/>
                      </a:lnTo>
                      <a:lnTo>
                        <a:pt x="180" y="569"/>
                      </a:lnTo>
                      <a:lnTo>
                        <a:pt x="181" y="570"/>
                      </a:lnTo>
                      <a:lnTo>
                        <a:pt x="180" y="570"/>
                      </a:lnTo>
                      <a:lnTo>
                        <a:pt x="174" y="568"/>
                      </a:lnTo>
                      <a:lnTo>
                        <a:pt x="172" y="565"/>
                      </a:lnTo>
                      <a:lnTo>
                        <a:pt x="172" y="564"/>
                      </a:lnTo>
                      <a:lnTo>
                        <a:pt x="172" y="563"/>
                      </a:lnTo>
                      <a:lnTo>
                        <a:pt x="173" y="562"/>
                      </a:lnTo>
                      <a:lnTo>
                        <a:pt x="175" y="562"/>
                      </a:lnTo>
                      <a:lnTo>
                        <a:pt x="176" y="561"/>
                      </a:lnTo>
                      <a:lnTo>
                        <a:pt x="176" y="561"/>
                      </a:lnTo>
                      <a:lnTo>
                        <a:pt x="174" y="560"/>
                      </a:lnTo>
                      <a:lnTo>
                        <a:pt x="172" y="561"/>
                      </a:lnTo>
                      <a:lnTo>
                        <a:pt x="172" y="560"/>
                      </a:lnTo>
                      <a:lnTo>
                        <a:pt x="175" y="558"/>
                      </a:lnTo>
                      <a:lnTo>
                        <a:pt x="177" y="559"/>
                      </a:lnTo>
                      <a:lnTo>
                        <a:pt x="178" y="558"/>
                      </a:lnTo>
                      <a:lnTo>
                        <a:pt x="176" y="557"/>
                      </a:lnTo>
                      <a:lnTo>
                        <a:pt x="175" y="556"/>
                      </a:lnTo>
                      <a:lnTo>
                        <a:pt x="177" y="554"/>
                      </a:lnTo>
                      <a:lnTo>
                        <a:pt x="175" y="552"/>
                      </a:lnTo>
                      <a:lnTo>
                        <a:pt x="173" y="555"/>
                      </a:lnTo>
                      <a:lnTo>
                        <a:pt x="172" y="556"/>
                      </a:lnTo>
                      <a:lnTo>
                        <a:pt x="171" y="555"/>
                      </a:lnTo>
                      <a:lnTo>
                        <a:pt x="170" y="554"/>
                      </a:lnTo>
                      <a:lnTo>
                        <a:pt x="170" y="551"/>
                      </a:lnTo>
                      <a:lnTo>
                        <a:pt x="171" y="548"/>
                      </a:lnTo>
                      <a:lnTo>
                        <a:pt x="170" y="547"/>
                      </a:lnTo>
                      <a:lnTo>
                        <a:pt x="170" y="547"/>
                      </a:lnTo>
                      <a:lnTo>
                        <a:pt x="170" y="546"/>
                      </a:lnTo>
                      <a:lnTo>
                        <a:pt x="171" y="543"/>
                      </a:lnTo>
                      <a:lnTo>
                        <a:pt x="170" y="541"/>
                      </a:lnTo>
                      <a:lnTo>
                        <a:pt x="169" y="541"/>
                      </a:lnTo>
                      <a:lnTo>
                        <a:pt x="169" y="539"/>
                      </a:lnTo>
                      <a:lnTo>
                        <a:pt x="169" y="538"/>
                      </a:lnTo>
                      <a:lnTo>
                        <a:pt x="167" y="539"/>
                      </a:lnTo>
                      <a:lnTo>
                        <a:pt x="164" y="540"/>
                      </a:lnTo>
                      <a:lnTo>
                        <a:pt x="165" y="539"/>
                      </a:lnTo>
                      <a:lnTo>
                        <a:pt x="165" y="538"/>
                      </a:lnTo>
                      <a:lnTo>
                        <a:pt x="165" y="537"/>
                      </a:lnTo>
                      <a:lnTo>
                        <a:pt x="165" y="536"/>
                      </a:lnTo>
                      <a:lnTo>
                        <a:pt x="163" y="536"/>
                      </a:lnTo>
                      <a:lnTo>
                        <a:pt x="161" y="537"/>
                      </a:lnTo>
                      <a:lnTo>
                        <a:pt x="159" y="536"/>
                      </a:lnTo>
                      <a:lnTo>
                        <a:pt x="158" y="535"/>
                      </a:lnTo>
                      <a:lnTo>
                        <a:pt x="158" y="532"/>
                      </a:lnTo>
                      <a:lnTo>
                        <a:pt x="156" y="532"/>
                      </a:lnTo>
                      <a:lnTo>
                        <a:pt x="155" y="529"/>
                      </a:lnTo>
                      <a:lnTo>
                        <a:pt x="154" y="528"/>
                      </a:lnTo>
                      <a:lnTo>
                        <a:pt x="153" y="526"/>
                      </a:lnTo>
                      <a:lnTo>
                        <a:pt x="154" y="523"/>
                      </a:lnTo>
                      <a:lnTo>
                        <a:pt x="155" y="522"/>
                      </a:lnTo>
                      <a:lnTo>
                        <a:pt x="155" y="519"/>
                      </a:lnTo>
                      <a:lnTo>
                        <a:pt x="155" y="517"/>
                      </a:lnTo>
                      <a:lnTo>
                        <a:pt x="155" y="516"/>
                      </a:lnTo>
                      <a:lnTo>
                        <a:pt x="154" y="515"/>
                      </a:lnTo>
                      <a:lnTo>
                        <a:pt x="152" y="517"/>
                      </a:lnTo>
                      <a:lnTo>
                        <a:pt x="152" y="517"/>
                      </a:lnTo>
                      <a:lnTo>
                        <a:pt x="151" y="517"/>
                      </a:lnTo>
                      <a:lnTo>
                        <a:pt x="151" y="516"/>
                      </a:lnTo>
                      <a:lnTo>
                        <a:pt x="151" y="516"/>
                      </a:lnTo>
                      <a:lnTo>
                        <a:pt x="147" y="512"/>
                      </a:lnTo>
                      <a:lnTo>
                        <a:pt x="146" y="510"/>
                      </a:lnTo>
                      <a:lnTo>
                        <a:pt x="145" y="509"/>
                      </a:lnTo>
                      <a:lnTo>
                        <a:pt x="141" y="506"/>
                      </a:lnTo>
                      <a:lnTo>
                        <a:pt x="141" y="505"/>
                      </a:lnTo>
                      <a:lnTo>
                        <a:pt x="141" y="503"/>
                      </a:lnTo>
                      <a:lnTo>
                        <a:pt x="143" y="502"/>
                      </a:lnTo>
                      <a:lnTo>
                        <a:pt x="144" y="501"/>
                      </a:lnTo>
                      <a:lnTo>
                        <a:pt x="143" y="500"/>
                      </a:lnTo>
                      <a:lnTo>
                        <a:pt x="140" y="500"/>
                      </a:lnTo>
                      <a:lnTo>
                        <a:pt x="139" y="499"/>
                      </a:lnTo>
                      <a:lnTo>
                        <a:pt x="137" y="496"/>
                      </a:lnTo>
                      <a:lnTo>
                        <a:pt x="137" y="496"/>
                      </a:lnTo>
                      <a:lnTo>
                        <a:pt x="137" y="493"/>
                      </a:lnTo>
                      <a:lnTo>
                        <a:pt x="138" y="491"/>
                      </a:lnTo>
                      <a:lnTo>
                        <a:pt x="138" y="489"/>
                      </a:lnTo>
                      <a:lnTo>
                        <a:pt x="139" y="489"/>
                      </a:lnTo>
                      <a:lnTo>
                        <a:pt x="141" y="490"/>
                      </a:lnTo>
                      <a:lnTo>
                        <a:pt x="141" y="489"/>
                      </a:lnTo>
                      <a:lnTo>
                        <a:pt x="140" y="488"/>
                      </a:lnTo>
                      <a:lnTo>
                        <a:pt x="140" y="487"/>
                      </a:lnTo>
                      <a:lnTo>
                        <a:pt x="141" y="485"/>
                      </a:lnTo>
                      <a:lnTo>
                        <a:pt x="142" y="484"/>
                      </a:lnTo>
                      <a:lnTo>
                        <a:pt x="142" y="483"/>
                      </a:lnTo>
                      <a:lnTo>
                        <a:pt x="142" y="481"/>
                      </a:lnTo>
                      <a:lnTo>
                        <a:pt x="141" y="481"/>
                      </a:lnTo>
                      <a:lnTo>
                        <a:pt x="141" y="480"/>
                      </a:lnTo>
                      <a:lnTo>
                        <a:pt x="142" y="479"/>
                      </a:lnTo>
                      <a:lnTo>
                        <a:pt x="143" y="477"/>
                      </a:lnTo>
                      <a:lnTo>
                        <a:pt x="143" y="476"/>
                      </a:lnTo>
                      <a:lnTo>
                        <a:pt x="141" y="472"/>
                      </a:lnTo>
                      <a:lnTo>
                        <a:pt x="141" y="466"/>
                      </a:lnTo>
                      <a:lnTo>
                        <a:pt x="142" y="462"/>
                      </a:lnTo>
                      <a:lnTo>
                        <a:pt x="143" y="461"/>
                      </a:lnTo>
                      <a:lnTo>
                        <a:pt x="143" y="461"/>
                      </a:lnTo>
                      <a:lnTo>
                        <a:pt x="142" y="459"/>
                      </a:lnTo>
                      <a:lnTo>
                        <a:pt x="141" y="458"/>
                      </a:lnTo>
                      <a:lnTo>
                        <a:pt x="137" y="457"/>
                      </a:lnTo>
                      <a:lnTo>
                        <a:pt x="135" y="456"/>
                      </a:lnTo>
                      <a:lnTo>
                        <a:pt x="130" y="451"/>
                      </a:lnTo>
                      <a:lnTo>
                        <a:pt x="121" y="448"/>
                      </a:lnTo>
                      <a:lnTo>
                        <a:pt x="118" y="447"/>
                      </a:lnTo>
                      <a:lnTo>
                        <a:pt x="117" y="445"/>
                      </a:lnTo>
                      <a:lnTo>
                        <a:pt x="116" y="443"/>
                      </a:lnTo>
                      <a:lnTo>
                        <a:pt x="115" y="439"/>
                      </a:lnTo>
                      <a:lnTo>
                        <a:pt x="115" y="438"/>
                      </a:lnTo>
                      <a:lnTo>
                        <a:pt x="114" y="437"/>
                      </a:lnTo>
                      <a:lnTo>
                        <a:pt x="111" y="435"/>
                      </a:lnTo>
                      <a:lnTo>
                        <a:pt x="111" y="433"/>
                      </a:lnTo>
                      <a:lnTo>
                        <a:pt x="112" y="432"/>
                      </a:lnTo>
                      <a:lnTo>
                        <a:pt x="112" y="431"/>
                      </a:lnTo>
                      <a:lnTo>
                        <a:pt x="111" y="430"/>
                      </a:lnTo>
                      <a:lnTo>
                        <a:pt x="108" y="426"/>
                      </a:lnTo>
                      <a:lnTo>
                        <a:pt x="106" y="421"/>
                      </a:lnTo>
                      <a:lnTo>
                        <a:pt x="106" y="421"/>
                      </a:lnTo>
                      <a:lnTo>
                        <a:pt x="106" y="421"/>
                      </a:lnTo>
                      <a:lnTo>
                        <a:pt x="104" y="416"/>
                      </a:lnTo>
                      <a:lnTo>
                        <a:pt x="97" y="406"/>
                      </a:lnTo>
                      <a:lnTo>
                        <a:pt x="95" y="401"/>
                      </a:lnTo>
                      <a:lnTo>
                        <a:pt x="93" y="396"/>
                      </a:lnTo>
                      <a:lnTo>
                        <a:pt x="90" y="394"/>
                      </a:lnTo>
                      <a:lnTo>
                        <a:pt x="86" y="391"/>
                      </a:lnTo>
                      <a:lnTo>
                        <a:pt x="85" y="390"/>
                      </a:lnTo>
                      <a:lnTo>
                        <a:pt x="85" y="389"/>
                      </a:lnTo>
                      <a:lnTo>
                        <a:pt x="84" y="385"/>
                      </a:lnTo>
                      <a:lnTo>
                        <a:pt x="81" y="383"/>
                      </a:lnTo>
                      <a:lnTo>
                        <a:pt x="80" y="381"/>
                      </a:lnTo>
                      <a:lnTo>
                        <a:pt x="78" y="377"/>
                      </a:lnTo>
                      <a:lnTo>
                        <a:pt x="77" y="375"/>
                      </a:lnTo>
                      <a:lnTo>
                        <a:pt x="76" y="375"/>
                      </a:lnTo>
                      <a:lnTo>
                        <a:pt x="75" y="374"/>
                      </a:lnTo>
                      <a:lnTo>
                        <a:pt x="73" y="369"/>
                      </a:lnTo>
                      <a:lnTo>
                        <a:pt x="72" y="368"/>
                      </a:lnTo>
                      <a:lnTo>
                        <a:pt x="71" y="368"/>
                      </a:lnTo>
                      <a:lnTo>
                        <a:pt x="65" y="372"/>
                      </a:lnTo>
                      <a:lnTo>
                        <a:pt x="61" y="373"/>
                      </a:lnTo>
                      <a:lnTo>
                        <a:pt x="59" y="375"/>
                      </a:lnTo>
                      <a:lnTo>
                        <a:pt x="59" y="377"/>
                      </a:lnTo>
                      <a:lnTo>
                        <a:pt x="59" y="378"/>
                      </a:lnTo>
                      <a:lnTo>
                        <a:pt x="57" y="379"/>
                      </a:lnTo>
                      <a:lnTo>
                        <a:pt x="57" y="380"/>
                      </a:lnTo>
                      <a:lnTo>
                        <a:pt x="57" y="382"/>
                      </a:lnTo>
                      <a:lnTo>
                        <a:pt x="56" y="384"/>
                      </a:lnTo>
                      <a:lnTo>
                        <a:pt x="52" y="385"/>
                      </a:lnTo>
                      <a:lnTo>
                        <a:pt x="48" y="388"/>
                      </a:lnTo>
                      <a:lnTo>
                        <a:pt x="45" y="390"/>
                      </a:lnTo>
                      <a:lnTo>
                        <a:pt x="44" y="389"/>
                      </a:lnTo>
                      <a:lnTo>
                        <a:pt x="44" y="388"/>
                      </a:lnTo>
                      <a:lnTo>
                        <a:pt x="44" y="387"/>
                      </a:lnTo>
                      <a:lnTo>
                        <a:pt x="41" y="381"/>
                      </a:lnTo>
                      <a:lnTo>
                        <a:pt x="37" y="378"/>
                      </a:lnTo>
                      <a:lnTo>
                        <a:pt x="41" y="375"/>
                      </a:lnTo>
                      <a:lnTo>
                        <a:pt x="41" y="374"/>
                      </a:lnTo>
                      <a:lnTo>
                        <a:pt x="37" y="371"/>
                      </a:lnTo>
                      <a:lnTo>
                        <a:pt x="40" y="374"/>
                      </a:lnTo>
                      <a:lnTo>
                        <a:pt x="39" y="375"/>
                      </a:lnTo>
                      <a:lnTo>
                        <a:pt x="37" y="375"/>
                      </a:lnTo>
                      <a:lnTo>
                        <a:pt x="36" y="376"/>
                      </a:lnTo>
                      <a:lnTo>
                        <a:pt x="35" y="376"/>
                      </a:lnTo>
                      <a:lnTo>
                        <a:pt x="29" y="367"/>
                      </a:lnTo>
                      <a:lnTo>
                        <a:pt x="28" y="365"/>
                      </a:lnTo>
                      <a:lnTo>
                        <a:pt x="25" y="362"/>
                      </a:lnTo>
                      <a:lnTo>
                        <a:pt x="23" y="361"/>
                      </a:lnTo>
                      <a:lnTo>
                        <a:pt x="24" y="361"/>
                      </a:lnTo>
                      <a:lnTo>
                        <a:pt x="24" y="359"/>
                      </a:lnTo>
                      <a:lnTo>
                        <a:pt x="24" y="354"/>
                      </a:lnTo>
                      <a:lnTo>
                        <a:pt x="16" y="354"/>
                      </a:lnTo>
                      <a:lnTo>
                        <a:pt x="13" y="358"/>
                      </a:lnTo>
                      <a:lnTo>
                        <a:pt x="12" y="357"/>
                      </a:lnTo>
                      <a:lnTo>
                        <a:pt x="8" y="355"/>
                      </a:lnTo>
                      <a:lnTo>
                        <a:pt x="5" y="357"/>
                      </a:lnTo>
                      <a:lnTo>
                        <a:pt x="0" y="354"/>
                      </a:lnTo>
                      <a:lnTo>
                        <a:pt x="0" y="346"/>
                      </a:lnTo>
                      <a:lnTo>
                        <a:pt x="0" y="320"/>
                      </a:lnTo>
                      <a:lnTo>
                        <a:pt x="0" y="295"/>
                      </a:lnTo>
                      <a:lnTo>
                        <a:pt x="0" y="271"/>
                      </a:lnTo>
                      <a:lnTo>
                        <a:pt x="0" y="245"/>
                      </a:lnTo>
                      <a:lnTo>
                        <a:pt x="0" y="216"/>
                      </a:lnTo>
                      <a:lnTo>
                        <a:pt x="0" y="187"/>
                      </a:lnTo>
                      <a:lnTo>
                        <a:pt x="0" y="160"/>
                      </a:lnTo>
                      <a:lnTo>
                        <a:pt x="0" y="131"/>
                      </a:lnTo>
                      <a:lnTo>
                        <a:pt x="0" y="97"/>
                      </a:lnTo>
                      <a:lnTo>
                        <a:pt x="0" y="63"/>
                      </a:lnTo>
                      <a:lnTo>
                        <a:pt x="0" y="64"/>
                      </a:lnTo>
                      <a:lnTo>
                        <a:pt x="3" y="65"/>
                      </a:lnTo>
                      <a:lnTo>
                        <a:pt x="5" y="66"/>
                      </a:lnTo>
                      <a:lnTo>
                        <a:pt x="15" y="65"/>
                      </a:lnTo>
                      <a:lnTo>
                        <a:pt x="16" y="66"/>
                      </a:lnTo>
                      <a:lnTo>
                        <a:pt x="17" y="68"/>
                      </a:lnTo>
                      <a:lnTo>
                        <a:pt x="21" y="68"/>
                      </a:lnTo>
                      <a:lnTo>
                        <a:pt x="26" y="72"/>
                      </a:lnTo>
                      <a:lnTo>
                        <a:pt x="31" y="80"/>
                      </a:lnTo>
                      <a:lnTo>
                        <a:pt x="33" y="80"/>
                      </a:lnTo>
                      <a:lnTo>
                        <a:pt x="34" y="81"/>
                      </a:lnTo>
                      <a:lnTo>
                        <a:pt x="34" y="80"/>
                      </a:lnTo>
                      <a:lnTo>
                        <a:pt x="35" y="82"/>
                      </a:lnTo>
                      <a:lnTo>
                        <a:pt x="37" y="85"/>
                      </a:lnTo>
                      <a:lnTo>
                        <a:pt x="40" y="87"/>
                      </a:lnTo>
                      <a:lnTo>
                        <a:pt x="42" y="88"/>
                      </a:lnTo>
                      <a:lnTo>
                        <a:pt x="45" y="91"/>
                      </a:lnTo>
                      <a:lnTo>
                        <a:pt x="47" y="91"/>
                      </a:lnTo>
                      <a:lnTo>
                        <a:pt x="50" y="92"/>
                      </a:lnTo>
                      <a:lnTo>
                        <a:pt x="54" y="93"/>
                      </a:lnTo>
                      <a:lnTo>
                        <a:pt x="55" y="94"/>
                      </a:lnTo>
                      <a:lnTo>
                        <a:pt x="57" y="93"/>
                      </a:lnTo>
                      <a:lnTo>
                        <a:pt x="58" y="94"/>
                      </a:lnTo>
                      <a:lnTo>
                        <a:pt x="58" y="93"/>
                      </a:lnTo>
                      <a:lnTo>
                        <a:pt x="57" y="91"/>
                      </a:lnTo>
                      <a:lnTo>
                        <a:pt x="60" y="92"/>
                      </a:lnTo>
                      <a:lnTo>
                        <a:pt x="62" y="93"/>
                      </a:lnTo>
                      <a:lnTo>
                        <a:pt x="63" y="94"/>
                      </a:lnTo>
                      <a:lnTo>
                        <a:pt x="65" y="95"/>
                      </a:lnTo>
                      <a:lnTo>
                        <a:pt x="68" y="97"/>
                      </a:lnTo>
                      <a:lnTo>
                        <a:pt x="73" y="102"/>
                      </a:lnTo>
                      <a:lnTo>
                        <a:pt x="74" y="101"/>
                      </a:lnTo>
                      <a:lnTo>
                        <a:pt x="76" y="102"/>
                      </a:lnTo>
                      <a:lnTo>
                        <a:pt x="75" y="100"/>
                      </a:lnTo>
                      <a:lnTo>
                        <a:pt x="73" y="97"/>
                      </a:lnTo>
                      <a:lnTo>
                        <a:pt x="72" y="94"/>
                      </a:lnTo>
                      <a:lnTo>
                        <a:pt x="71" y="93"/>
                      </a:lnTo>
                      <a:lnTo>
                        <a:pt x="72" y="93"/>
                      </a:lnTo>
                      <a:lnTo>
                        <a:pt x="76" y="94"/>
                      </a:lnTo>
                      <a:lnTo>
                        <a:pt x="78" y="93"/>
                      </a:lnTo>
                      <a:lnTo>
                        <a:pt x="80" y="94"/>
                      </a:lnTo>
                      <a:lnTo>
                        <a:pt x="82" y="95"/>
                      </a:lnTo>
                      <a:lnTo>
                        <a:pt x="82" y="99"/>
                      </a:lnTo>
                      <a:lnTo>
                        <a:pt x="83" y="100"/>
                      </a:lnTo>
                      <a:lnTo>
                        <a:pt x="87" y="104"/>
                      </a:lnTo>
                      <a:lnTo>
                        <a:pt x="88" y="105"/>
                      </a:lnTo>
                      <a:lnTo>
                        <a:pt x="89" y="103"/>
                      </a:lnTo>
                      <a:lnTo>
                        <a:pt x="88" y="99"/>
                      </a:lnTo>
                      <a:lnTo>
                        <a:pt x="87" y="98"/>
                      </a:lnTo>
                      <a:lnTo>
                        <a:pt x="83" y="91"/>
                      </a:lnTo>
                      <a:lnTo>
                        <a:pt x="82" y="88"/>
                      </a:lnTo>
                      <a:lnTo>
                        <a:pt x="82" y="87"/>
                      </a:lnTo>
                      <a:lnTo>
                        <a:pt x="85" y="85"/>
                      </a:lnTo>
                      <a:lnTo>
                        <a:pt x="87" y="83"/>
                      </a:lnTo>
                      <a:lnTo>
                        <a:pt x="91" y="80"/>
                      </a:lnTo>
                      <a:lnTo>
                        <a:pt x="92" y="78"/>
                      </a:lnTo>
                      <a:lnTo>
                        <a:pt x="93" y="78"/>
                      </a:lnTo>
                      <a:lnTo>
                        <a:pt x="94" y="76"/>
                      </a:lnTo>
                      <a:lnTo>
                        <a:pt x="100" y="75"/>
                      </a:lnTo>
                      <a:lnTo>
                        <a:pt x="101" y="74"/>
                      </a:lnTo>
                      <a:lnTo>
                        <a:pt x="103" y="72"/>
                      </a:lnTo>
                      <a:lnTo>
                        <a:pt x="104" y="67"/>
                      </a:lnTo>
                      <a:lnTo>
                        <a:pt x="106" y="66"/>
                      </a:lnTo>
                      <a:lnTo>
                        <a:pt x="106" y="66"/>
                      </a:lnTo>
                      <a:lnTo>
                        <a:pt x="107" y="66"/>
                      </a:lnTo>
                      <a:lnTo>
                        <a:pt x="108" y="64"/>
                      </a:lnTo>
                      <a:lnTo>
                        <a:pt x="109" y="62"/>
                      </a:lnTo>
                      <a:lnTo>
                        <a:pt x="110" y="62"/>
                      </a:lnTo>
                      <a:lnTo>
                        <a:pt x="111" y="64"/>
                      </a:lnTo>
                      <a:lnTo>
                        <a:pt x="114" y="64"/>
                      </a:lnTo>
                      <a:lnTo>
                        <a:pt x="116" y="62"/>
                      </a:lnTo>
                      <a:lnTo>
                        <a:pt x="116" y="61"/>
                      </a:lnTo>
                      <a:lnTo>
                        <a:pt x="118" y="60"/>
                      </a:lnTo>
                      <a:lnTo>
                        <a:pt x="123" y="57"/>
                      </a:lnTo>
                      <a:lnTo>
                        <a:pt x="123" y="54"/>
                      </a:lnTo>
                      <a:lnTo>
                        <a:pt x="128" y="56"/>
                      </a:lnTo>
                      <a:lnTo>
                        <a:pt x="130" y="54"/>
                      </a:lnTo>
                      <a:lnTo>
                        <a:pt x="130" y="51"/>
                      </a:lnTo>
                      <a:lnTo>
                        <a:pt x="131" y="50"/>
                      </a:lnTo>
                      <a:lnTo>
                        <a:pt x="134" y="48"/>
                      </a:lnTo>
                      <a:lnTo>
                        <a:pt x="135" y="46"/>
                      </a:lnTo>
                      <a:lnTo>
                        <a:pt x="138" y="49"/>
                      </a:lnTo>
                      <a:lnTo>
                        <a:pt x="140" y="49"/>
                      </a:lnTo>
                      <a:lnTo>
                        <a:pt x="141" y="50"/>
                      </a:lnTo>
                      <a:lnTo>
                        <a:pt x="143" y="49"/>
                      </a:lnTo>
                      <a:lnTo>
                        <a:pt x="144" y="46"/>
                      </a:lnTo>
                      <a:lnTo>
                        <a:pt x="144" y="45"/>
                      </a:lnTo>
                      <a:lnTo>
                        <a:pt x="146" y="43"/>
                      </a:lnTo>
                      <a:lnTo>
                        <a:pt x="147" y="45"/>
                      </a:lnTo>
                      <a:lnTo>
                        <a:pt x="148" y="47"/>
                      </a:lnTo>
                      <a:lnTo>
                        <a:pt x="149" y="50"/>
                      </a:lnTo>
                      <a:lnTo>
                        <a:pt x="148" y="51"/>
                      </a:lnTo>
                      <a:lnTo>
                        <a:pt x="147" y="53"/>
                      </a:lnTo>
                      <a:lnTo>
                        <a:pt x="137" y="60"/>
                      </a:lnTo>
                      <a:lnTo>
                        <a:pt x="135" y="63"/>
                      </a:lnTo>
                      <a:lnTo>
                        <a:pt x="133" y="64"/>
                      </a:lnTo>
                      <a:lnTo>
                        <a:pt x="129" y="69"/>
                      </a:lnTo>
                      <a:lnTo>
                        <a:pt x="126" y="67"/>
                      </a:lnTo>
                      <a:lnTo>
                        <a:pt x="118" y="70"/>
                      </a:lnTo>
                      <a:lnTo>
                        <a:pt x="115" y="73"/>
                      </a:lnTo>
                      <a:lnTo>
                        <a:pt x="114" y="75"/>
                      </a:lnTo>
                      <a:lnTo>
                        <a:pt x="116" y="74"/>
                      </a:lnTo>
                      <a:lnTo>
                        <a:pt x="112" y="78"/>
                      </a:lnTo>
                      <a:lnTo>
                        <a:pt x="111" y="79"/>
                      </a:lnTo>
                      <a:lnTo>
                        <a:pt x="110" y="79"/>
                      </a:lnTo>
                      <a:lnTo>
                        <a:pt x="109" y="81"/>
                      </a:lnTo>
                      <a:lnTo>
                        <a:pt x="108" y="84"/>
                      </a:lnTo>
                      <a:lnTo>
                        <a:pt x="108" y="82"/>
                      </a:lnTo>
                      <a:lnTo>
                        <a:pt x="107" y="81"/>
                      </a:lnTo>
                      <a:lnTo>
                        <a:pt x="104" y="86"/>
                      </a:lnTo>
                      <a:lnTo>
                        <a:pt x="104" y="88"/>
                      </a:lnTo>
                      <a:lnTo>
                        <a:pt x="106" y="87"/>
                      </a:lnTo>
                      <a:lnTo>
                        <a:pt x="108" y="85"/>
                      </a:lnTo>
                      <a:lnTo>
                        <a:pt x="114" y="83"/>
                      </a:lnTo>
                      <a:lnTo>
                        <a:pt x="119" y="78"/>
                      </a:lnTo>
                      <a:lnTo>
                        <a:pt x="119" y="77"/>
                      </a:lnTo>
                      <a:lnTo>
                        <a:pt x="118" y="75"/>
                      </a:lnTo>
                      <a:lnTo>
                        <a:pt x="119" y="75"/>
                      </a:lnTo>
                      <a:lnTo>
                        <a:pt x="121" y="74"/>
                      </a:lnTo>
                      <a:lnTo>
                        <a:pt x="122" y="74"/>
                      </a:lnTo>
                      <a:lnTo>
                        <a:pt x="122" y="77"/>
                      </a:lnTo>
                      <a:lnTo>
                        <a:pt x="123" y="74"/>
                      </a:lnTo>
                      <a:lnTo>
                        <a:pt x="124" y="77"/>
                      </a:lnTo>
                      <a:lnTo>
                        <a:pt x="126" y="73"/>
                      </a:lnTo>
                      <a:lnTo>
                        <a:pt x="128" y="72"/>
                      </a:lnTo>
                      <a:lnTo>
                        <a:pt x="130" y="74"/>
                      </a:lnTo>
                      <a:lnTo>
                        <a:pt x="129" y="77"/>
                      </a:lnTo>
                      <a:lnTo>
                        <a:pt x="129" y="82"/>
                      </a:lnTo>
                      <a:lnTo>
                        <a:pt x="133" y="74"/>
                      </a:lnTo>
                      <a:lnTo>
                        <a:pt x="137" y="67"/>
                      </a:lnTo>
                      <a:lnTo>
                        <a:pt x="137" y="64"/>
                      </a:lnTo>
                      <a:lnTo>
                        <a:pt x="140" y="64"/>
                      </a:lnTo>
                      <a:lnTo>
                        <a:pt x="143" y="62"/>
                      </a:lnTo>
                      <a:lnTo>
                        <a:pt x="145" y="60"/>
                      </a:lnTo>
                      <a:lnTo>
                        <a:pt x="152" y="58"/>
                      </a:lnTo>
                      <a:lnTo>
                        <a:pt x="156" y="54"/>
                      </a:lnTo>
                      <a:lnTo>
                        <a:pt x="155" y="58"/>
                      </a:lnTo>
                      <a:lnTo>
                        <a:pt x="155" y="58"/>
                      </a:lnTo>
                      <a:lnTo>
                        <a:pt x="153" y="61"/>
                      </a:lnTo>
                      <a:lnTo>
                        <a:pt x="153" y="64"/>
                      </a:lnTo>
                      <a:lnTo>
                        <a:pt x="158" y="60"/>
                      </a:lnTo>
                      <a:lnTo>
                        <a:pt x="160" y="57"/>
                      </a:lnTo>
                      <a:lnTo>
                        <a:pt x="163" y="54"/>
                      </a:lnTo>
                      <a:lnTo>
                        <a:pt x="164" y="51"/>
                      </a:lnTo>
                      <a:lnTo>
                        <a:pt x="163" y="50"/>
                      </a:lnTo>
                      <a:lnTo>
                        <a:pt x="164" y="48"/>
                      </a:lnTo>
                      <a:lnTo>
                        <a:pt x="171" y="45"/>
                      </a:lnTo>
                      <a:lnTo>
                        <a:pt x="172" y="44"/>
                      </a:lnTo>
                      <a:lnTo>
                        <a:pt x="168" y="43"/>
                      </a:lnTo>
                      <a:lnTo>
                        <a:pt x="167" y="41"/>
                      </a:lnTo>
                      <a:lnTo>
                        <a:pt x="167" y="40"/>
                      </a:lnTo>
                      <a:lnTo>
                        <a:pt x="168" y="38"/>
                      </a:lnTo>
                      <a:lnTo>
                        <a:pt x="167" y="37"/>
                      </a:lnTo>
                      <a:lnTo>
                        <a:pt x="165" y="37"/>
                      </a:lnTo>
                      <a:lnTo>
                        <a:pt x="165" y="35"/>
                      </a:lnTo>
                      <a:lnTo>
                        <a:pt x="166" y="33"/>
                      </a:lnTo>
                      <a:lnTo>
                        <a:pt x="167" y="32"/>
                      </a:lnTo>
                      <a:lnTo>
                        <a:pt x="170" y="33"/>
                      </a:lnTo>
                      <a:lnTo>
                        <a:pt x="177" y="41"/>
                      </a:lnTo>
                      <a:lnTo>
                        <a:pt x="178" y="45"/>
                      </a:lnTo>
                      <a:lnTo>
                        <a:pt x="179" y="51"/>
                      </a:lnTo>
                      <a:lnTo>
                        <a:pt x="181" y="54"/>
                      </a:lnTo>
                      <a:lnTo>
                        <a:pt x="184" y="64"/>
                      </a:lnTo>
                      <a:lnTo>
                        <a:pt x="185" y="67"/>
                      </a:lnTo>
                      <a:lnTo>
                        <a:pt x="188" y="68"/>
                      </a:lnTo>
                      <a:lnTo>
                        <a:pt x="189" y="72"/>
                      </a:lnTo>
                      <a:lnTo>
                        <a:pt x="190" y="71"/>
                      </a:lnTo>
                      <a:lnTo>
                        <a:pt x="193" y="75"/>
                      </a:lnTo>
                      <a:lnTo>
                        <a:pt x="196" y="76"/>
                      </a:lnTo>
                      <a:lnTo>
                        <a:pt x="201" y="76"/>
                      </a:lnTo>
                      <a:lnTo>
                        <a:pt x="201" y="75"/>
                      </a:lnTo>
                      <a:lnTo>
                        <a:pt x="201" y="75"/>
                      </a:lnTo>
                      <a:lnTo>
                        <a:pt x="204" y="75"/>
                      </a:lnTo>
                      <a:lnTo>
                        <a:pt x="204" y="74"/>
                      </a:lnTo>
                      <a:lnTo>
                        <a:pt x="202" y="73"/>
                      </a:lnTo>
                      <a:lnTo>
                        <a:pt x="198" y="74"/>
                      </a:lnTo>
                      <a:lnTo>
                        <a:pt x="199" y="71"/>
                      </a:lnTo>
                      <a:lnTo>
                        <a:pt x="202" y="71"/>
                      </a:lnTo>
                      <a:lnTo>
                        <a:pt x="204" y="70"/>
                      </a:lnTo>
                      <a:lnTo>
                        <a:pt x="203" y="70"/>
                      </a:lnTo>
                      <a:lnTo>
                        <a:pt x="201" y="66"/>
                      </a:lnTo>
                      <a:lnTo>
                        <a:pt x="202" y="65"/>
                      </a:lnTo>
                      <a:lnTo>
                        <a:pt x="205" y="64"/>
                      </a:lnTo>
                      <a:lnTo>
                        <a:pt x="205" y="62"/>
                      </a:lnTo>
                      <a:lnTo>
                        <a:pt x="203" y="61"/>
                      </a:lnTo>
                      <a:lnTo>
                        <a:pt x="203" y="58"/>
                      </a:lnTo>
                      <a:lnTo>
                        <a:pt x="204" y="60"/>
                      </a:lnTo>
                      <a:lnTo>
                        <a:pt x="208" y="55"/>
                      </a:lnTo>
                      <a:lnTo>
                        <a:pt x="209" y="53"/>
                      </a:lnTo>
                      <a:lnTo>
                        <a:pt x="208" y="52"/>
                      </a:lnTo>
                      <a:lnTo>
                        <a:pt x="206" y="54"/>
                      </a:lnTo>
                      <a:lnTo>
                        <a:pt x="206" y="55"/>
                      </a:lnTo>
                      <a:lnTo>
                        <a:pt x="205" y="55"/>
                      </a:lnTo>
                      <a:lnTo>
                        <a:pt x="204" y="52"/>
                      </a:lnTo>
                      <a:lnTo>
                        <a:pt x="205" y="51"/>
                      </a:lnTo>
                      <a:lnTo>
                        <a:pt x="207" y="51"/>
                      </a:lnTo>
                      <a:lnTo>
                        <a:pt x="209" y="51"/>
                      </a:lnTo>
                      <a:lnTo>
                        <a:pt x="210" y="51"/>
                      </a:lnTo>
                      <a:lnTo>
                        <a:pt x="211" y="54"/>
                      </a:lnTo>
                      <a:lnTo>
                        <a:pt x="212" y="52"/>
                      </a:lnTo>
                      <a:lnTo>
                        <a:pt x="214" y="51"/>
                      </a:lnTo>
                      <a:lnTo>
                        <a:pt x="213" y="50"/>
                      </a:lnTo>
                      <a:lnTo>
                        <a:pt x="212" y="50"/>
                      </a:lnTo>
                      <a:lnTo>
                        <a:pt x="210" y="48"/>
                      </a:lnTo>
                      <a:lnTo>
                        <a:pt x="214" y="48"/>
                      </a:lnTo>
                      <a:lnTo>
                        <a:pt x="214" y="49"/>
                      </a:lnTo>
                      <a:lnTo>
                        <a:pt x="215" y="51"/>
                      </a:lnTo>
                      <a:lnTo>
                        <a:pt x="214" y="54"/>
                      </a:lnTo>
                      <a:lnTo>
                        <a:pt x="214" y="60"/>
                      </a:lnTo>
                      <a:lnTo>
                        <a:pt x="213" y="61"/>
                      </a:lnTo>
                      <a:lnTo>
                        <a:pt x="214" y="63"/>
                      </a:lnTo>
                      <a:lnTo>
                        <a:pt x="215" y="64"/>
                      </a:lnTo>
                      <a:lnTo>
                        <a:pt x="217" y="63"/>
                      </a:lnTo>
                      <a:lnTo>
                        <a:pt x="219" y="64"/>
                      </a:lnTo>
                      <a:lnTo>
                        <a:pt x="215" y="71"/>
                      </a:lnTo>
                      <a:lnTo>
                        <a:pt x="214" y="75"/>
                      </a:lnTo>
                      <a:lnTo>
                        <a:pt x="213" y="72"/>
                      </a:lnTo>
                      <a:lnTo>
                        <a:pt x="213" y="75"/>
                      </a:lnTo>
                      <a:lnTo>
                        <a:pt x="213" y="76"/>
                      </a:lnTo>
                      <a:lnTo>
                        <a:pt x="218" y="77"/>
                      </a:lnTo>
                      <a:lnTo>
                        <a:pt x="220" y="75"/>
                      </a:lnTo>
                      <a:lnTo>
                        <a:pt x="221" y="76"/>
                      </a:lnTo>
                      <a:lnTo>
                        <a:pt x="225" y="76"/>
                      </a:lnTo>
                      <a:lnTo>
                        <a:pt x="227" y="75"/>
                      </a:lnTo>
                      <a:lnTo>
                        <a:pt x="227" y="73"/>
                      </a:lnTo>
                      <a:lnTo>
                        <a:pt x="230" y="70"/>
                      </a:lnTo>
                      <a:lnTo>
                        <a:pt x="230" y="68"/>
                      </a:lnTo>
                      <a:lnTo>
                        <a:pt x="231" y="64"/>
                      </a:lnTo>
                      <a:lnTo>
                        <a:pt x="231" y="60"/>
                      </a:lnTo>
                      <a:lnTo>
                        <a:pt x="233" y="60"/>
                      </a:lnTo>
                      <a:lnTo>
                        <a:pt x="237" y="58"/>
                      </a:lnTo>
                      <a:lnTo>
                        <a:pt x="239" y="60"/>
                      </a:lnTo>
                      <a:lnTo>
                        <a:pt x="241" y="60"/>
                      </a:lnTo>
                      <a:lnTo>
                        <a:pt x="243" y="60"/>
                      </a:lnTo>
                      <a:lnTo>
                        <a:pt x="243" y="60"/>
                      </a:lnTo>
                      <a:lnTo>
                        <a:pt x="248" y="60"/>
                      </a:lnTo>
                      <a:lnTo>
                        <a:pt x="254" y="62"/>
                      </a:lnTo>
                      <a:lnTo>
                        <a:pt x="261" y="67"/>
                      </a:lnTo>
                      <a:lnTo>
                        <a:pt x="266" y="74"/>
                      </a:lnTo>
                      <a:lnTo>
                        <a:pt x="270" y="76"/>
                      </a:lnTo>
                      <a:lnTo>
                        <a:pt x="275" y="77"/>
                      </a:lnTo>
                      <a:lnTo>
                        <a:pt x="277" y="78"/>
                      </a:lnTo>
                      <a:lnTo>
                        <a:pt x="280" y="78"/>
                      </a:lnTo>
                      <a:lnTo>
                        <a:pt x="284" y="80"/>
                      </a:lnTo>
                      <a:lnTo>
                        <a:pt x="286" y="80"/>
                      </a:lnTo>
                      <a:lnTo>
                        <a:pt x="288" y="81"/>
                      </a:lnTo>
                      <a:lnTo>
                        <a:pt x="290" y="84"/>
                      </a:lnTo>
                      <a:lnTo>
                        <a:pt x="293" y="86"/>
                      </a:lnTo>
                      <a:lnTo>
                        <a:pt x="296" y="87"/>
                      </a:lnTo>
                      <a:lnTo>
                        <a:pt x="302" y="91"/>
                      </a:lnTo>
                      <a:lnTo>
                        <a:pt x="306" y="91"/>
                      </a:lnTo>
                      <a:lnTo>
                        <a:pt x="308" y="92"/>
                      </a:lnTo>
                      <a:lnTo>
                        <a:pt x="311" y="93"/>
                      </a:lnTo>
                      <a:lnTo>
                        <a:pt x="310" y="92"/>
                      </a:lnTo>
                      <a:lnTo>
                        <a:pt x="318" y="93"/>
                      </a:lnTo>
                      <a:lnTo>
                        <a:pt x="320" y="93"/>
                      </a:lnTo>
                      <a:lnTo>
                        <a:pt x="323" y="96"/>
                      </a:lnTo>
                      <a:lnTo>
                        <a:pt x="324" y="94"/>
                      </a:lnTo>
                      <a:lnTo>
                        <a:pt x="320" y="90"/>
                      </a:lnTo>
                      <a:lnTo>
                        <a:pt x="323" y="89"/>
                      </a:lnTo>
                      <a:lnTo>
                        <a:pt x="324" y="91"/>
                      </a:lnTo>
                      <a:lnTo>
                        <a:pt x="327" y="91"/>
                      </a:lnTo>
                      <a:lnTo>
                        <a:pt x="327" y="89"/>
                      </a:lnTo>
                      <a:lnTo>
                        <a:pt x="333" y="91"/>
                      </a:lnTo>
                      <a:lnTo>
                        <a:pt x="331" y="92"/>
                      </a:lnTo>
                      <a:lnTo>
                        <a:pt x="335" y="94"/>
                      </a:lnTo>
                      <a:lnTo>
                        <a:pt x="335" y="96"/>
                      </a:lnTo>
                      <a:lnTo>
                        <a:pt x="338" y="95"/>
                      </a:lnTo>
                      <a:lnTo>
                        <a:pt x="338" y="97"/>
                      </a:lnTo>
                      <a:lnTo>
                        <a:pt x="342" y="99"/>
                      </a:lnTo>
                      <a:lnTo>
                        <a:pt x="345" y="104"/>
                      </a:lnTo>
                      <a:lnTo>
                        <a:pt x="346" y="105"/>
                      </a:lnTo>
                      <a:lnTo>
                        <a:pt x="346" y="111"/>
                      </a:lnTo>
                      <a:lnTo>
                        <a:pt x="348" y="108"/>
                      </a:lnTo>
                      <a:lnTo>
                        <a:pt x="348" y="111"/>
                      </a:lnTo>
                      <a:lnTo>
                        <a:pt x="348" y="113"/>
                      </a:lnTo>
                      <a:lnTo>
                        <a:pt x="348" y="114"/>
                      </a:lnTo>
                      <a:lnTo>
                        <a:pt x="346" y="114"/>
                      </a:lnTo>
                      <a:lnTo>
                        <a:pt x="346" y="116"/>
                      </a:lnTo>
                      <a:lnTo>
                        <a:pt x="344" y="116"/>
                      </a:lnTo>
                      <a:lnTo>
                        <a:pt x="343" y="114"/>
                      </a:lnTo>
                      <a:lnTo>
                        <a:pt x="340" y="115"/>
                      </a:lnTo>
                      <a:lnTo>
                        <a:pt x="335" y="114"/>
                      </a:lnTo>
                      <a:lnTo>
                        <a:pt x="338" y="116"/>
                      </a:lnTo>
                      <a:lnTo>
                        <a:pt x="337" y="118"/>
                      </a:lnTo>
                      <a:lnTo>
                        <a:pt x="332" y="117"/>
                      </a:lnTo>
                      <a:lnTo>
                        <a:pt x="333" y="119"/>
                      </a:lnTo>
                      <a:lnTo>
                        <a:pt x="332" y="120"/>
                      </a:lnTo>
                      <a:lnTo>
                        <a:pt x="332" y="124"/>
                      </a:lnTo>
                      <a:lnTo>
                        <a:pt x="328" y="126"/>
                      </a:lnTo>
                      <a:lnTo>
                        <a:pt x="330" y="127"/>
                      </a:lnTo>
                      <a:lnTo>
                        <a:pt x="331" y="127"/>
                      </a:lnTo>
                      <a:lnTo>
                        <a:pt x="333" y="127"/>
                      </a:lnTo>
                      <a:lnTo>
                        <a:pt x="331" y="128"/>
                      </a:lnTo>
                      <a:lnTo>
                        <a:pt x="335" y="129"/>
                      </a:lnTo>
                      <a:lnTo>
                        <a:pt x="339" y="132"/>
                      </a:lnTo>
                      <a:lnTo>
                        <a:pt x="340" y="130"/>
                      </a:lnTo>
                      <a:lnTo>
                        <a:pt x="343" y="131"/>
                      </a:lnTo>
                      <a:lnTo>
                        <a:pt x="344" y="133"/>
                      </a:lnTo>
                      <a:lnTo>
                        <a:pt x="346" y="132"/>
                      </a:lnTo>
                      <a:lnTo>
                        <a:pt x="349" y="133"/>
                      </a:lnTo>
                      <a:lnTo>
                        <a:pt x="354" y="133"/>
                      </a:lnTo>
                      <a:lnTo>
                        <a:pt x="357" y="134"/>
                      </a:lnTo>
                      <a:lnTo>
                        <a:pt x="362" y="133"/>
                      </a:lnTo>
                      <a:lnTo>
                        <a:pt x="361" y="134"/>
                      </a:lnTo>
                      <a:lnTo>
                        <a:pt x="364" y="134"/>
                      </a:lnTo>
                      <a:lnTo>
                        <a:pt x="370" y="134"/>
                      </a:lnTo>
                      <a:lnTo>
                        <a:pt x="371" y="132"/>
                      </a:lnTo>
                      <a:lnTo>
                        <a:pt x="375" y="132"/>
                      </a:lnTo>
                      <a:lnTo>
                        <a:pt x="374" y="134"/>
                      </a:lnTo>
                      <a:lnTo>
                        <a:pt x="377" y="134"/>
                      </a:lnTo>
                      <a:lnTo>
                        <a:pt x="375" y="133"/>
                      </a:lnTo>
                      <a:lnTo>
                        <a:pt x="377" y="131"/>
                      </a:lnTo>
                      <a:lnTo>
                        <a:pt x="378" y="133"/>
                      </a:lnTo>
                      <a:lnTo>
                        <a:pt x="380" y="133"/>
                      </a:lnTo>
                      <a:lnTo>
                        <a:pt x="381" y="132"/>
                      </a:lnTo>
                      <a:lnTo>
                        <a:pt x="382" y="133"/>
                      </a:lnTo>
                      <a:lnTo>
                        <a:pt x="384" y="128"/>
                      </a:lnTo>
                      <a:lnTo>
                        <a:pt x="386" y="128"/>
                      </a:lnTo>
                      <a:lnTo>
                        <a:pt x="386" y="132"/>
                      </a:lnTo>
                      <a:lnTo>
                        <a:pt x="388" y="132"/>
                      </a:lnTo>
                      <a:lnTo>
                        <a:pt x="390" y="131"/>
                      </a:lnTo>
                      <a:lnTo>
                        <a:pt x="393" y="127"/>
                      </a:lnTo>
                      <a:lnTo>
                        <a:pt x="395" y="125"/>
                      </a:lnTo>
                      <a:lnTo>
                        <a:pt x="398" y="125"/>
                      </a:lnTo>
                      <a:lnTo>
                        <a:pt x="400" y="123"/>
                      </a:lnTo>
                      <a:lnTo>
                        <a:pt x="401" y="126"/>
                      </a:lnTo>
                      <a:lnTo>
                        <a:pt x="401" y="127"/>
                      </a:lnTo>
                      <a:lnTo>
                        <a:pt x="402" y="128"/>
                      </a:lnTo>
                      <a:lnTo>
                        <a:pt x="403" y="127"/>
                      </a:lnTo>
                      <a:lnTo>
                        <a:pt x="404" y="129"/>
                      </a:lnTo>
                      <a:lnTo>
                        <a:pt x="404" y="130"/>
                      </a:lnTo>
                      <a:lnTo>
                        <a:pt x="404" y="132"/>
                      </a:lnTo>
                      <a:lnTo>
                        <a:pt x="404" y="132"/>
                      </a:lnTo>
                      <a:lnTo>
                        <a:pt x="408" y="134"/>
                      </a:lnTo>
                      <a:lnTo>
                        <a:pt x="407" y="132"/>
                      </a:lnTo>
                      <a:lnTo>
                        <a:pt x="414" y="132"/>
                      </a:lnTo>
                      <a:lnTo>
                        <a:pt x="413" y="134"/>
                      </a:lnTo>
                      <a:lnTo>
                        <a:pt x="414" y="136"/>
                      </a:lnTo>
                      <a:lnTo>
                        <a:pt x="413" y="137"/>
                      </a:lnTo>
                      <a:lnTo>
                        <a:pt x="415" y="139"/>
                      </a:lnTo>
                      <a:lnTo>
                        <a:pt x="414" y="142"/>
                      </a:lnTo>
                      <a:lnTo>
                        <a:pt x="415" y="144"/>
                      </a:lnTo>
                      <a:lnTo>
                        <a:pt x="415" y="142"/>
                      </a:lnTo>
                      <a:lnTo>
                        <a:pt x="416" y="143"/>
                      </a:lnTo>
                      <a:lnTo>
                        <a:pt x="417" y="140"/>
                      </a:lnTo>
                      <a:lnTo>
                        <a:pt x="417" y="136"/>
                      </a:lnTo>
                      <a:lnTo>
                        <a:pt x="418" y="137"/>
                      </a:lnTo>
                      <a:lnTo>
                        <a:pt x="418" y="139"/>
                      </a:lnTo>
                      <a:lnTo>
                        <a:pt x="419" y="139"/>
                      </a:lnTo>
                      <a:lnTo>
                        <a:pt x="419" y="141"/>
                      </a:lnTo>
                      <a:lnTo>
                        <a:pt x="419" y="144"/>
                      </a:lnTo>
                      <a:lnTo>
                        <a:pt x="420" y="144"/>
                      </a:lnTo>
                      <a:lnTo>
                        <a:pt x="421" y="143"/>
                      </a:lnTo>
                      <a:lnTo>
                        <a:pt x="423" y="146"/>
                      </a:lnTo>
                      <a:lnTo>
                        <a:pt x="425" y="146"/>
                      </a:lnTo>
                      <a:lnTo>
                        <a:pt x="426" y="149"/>
                      </a:lnTo>
                      <a:lnTo>
                        <a:pt x="428" y="153"/>
                      </a:lnTo>
                      <a:lnTo>
                        <a:pt x="426" y="155"/>
                      </a:lnTo>
                      <a:lnTo>
                        <a:pt x="424" y="154"/>
                      </a:lnTo>
                      <a:lnTo>
                        <a:pt x="422" y="156"/>
                      </a:lnTo>
                      <a:lnTo>
                        <a:pt x="421" y="155"/>
                      </a:lnTo>
                      <a:lnTo>
                        <a:pt x="422" y="157"/>
                      </a:lnTo>
                      <a:lnTo>
                        <a:pt x="424" y="161"/>
                      </a:lnTo>
                      <a:lnTo>
                        <a:pt x="427" y="165"/>
                      </a:lnTo>
                      <a:lnTo>
                        <a:pt x="429" y="166"/>
                      </a:lnTo>
                      <a:lnTo>
                        <a:pt x="429" y="161"/>
                      </a:lnTo>
                      <a:lnTo>
                        <a:pt x="430" y="161"/>
                      </a:lnTo>
                      <a:lnTo>
                        <a:pt x="432" y="162"/>
                      </a:lnTo>
                      <a:lnTo>
                        <a:pt x="434" y="159"/>
                      </a:lnTo>
                      <a:lnTo>
                        <a:pt x="436" y="160"/>
                      </a:lnTo>
                      <a:lnTo>
                        <a:pt x="434" y="155"/>
                      </a:lnTo>
                      <a:lnTo>
                        <a:pt x="436" y="154"/>
                      </a:lnTo>
                      <a:lnTo>
                        <a:pt x="436" y="153"/>
                      </a:lnTo>
                      <a:lnTo>
                        <a:pt x="434" y="153"/>
                      </a:lnTo>
                      <a:lnTo>
                        <a:pt x="432" y="150"/>
                      </a:lnTo>
                      <a:lnTo>
                        <a:pt x="431" y="146"/>
                      </a:lnTo>
                      <a:lnTo>
                        <a:pt x="429" y="144"/>
                      </a:lnTo>
                      <a:lnTo>
                        <a:pt x="430" y="143"/>
                      </a:lnTo>
                      <a:lnTo>
                        <a:pt x="430" y="139"/>
                      </a:lnTo>
                      <a:lnTo>
                        <a:pt x="429" y="138"/>
                      </a:lnTo>
                      <a:lnTo>
                        <a:pt x="429" y="136"/>
                      </a:lnTo>
                      <a:lnTo>
                        <a:pt x="426" y="134"/>
                      </a:lnTo>
                      <a:lnTo>
                        <a:pt x="425" y="132"/>
                      </a:lnTo>
                      <a:lnTo>
                        <a:pt x="427" y="128"/>
                      </a:lnTo>
                      <a:lnTo>
                        <a:pt x="428" y="128"/>
                      </a:lnTo>
                      <a:lnTo>
                        <a:pt x="429" y="127"/>
                      </a:lnTo>
                      <a:lnTo>
                        <a:pt x="430" y="126"/>
                      </a:lnTo>
                      <a:lnTo>
                        <a:pt x="429" y="125"/>
                      </a:lnTo>
                      <a:lnTo>
                        <a:pt x="430" y="122"/>
                      </a:lnTo>
                      <a:lnTo>
                        <a:pt x="433" y="122"/>
                      </a:lnTo>
                      <a:lnTo>
                        <a:pt x="436" y="120"/>
                      </a:lnTo>
                      <a:lnTo>
                        <a:pt x="437" y="119"/>
                      </a:lnTo>
                      <a:lnTo>
                        <a:pt x="437" y="120"/>
                      </a:lnTo>
                      <a:lnTo>
                        <a:pt x="442" y="120"/>
                      </a:lnTo>
                      <a:lnTo>
                        <a:pt x="442" y="117"/>
                      </a:lnTo>
                      <a:lnTo>
                        <a:pt x="444" y="116"/>
                      </a:lnTo>
                      <a:lnTo>
                        <a:pt x="446" y="116"/>
                      </a:lnTo>
                      <a:lnTo>
                        <a:pt x="446" y="112"/>
                      </a:lnTo>
                      <a:lnTo>
                        <a:pt x="447" y="111"/>
                      </a:lnTo>
                      <a:lnTo>
                        <a:pt x="448" y="114"/>
                      </a:lnTo>
                      <a:lnTo>
                        <a:pt x="449" y="111"/>
                      </a:lnTo>
                      <a:lnTo>
                        <a:pt x="450" y="109"/>
                      </a:lnTo>
                      <a:lnTo>
                        <a:pt x="450" y="107"/>
                      </a:lnTo>
                      <a:lnTo>
                        <a:pt x="453" y="105"/>
                      </a:lnTo>
                      <a:lnTo>
                        <a:pt x="452" y="105"/>
                      </a:lnTo>
                      <a:lnTo>
                        <a:pt x="454" y="103"/>
                      </a:lnTo>
                      <a:lnTo>
                        <a:pt x="454" y="101"/>
                      </a:lnTo>
                      <a:lnTo>
                        <a:pt x="452" y="102"/>
                      </a:lnTo>
                      <a:lnTo>
                        <a:pt x="451" y="101"/>
                      </a:lnTo>
                      <a:lnTo>
                        <a:pt x="444" y="104"/>
                      </a:lnTo>
                      <a:lnTo>
                        <a:pt x="446" y="106"/>
                      </a:lnTo>
                      <a:lnTo>
                        <a:pt x="442" y="107"/>
                      </a:lnTo>
                      <a:lnTo>
                        <a:pt x="443" y="111"/>
                      </a:lnTo>
                      <a:lnTo>
                        <a:pt x="444" y="108"/>
                      </a:lnTo>
                      <a:lnTo>
                        <a:pt x="444" y="113"/>
                      </a:lnTo>
                      <a:lnTo>
                        <a:pt x="443" y="114"/>
                      </a:lnTo>
                      <a:lnTo>
                        <a:pt x="442" y="112"/>
                      </a:lnTo>
                      <a:lnTo>
                        <a:pt x="443" y="111"/>
                      </a:lnTo>
                      <a:lnTo>
                        <a:pt x="442" y="112"/>
                      </a:lnTo>
                      <a:lnTo>
                        <a:pt x="442" y="111"/>
                      </a:lnTo>
                      <a:lnTo>
                        <a:pt x="439" y="111"/>
                      </a:lnTo>
                      <a:lnTo>
                        <a:pt x="438" y="111"/>
                      </a:lnTo>
                      <a:lnTo>
                        <a:pt x="436" y="114"/>
                      </a:lnTo>
                      <a:lnTo>
                        <a:pt x="436" y="112"/>
                      </a:lnTo>
                      <a:lnTo>
                        <a:pt x="432" y="112"/>
                      </a:lnTo>
                      <a:lnTo>
                        <a:pt x="432" y="111"/>
                      </a:lnTo>
                      <a:lnTo>
                        <a:pt x="428" y="112"/>
                      </a:lnTo>
                      <a:lnTo>
                        <a:pt x="427" y="113"/>
                      </a:lnTo>
                      <a:lnTo>
                        <a:pt x="428" y="115"/>
                      </a:lnTo>
                      <a:lnTo>
                        <a:pt x="429" y="116"/>
                      </a:lnTo>
                      <a:lnTo>
                        <a:pt x="429" y="117"/>
                      </a:lnTo>
                      <a:lnTo>
                        <a:pt x="430" y="117"/>
                      </a:lnTo>
                      <a:lnTo>
                        <a:pt x="428" y="118"/>
                      </a:lnTo>
                      <a:lnTo>
                        <a:pt x="426" y="119"/>
                      </a:lnTo>
                      <a:lnTo>
                        <a:pt x="425" y="119"/>
                      </a:lnTo>
                      <a:lnTo>
                        <a:pt x="426" y="118"/>
                      </a:lnTo>
                      <a:lnTo>
                        <a:pt x="422" y="118"/>
                      </a:lnTo>
                      <a:lnTo>
                        <a:pt x="422" y="117"/>
                      </a:lnTo>
                      <a:lnTo>
                        <a:pt x="420" y="118"/>
                      </a:lnTo>
                      <a:lnTo>
                        <a:pt x="421" y="116"/>
                      </a:lnTo>
                      <a:lnTo>
                        <a:pt x="419" y="116"/>
                      </a:lnTo>
                      <a:lnTo>
                        <a:pt x="419" y="114"/>
                      </a:lnTo>
                      <a:lnTo>
                        <a:pt x="416" y="115"/>
                      </a:lnTo>
                      <a:lnTo>
                        <a:pt x="415" y="114"/>
                      </a:lnTo>
                      <a:lnTo>
                        <a:pt x="416" y="111"/>
                      </a:lnTo>
                      <a:lnTo>
                        <a:pt x="418" y="108"/>
                      </a:lnTo>
                      <a:lnTo>
                        <a:pt x="418" y="107"/>
                      </a:lnTo>
                      <a:lnTo>
                        <a:pt x="420" y="103"/>
                      </a:lnTo>
                      <a:lnTo>
                        <a:pt x="422" y="102"/>
                      </a:lnTo>
                      <a:lnTo>
                        <a:pt x="429" y="101"/>
                      </a:lnTo>
                      <a:lnTo>
                        <a:pt x="435" y="98"/>
                      </a:lnTo>
                      <a:lnTo>
                        <a:pt x="438" y="97"/>
                      </a:lnTo>
                      <a:lnTo>
                        <a:pt x="440" y="94"/>
                      </a:lnTo>
                      <a:lnTo>
                        <a:pt x="443" y="93"/>
                      </a:lnTo>
                      <a:lnTo>
                        <a:pt x="444" y="91"/>
                      </a:lnTo>
                      <a:lnTo>
                        <a:pt x="447" y="92"/>
                      </a:lnTo>
                      <a:lnTo>
                        <a:pt x="449" y="90"/>
                      </a:lnTo>
                      <a:lnTo>
                        <a:pt x="451" y="91"/>
                      </a:lnTo>
                      <a:lnTo>
                        <a:pt x="452" y="92"/>
                      </a:lnTo>
                      <a:lnTo>
                        <a:pt x="454" y="93"/>
                      </a:lnTo>
                      <a:lnTo>
                        <a:pt x="454" y="96"/>
                      </a:lnTo>
                      <a:lnTo>
                        <a:pt x="458" y="98"/>
                      </a:lnTo>
                      <a:lnTo>
                        <a:pt x="456" y="99"/>
                      </a:lnTo>
                      <a:lnTo>
                        <a:pt x="458" y="102"/>
                      </a:lnTo>
                      <a:lnTo>
                        <a:pt x="458" y="104"/>
                      </a:lnTo>
                      <a:lnTo>
                        <a:pt x="460" y="105"/>
                      </a:lnTo>
                      <a:lnTo>
                        <a:pt x="460" y="107"/>
                      </a:lnTo>
                      <a:lnTo>
                        <a:pt x="458" y="107"/>
                      </a:lnTo>
                      <a:lnTo>
                        <a:pt x="457" y="107"/>
                      </a:lnTo>
                      <a:lnTo>
                        <a:pt x="457" y="108"/>
                      </a:lnTo>
                      <a:lnTo>
                        <a:pt x="458" y="108"/>
                      </a:lnTo>
                      <a:lnTo>
                        <a:pt x="460" y="111"/>
                      </a:lnTo>
                      <a:lnTo>
                        <a:pt x="462" y="111"/>
                      </a:lnTo>
                      <a:lnTo>
                        <a:pt x="462" y="112"/>
                      </a:lnTo>
                      <a:lnTo>
                        <a:pt x="464" y="115"/>
                      </a:lnTo>
                      <a:lnTo>
                        <a:pt x="469" y="116"/>
                      </a:lnTo>
                      <a:lnTo>
                        <a:pt x="468" y="116"/>
                      </a:lnTo>
                      <a:lnTo>
                        <a:pt x="469" y="118"/>
                      </a:lnTo>
                      <a:lnTo>
                        <a:pt x="469" y="121"/>
                      </a:lnTo>
                      <a:lnTo>
                        <a:pt x="471" y="122"/>
                      </a:lnTo>
                      <a:lnTo>
                        <a:pt x="473" y="122"/>
                      </a:lnTo>
                      <a:lnTo>
                        <a:pt x="476" y="124"/>
                      </a:lnTo>
                      <a:lnTo>
                        <a:pt x="478" y="122"/>
                      </a:lnTo>
                      <a:lnTo>
                        <a:pt x="480" y="123"/>
                      </a:lnTo>
                      <a:lnTo>
                        <a:pt x="480" y="121"/>
                      </a:lnTo>
                      <a:lnTo>
                        <a:pt x="482" y="122"/>
                      </a:lnTo>
                      <a:lnTo>
                        <a:pt x="483" y="120"/>
                      </a:lnTo>
                      <a:lnTo>
                        <a:pt x="483" y="118"/>
                      </a:lnTo>
                      <a:lnTo>
                        <a:pt x="487" y="120"/>
                      </a:lnTo>
                      <a:lnTo>
                        <a:pt x="487" y="124"/>
                      </a:lnTo>
                      <a:lnTo>
                        <a:pt x="491" y="127"/>
                      </a:lnTo>
                      <a:lnTo>
                        <a:pt x="492" y="128"/>
                      </a:lnTo>
                      <a:lnTo>
                        <a:pt x="495" y="132"/>
                      </a:lnTo>
                      <a:lnTo>
                        <a:pt x="496" y="132"/>
                      </a:lnTo>
                      <a:lnTo>
                        <a:pt x="500" y="135"/>
                      </a:lnTo>
                      <a:lnTo>
                        <a:pt x="502" y="135"/>
                      </a:lnTo>
                      <a:lnTo>
                        <a:pt x="502" y="133"/>
                      </a:lnTo>
                      <a:lnTo>
                        <a:pt x="503" y="133"/>
                      </a:lnTo>
                      <a:lnTo>
                        <a:pt x="504" y="132"/>
                      </a:lnTo>
                      <a:lnTo>
                        <a:pt x="506" y="134"/>
                      </a:lnTo>
                      <a:lnTo>
                        <a:pt x="507" y="133"/>
                      </a:lnTo>
                      <a:lnTo>
                        <a:pt x="510" y="135"/>
                      </a:lnTo>
                      <a:lnTo>
                        <a:pt x="514" y="132"/>
                      </a:lnTo>
                      <a:lnTo>
                        <a:pt x="519" y="134"/>
                      </a:lnTo>
                      <a:lnTo>
                        <a:pt x="523" y="132"/>
                      </a:lnTo>
                      <a:lnTo>
                        <a:pt x="525" y="129"/>
                      </a:lnTo>
                      <a:lnTo>
                        <a:pt x="534" y="131"/>
                      </a:lnTo>
                      <a:lnTo>
                        <a:pt x="536" y="130"/>
                      </a:lnTo>
                      <a:lnTo>
                        <a:pt x="540" y="133"/>
                      </a:lnTo>
                      <a:lnTo>
                        <a:pt x="540" y="133"/>
                      </a:lnTo>
                      <a:lnTo>
                        <a:pt x="542" y="132"/>
                      </a:lnTo>
                      <a:lnTo>
                        <a:pt x="542" y="134"/>
                      </a:lnTo>
                      <a:lnTo>
                        <a:pt x="547" y="132"/>
                      </a:lnTo>
                      <a:lnTo>
                        <a:pt x="551" y="132"/>
                      </a:lnTo>
                      <a:lnTo>
                        <a:pt x="548" y="129"/>
                      </a:lnTo>
                      <a:lnTo>
                        <a:pt x="548" y="128"/>
                      </a:lnTo>
                      <a:lnTo>
                        <a:pt x="547" y="126"/>
                      </a:lnTo>
                      <a:lnTo>
                        <a:pt x="546" y="124"/>
                      </a:lnTo>
                      <a:lnTo>
                        <a:pt x="547" y="122"/>
                      </a:lnTo>
                      <a:lnTo>
                        <a:pt x="548" y="122"/>
                      </a:lnTo>
                      <a:lnTo>
                        <a:pt x="549" y="122"/>
                      </a:lnTo>
                      <a:lnTo>
                        <a:pt x="550" y="125"/>
                      </a:lnTo>
                      <a:lnTo>
                        <a:pt x="552" y="126"/>
                      </a:lnTo>
                      <a:lnTo>
                        <a:pt x="552" y="129"/>
                      </a:lnTo>
                      <a:lnTo>
                        <a:pt x="553" y="132"/>
                      </a:lnTo>
                      <a:lnTo>
                        <a:pt x="556" y="133"/>
                      </a:lnTo>
                      <a:lnTo>
                        <a:pt x="557" y="135"/>
                      </a:lnTo>
                      <a:lnTo>
                        <a:pt x="560" y="136"/>
                      </a:lnTo>
                      <a:lnTo>
                        <a:pt x="562" y="137"/>
                      </a:lnTo>
                      <a:lnTo>
                        <a:pt x="564" y="137"/>
                      </a:lnTo>
                      <a:lnTo>
                        <a:pt x="566" y="135"/>
                      </a:lnTo>
                      <a:lnTo>
                        <a:pt x="566" y="126"/>
                      </a:lnTo>
                      <a:lnTo>
                        <a:pt x="565" y="126"/>
                      </a:lnTo>
                      <a:lnTo>
                        <a:pt x="565" y="128"/>
                      </a:lnTo>
                      <a:lnTo>
                        <a:pt x="563" y="128"/>
                      </a:lnTo>
                      <a:lnTo>
                        <a:pt x="563" y="126"/>
                      </a:lnTo>
                      <a:lnTo>
                        <a:pt x="562" y="125"/>
                      </a:lnTo>
                      <a:lnTo>
                        <a:pt x="557" y="125"/>
                      </a:lnTo>
                      <a:lnTo>
                        <a:pt x="556" y="127"/>
                      </a:lnTo>
                      <a:lnTo>
                        <a:pt x="556" y="128"/>
                      </a:lnTo>
                      <a:lnTo>
                        <a:pt x="556" y="130"/>
                      </a:lnTo>
                      <a:lnTo>
                        <a:pt x="555" y="130"/>
                      </a:lnTo>
                      <a:lnTo>
                        <a:pt x="553" y="125"/>
                      </a:lnTo>
                      <a:lnTo>
                        <a:pt x="551" y="122"/>
                      </a:lnTo>
                      <a:lnTo>
                        <a:pt x="550" y="120"/>
                      </a:lnTo>
                      <a:lnTo>
                        <a:pt x="552" y="121"/>
                      </a:lnTo>
                      <a:lnTo>
                        <a:pt x="552" y="118"/>
                      </a:lnTo>
                      <a:lnTo>
                        <a:pt x="549" y="116"/>
                      </a:lnTo>
                      <a:lnTo>
                        <a:pt x="549" y="114"/>
                      </a:lnTo>
                      <a:lnTo>
                        <a:pt x="547" y="111"/>
                      </a:lnTo>
                      <a:lnTo>
                        <a:pt x="548" y="111"/>
                      </a:lnTo>
                      <a:lnTo>
                        <a:pt x="550" y="112"/>
                      </a:lnTo>
                      <a:lnTo>
                        <a:pt x="551" y="111"/>
                      </a:lnTo>
                      <a:lnTo>
                        <a:pt x="551" y="111"/>
                      </a:lnTo>
                      <a:lnTo>
                        <a:pt x="553" y="111"/>
                      </a:lnTo>
                      <a:lnTo>
                        <a:pt x="554" y="112"/>
                      </a:lnTo>
                      <a:lnTo>
                        <a:pt x="559" y="111"/>
                      </a:lnTo>
                      <a:lnTo>
                        <a:pt x="559" y="111"/>
                      </a:lnTo>
                      <a:lnTo>
                        <a:pt x="556" y="106"/>
                      </a:lnTo>
                      <a:lnTo>
                        <a:pt x="557" y="105"/>
                      </a:lnTo>
                      <a:lnTo>
                        <a:pt x="560" y="106"/>
                      </a:lnTo>
                      <a:lnTo>
                        <a:pt x="560" y="108"/>
                      </a:lnTo>
                      <a:lnTo>
                        <a:pt x="563" y="111"/>
                      </a:lnTo>
                      <a:lnTo>
                        <a:pt x="562" y="107"/>
                      </a:lnTo>
                      <a:lnTo>
                        <a:pt x="565" y="107"/>
                      </a:lnTo>
                      <a:lnTo>
                        <a:pt x="566" y="111"/>
                      </a:lnTo>
                      <a:lnTo>
                        <a:pt x="570" y="112"/>
                      </a:lnTo>
                      <a:lnTo>
                        <a:pt x="569" y="114"/>
                      </a:lnTo>
                      <a:lnTo>
                        <a:pt x="571" y="115"/>
                      </a:lnTo>
                      <a:lnTo>
                        <a:pt x="575" y="113"/>
                      </a:lnTo>
                      <a:lnTo>
                        <a:pt x="575" y="115"/>
                      </a:lnTo>
                      <a:lnTo>
                        <a:pt x="573" y="118"/>
                      </a:lnTo>
                      <a:lnTo>
                        <a:pt x="573" y="120"/>
                      </a:lnTo>
                      <a:lnTo>
                        <a:pt x="572" y="122"/>
                      </a:lnTo>
                      <a:lnTo>
                        <a:pt x="573" y="123"/>
                      </a:lnTo>
                      <a:lnTo>
                        <a:pt x="575" y="122"/>
                      </a:lnTo>
                      <a:lnTo>
                        <a:pt x="576" y="124"/>
                      </a:lnTo>
                      <a:lnTo>
                        <a:pt x="576" y="119"/>
                      </a:lnTo>
                      <a:lnTo>
                        <a:pt x="581" y="116"/>
                      </a:lnTo>
                      <a:lnTo>
                        <a:pt x="581" y="116"/>
                      </a:lnTo>
                      <a:lnTo>
                        <a:pt x="581" y="118"/>
                      </a:lnTo>
                      <a:lnTo>
                        <a:pt x="581" y="121"/>
                      </a:lnTo>
                      <a:lnTo>
                        <a:pt x="581" y="125"/>
                      </a:lnTo>
                      <a:lnTo>
                        <a:pt x="580" y="128"/>
                      </a:lnTo>
                      <a:lnTo>
                        <a:pt x="579" y="133"/>
                      </a:lnTo>
                      <a:lnTo>
                        <a:pt x="581" y="136"/>
                      </a:lnTo>
                      <a:lnTo>
                        <a:pt x="576" y="139"/>
                      </a:lnTo>
                      <a:lnTo>
                        <a:pt x="577" y="143"/>
                      </a:lnTo>
                      <a:lnTo>
                        <a:pt x="581" y="143"/>
                      </a:lnTo>
                      <a:lnTo>
                        <a:pt x="581" y="149"/>
                      </a:lnTo>
                      <a:lnTo>
                        <a:pt x="585" y="145"/>
                      </a:lnTo>
                      <a:lnTo>
                        <a:pt x="586" y="146"/>
                      </a:lnTo>
                      <a:lnTo>
                        <a:pt x="588" y="144"/>
                      </a:lnTo>
                      <a:lnTo>
                        <a:pt x="588" y="146"/>
                      </a:lnTo>
                      <a:lnTo>
                        <a:pt x="586" y="148"/>
                      </a:lnTo>
                      <a:lnTo>
                        <a:pt x="588" y="150"/>
                      </a:lnTo>
                      <a:lnTo>
                        <a:pt x="590" y="150"/>
                      </a:lnTo>
                      <a:lnTo>
                        <a:pt x="591" y="146"/>
                      </a:lnTo>
                      <a:lnTo>
                        <a:pt x="590" y="143"/>
                      </a:lnTo>
                      <a:lnTo>
                        <a:pt x="590" y="139"/>
                      </a:lnTo>
                      <a:lnTo>
                        <a:pt x="589" y="136"/>
                      </a:lnTo>
                      <a:lnTo>
                        <a:pt x="586" y="134"/>
                      </a:lnTo>
                      <a:lnTo>
                        <a:pt x="586" y="132"/>
                      </a:lnTo>
                      <a:lnTo>
                        <a:pt x="588" y="125"/>
                      </a:lnTo>
                      <a:lnTo>
                        <a:pt x="587" y="124"/>
                      </a:lnTo>
                      <a:lnTo>
                        <a:pt x="586" y="121"/>
                      </a:lnTo>
                      <a:lnTo>
                        <a:pt x="588" y="121"/>
                      </a:lnTo>
                      <a:lnTo>
                        <a:pt x="589" y="121"/>
                      </a:lnTo>
                      <a:lnTo>
                        <a:pt x="590" y="121"/>
                      </a:lnTo>
                      <a:lnTo>
                        <a:pt x="590" y="122"/>
                      </a:lnTo>
                      <a:lnTo>
                        <a:pt x="591" y="122"/>
                      </a:lnTo>
                      <a:lnTo>
                        <a:pt x="594" y="121"/>
                      </a:lnTo>
                      <a:lnTo>
                        <a:pt x="597" y="123"/>
                      </a:lnTo>
                      <a:lnTo>
                        <a:pt x="598" y="122"/>
                      </a:lnTo>
                      <a:lnTo>
                        <a:pt x="600" y="120"/>
                      </a:lnTo>
                      <a:lnTo>
                        <a:pt x="601" y="118"/>
                      </a:lnTo>
                      <a:lnTo>
                        <a:pt x="604" y="116"/>
                      </a:lnTo>
                      <a:lnTo>
                        <a:pt x="604" y="114"/>
                      </a:lnTo>
                      <a:lnTo>
                        <a:pt x="605" y="110"/>
                      </a:lnTo>
                      <a:lnTo>
                        <a:pt x="611" y="106"/>
                      </a:lnTo>
                      <a:lnTo>
                        <a:pt x="613" y="103"/>
                      </a:lnTo>
                      <a:lnTo>
                        <a:pt x="610" y="103"/>
                      </a:lnTo>
                      <a:lnTo>
                        <a:pt x="611" y="98"/>
                      </a:lnTo>
                      <a:lnTo>
                        <a:pt x="611" y="94"/>
                      </a:lnTo>
                      <a:lnTo>
                        <a:pt x="610" y="91"/>
                      </a:lnTo>
                      <a:lnTo>
                        <a:pt x="607" y="89"/>
                      </a:lnTo>
                      <a:lnTo>
                        <a:pt x="607" y="91"/>
                      </a:lnTo>
                      <a:lnTo>
                        <a:pt x="606" y="93"/>
                      </a:lnTo>
                      <a:lnTo>
                        <a:pt x="606" y="95"/>
                      </a:lnTo>
                      <a:lnTo>
                        <a:pt x="608" y="94"/>
                      </a:lnTo>
                      <a:lnTo>
                        <a:pt x="609" y="92"/>
                      </a:lnTo>
                      <a:lnTo>
                        <a:pt x="605" y="98"/>
                      </a:lnTo>
                      <a:lnTo>
                        <a:pt x="601" y="99"/>
                      </a:lnTo>
                      <a:lnTo>
                        <a:pt x="598" y="99"/>
                      </a:lnTo>
                      <a:lnTo>
                        <a:pt x="599" y="97"/>
                      </a:lnTo>
                      <a:lnTo>
                        <a:pt x="599" y="91"/>
                      </a:lnTo>
                      <a:lnTo>
                        <a:pt x="600" y="91"/>
                      </a:lnTo>
                      <a:lnTo>
                        <a:pt x="602" y="91"/>
                      </a:lnTo>
                      <a:lnTo>
                        <a:pt x="604" y="86"/>
                      </a:lnTo>
                      <a:lnTo>
                        <a:pt x="604" y="84"/>
                      </a:lnTo>
                      <a:lnTo>
                        <a:pt x="602" y="85"/>
                      </a:lnTo>
                      <a:lnTo>
                        <a:pt x="602" y="84"/>
                      </a:lnTo>
                      <a:lnTo>
                        <a:pt x="603" y="81"/>
                      </a:lnTo>
                      <a:lnTo>
                        <a:pt x="605" y="77"/>
                      </a:lnTo>
                      <a:lnTo>
                        <a:pt x="609" y="75"/>
                      </a:lnTo>
                      <a:lnTo>
                        <a:pt x="610" y="74"/>
                      </a:lnTo>
                      <a:lnTo>
                        <a:pt x="608" y="78"/>
                      </a:lnTo>
                      <a:lnTo>
                        <a:pt x="608" y="81"/>
                      </a:lnTo>
                      <a:lnTo>
                        <a:pt x="609" y="83"/>
                      </a:lnTo>
                      <a:lnTo>
                        <a:pt x="611" y="80"/>
                      </a:lnTo>
                      <a:lnTo>
                        <a:pt x="612" y="76"/>
                      </a:lnTo>
                      <a:lnTo>
                        <a:pt x="611" y="71"/>
                      </a:lnTo>
                      <a:lnTo>
                        <a:pt x="609" y="71"/>
                      </a:lnTo>
                      <a:lnTo>
                        <a:pt x="605" y="74"/>
                      </a:lnTo>
                      <a:lnTo>
                        <a:pt x="602" y="74"/>
                      </a:lnTo>
                      <a:lnTo>
                        <a:pt x="599" y="67"/>
                      </a:lnTo>
                      <a:lnTo>
                        <a:pt x="597" y="66"/>
                      </a:lnTo>
                      <a:lnTo>
                        <a:pt x="598" y="68"/>
                      </a:lnTo>
                      <a:lnTo>
                        <a:pt x="597" y="69"/>
                      </a:lnTo>
                      <a:lnTo>
                        <a:pt x="595" y="67"/>
                      </a:lnTo>
                      <a:lnTo>
                        <a:pt x="595" y="66"/>
                      </a:lnTo>
                      <a:lnTo>
                        <a:pt x="591" y="64"/>
                      </a:lnTo>
                      <a:lnTo>
                        <a:pt x="590" y="63"/>
                      </a:lnTo>
                      <a:lnTo>
                        <a:pt x="590" y="62"/>
                      </a:lnTo>
                      <a:lnTo>
                        <a:pt x="584" y="62"/>
                      </a:lnTo>
                      <a:lnTo>
                        <a:pt x="581" y="60"/>
                      </a:lnTo>
                      <a:lnTo>
                        <a:pt x="580" y="58"/>
                      </a:lnTo>
                      <a:lnTo>
                        <a:pt x="581" y="56"/>
                      </a:lnTo>
                      <a:lnTo>
                        <a:pt x="577" y="54"/>
                      </a:lnTo>
                      <a:lnTo>
                        <a:pt x="576" y="52"/>
                      </a:lnTo>
                      <a:lnTo>
                        <a:pt x="574" y="50"/>
                      </a:lnTo>
                      <a:lnTo>
                        <a:pt x="573" y="43"/>
                      </a:lnTo>
                      <a:lnTo>
                        <a:pt x="573" y="40"/>
                      </a:lnTo>
                      <a:lnTo>
                        <a:pt x="574" y="38"/>
                      </a:lnTo>
                      <a:lnTo>
                        <a:pt x="575" y="37"/>
                      </a:lnTo>
                      <a:lnTo>
                        <a:pt x="576" y="37"/>
                      </a:lnTo>
                      <a:lnTo>
                        <a:pt x="579" y="31"/>
                      </a:lnTo>
                      <a:lnTo>
                        <a:pt x="579" y="31"/>
                      </a:lnTo>
                      <a:lnTo>
                        <a:pt x="580" y="32"/>
                      </a:lnTo>
                      <a:lnTo>
                        <a:pt x="581" y="31"/>
                      </a:lnTo>
                      <a:lnTo>
                        <a:pt x="581" y="27"/>
                      </a:lnTo>
                      <a:lnTo>
                        <a:pt x="580" y="29"/>
                      </a:lnTo>
                      <a:lnTo>
                        <a:pt x="578" y="23"/>
                      </a:lnTo>
                      <a:lnTo>
                        <a:pt x="576" y="21"/>
                      </a:lnTo>
                      <a:lnTo>
                        <a:pt x="576" y="18"/>
                      </a:lnTo>
                      <a:lnTo>
                        <a:pt x="576" y="15"/>
                      </a:lnTo>
                      <a:lnTo>
                        <a:pt x="578" y="12"/>
                      </a:lnTo>
                      <a:lnTo>
                        <a:pt x="577" y="12"/>
                      </a:lnTo>
                      <a:lnTo>
                        <a:pt x="577" y="9"/>
                      </a:lnTo>
                      <a:lnTo>
                        <a:pt x="577" y="7"/>
                      </a:lnTo>
                      <a:lnTo>
                        <a:pt x="577" y="4"/>
                      </a:lnTo>
                      <a:lnTo>
                        <a:pt x="578" y="3"/>
                      </a:lnTo>
                      <a:lnTo>
                        <a:pt x="580" y="3"/>
                      </a:lnTo>
                      <a:lnTo>
                        <a:pt x="580" y="2"/>
                      </a:lnTo>
                      <a:lnTo>
                        <a:pt x="580" y="0"/>
                      </a:lnTo>
                      <a:lnTo>
                        <a:pt x="587" y="4"/>
                      </a:lnTo>
                      <a:lnTo>
                        <a:pt x="588" y="0"/>
                      </a:lnTo>
                      <a:lnTo>
                        <a:pt x="620" y="2"/>
                      </a:lnTo>
                      <a:lnTo>
                        <a:pt x="621" y="10"/>
                      </a:lnTo>
                      <a:lnTo>
                        <a:pt x="622" y="14"/>
                      </a:lnTo>
                      <a:lnTo>
                        <a:pt x="621" y="20"/>
                      </a:lnTo>
                      <a:lnTo>
                        <a:pt x="620" y="20"/>
                      </a:lnTo>
                      <a:lnTo>
                        <a:pt x="621" y="22"/>
                      </a:lnTo>
                      <a:lnTo>
                        <a:pt x="623" y="22"/>
                      </a:lnTo>
                      <a:lnTo>
                        <a:pt x="624" y="27"/>
                      </a:lnTo>
                      <a:lnTo>
                        <a:pt x="627" y="27"/>
                      </a:lnTo>
                      <a:lnTo>
                        <a:pt x="629" y="29"/>
                      </a:lnTo>
                      <a:lnTo>
                        <a:pt x="629" y="33"/>
                      </a:lnTo>
                      <a:lnTo>
                        <a:pt x="630" y="34"/>
                      </a:lnTo>
                      <a:lnTo>
                        <a:pt x="632" y="37"/>
                      </a:lnTo>
                      <a:lnTo>
                        <a:pt x="632" y="40"/>
                      </a:lnTo>
                      <a:lnTo>
                        <a:pt x="633" y="42"/>
                      </a:lnTo>
                      <a:lnTo>
                        <a:pt x="633" y="42"/>
                      </a:lnTo>
                      <a:lnTo>
                        <a:pt x="634" y="41"/>
                      </a:lnTo>
                      <a:lnTo>
                        <a:pt x="634" y="40"/>
                      </a:lnTo>
                      <a:lnTo>
                        <a:pt x="636" y="41"/>
                      </a:lnTo>
                      <a:lnTo>
                        <a:pt x="637" y="45"/>
                      </a:lnTo>
                      <a:lnTo>
                        <a:pt x="638" y="46"/>
                      </a:lnTo>
                      <a:lnTo>
                        <a:pt x="639" y="48"/>
                      </a:lnTo>
                      <a:lnTo>
                        <a:pt x="635" y="49"/>
                      </a:lnTo>
                      <a:lnTo>
                        <a:pt x="629" y="46"/>
                      </a:lnTo>
                      <a:lnTo>
                        <a:pt x="628" y="46"/>
                      </a:lnTo>
                      <a:lnTo>
                        <a:pt x="628" y="47"/>
                      </a:lnTo>
                      <a:lnTo>
                        <a:pt x="628" y="49"/>
                      </a:lnTo>
                      <a:lnTo>
                        <a:pt x="627" y="50"/>
                      </a:lnTo>
                      <a:lnTo>
                        <a:pt x="627" y="50"/>
                      </a:lnTo>
                      <a:lnTo>
                        <a:pt x="631" y="51"/>
                      </a:lnTo>
                      <a:lnTo>
                        <a:pt x="633" y="54"/>
                      </a:lnTo>
                      <a:lnTo>
                        <a:pt x="632" y="56"/>
                      </a:lnTo>
                      <a:lnTo>
                        <a:pt x="630" y="58"/>
                      </a:lnTo>
                      <a:lnTo>
                        <a:pt x="629" y="58"/>
                      </a:lnTo>
                      <a:lnTo>
                        <a:pt x="628" y="59"/>
                      </a:lnTo>
                      <a:lnTo>
                        <a:pt x="626" y="59"/>
                      </a:lnTo>
                      <a:lnTo>
                        <a:pt x="626" y="61"/>
                      </a:lnTo>
                      <a:lnTo>
                        <a:pt x="624" y="62"/>
                      </a:lnTo>
                      <a:lnTo>
                        <a:pt x="624" y="64"/>
                      </a:lnTo>
                      <a:lnTo>
                        <a:pt x="624" y="65"/>
                      </a:lnTo>
                      <a:lnTo>
                        <a:pt x="629" y="65"/>
                      </a:lnTo>
                      <a:lnTo>
                        <a:pt x="630" y="66"/>
                      </a:lnTo>
                      <a:lnTo>
                        <a:pt x="631" y="70"/>
                      </a:lnTo>
                      <a:lnTo>
                        <a:pt x="634" y="71"/>
                      </a:lnTo>
                      <a:lnTo>
                        <a:pt x="637" y="70"/>
                      </a:lnTo>
                      <a:lnTo>
                        <a:pt x="640" y="67"/>
                      </a:lnTo>
                      <a:lnTo>
                        <a:pt x="642" y="67"/>
                      </a:lnTo>
                      <a:lnTo>
                        <a:pt x="642" y="68"/>
                      </a:lnTo>
                      <a:lnTo>
                        <a:pt x="640" y="70"/>
                      </a:lnTo>
                      <a:lnTo>
                        <a:pt x="642" y="70"/>
                      </a:lnTo>
                      <a:lnTo>
                        <a:pt x="643" y="72"/>
                      </a:lnTo>
                      <a:lnTo>
                        <a:pt x="644" y="71"/>
                      </a:lnTo>
                      <a:lnTo>
                        <a:pt x="647" y="73"/>
                      </a:lnTo>
                      <a:lnTo>
                        <a:pt x="647" y="71"/>
                      </a:lnTo>
                      <a:lnTo>
                        <a:pt x="648" y="74"/>
                      </a:lnTo>
                      <a:lnTo>
                        <a:pt x="647" y="77"/>
                      </a:lnTo>
                      <a:lnTo>
                        <a:pt x="646" y="79"/>
                      </a:lnTo>
                      <a:lnTo>
                        <a:pt x="644" y="76"/>
                      </a:lnTo>
                      <a:lnTo>
                        <a:pt x="643" y="77"/>
                      </a:lnTo>
                      <a:lnTo>
                        <a:pt x="641" y="77"/>
                      </a:lnTo>
                      <a:lnTo>
                        <a:pt x="647" y="85"/>
                      </a:lnTo>
                      <a:lnTo>
                        <a:pt x="649" y="86"/>
                      </a:lnTo>
                      <a:lnTo>
                        <a:pt x="649" y="88"/>
                      </a:lnTo>
                      <a:lnTo>
                        <a:pt x="651" y="91"/>
                      </a:lnTo>
                      <a:lnTo>
                        <a:pt x="651" y="93"/>
                      </a:lnTo>
                      <a:lnTo>
                        <a:pt x="653" y="96"/>
                      </a:lnTo>
                      <a:lnTo>
                        <a:pt x="652" y="100"/>
                      </a:lnTo>
                      <a:lnTo>
                        <a:pt x="652" y="104"/>
                      </a:lnTo>
                      <a:lnTo>
                        <a:pt x="652" y="107"/>
                      </a:lnTo>
                      <a:lnTo>
                        <a:pt x="653" y="110"/>
                      </a:lnTo>
                      <a:lnTo>
                        <a:pt x="654" y="112"/>
                      </a:lnTo>
                      <a:lnTo>
                        <a:pt x="655" y="114"/>
                      </a:lnTo>
                      <a:lnTo>
                        <a:pt x="657" y="112"/>
                      </a:lnTo>
                      <a:lnTo>
                        <a:pt x="659" y="107"/>
                      </a:lnTo>
                      <a:lnTo>
                        <a:pt x="659" y="102"/>
                      </a:lnTo>
                      <a:lnTo>
                        <a:pt x="659" y="101"/>
                      </a:lnTo>
                      <a:lnTo>
                        <a:pt x="660" y="100"/>
                      </a:lnTo>
                      <a:lnTo>
                        <a:pt x="661" y="100"/>
                      </a:lnTo>
                      <a:lnTo>
                        <a:pt x="661" y="96"/>
                      </a:lnTo>
                      <a:lnTo>
                        <a:pt x="661" y="92"/>
                      </a:lnTo>
                      <a:lnTo>
                        <a:pt x="661" y="88"/>
                      </a:lnTo>
                      <a:lnTo>
                        <a:pt x="664" y="85"/>
                      </a:lnTo>
                      <a:lnTo>
                        <a:pt x="666" y="80"/>
                      </a:lnTo>
                      <a:lnTo>
                        <a:pt x="668" y="79"/>
                      </a:lnTo>
                      <a:lnTo>
                        <a:pt x="671" y="79"/>
                      </a:lnTo>
                      <a:lnTo>
                        <a:pt x="673" y="84"/>
                      </a:lnTo>
                      <a:lnTo>
                        <a:pt x="675" y="88"/>
                      </a:lnTo>
                      <a:lnTo>
                        <a:pt x="682" y="94"/>
                      </a:lnTo>
                      <a:lnTo>
                        <a:pt x="683" y="97"/>
                      </a:lnTo>
                      <a:lnTo>
                        <a:pt x="685" y="106"/>
                      </a:lnTo>
                      <a:lnTo>
                        <a:pt x="686" y="111"/>
                      </a:lnTo>
                      <a:lnTo>
                        <a:pt x="687" y="115"/>
                      </a:lnTo>
                      <a:lnTo>
                        <a:pt x="685" y="116"/>
                      </a:lnTo>
                      <a:lnTo>
                        <a:pt x="683" y="116"/>
                      </a:lnTo>
                      <a:lnTo>
                        <a:pt x="682" y="115"/>
                      </a:lnTo>
                      <a:lnTo>
                        <a:pt x="682" y="111"/>
                      </a:lnTo>
                      <a:lnTo>
                        <a:pt x="679" y="116"/>
                      </a:lnTo>
                      <a:lnTo>
                        <a:pt x="680" y="120"/>
                      </a:lnTo>
                      <a:lnTo>
                        <a:pt x="679" y="124"/>
                      </a:lnTo>
                      <a:lnTo>
                        <a:pt x="679" y="126"/>
                      </a:lnTo>
                      <a:lnTo>
                        <a:pt x="682" y="131"/>
                      </a:lnTo>
                      <a:lnTo>
                        <a:pt x="683" y="135"/>
                      </a:lnTo>
                      <a:lnTo>
                        <a:pt x="685" y="137"/>
                      </a:lnTo>
                      <a:lnTo>
                        <a:pt x="690" y="148"/>
                      </a:lnTo>
                      <a:lnTo>
                        <a:pt x="692" y="149"/>
                      </a:lnTo>
                      <a:lnTo>
                        <a:pt x="694" y="151"/>
                      </a:lnTo>
                      <a:lnTo>
                        <a:pt x="696" y="150"/>
                      </a:lnTo>
                      <a:lnTo>
                        <a:pt x="696" y="148"/>
                      </a:lnTo>
                      <a:lnTo>
                        <a:pt x="697" y="145"/>
                      </a:lnTo>
                      <a:lnTo>
                        <a:pt x="699" y="144"/>
                      </a:lnTo>
                      <a:lnTo>
                        <a:pt x="700" y="145"/>
                      </a:lnTo>
                      <a:lnTo>
                        <a:pt x="701" y="144"/>
                      </a:lnTo>
                      <a:lnTo>
                        <a:pt x="701" y="145"/>
                      </a:lnTo>
                      <a:lnTo>
                        <a:pt x="703" y="145"/>
                      </a:lnTo>
                      <a:lnTo>
                        <a:pt x="704" y="140"/>
                      </a:lnTo>
                      <a:lnTo>
                        <a:pt x="704" y="135"/>
                      </a:lnTo>
                      <a:lnTo>
                        <a:pt x="704" y="134"/>
                      </a:lnTo>
                      <a:lnTo>
                        <a:pt x="706" y="129"/>
                      </a:lnTo>
                      <a:lnTo>
                        <a:pt x="709" y="126"/>
                      </a:lnTo>
                      <a:lnTo>
                        <a:pt x="711" y="118"/>
                      </a:lnTo>
                      <a:lnTo>
                        <a:pt x="712" y="115"/>
                      </a:lnTo>
                      <a:lnTo>
                        <a:pt x="713" y="113"/>
                      </a:lnTo>
                      <a:lnTo>
                        <a:pt x="714" y="104"/>
                      </a:lnTo>
                      <a:lnTo>
                        <a:pt x="714" y="102"/>
                      </a:lnTo>
                      <a:lnTo>
                        <a:pt x="715" y="100"/>
                      </a:lnTo>
                      <a:lnTo>
                        <a:pt x="718" y="100"/>
                      </a:lnTo>
                      <a:lnTo>
                        <a:pt x="718" y="98"/>
                      </a:lnTo>
                      <a:lnTo>
                        <a:pt x="720" y="99"/>
                      </a:lnTo>
                      <a:lnTo>
                        <a:pt x="722" y="98"/>
                      </a:lnTo>
                      <a:lnTo>
                        <a:pt x="725" y="99"/>
                      </a:lnTo>
                      <a:lnTo>
                        <a:pt x="727" y="98"/>
                      </a:lnTo>
                      <a:lnTo>
                        <a:pt x="726" y="97"/>
                      </a:lnTo>
                      <a:lnTo>
                        <a:pt x="723" y="96"/>
                      </a:lnTo>
                      <a:lnTo>
                        <a:pt x="722" y="95"/>
                      </a:lnTo>
                      <a:lnTo>
                        <a:pt x="723" y="93"/>
                      </a:lnTo>
                      <a:lnTo>
                        <a:pt x="722" y="92"/>
                      </a:lnTo>
                      <a:lnTo>
                        <a:pt x="724" y="92"/>
                      </a:lnTo>
                      <a:lnTo>
                        <a:pt x="724" y="90"/>
                      </a:lnTo>
                      <a:lnTo>
                        <a:pt x="725" y="89"/>
                      </a:lnTo>
                      <a:lnTo>
                        <a:pt x="728" y="90"/>
                      </a:lnTo>
                      <a:lnTo>
                        <a:pt x="727" y="88"/>
                      </a:lnTo>
                      <a:lnTo>
                        <a:pt x="726" y="88"/>
                      </a:lnTo>
                      <a:lnTo>
                        <a:pt x="724" y="86"/>
                      </a:lnTo>
                      <a:lnTo>
                        <a:pt x="721" y="85"/>
                      </a:lnTo>
                      <a:lnTo>
                        <a:pt x="719" y="83"/>
                      </a:lnTo>
                      <a:lnTo>
                        <a:pt x="718" y="79"/>
                      </a:lnTo>
                      <a:lnTo>
                        <a:pt x="718" y="77"/>
                      </a:lnTo>
                      <a:lnTo>
                        <a:pt x="718" y="75"/>
                      </a:lnTo>
                      <a:lnTo>
                        <a:pt x="718" y="72"/>
                      </a:lnTo>
                      <a:lnTo>
                        <a:pt x="718" y="69"/>
                      </a:lnTo>
                      <a:lnTo>
                        <a:pt x="717" y="66"/>
                      </a:lnTo>
                      <a:lnTo>
                        <a:pt x="718" y="65"/>
                      </a:lnTo>
                      <a:lnTo>
                        <a:pt x="718" y="62"/>
                      </a:lnTo>
                      <a:lnTo>
                        <a:pt x="718" y="60"/>
                      </a:lnTo>
                      <a:lnTo>
                        <a:pt x="723" y="61"/>
                      </a:lnTo>
                      <a:lnTo>
                        <a:pt x="724" y="59"/>
                      </a:lnTo>
                      <a:lnTo>
                        <a:pt x="730" y="59"/>
                      </a:lnTo>
                      <a:lnTo>
                        <a:pt x="734" y="60"/>
                      </a:lnTo>
                      <a:lnTo>
                        <a:pt x="736" y="62"/>
                      </a:lnTo>
                      <a:lnTo>
                        <a:pt x="742" y="66"/>
                      </a:lnTo>
                      <a:lnTo>
                        <a:pt x="748" y="65"/>
                      </a:lnTo>
                      <a:lnTo>
                        <a:pt x="749" y="66"/>
                      </a:lnTo>
                      <a:lnTo>
                        <a:pt x="752" y="65"/>
                      </a:lnTo>
                      <a:lnTo>
                        <a:pt x="754" y="64"/>
                      </a:lnTo>
                      <a:lnTo>
                        <a:pt x="755" y="66"/>
                      </a:lnTo>
                      <a:lnTo>
                        <a:pt x="755" y="70"/>
                      </a:lnTo>
                      <a:lnTo>
                        <a:pt x="756" y="72"/>
                      </a:lnTo>
                      <a:lnTo>
                        <a:pt x="753" y="73"/>
                      </a:lnTo>
                      <a:lnTo>
                        <a:pt x="755" y="73"/>
                      </a:lnTo>
                      <a:lnTo>
                        <a:pt x="758" y="77"/>
                      </a:lnTo>
                      <a:lnTo>
                        <a:pt x="760" y="80"/>
                      </a:lnTo>
                      <a:lnTo>
                        <a:pt x="759" y="81"/>
                      </a:lnTo>
                      <a:lnTo>
                        <a:pt x="759" y="82"/>
                      </a:lnTo>
                      <a:lnTo>
                        <a:pt x="766" y="81"/>
                      </a:lnTo>
                      <a:lnTo>
                        <a:pt x="768" y="83"/>
                      </a:lnTo>
                      <a:lnTo>
                        <a:pt x="770" y="84"/>
                      </a:lnTo>
                      <a:lnTo>
                        <a:pt x="771" y="86"/>
                      </a:lnTo>
                      <a:lnTo>
                        <a:pt x="769" y="89"/>
                      </a:lnTo>
                      <a:lnTo>
                        <a:pt x="765" y="92"/>
                      </a:lnTo>
                      <a:lnTo>
                        <a:pt x="763" y="95"/>
                      </a:lnTo>
                      <a:lnTo>
                        <a:pt x="771" y="96"/>
                      </a:lnTo>
                      <a:lnTo>
                        <a:pt x="772" y="99"/>
                      </a:lnTo>
                      <a:lnTo>
                        <a:pt x="772" y="103"/>
                      </a:lnTo>
                      <a:lnTo>
                        <a:pt x="771" y="104"/>
                      </a:lnTo>
                      <a:lnTo>
                        <a:pt x="768" y="107"/>
                      </a:lnTo>
                      <a:lnTo>
                        <a:pt x="766" y="107"/>
                      </a:lnTo>
                      <a:lnTo>
                        <a:pt x="765" y="109"/>
                      </a:lnTo>
                      <a:lnTo>
                        <a:pt x="764" y="111"/>
                      </a:lnTo>
                      <a:lnTo>
                        <a:pt x="762" y="110"/>
                      </a:lnTo>
                      <a:lnTo>
                        <a:pt x="761" y="106"/>
                      </a:lnTo>
                      <a:lnTo>
                        <a:pt x="760" y="107"/>
                      </a:lnTo>
                      <a:lnTo>
                        <a:pt x="759" y="108"/>
                      </a:lnTo>
                      <a:lnTo>
                        <a:pt x="756" y="107"/>
                      </a:lnTo>
                      <a:lnTo>
                        <a:pt x="756" y="109"/>
                      </a:lnTo>
                      <a:lnTo>
                        <a:pt x="759" y="114"/>
                      </a:lnTo>
                      <a:lnTo>
                        <a:pt x="757" y="115"/>
                      </a:lnTo>
                      <a:lnTo>
                        <a:pt x="757" y="116"/>
                      </a:lnTo>
                      <a:lnTo>
                        <a:pt x="759" y="116"/>
                      </a:lnTo>
                      <a:lnTo>
                        <a:pt x="759" y="118"/>
                      </a:lnTo>
                      <a:lnTo>
                        <a:pt x="759" y="120"/>
                      </a:lnTo>
                      <a:lnTo>
                        <a:pt x="763" y="117"/>
                      </a:lnTo>
                      <a:lnTo>
                        <a:pt x="761" y="121"/>
                      </a:lnTo>
                      <a:lnTo>
                        <a:pt x="761" y="125"/>
                      </a:lnTo>
                      <a:lnTo>
                        <a:pt x="761" y="128"/>
                      </a:lnTo>
                      <a:lnTo>
                        <a:pt x="767" y="137"/>
                      </a:lnTo>
                      <a:lnTo>
                        <a:pt x="770" y="140"/>
                      </a:lnTo>
                      <a:lnTo>
                        <a:pt x="772" y="143"/>
                      </a:lnTo>
                      <a:lnTo>
                        <a:pt x="772" y="144"/>
                      </a:lnTo>
                      <a:lnTo>
                        <a:pt x="771" y="145"/>
                      </a:lnTo>
                      <a:lnTo>
                        <a:pt x="771" y="149"/>
                      </a:lnTo>
                      <a:lnTo>
                        <a:pt x="771" y="151"/>
                      </a:lnTo>
                      <a:lnTo>
                        <a:pt x="770" y="153"/>
                      </a:lnTo>
                      <a:lnTo>
                        <a:pt x="770" y="155"/>
                      </a:lnTo>
                      <a:lnTo>
                        <a:pt x="767" y="157"/>
                      </a:lnTo>
                      <a:lnTo>
                        <a:pt x="765" y="158"/>
                      </a:lnTo>
                      <a:lnTo>
                        <a:pt x="762" y="161"/>
                      </a:lnTo>
                      <a:lnTo>
                        <a:pt x="762" y="163"/>
                      </a:lnTo>
                      <a:lnTo>
                        <a:pt x="761" y="165"/>
                      </a:lnTo>
                      <a:lnTo>
                        <a:pt x="754" y="172"/>
                      </a:lnTo>
                      <a:lnTo>
                        <a:pt x="750" y="173"/>
                      </a:lnTo>
                      <a:lnTo>
                        <a:pt x="749" y="176"/>
                      </a:lnTo>
                      <a:lnTo>
                        <a:pt x="747" y="178"/>
                      </a:lnTo>
                      <a:lnTo>
                        <a:pt x="745" y="178"/>
                      </a:lnTo>
                      <a:lnTo>
                        <a:pt x="744" y="178"/>
                      </a:lnTo>
                      <a:lnTo>
                        <a:pt x="743" y="176"/>
                      </a:lnTo>
                      <a:lnTo>
                        <a:pt x="738" y="171"/>
                      </a:lnTo>
                      <a:lnTo>
                        <a:pt x="736" y="168"/>
                      </a:lnTo>
                      <a:lnTo>
                        <a:pt x="735" y="170"/>
                      </a:lnTo>
                      <a:lnTo>
                        <a:pt x="735" y="172"/>
                      </a:lnTo>
                      <a:lnTo>
                        <a:pt x="738" y="177"/>
                      </a:lnTo>
                      <a:lnTo>
                        <a:pt x="738" y="180"/>
                      </a:lnTo>
                      <a:lnTo>
                        <a:pt x="740" y="184"/>
                      </a:lnTo>
                      <a:lnTo>
                        <a:pt x="740" y="185"/>
                      </a:lnTo>
                      <a:lnTo>
                        <a:pt x="740" y="184"/>
                      </a:lnTo>
                      <a:lnTo>
                        <a:pt x="737" y="183"/>
                      </a:lnTo>
                      <a:lnTo>
                        <a:pt x="734" y="180"/>
                      </a:lnTo>
                      <a:lnTo>
                        <a:pt x="732" y="179"/>
                      </a:lnTo>
                      <a:lnTo>
                        <a:pt x="731" y="178"/>
                      </a:lnTo>
                      <a:lnTo>
                        <a:pt x="730" y="178"/>
                      </a:lnTo>
                      <a:lnTo>
                        <a:pt x="730" y="184"/>
                      </a:lnTo>
                      <a:lnTo>
                        <a:pt x="727" y="183"/>
                      </a:lnTo>
                      <a:lnTo>
                        <a:pt x="725" y="183"/>
                      </a:lnTo>
                      <a:lnTo>
                        <a:pt x="722" y="181"/>
                      </a:lnTo>
                      <a:lnTo>
                        <a:pt x="722" y="182"/>
                      </a:lnTo>
                      <a:lnTo>
                        <a:pt x="719" y="172"/>
                      </a:lnTo>
                      <a:lnTo>
                        <a:pt x="717" y="172"/>
                      </a:lnTo>
                      <a:lnTo>
                        <a:pt x="713" y="175"/>
                      </a:lnTo>
                      <a:lnTo>
                        <a:pt x="713" y="174"/>
                      </a:lnTo>
                      <a:lnTo>
                        <a:pt x="711" y="175"/>
                      </a:lnTo>
                      <a:lnTo>
                        <a:pt x="704" y="173"/>
                      </a:lnTo>
                      <a:lnTo>
                        <a:pt x="702" y="175"/>
                      </a:lnTo>
                      <a:lnTo>
                        <a:pt x="702" y="176"/>
                      </a:lnTo>
                      <a:lnTo>
                        <a:pt x="701" y="177"/>
                      </a:lnTo>
                      <a:lnTo>
                        <a:pt x="702" y="179"/>
                      </a:lnTo>
                      <a:lnTo>
                        <a:pt x="707" y="182"/>
                      </a:lnTo>
                      <a:lnTo>
                        <a:pt x="709" y="182"/>
                      </a:lnTo>
                      <a:lnTo>
                        <a:pt x="711" y="184"/>
                      </a:lnTo>
                      <a:lnTo>
                        <a:pt x="710" y="186"/>
                      </a:lnTo>
                      <a:lnTo>
                        <a:pt x="710" y="188"/>
                      </a:lnTo>
                      <a:lnTo>
                        <a:pt x="709" y="189"/>
                      </a:lnTo>
                      <a:lnTo>
                        <a:pt x="709" y="191"/>
                      </a:lnTo>
                      <a:lnTo>
                        <a:pt x="709" y="192"/>
                      </a:lnTo>
                      <a:lnTo>
                        <a:pt x="707" y="194"/>
                      </a:lnTo>
                      <a:lnTo>
                        <a:pt x="705" y="198"/>
                      </a:lnTo>
                      <a:lnTo>
                        <a:pt x="704" y="200"/>
                      </a:lnTo>
                      <a:lnTo>
                        <a:pt x="702" y="201"/>
                      </a:lnTo>
                      <a:lnTo>
                        <a:pt x="702" y="203"/>
                      </a:lnTo>
                      <a:lnTo>
                        <a:pt x="699" y="204"/>
                      </a:lnTo>
                      <a:lnTo>
                        <a:pt x="697" y="209"/>
                      </a:lnTo>
                      <a:lnTo>
                        <a:pt x="696" y="210"/>
                      </a:lnTo>
                      <a:lnTo>
                        <a:pt x="694" y="211"/>
                      </a:lnTo>
                      <a:lnTo>
                        <a:pt x="685" y="211"/>
                      </a:lnTo>
                      <a:lnTo>
                        <a:pt x="685" y="209"/>
                      </a:lnTo>
                      <a:lnTo>
                        <a:pt x="683" y="207"/>
                      </a:lnTo>
                      <a:lnTo>
                        <a:pt x="676" y="201"/>
                      </a:lnTo>
                      <a:lnTo>
                        <a:pt x="676" y="200"/>
                      </a:lnTo>
                      <a:lnTo>
                        <a:pt x="671" y="198"/>
                      </a:lnTo>
                      <a:lnTo>
                        <a:pt x="666" y="194"/>
                      </a:lnTo>
                      <a:lnTo>
                        <a:pt x="664" y="194"/>
                      </a:lnTo>
                      <a:lnTo>
                        <a:pt x="662" y="195"/>
                      </a:lnTo>
                      <a:lnTo>
                        <a:pt x="658" y="194"/>
                      </a:lnTo>
                      <a:lnTo>
                        <a:pt x="657" y="197"/>
                      </a:lnTo>
                      <a:lnTo>
                        <a:pt x="661" y="199"/>
                      </a:lnTo>
                      <a:lnTo>
                        <a:pt x="665" y="203"/>
                      </a:lnTo>
                      <a:lnTo>
                        <a:pt x="667" y="207"/>
                      </a:lnTo>
                      <a:lnTo>
                        <a:pt x="671" y="211"/>
                      </a:lnTo>
                      <a:lnTo>
                        <a:pt x="678" y="212"/>
                      </a:lnTo>
                      <a:lnTo>
                        <a:pt x="684" y="215"/>
                      </a:lnTo>
                      <a:lnTo>
                        <a:pt x="686" y="213"/>
                      </a:lnTo>
                      <a:lnTo>
                        <a:pt x="692" y="214"/>
                      </a:lnTo>
                      <a:lnTo>
                        <a:pt x="698" y="215"/>
                      </a:lnTo>
                      <a:lnTo>
                        <a:pt x="698" y="216"/>
                      </a:lnTo>
                      <a:lnTo>
                        <a:pt x="699" y="215"/>
                      </a:lnTo>
                      <a:lnTo>
                        <a:pt x="699" y="218"/>
                      </a:lnTo>
                      <a:lnTo>
                        <a:pt x="697" y="220"/>
                      </a:lnTo>
                      <a:lnTo>
                        <a:pt x="697" y="223"/>
                      </a:lnTo>
                      <a:lnTo>
                        <a:pt x="695" y="225"/>
                      </a:lnTo>
                      <a:lnTo>
                        <a:pt x="694" y="230"/>
                      </a:lnTo>
                      <a:lnTo>
                        <a:pt x="692" y="231"/>
                      </a:lnTo>
                      <a:lnTo>
                        <a:pt x="691" y="235"/>
                      </a:lnTo>
                      <a:lnTo>
                        <a:pt x="687" y="237"/>
                      </a:lnTo>
                      <a:lnTo>
                        <a:pt x="687" y="240"/>
                      </a:lnTo>
                      <a:lnTo>
                        <a:pt x="686" y="242"/>
                      </a:lnTo>
                      <a:lnTo>
                        <a:pt x="684" y="247"/>
                      </a:lnTo>
                      <a:lnTo>
                        <a:pt x="683" y="246"/>
                      </a:lnTo>
                      <a:lnTo>
                        <a:pt x="680" y="249"/>
                      </a:lnTo>
                      <a:lnTo>
                        <a:pt x="676" y="252"/>
                      </a:lnTo>
                      <a:lnTo>
                        <a:pt x="671" y="251"/>
                      </a:lnTo>
                      <a:lnTo>
                        <a:pt x="671" y="253"/>
                      </a:lnTo>
                      <a:lnTo>
                        <a:pt x="666" y="249"/>
                      </a:lnTo>
                      <a:lnTo>
                        <a:pt x="666" y="250"/>
                      </a:lnTo>
                      <a:lnTo>
                        <a:pt x="666" y="251"/>
                      </a:lnTo>
                      <a:lnTo>
                        <a:pt x="664" y="248"/>
                      </a:lnTo>
                      <a:lnTo>
                        <a:pt x="663" y="249"/>
                      </a:lnTo>
                      <a:lnTo>
                        <a:pt x="662" y="248"/>
                      </a:lnTo>
                      <a:lnTo>
                        <a:pt x="661" y="247"/>
                      </a:lnTo>
                      <a:lnTo>
                        <a:pt x="661" y="249"/>
                      </a:lnTo>
                      <a:lnTo>
                        <a:pt x="661" y="251"/>
                      </a:lnTo>
                      <a:lnTo>
                        <a:pt x="662" y="253"/>
                      </a:lnTo>
                      <a:lnTo>
                        <a:pt x="662" y="254"/>
                      </a:lnTo>
                      <a:lnTo>
                        <a:pt x="661" y="254"/>
                      </a:lnTo>
                      <a:lnTo>
                        <a:pt x="659" y="253"/>
                      </a:lnTo>
                      <a:lnTo>
                        <a:pt x="658" y="255"/>
                      </a:lnTo>
                      <a:lnTo>
                        <a:pt x="660" y="257"/>
                      </a:lnTo>
                      <a:lnTo>
                        <a:pt x="659" y="258"/>
                      </a:lnTo>
                      <a:lnTo>
                        <a:pt x="658" y="261"/>
                      </a:lnTo>
                      <a:lnTo>
                        <a:pt x="657" y="263"/>
                      </a:lnTo>
                      <a:lnTo>
                        <a:pt x="655" y="263"/>
                      </a:lnTo>
                      <a:lnTo>
                        <a:pt x="654" y="265"/>
                      </a:lnTo>
                      <a:lnTo>
                        <a:pt x="653" y="265"/>
                      </a:lnTo>
                      <a:lnTo>
                        <a:pt x="652" y="265"/>
                      </a:lnTo>
                      <a:lnTo>
                        <a:pt x="651" y="267"/>
                      </a:lnTo>
                      <a:lnTo>
                        <a:pt x="650" y="265"/>
                      </a:lnTo>
                      <a:lnTo>
                        <a:pt x="648" y="264"/>
                      </a:lnTo>
                      <a:lnTo>
                        <a:pt x="647" y="263"/>
                      </a:lnTo>
                      <a:lnTo>
                        <a:pt x="644" y="262"/>
                      </a:lnTo>
                      <a:lnTo>
                        <a:pt x="641" y="259"/>
                      </a:lnTo>
                      <a:lnTo>
                        <a:pt x="640" y="260"/>
                      </a:lnTo>
                      <a:lnTo>
                        <a:pt x="639" y="257"/>
                      </a:lnTo>
                      <a:lnTo>
                        <a:pt x="638" y="259"/>
                      </a:lnTo>
                      <a:lnTo>
                        <a:pt x="635" y="259"/>
                      </a:lnTo>
                      <a:lnTo>
                        <a:pt x="634" y="258"/>
                      </a:lnTo>
                      <a:lnTo>
                        <a:pt x="633" y="259"/>
                      </a:lnTo>
                      <a:lnTo>
                        <a:pt x="631" y="259"/>
                      </a:lnTo>
                      <a:lnTo>
                        <a:pt x="626" y="257"/>
                      </a:lnTo>
                      <a:lnTo>
                        <a:pt x="625" y="255"/>
                      </a:lnTo>
                      <a:lnTo>
                        <a:pt x="614" y="250"/>
                      </a:lnTo>
                      <a:lnTo>
                        <a:pt x="614" y="251"/>
                      </a:lnTo>
                      <a:lnTo>
                        <a:pt x="613" y="254"/>
                      </a:lnTo>
                      <a:lnTo>
                        <a:pt x="613" y="255"/>
                      </a:lnTo>
                      <a:lnTo>
                        <a:pt x="615" y="257"/>
                      </a:lnTo>
                      <a:lnTo>
                        <a:pt x="617" y="256"/>
                      </a:lnTo>
                      <a:lnTo>
                        <a:pt x="617" y="255"/>
                      </a:lnTo>
                      <a:lnTo>
                        <a:pt x="617" y="253"/>
                      </a:lnTo>
                      <a:lnTo>
                        <a:pt x="619" y="255"/>
                      </a:lnTo>
                      <a:lnTo>
                        <a:pt x="622" y="257"/>
                      </a:lnTo>
                      <a:lnTo>
                        <a:pt x="625" y="258"/>
                      </a:lnTo>
                      <a:lnTo>
                        <a:pt x="626" y="259"/>
                      </a:lnTo>
                      <a:lnTo>
                        <a:pt x="626" y="261"/>
                      </a:lnTo>
                      <a:lnTo>
                        <a:pt x="627" y="258"/>
                      </a:lnTo>
                      <a:lnTo>
                        <a:pt x="632" y="260"/>
                      </a:lnTo>
                      <a:lnTo>
                        <a:pt x="632" y="261"/>
                      </a:lnTo>
                      <a:lnTo>
                        <a:pt x="630" y="263"/>
                      </a:lnTo>
                      <a:lnTo>
                        <a:pt x="630" y="264"/>
                      </a:lnTo>
                      <a:lnTo>
                        <a:pt x="631" y="265"/>
                      </a:lnTo>
                      <a:lnTo>
                        <a:pt x="632" y="263"/>
                      </a:lnTo>
                      <a:lnTo>
                        <a:pt x="634" y="261"/>
                      </a:lnTo>
                      <a:lnTo>
                        <a:pt x="636" y="261"/>
                      </a:lnTo>
                      <a:lnTo>
                        <a:pt x="638" y="261"/>
                      </a:lnTo>
                      <a:lnTo>
                        <a:pt x="639" y="263"/>
                      </a:lnTo>
                      <a:lnTo>
                        <a:pt x="642" y="266"/>
                      </a:lnTo>
                      <a:lnTo>
                        <a:pt x="645" y="267"/>
                      </a:lnTo>
                      <a:lnTo>
                        <a:pt x="646" y="268"/>
                      </a:lnTo>
                      <a:lnTo>
                        <a:pt x="647" y="267"/>
                      </a:lnTo>
                      <a:lnTo>
                        <a:pt x="648" y="268"/>
                      </a:lnTo>
                      <a:lnTo>
                        <a:pt x="648" y="269"/>
                      </a:lnTo>
                      <a:lnTo>
                        <a:pt x="650" y="272"/>
                      </a:lnTo>
                      <a:lnTo>
                        <a:pt x="650" y="273"/>
                      </a:lnTo>
                      <a:lnTo>
                        <a:pt x="651" y="278"/>
                      </a:lnTo>
                      <a:lnTo>
                        <a:pt x="651" y="281"/>
                      </a:lnTo>
                      <a:lnTo>
                        <a:pt x="650" y="282"/>
                      </a:lnTo>
                      <a:lnTo>
                        <a:pt x="649" y="284"/>
                      </a:lnTo>
                      <a:lnTo>
                        <a:pt x="644" y="284"/>
                      </a:lnTo>
                      <a:lnTo>
                        <a:pt x="642" y="286"/>
                      </a:lnTo>
                      <a:lnTo>
                        <a:pt x="641" y="287"/>
                      </a:lnTo>
                      <a:lnTo>
                        <a:pt x="638" y="287"/>
                      </a:lnTo>
                      <a:lnTo>
                        <a:pt x="633" y="286"/>
                      </a:lnTo>
                      <a:lnTo>
                        <a:pt x="630" y="287"/>
                      </a:lnTo>
                      <a:lnTo>
                        <a:pt x="628" y="286"/>
                      </a:lnTo>
                      <a:lnTo>
                        <a:pt x="627" y="288"/>
                      </a:lnTo>
                      <a:lnTo>
                        <a:pt x="629" y="291"/>
                      </a:lnTo>
                      <a:lnTo>
                        <a:pt x="633" y="291"/>
                      </a:lnTo>
                      <a:lnTo>
                        <a:pt x="633" y="293"/>
                      </a:lnTo>
                      <a:lnTo>
                        <a:pt x="630" y="294"/>
                      </a:lnTo>
                      <a:lnTo>
                        <a:pt x="628" y="293"/>
                      </a:lnTo>
                      <a:lnTo>
                        <a:pt x="626" y="293"/>
                      </a:lnTo>
                      <a:lnTo>
                        <a:pt x="625" y="298"/>
                      </a:lnTo>
                      <a:lnTo>
                        <a:pt x="625" y="300"/>
                      </a:lnTo>
                      <a:lnTo>
                        <a:pt x="626" y="307"/>
                      </a:lnTo>
                      <a:lnTo>
                        <a:pt x="622" y="303"/>
                      </a:lnTo>
                      <a:lnTo>
                        <a:pt x="620" y="303"/>
                      </a:lnTo>
                      <a:lnTo>
                        <a:pt x="621" y="305"/>
                      </a:lnTo>
                      <a:lnTo>
                        <a:pt x="619" y="307"/>
                      </a:lnTo>
                      <a:lnTo>
                        <a:pt x="619" y="308"/>
                      </a:lnTo>
                      <a:lnTo>
                        <a:pt x="618" y="310"/>
                      </a:lnTo>
                      <a:lnTo>
                        <a:pt x="617" y="311"/>
                      </a:lnTo>
                      <a:lnTo>
                        <a:pt x="614" y="311"/>
                      </a:lnTo>
                      <a:lnTo>
                        <a:pt x="614" y="314"/>
                      </a:lnTo>
                      <a:lnTo>
                        <a:pt x="616" y="315"/>
                      </a:lnTo>
                      <a:lnTo>
                        <a:pt x="613" y="319"/>
                      </a:lnTo>
                      <a:lnTo>
                        <a:pt x="608" y="323"/>
                      </a:lnTo>
                      <a:lnTo>
                        <a:pt x="607" y="324"/>
                      </a:lnTo>
                      <a:lnTo>
                        <a:pt x="601" y="325"/>
                      </a:lnTo>
                      <a:lnTo>
                        <a:pt x="600" y="326"/>
                      </a:lnTo>
                      <a:lnTo>
                        <a:pt x="605" y="330"/>
                      </a:lnTo>
                      <a:lnTo>
                        <a:pt x="605" y="332"/>
                      </a:lnTo>
                      <a:lnTo>
                        <a:pt x="604" y="334"/>
                      </a:lnTo>
                      <a:lnTo>
                        <a:pt x="604" y="338"/>
                      </a:lnTo>
                      <a:lnTo>
                        <a:pt x="603" y="339"/>
                      </a:lnTo>
                      <a:lnTo>
                        <a:pt x="601" y="340"/>
                      </a:lnTo>
                      <a:lnTo>
                        <a:pt x="601" y="346"/>
                      </a:lnTo>
                      <a:lnTo>
                        <a:pt x="600" y="348"/>
                      </a:lnTo>
                      <a:lnTo>
                        <a:pt x="598" y="348"/>
                      </a:lnTo>
                      <a:lnTo>
                        <a:pt x="598" y="350"/>
                      </a:lnTo>
                      <a:lnTo>
                        <a:pt x="599" y="353"/>
                      </a:lnTo>
                      <a:lnTo>
                        <a:pt x="598" y="360"/>
                      </a:lnTo>
                      <a:lnTo>
                        <a:pt x="598" y="362"/>
                      </a:lnTo>
                      <a:lnTo>
                        <a:pt x="597" y="370"/>
                      </a:lnTo>
                      <a:lnTo>
                        <a:pt x="597" y="376"/>
                      </a:lnTo>
                      <a:lnTo>
                        <a:pt x="597" y="380"/>
                      </a:lnTo>
                      <a:lnTo>
                        <a:pt x="597" y="383"/>
                      </a:lnTo>
                      <a:lnTo>
                        <a:pt x="595" y="387"/>
                      </a:lnTo>
                      <a:lnTo>
                        <a:pt x="597" y="387"/>
                      </a:lnTo>
                      <a:lnTo>
                        <a:pt x="598" y="390"/>
                      </a:lnTo>
                      <a:lnTo>
                        <a:pt x="600" y="392"/>
                      </a:lnTo>
                      <a:lnTo>
                        <a:pt x="601" y="394"/>
                      </a:lnTo>
                      <a:lnTo>
                        <a:pt x="601" y="394"/>
                      </a:lnTo>
                      <a:lnTo>
                        <a:pt x="603" y="393"/>
                      </a:lnTo>
                      <a:lnTo>
                        <a:pt x="603" y="394"/>
                      </a:lnTo>
                      <a:lnTo>
                        <a:pt x="603" y="400"/>
                      </a:lnTo>
                      <a:lnTo>
                        <a:pt x="604" y="399"/>
                      </a:lnTo>
                      <a:lnTo>
                        <a:pt x="604" y="394"/>
                      </a:lnTo>
                      <a:lnTo>
                        <a:pt x="605" y="393"/>
                      </a:lnTo>
                      <a:lnTo>
                        <a:pt x="612" y="393"/>
                      </a:lnTo>
                      <a:lnTo>
                        <a:pt x="613" y="394"/>
                      </a:lnTo>
                      <a:lnTo>
                        <a:pt x="614" y="394"/>
                      </a:lnTo>
                      <a:lnTo>
                        <a:pt x="616" y="393"/>
                      </a:lnTo>
                      <a:lnTo>
                        <a:pt x="618" y="394"/>
                      </a:lnTo>
                      <a:lnTo>
                        <a:pt x="618" y="396"/>
                      </a:lnTo>
                      <a:lnTo>
                        <a:pt x="619" y="402"/>
                      </a:lnTo>
                      <a:lnTo>
                        <a:pt x="623" y="413"/>
                      </a:lnTo>
                      <a:lnTo>
                        <a:pt x="623" y="417"/>
                      </a:lnTo>
                      <a:lnTo>
                        <a:pt x="624" y="421"/>
                      </a:lnTo>
                      <a:lnTo>
                        <a:pt x="627" y="425"/>
                      </a:lnTo>
                      <a:lnTo>
                        <a:pt x="627" y="431"/>
                      </a:lnTo>
                      <a:lnTo>
                        <a:pt x="627" y="433"/>
                      </a:lnTo>
                      <a:lnTo>
                        <a:pt x="626" y="435"/>
                      </a:lnTo>
                      <a:lnTo>
                        <a:pt x="624" y="437"/>
                      </a:lnTo>
                      <a:lnTo>
                        <a:pt x="623" y="438"/>
                      </a:lnTo>
                      <a:lnTo>
                        <a:pt x="623" y="439"/>
                      </a:lnTo>
                      <a:lnTo>
                        <a:pt x="628" y="436"/>
                      </a:lnTo>
                      <a:lnTo>
                        <a:pt x="628" y="438"/>
                      </a:lnTo>
                      <a:lnTo>
                        <a:pt x="629" y="438"/>
                      </a:lnTo>
                      <a:lnTo>
                        <a:pt x="633" y="435"/>
                      </a:lnTo>
                      <a:lnTo>
                        <a:pt x="644" y="430"/>
                      </a:lnTo>
                      <a:lnTo>
                        <a:pt x="649" y="431"/>
                      </a:lnTo>
                      <a:lnTo>
                        <a:pt x="651" y="433"/>
                      </a:lnTo>
                      <a:lnTo>
                        <a:pt x="654" y="434"/>
                      </a:lnTo>
                      <a:lnTo>
                        <a:pt x="655" y="436"/>
                      </a:lnTo>
                      <a:lnTo>
                        <a:pt x="659" y="438"/>
                      </a:lnTo>
                      <a:lnTo>
                        <a:pt x="665" y="441"/>
                      </a:lnTo>
                      <a:lnTo>
                        <a:pt x="670" y="441"/>
                      </a:lnTo>
                      <a:lnTo>
                        <a:pt x="671" y="442"/>
                      </a:lnTo>
                      <a:lnTo>
                        <a:pt x="680" y="448"/>
                      </a:lnTo>
                      <a:lnTo>
                        <a:pt x="683" y="449"/>
                      </a:lnTo>
                      <a:lnTo>
                        <a:pt x="688" y="457"/>
                      </a:lnTo>
                      <a:lnTo>
                        <a:pt x="689" y="458"/>
                      </a:lnTo>
                      <a:lnTo>
                        <a:pt x="689" y="460"/>
                      </a:lnTo>
                      <a:lnTo>
                        <a:pt x="690" y="461"/>
                      </a:lnTo>
                      <a:lnTo>
                        <a:pt x="691" y="460"/>
                      </a:lnTo>
                      <a:lnTo>
                        <a:pt x="692" y="461"/>
                      </a:lnTo>
                      <a:lnTo>
                        <a:pt x="693" y="462"/>
                      </a:lnTo>
                      <a:lnTo>
                        <a:pt x="695" y="462"/>
                      </a:lnTo>
                      <a:lnTo>
                        <a:pt x="697" y="462"/>
                      </a:lnTo>
                      <a:lnTo>
                        <a:pt x="699" y="462"/>
                      </a:lnTo>
                      <a:lnTo>
                        <a:pt x="702" y="464"/>
                      </a:lnTo>
                      <a:lnTo>
                        <a:pt x="711" y="468"/>
                      </a:lnTo>
                      <a:lnTo>
                        <a:pt x="714" y="470"/>
                      </a:lnTo>
                      <a:lnTo>
                        <a:pt x="715" y="472"/>
                      </a:lnTo>
                      <a:lnTo>
                        <a:pt x="719" y="474"/>
                      </a:lnTo>
                      <a:lnTo>
                        <a:pt x="719" y="475"/>
                      </a:lnTo>
                      <a:lnTo>
                        <a:pt x="718" y="479"/>
                      </a:lnTo>
                      <a:lnTo>
                        <a:pt x="717" y="482"/>
                      </a:lnTo>
                      <a:lnTo>
                        <a:pt x="715" y="486"/>
                      </a:lnTo>
                      <a:lnTo>
                        <a:pt x="718" y="481"/>
                      </a:lnTo>
                      <a:lnTo>
                        <a:pt x="719" y="479"/>
                      </a:lnTo>
                      <a:lnTo>
                        <a:pt x="720" y="477"/>
                      </a:lnTo>
                      <a:lnTo>
                        <a:pt x="733" y="476"/>
                      </a:lnTo>
                      <a:lnTo>
                        <a:pt x="740" y="478"/>
                      </a:lnTo>
                      <a:lnTo>
                        <a:pt x="744" y="477"/>
                      </a:lnTo>
                      <a:lnTo>
                        <a:pt x="746" y="477"/>
                      </a:lnTo>
                      <a:lnTo>
                        <a:pt x="747" y="477"/>
                      </a:lnTo>
                      <a:lnTo>
                        <a:pt x="750" y="477"/>
                      </a:lnTo>
                      <a:lnTo>
                        <a:pt x="750" y="479"/>
                      </a:lnTo>
                      <a:lnTo>
                        <a:pt x="752" y="479"/>
                      </a:lnTo>
                      <a:lnTo>
                        <a:pt x="755" y="480"/>
                      </a:lnTo>
                      <a:lnTo>
                        <a:pt x="756" y="481"/>
                      </a:lnTo>
                      <a:lnTo>
                        <a:pt x="758" y="480"/>
                      </a:lnTo>
                      <a:lnTo>
                        <a:pt x="759" y="485"/>
                      </a:lnTo>
                      <a:lnTo>
                        <a:pt x="758" y="493"/>
                      </a:lnTo>
                      <a:lnTo>
                        <a:pt x="757" y="498"/>
                      </a:lnTo>
                      <a:lnTo>
                        <a:pt x="757" y="502"/>
                      </a:lnTo>
                      <a:lnTo>
                        <a:pt x="758" y="505"/>
                      </a:lnTo>
                      <a:lnTo>
                        <a:pt x="759" y="507"/>
                      </a:lnTo>
                      <a:lnTo>
                        <a:pt x="759" y="513"/>
                      </a:lnTo>
                      <a:lnTo>
                        <a:pt x="760" y="521"/>
                      </a:lnTo>
                      <a:lnTo>
                        <a:pt x="758" y="522"/>
                      </a:lnTo>
                      <a:lnTo>
                        <a:pt x="758" y="527"/>
                      </a:lnTo>
                      <a:lnTo>
                        <a:pt x="759" y="529"/>
                      </a:lnTo>
                      <a:lnTo>
                        <a:pt x="761" y="530"/>
                      </a:lnTo>
                      <a:lnTo>
                        <a:pt x="761" y="531"/>
                      </a:lnTo>
                      <a:lnTo>
                        <a:pt x="763" y="534"/>
                      </a:lnTo>
                      <a:lnTo>
                        <a:pt x="765" y="535"/>
                      </a:lnTo>
                      <a:lnTo>
                        <a:pt x="767" y="537"/>
                      </a:lnTo>
                      <a:lnTo>
                        <a:pt x="768" y="539"/>
                      </a:lnTo>
                      <a:lnTo>
                        <a:pt x="770" y="541"/>
                      </a:lnTo>
                      <a:lnTo>
                        <a:pt x="770" y="542"/>
                      </a:lnTo>
                      <a:lnTo>
                        <a:pt x="766" y="542"/>
                      </a:lnTo>
                      <a:lnTo>
                        <a:pt x="762" y="545"/>
                      </a:lnTo>
                      <a:lnTo>
                        <a:pt x="761" y="546"/>
                      </a:lnTo>
                      <a:lnTo>
                        <a:pt x="761" y="547"/>
                      </a:lnTo>
                      <a:lnTo>
                        <a:pt x="769" y="545"/>
                      </a:lnTo>
                      <a:lnTo>
                        <a:pt x="771" y="545"/>
                      </a:lnTo>
                      <a:lnTo>
                        <a:pt x="773" y="546"/>
                      </a:lnTo>
                      <a:lnTo>
                        <a:pt x="779" y="553"/>
                      </a:lnTo>
                      <a:lnTo>
                        <a:pt x="780" y="555"/>
                      </a:lnTo>
                      <a:lnTo>
                        <a:pt x="781" y="559"/>
                      </a:lnTo>
                      <a:lnTo>
                        <a:pt x="781" y="561"/>
                      </a:lnTo>
                      <a:lnTo>
                        <a:pt x="775" y="568"/>
                      </a:lnTo>
                      <a:lnTo>
                        <a:pt x="781" y="563"/>
                      </a:lnTo>
                      <a:lnTo>
                        <a:pt x="782" y="562"/>
                      </a:lnTo>
                      <a:lnTo>
                        <a:pt x="783" y="562"/>
                      </a:lnTo>
                      <a:lnTo>
                        <a:pt x="786" y="564"/>
                      </a:lnTo>
                      <a:lnTo>
                        <a:pt x="788" y="565"/>
                      </a:lnTo>
                      <a:lnTo>
                        <a:pt x="791" y="567"/>
                      </a:lnTo>
                      <a:lnTo>
                        <a:pt x="792" y="567"/>
                      </a:lnTo>
                      <a:lnTo>
                        <a:pt x="792" y="560"/>
                      </a:lnTo>
                      <a:lnTo>
                        <a:pt x="792" y="559"/>
                      </a:lnTo>
                      <a:lnTo>
                        <a:pt x="794" y="559"/>
                      </a:lnTo>
                      <a:lnTo>
                        <a:pt x="794" y="557"/>
                      </a:lnTo>
                      <a:lnTo>
                        <a:pt x="794" y="556"/>
                      </a:lnTo>
                      <a:lnTo>
                        <a:pt x="796" y="555"/>
                      </a:lnTo>
                      <a:lnTo>
                        <a:pt x="798" y="555"/>
                      </a:lnTo>
                      <a:lnTo>
                        <a:pt x="798" y="556"/>
                      </a:lnTo>
                      <a:lnTo>
                        <a:pt x="801" y="559"/>
                      </a:lnTo>
                      <a:lnTo>
                        <a:pt x="801" y="563"/>
                      </a:lnTo>
                      <a:lnTo>
                        <a:pt x="803" y="563"/>
                      </a:lnTo>
                      <a:lnTo>
                        <a:pt x="805" y="561"/>
                      </a:lnTo>
                      <a:lnTo>
                        <a:pt x="805" y="560"/>
                      </a:lnTo>
                      <a:lnTo>
                        <a:pt x="806" y="559"/>
                      </a:lnTo>
                      <a:lnTo>
                        <a:pt x="806" y="557"/>
                      </a:lnTo>
                      <a:lnTo>
                        <a:pt x="804" y="557"/>
                      </a:lnTo>
                      <a:lnTo>
                        <a:pt x="801" y="553"/>
                      </a:lnTo>
                      <a:lnTo>
                        <a:pt x="801" y="551"/>
                      </a:lnTo>
                      <a:lnTo>
                        <a:pt x="804" y="551"/>
                      </a:lnTo>
                      <a:lnTo>
                        <a:pt x="804" y="550"/>
                      </a:lnTo>
                      <a:lnTo>
                        <a:pt x="806" y="548"/>
                      </a:lnTo>
                      <a:lnTo>
                        <a:pt x="807" y="546"/>
                      </a:lnTo>
                      <a:lnTo>
                        <a:pt x="808" y="544"/>
                      </a:lnTo>
                      <a:lnTo>
                        <a:pt x="809" y="543"/>
                      </a:lnTo>
                      <a:lnTo>
                        <a:pt x="814" y="543"/>
                      </a:lnTo>
                      <a:lnTo>
                        <a:pt x="815" y="543"/>
                      </a:lnTo>
                      <a:lnTo>
                        <a:pt x="815" y="542"/>
                      </a:lnTo>
                      <a:lnTo>
                        <a:pt x="811" y="543"/>
                      </a:lnTo>
                      <a:lnTo>
                        <a:pt x="810" y="542"/>
                      </a:lnTo>
                      <a:lnTo>
                        <a:pt x="808" y="541"/>
                      </a:lnTo>
                      <a:lnTo>
                        <a:pt x="807" y="539"/>
                      </a:lnTo>
                      <a:lnTo>
                        <a:pt x="807" y="538"/>
                      </a:lnTo>
                      <a:lnTo>
                        <a:pt x="805" y="537"/>
                      </a:lnTo>
                      <a:lnTo>
                        <a:pt x="804" y="532"/>
                      </a:lnTo>
                      <a:lnTo>
                        <a:pt x="804" y="532"/>
                      </a:lnTo>
                      <a:lnTo>
                        <a:pt x="805" y="531"/>
                      </a:lnTo>
                      <a:lnTo>
                        <a:pt x="804" y="530"/>
                      </a:lnTo>
                      <a:lnTo>
                        <a:pt x="803" y="519"/>
                      </a:lnTo>
                      <a:lnTo>
                        <a:pt x="802" y="517"/>
                      </a:lnTo>
                      <a:lnTo>
                        <a:pt x="802" y="511"/>
                      </a:lnTo>
                      <a:lnTo>
                        <a:pt x="802" y="509"/>
                      </a:lnTo>
                      <a:lnTo>
                        <a:pt x="801" y="506"/>
                      </a:lnTo>
                      <a:lnTo>
                        <a:pt x="801" y="504"/>
                      </a:lnTo>
                      <a:lnTo>
                        <a:pt x="799" y="501"/>
                      </a:lnTo>
                      <a:lnTo>
                        <a:pt x="796" y="495"/>
                      </a:lnTo>
                      <a:lnTo>
                        <a:pt x="795" y="494"/>
                      </a:lnTo>
                      <a:lnTo>
                        <a:pt x="793" y="493"/>
                      </a:lnTo>
                      <a:lnTo>
                        <a:pt x="792" y="493"/>
                      </a:lnTo>
                      <a:lnTo>
                        <a:pt x="796" y="490"/>
                      </a:lnTo>
                      <a:lnTo>
                        <a:pt x="803" y="486"/>
                      </a:lnTo>
                      <a:lnTo>
                        <a:pt x="806" y="485"/>
                      </a:lnTo>
                      <a:lnTo>
                        <a:pt x="813" y="480"/>
                      </a:lnTo>
                      <a:lnTo>
                        <a:pt x="815" y="478"/>
                      </a:lnTo>
                      <a:lnTo>
                        <a:pt x="819" y="475"/>
                      </a:lnTo>
                      <a:lnTo>
                        <a:pt x="822" y="471"/>
                      </a:lnTo>
                      <a:lnTo>
                        <a:pt x="819" y="473"/>
                      </a:lnTo>
                      <a:lnTo>
                        <a:pt x="823" y="468"/>
                      </a:lnTo>
                      <a:lnTo>
                        <a:pt x="828" y="460"/>
                      </a:lnTo>
                      <a:lnTo>
                        <a:pt x="829" y="456"/>
                      </a:lnTo>
                      <a:lnTo>
                        <a:pt x="830" y="455"/>
                      </a:lnTo>
                      <a:lnTo>
                        <a:pt x="832" y="456"/>
                      </a:lnTo>
                      <a:lnTo>
                        <a:pt x="834" y="457"/>
                      </a:lnTo>
                      <a:lnTo>
                        <a:pt x="837" y="456"/>
                      </a:lnTo>
                      <a:lnTo>
                        <a:pt x="837" y="454"/>
                      </a:lnTo>
                      <a:lnTo>
                        <a:pt x="836" y="454"/>
                      </a:lnTo>
                      <a:lnTo>
                        <a:pt x="835" y="448"/>
                      </a:lnTo>
                      <a:lnTo>
                        <a:pt x="834" y="447"/>
                      </a:lnTo>
                      <a:lnTo>
                        <a:pt x="832" y="452"/>
                      </a:lnTo>
                      <a:lnTo>
                        <a:pt x="831" y="454"/>
                      </a:lnTo>
                      <a:lnTo>
                        <a:pt x="830" y="453"/>
                      </a:lnTo>
                      <a:lnTo>
                        <a:pt x="830" y="448"/>
                      </a:lnTo>
                      <a:lnTo>
                        <a:pt x="830" y="442"/>
                      </a:lnTo>
                      <a:lnTo>
                        <a:pt x="829" y="437"/>
                      </a:lnTo>
                      <a:lnTo>
                        <a:pt x="828" y="435"/>
                      </a:lnTo>
                      <a:lnTo>
                        <a:pt x="827" y="434"/>
                      </a:lnTo>
                      <a:lnTo>
                        <a:pt x="827" y="429"/>
                      </a:lnTo>
                      <a:lnTo>
                        <a:pt x="825" y="421"/>
                      </a:lnTo>
                      <a:lnTo>
                        <a:pt x="823" y="414"/>
                      </a:lnTo>
                      <a:lnTo>
                        <a:pt x="822" y="411"/>
                      </a:lnTo>
                      <a:lnTo>
                        <a:pt x="821" y="408"/>
                      </a:lnTo>
                      <a:lnTo>
                        <a:pt x="821" y="406"/>
                      </a:lnTo>
                      <a:lnTo>
                        <a:pt x="820" y="405"/>
                      </a:lnTo>
                      <a:lnTo>
                        <a:pt x="818" y="406"/>
                      </a:lnTo>
                      <a:lnTo>
                        <a:pt x="814" y="403"/>
                      </a:lnTo>
                      <a:lnTo>
                        <a:pt x="813" y="402"/>
                      </a:lnTo>
                      <a:lnTo>
                        <a:pt x="808" y="398"/>
                      </a:lnTo>
                      <a:lnTo>
                        <a:pt x="804" y="394"/>
                      </a:lnTo>
                      <a:lnTo>
                        <a:pt x="804" y="393"/>
                      </a:lnTo>
                      <a:lnTo>
                        <a:pt x="804" y="392"/>
                      </a:lnTo>
                      <a:lnTo>
                        <a:pt x="804" y="390"/>
                      </a:lnTo>
                      <a:lnTo>
                        <a:pt x="804" y="387"/>
                      </a:lnTo>
                      <a:lnTo>
                        <a:pt x="804" y="385"/>
                      </a:lnTo>
                      <a:lnTo>
                        <a:pt x="806" y="385"/>
                      </a:lnTo>
                      <a:lnTo>
                        <a:pt x="809" y="383"/>
                      </a:lnTo>
                      <a:lnTo>
                        <a:pt x="813" y="383"/>
                      </a:lnTo>
                      <a:lnTo>
                        <a:pt x="814" y="381"/>
                      </a:lnTo>
                      <a:lnTo>
                        <a:pt x="818" y="381"/>
                      </a:lnTo>
                      <a:lnTo>
                        <a:pt x="818" y="378"/>
                      </a:lnTo>
                      <a:lnTo>
                        <a:pt x="816" y="377"/>
                      </a:lnTo>
                      <a:lnTo>
                        <a:pt x="816" y="375"/>
                      </a:lnTo>
                      <a:lnTo>
                        <a:pt x="818" y="372"/>
                      </a:lnTo>
                      <a:lnTo>
                        <a:pt x="821" y="373"/>
                      </a:lnTo>
                      <a:lnTo>
                        <a:pt x="822" y="374"/>
                      </a:lnTo>
                      <a:lnTo>
                        <a:pt x="826" y="373"/>
                      </a:lnTo>
                      <a:lnTo>
                        <a:pt x="823" y="371"/>
                      </a:lnTo>
                      <a:lnTo>
                        <a:pt x="822" y="370"/>
                      </a:lnTo>
                      <a:lnTo>
                        <a:pt x="822" y="367"/>
                      </a:lnTo>
                      <a:lnTo>
                        <a:pt x="822" y="366"/>
                      </a:lnTo>
                      <a:lnTo>
                        <a:pt x="823" y="366"/>
                      </a:lnTo>
                      <a:lnTo>
                        <a:pt x="825" y="362"/>
                      </a:lnTo>
                      <a:lnTo>
                        <a:pt x="823" y="364"/>
                      </a:lnTo>
                      <a:lnTo>
                        <a:pt x="818" y="363"/>
                      </a:lnTo>
                      <a:lnTo>
                        <a:pt x="818" y="361"/>
                      </a:lnTo>
                      <a:lnTo>
                        <a:pt x="819" y="361"/>
                      </a:lnTo>
                      <a:lnTo>
                        <a:pt x="820" y="360"/>
                      </a:lnTo>
                      <a:lnTo>
                        <a:pt x="821" y="358"/>
                      </a:lnTo>
                      <a:lnTo>
                        <a:pt x="819" y="356"/>
                      </a:lnTo>
                      <a:lnTo>
                        <a:pt x="819" y="356"/>
                      </a:lnTo>
                      <a:lnTo>
                        <a:pt x="817" y="352"/>
                      </a:lnTo>
                      <a:lnTo>
                        <a:pt x="818" y="347"/>
                      </a:lnTo>
                      <a:lnTo>
                        <a:pt x="817" y="347"/>
                      </a:lnTo>
                      <a:lnTo>
                        <a:pt x="816" y="345"/>
                      </a:lnTo>
                      <a:lnTo>
                        <a:pt x="821" y="343"/>
                      </a:lnTo>
                      <a:lnTo>
                        <a:pt x="821" y="343"/>
                      </a:lnTo>
                      <a:lnTo>
                        <a:pt x="818" y="343"/>
                      </a:lnTo>
                      <a:lnTo>
                        <a:pt x="817" y="342"/>
                      </a:lnTo>
                      <a:lnTo>
                        <a:pt x="815" y="343"/>
                      </a:lnTo>
                      <a:lnTo>
                        <a:pt x="813" y="343"/>
                      </a:lnTo>
                      <a:lnTo>
                        <a:pt x="812" y="340"/>
                      </a:lnTo>
                      <a:lnTo>
                        <a:pt x="812" y="338"/>
                      </a:lnTo>
                      <a:lnTo>
                        <a:pt x="814" y="334"/>
                      </a:lnTo>
                      <a:lnTo>
                        <a:pt x="815" y="330"/>
                      </a:lnTo>
                      <a:lnTo>
                        <a:pt x="817" y="329"/>
                      </a:lnTo>
                      <a:lnTo>
                        <a:pt x="817" y="325"/>
                      </a:lnTo>
                      <a:lnTo>
                        <a:pt x="818" y="325"/>
                      </a:lnTo>
                      <a:lnTo>
                        <a:pt x="819" y="323"/>
                      </a:lnTo>
                      <a:lnTo>
                        <a:pt x="819" y="321"/>
                      </a:lnTo>
                      <a:lnTo>
                        <a:pt x="821" y="320"/>
                      </a:lnTo>
                      <a:lnTo>
                        <a:pt x="821" y="316"/>
                      </a:lnTo>
                      <a:lnTo>
                        <a:pt x="820" y="318"/>
                      </a:lnTo>
                      <a:lnTo>
                        <a:pt x="818" y="319"/>
                      </a:lnTo>
                      <a:lnTo>
                        <a:pt x="817" y="317"/>
                      </a:lnTo>
                      <a:lnTo>
                        <a:pt x="815" y="317"/>
                      </a:lnTo>
                      <a:lnTo>
                        <a:pt x="813" y="315"/>
                      </a:lnTo>
                      <a:lnTo>
                        <a:pt x="812" y="312"/>
                      </a:lnTo>
                      <a:lnTo>
                        <a:pt x="811" y="310"/>
                      </a:lnTo>
                      <a:lnTo>
                        <a:pt x="811" y="306"/>
                      </a:lnTo>
                      <a:lnTo>
                        <a:pt x="811" y="303"/>
                      </a:lnTo>
                      <a:lnTo>
                        <a:pt x="811" y="302"/>
                      </a:lnTo>
                      <a:lnTo>
                        <a:pt x="814" y="300"/>
                      </a:lnTo>
                      <a:lnTo>
                        <a:pt x="817" y="296"/>
                      </a:lnTo>
                      <a:lnTo>
                        <a:pt x="818" y="293"/>
                      </a:lnTo>
                      <a:lnTo>
                        <a:pt x="820" y="293"/>
                      </a:lnTo>
                      <a:lnTo>
                        <a:pt x="820" y="294"/>
                      </a:lnTo>
                      <a:lnTo>
                        <a:pt x="822" y="294"/>
                      </a:lnTo>
                      <a:lnTo>
                        <a:pt x="828" y="294"/>
                      </a:lnTo>
                      <a:lnTo>
                        <a:pt x="836" y="296"/>
                      </a:lnTo>
                      <a:lnTo>
                        <a:pt x="837" y="297"/>
                      </a:lnTo>
                      <a:lnTo>
                        <a:pt x="837" y="298"/>
                      </a:lnTo>
                      <a:lnTo>
                        <a:pt x="839" y="299"/>
                      </a:lnTo>
                      <a:lnTo>
                        <a:pt x="843" y="300"/>
                      </a:lnTo>
                      <a:lnTo>
                        <a:pt x="845" y="300"/>
                      </a:lnTo>
                      <a:lnTo>
                        <a:pt x="844" y="302"/>
                      </a:lnTo>
                      <a:lnTo>
                        <a:pt x="845" y="303"/>
                      </a:lnTo>
                      <a:lnTo>
                        <a:pt x="847" y="301"/>
                      </a:lnTo>
                      <a:lnTo>
                        <a:pt x="851" y="301"/>
                      </a:lnTo>
                      <a:lnTo>
                        <a:pt x="852" y="303"/>
                      </a:lnTo>
                      <a:lnTo>
                        <a:pt x="851" y="304"/>
                      </a:lnTo>
                      <a:lnTo>
                        <a:pt x="856" y="304"/>
                      </a:lnTo>
                      <a:lnTo>
                        <a:pt x="855" y="303"/>
                      </a:lnTo>
                      <a:lnTo>
                        <a:pt x="857" y="301"/>
                      </a:lnTo>
                      <a:lnTo>
                        <a:pt x="865" y="299"/>
                      </a:lnTo>
                      <a:lnTo>
                        <a:pt x="867" y="296"/>
                      </a:lnTo>
                      <a:lnTo>
                        <a:pt x="875" y="300"/>
                      </a:lnTo>
                      <a:lnTo>
                        <a:pt x="877" y="303"/>
                      </a:lnTo>
                      <a:lnTo>
                        <a:pt x="881" y="304"/>
                      </a:lnTo>
                      <a:lnTo>
                        <a:pt x="883" y="305"/>
                      </a:lnTo>
                      <a:lnTo>
                        <a:pt x="884" y="306"/>
                      </a:lnTo>
                      <a:lnTo>
                        <a:pt x="884" y="308"/>
                      </a:lnTo>
                      <a:lnTo>
                        <a:pt x="881" y="314"/>
                      </a:lnTo>
                      <a:lnTo>
                        <a:pt x="882" y="313"/>
                      </a:lnTo>
                      <a:lnTo>
                        <a:pt x="884" y="314"/>
                      </a:lnTo>
                      <a:lnTo>
                        <a:pt x="884" y="313"/>
                      </a:lnTo>
                      <a:lnTo>
                        <a:pt x="884" y="310"/>
                      </a:lnTo>
                      <a:lnTo>
                        <a:pt x="886" y="310"/>
                      </a:lnTo>
                      <a:lnTo>
                        <a:pt x="888" y="311"/>
                      </a:lnTo>
                      <a:lnTo>
                        <a:pt x="888" y="315"/>
                      </a:lnTo>
                      <a:lnTo>
                        <a:pt x="889" y="316"/>
                      </a:lnTo>
                      <a:lnTo>
                        <a:pt x="890" y="318"/>
                      </a:lnTo>
                      <a:lnTo>
                        <a:pt x="888" y="319"/>
                      </a:lnTo>
                      <a:lnTo>
                        <a:pt x="889" y="321"/>
                      </a:lnTo>
                      <a:lnTo>
                        <a:pt x="891" y="320"/>
                      </a:lnTo>
                      <a:lnTo>
                        <a:pt x="891" y="319"/>
                      </a:lnTo>
                      <a:lnTo>
                        <a:pt x="894" y="318"/>
                      </a:lnTo>
                      <a:lnTo>
                        <a:pt x="895" y="319"/>
                      </a:lnTo>
                      <a:lnTo>
                        <a:pt x="897" y="320"/>
                      </a:lnTo>
                      <a:lnTo>
                        <a:pt x="896" y="322"/>
                      </a:lnTo>
                      <a:lnTo>
                        <a:pt x="895" y="323"/>
                      </a:lnTo>
                      <a:lnTo>
                        <a:pt x="893" y="324"/>
                      </a:lnTo>
                      <a:lnTo>
                        <a:pt x="893" y="326"/>
                      </a:lnTo>
                      <a:lnTo>
                        <a:pt x="894" y="327"/>
                      </a:lnTo>
                      <a:lnTo>
                        <a:pt x="895" y="329"/>
                      </a:lnTo>
                      <a:lnTo>
                        <a:pt x="897" y="329"/>
                      </a:lnTo>
                      <a:lnTo>
                        <a:pt x="896" y="331"/>
                      </a:lnTo>
                      <a:lnTo>
                        <a:pt x="897" y="332"/>
                      </a:lnTo>
                      <a:lnTo>
                        <a:pt x="901" y="331"/>
                      </a:lnTo>
                      <a:lnTo>
                        <a:pt x="903" y="332"/>
                      </a:lnTo>
                      <a:lnTo>
                        <a:pt x="904" y="334"/>
                      </a:lnTo>
                      <a:lnTo>
                        <a:pt x="905" y="336"/>
                      </a:lnTo>
                      <a:lnTo>
                        <a:pt x="907" y="334"/>
                      </a:lnTo>
                      <a:lnTo>
                        <a:pt x="910" y="336"/>
                      </a:lnTo>
                      <a:lnTo>
                        <a:pt x="913" y="334"/>
                      </a:lnTo>
                      <a:lnTo>
                        <a:pt x="915" y="336"/>
                      </a:lnTo>
                      <a:lnTo>
                        <a:pt x="915" y="337"/>
                      </a:lnTo>
                      <a:lnTo>
                        <a:pt x="915" y="339"/>
                      </a:lnTo>
                      <a:lnTo>
                        <a:pt x="916" y="339"/>
                      </a:lnTo>
                      <a:lnTo>
                        <a:pt x="921" y="337"/>
                      </a:lnTo>
                      <a:lnTo>
                        <a:pt x="920" y="335"/>
                      </a:lnTo>
                      <a:lnTo>
                        <a:pt x="922" y="334"/>
                      </a:lnTo>
                      <a:lnTo>
                        <a:pt x="925" y="338"/>
                      </a:lnTo>
                      <a:lnTo>
                        <a:pt x="925" y="340"/>
                      </a:lnTo>
                      <a:lnTo>
                        <a:pt x="925" y="341"/>
                      </a:lnTo>
                      <a:lnTo>
                        <a:pt x="924" y="343"/>
                      </a:lnTo>
                      <a:lnTo>
                        <a:pt x="922" y="344"/>
                      </a:lnTo>
                      <a:lnTo>
                        <a:pt x="922" y="346"/>
                      </a:lnTo>
                      <a:lnTo>
                        <a:pt x="921" y="348"/>
                      </a:lnTo>
                      <a:lnTo>
                        <a:pt x="922" y="350"/>
                      </a:lnTo>
                      <a:lnTo>
                        <a:pt x="921" y="352"/>
                      </a:lnTo>
                      <a:lnTo>
                        <a:pt x="922" y="352"/>
                      </a:lnTo>
                      <a:lnTo>
                        <a:pt x="923" y="356"/>
                      </a:lnTo>
                      <a:lnTo>
                        <a:pt x="925" y="360"/>
                      </a:lnTo>
                      <a:lnTo>
                        <a:pt x="922" y="360"/>
                      </a:lnTo>
                      <a:lnTo>
                        <a:pt x="922" y="361"/>
                      </a:lnTo>
                      <a:lnTo>
                        <a:pt x="921" y="362"/>
                      </a:lnTo>
                      <a:lnTo>
                        <a:pt x="918" y="362"/>
                      </a:lnTo>
                      <a:lnTo>
                        <a:pt x="916" y="362"/>
                      </a:lnTo>
                      <a:lnTo>
                        <a:pt x="912" y="362"/>
                      </a:lnTo>
                      <a:lnTo>
                        <a:pt x="908" y="361"/>
                      </a:lnTo>
                      <a:lnTo>
                        <a:pt x="905" y="360"/>
                      </a:lnTo>
                      <a:lnTo>
                        <a:pt x="903" y="360"/>
                      </a:lnTo>
                      <a:lnTo>
                        <a:pt x="901" y="361"/>
                      </a:lnTo>
                      <a:lnTo>
                        <a:pt x="906" y="361"/>
                      </a:lnTo>
                      <a:lnTo>
                        <a:pt x="910" y="364"/>
                      </a:lnTo>
                      <a:lnTo>
                        <a:pt x="919" y="364"/>
                      </a:lnTo>
                      <a:lnTo>
                        <a:pt x="922" y="365"/>
                      </a:lnTo>
                      <a:lnTo>
                        <a:pt x="924" y="367"/>
                      </a:lnTo>
                      <a:lnTo>
                        <a:pt x="925" y="370"/>
                      </a:lnTo>
                      <a:lnTo>
                        <a:pt x="924" y="370"/>
                      </a:lnTo>
                      <a:lnTo>
                        <a:pt x="925" y="372"/>
                      </a:lnTo>
                      <a:lnTo>
                        <a:pt x="922" y="379"/>
                      </a:lnTo>
                      <a:lnTo>
                        <a:pt x="922" y="380"/>
                      </a:lnTo>
                      <a:lnTo>
                        <a:pt x="926" y="379"/>
                      </a:lnTo>
                      <a:lnTo>
                        <a:pt x="928" y="380"/>
                      </a:lnTo>
                      <a:lnTo>
                        <a:pt x="927" y="381"/>
                      </a:lnTo>
                      <a:lnTo>
                        <a:pt x="924" y="383"/>
                      </a:lnTo>
                      <a:lnTo>
                        <a:pt x="924" y="384"/>
                      </a:lnTo>
                      <a:lnTo>
                        <a:pt x="927" y="384"/>
                      </a:lnTo>
                      <a:lnTo>
                        <a:pt x="928" y="386"/>
                      </a:lnTo>
                      <a:lnTo>
                        <a:pt x="928" y="387"/>
                      </a:lnTo>
                      <a:lnTo>
                        <a:pt x="927" y="388"/>
                      </a:lnTo>
                      <a:lnTo>
                        <a:pt x="926" y="388"/>
                      </a:lnTo>
                      <a:lnTo>
                        <a:pt x="926" y="387"/>
                      </a:lnTo>
                      <a:lnTo>
                        <a:pt x="924" y="389"/>
                      </a:lnTo>
                      <a:lnTo>
                        <a:pt x="922" y="391"/>
                      </a:lnTo>
                      <a:lnTo>
                        <a:pt x="921" y="389"/>
                      </a:lnTo>
                      <a:lnTo>
                        <a:pt x="920" y="387"/>
                      </a:lnTo>
                      <a:lnTo>
                        <a:pt x="917" y="388"/>
                      </a:lnTo>
                      <a:lnTo>
                        <a:pt x="919" y="391"/>
                      </a:lnTo>
                      <a:lnTo>
                        <a:pt x="919" y="392"/>
                      </a:lnTo>
                      <a:lnTo>
                        <a:pt x="914" y="393"/>
                      </a:lnTo>
                      <a:lnTo>
                        <a:pt x="915" y="394"/>
                      </a:lnTo>
                      <a:lnTo>
                        <a:pt x="918" y="394"/>
                      </a:lnTo>
                      <a:lnTo>
                        <a:pt x="919" y="395"/>
                      </a:lnTo>
                      <a:lnTo>
                        <a:pt x="920" y="396"/>
                      </a:lnTo>
                      <a:lnTo>
                        <a:pt x="924" y="392"/>
                      </a:lnTo>
                      <a:lnTo>
                        <a:pt x="926" y="391"/>
                      </a:lnTo>
                      <a:lnTo>
                        <a:pt x="929" y="391"/>
                      </a:lnTo>
                      <a:lnTo>
                        <a:pt x="932" y="390"/>
                      </a:lnTo>
                      <a:lnTo>
                        <a:pt x="935" y="390"/>
                      </a:lnTo>
                      <a:lnTo>
                        <a:pt x="937" y="391"/>
                      </a:lnTo>
                      <a:lnTo>
                        <a:pt x="939" y="397"/>
                      </a:lnTo>
                      <a:lnTo>
                        <a:pt x="940" y="398"/>
                      </a:lnTo>
                      <a:lnTo>
                        <a:pt x="940" y="401"/>
                      </a:lnTo>
                      <a:lnTo>
                        <a:pt x="939" y="409"/>
                      </a:lnTo>
                      <a:lnTo>
                        <a:pt x="936" y="411"/>
                      </a:lnTo>
                      <a:lnTo>
                        <a:pt x="927" y="416"/>
                      </a:lnTo>
                      <a:lnTo>
                        <a:pt x="934" y="414"/>
                      </a:lnTo>
                      <a:lnTo>
                        <a:pt x="939" y="410"/>
                      </a:lnTo>
                      <a:lnTo>
                        <a:pt x="941" y="406"/>
                      </a:lnTo>
                      <a:lnTo>
                        <a:pt x="942" y="400"/>
                      </a:lnTo>
                      <a:lnTo>
                        <a:pt x="944" y="397"/>
                      </a:lnTo>
                      <a:lnTo>
                        <a:pt x="944" y="402"/>
                      </a:lnTo>
                      <a:lnTo>
                        <a:pt x="944" y="404"/>
                      </a:lnTo>
                      <a:lnTo>
                        <a:pt x="946" y="401"/>
                      </a:lnTo>
                      <a:lnTo>
                        <a:pt x="946" y="403"/>
                      </a:lnTo>
                      <a:lnTo>
                        <a:pt x="946" y="405"/>
                      </a:lnTo>
                      <a:lnTo>
                        <a:pt x="946" y="409"/>
                      </a:lnTo>
                      <a:lnTo>
                        <a:pt x="947" y="410"/>
                      </a:lnTo>
                      <a:lnTo>
                        <a:pt x="949" y="406"/>
                      </a:lnTo>
                      <a:lnTo>
                        <a:pt x="955" y="401"/>
                      </a:lnTo>
                      <a:lnTo>
                        <a:pt x="961" y="400"/>
                      </a:lnTo>
                      <a:lnTo>
                        <a:pt x="961" y="397"/>
                      </a:lnTo>
                      <a:lnTo>
                        <a:pt x="962" y="394"/>
                      </a:lnTo>
                      <a:lnTo>
                        <a:pt x="964" y="391"/>
                      </a:lnTo>
                      <a:lnTo>
                        <a:pt x="966" y="394"/>
                      </a:lnTo>
                      <a:lnTo>
                        <a:pt x="969" y="395"/>
                      </a:lnTo>
                      <a:lnTo>
                        <a:pt x="970" y="397"/>
                      </a:lnTo>
                      <a:lnTo>
                        <a:pt x="969" y="402"/>
                      </a:lnTo>
                      <a:lnTo>
                        <a:pt x="969" y="400"/>
                      </a:lnTo>
                      <a:lnTo>
                        <a:pt x="971" y="395"/>
                      </a:lnTo>
                      <a:lnTo>
                        <a:pt x="970" y="393"/>
                      </a:lnTo>
                      <a:lnTo>
                        <a:pt x="968" y="391"/>
                      </a:lnTo>
                      <a:lnTo>
                        <a:pt x="967" y="390"/>
                      </a:lnTo>
                      <a:lnTo>
                        <a:pt x="970" y="391"/>
                      </a:lnTo>
                      <a:lnTo>
                        <a:pt x="971" y="391"/>
                      </a:lnTo>
                      <a:lnTo>
                        <a:pt x="972" y="390"/>
                      </a:lnTo>
                      <a:lnTo>
                        <a:pt x="971" y="389"/>
                      </a:lnTo>
                      <a:lnTo>
                        <a:pt x="972" y="386"/>
                      </a:lnTo>
                      <a:lnTo>
                        <a:pt x="974" y="387"/>
                      </a:lnTo>
                      <a:lnTo>
                        <a:pt x="974" y="383"/>
                      </a:lnTo>
                      <a:lnTo>
                        <a:pt x="973" y="380"/>
                      </a:lnTo>
                      <a:lnTo>
                        <a:pt x="975" y="382"/>
                      </a:lnTo>
                      <a:lnTo>
                        <a:pt x="976" y="380"/>
                      </a:lnTo>
                      <a:lnTo>
                        <a:pt x="977" y="379"/>
                      </a:lnTo>
                      <a:lnTo>
                        <a:pt x="977" y="377"/>
                      </a:lnTo>
                      <a:lnTo>
                        <a:pt x="979" y="376"/>
                      </a:lnTo>
                      <a:lnTo>
                        <a:pt x="978" y="373"/>
                      </a:lnTo>
                      <a:lnTo>
                        <a:pt x="976" y="371"/>
                      </a:lnTo>
                      <a:lnTo>
                        <a:pt x="975" y="369"/>
                      </a:lnTo>
                      <a:lnTo>
                        <a:pt x="976" y="366"/>
                      </a:lnTo>
                      <a:lnTo>
                        <a:pt x="979" y="361"/>
                      </a:lnTo>
                      <a:lnTo>
                        <a:pt x="981" y="359"/>
                      </a:lnTo>
                      <a:lnTo>
                        <a:pt x="983" y="357"/>
                      </a:lnTo>
                      <a:lnTo>
                        <a:pt x="983" y="357"/>
                      </a:lnTo>
                      <a:lnTo>
                        <a:pt x="984" y="354"/>
                      </a:lnTo>
                      <a:lnTo>
                        <a:pt x="986" y="354"/>
                      </a:lnTo>
                      <a:lnTo>
                        <a:pt x="989" y="354"/>
                      </a:lnTo>
                      <a:lnTo>
                        <a:pt x="989" y="356"/>
                      </a:lnTo>
                      <a:lnTo>
                        <a:pt x="988" y="357"/>
                      </a:lnTo>
                      <a:lnTo>
                        <a:pt x="990" y="358"/>
                      </a:lnTo>
                      <a:lnTo>
                        <a:pt x="990" y="360"/>
                      </a:lnTo>
                      <a:lnTo>
                        <a:pt x="990" y="361"/>
                      </a:lnTo>
                      <a:lnTo>
                        <a:pt x="990" y="364"/>
                      </a:lnTo>
                      <a:lnTo>
                        <a:pt x="989" y="365"/>
                      </a:lnTo>
                      <a:lnTo>
                        <a:pt x="991" y="364"/>
                      </a:lnTo>
                      <a:lnTo>
                        <a:pt x="992" y="365"/>
                      </a:lnTo>
                      <a:lnTo>
                        <a:pt x="992" y="371"/>
                      </a:lnTo>
                      <a:lnTo>
                        <a:pt x="995" y="371"/>
                      </a:lnTo>
                      <a:lnTo>
                        <a:pt x="994" y="372"/>
                      </a:lnTo>
                      <a:lnTo>
                        <a:pt x="994" y="373"/>
                      </a:lnTo>
                      <a:lnTo>
                        <a:pt x="996" y="373"/>
                      </a:lnTo>
                      <a:lnTo>
                        <a:pt x="999" y="374"/>
                      </a:lnTo>
                      <a:lnTo>
                        <a:pt x="998" y="376"/>
                      </a:lnTo>
                      <a:lnTo>
                        <a:pt x="996" y="378"/>
                      </a:lnTo>
                      <a:lnTo>
                        <a:pt x="998" y="378"/>
                      </a:lnTo>
                      <a:lnTo>
                        <a:pt x="999" y="380"/>
                      </a:lnTo>
                      <a:lnTo>
                        <a:pt x="1000" y="378"/>
                      </a:lnTo>
                      <a:lnTo>
                        <a:pt x="1001" y="379"/>
                      </a:lnTo>
                      <a:lnTo>
                        <a:pt x="1001" y="381"/>
                      </a:lnTo>
                      <a:lnTo>
                        <a:pt x="1002" y="381"/>
                      </a:lnTo>
                      <a:lnTo>
                        <a:pt x="1003" y="381"/>
                      </a:lnTo>
                      <a:lnTo>
                        <a:pt x="1003" y="384"/>
                      </a:lnTo>
                      <a:lnTo>
                        <a:pt x="1001" y="385"/>
                      </a:lnTo>
                      <a:lnTo>
                        <a:pt x="996" y="385"/>
                      </a:lnTo>
                      <a:lnTo>
                        <a:pt x="993" y="387"/>
                      </a:lnTo>
                      <a:lnTo>
                        <a:pt x="992" y="388"/>
                      </a:lnTo>
                      <a:lnTo>
                        <a:pt x="994" y="386"/>
                      </a:lnTo>
                      <a:lnTo>
                        <a:pt x="996" y="387"/>
                      </a:lnTo>
                      <a:lnTo>
                        <a:pt x="998" y="387"/>
                      </a:lnTo>
                      <a:lnTo>
                        <a:pt x="1001" y="387"/>
                      </a:lnTo>
                      <a:lnTo>
                        <a:pt x="1005" y="386"/>
                      </a:lnTo>
                      <a:lnTo>
                        <a:pt x="1006" y="386"/>
                      </a:lnTo>
                      <a:lnTo>
                        <a:pt x="1005" y="389"/>
                      </a:lnTo>
                      <a:lnTo>
                        <a:pt x="1006" y="389"/>
                      </a:lnTo>
                      <a:lnTo>
                        <a:pt x="1006" y="391"/>
                      </a:lnTo>
                      <a:lnTo>
                        <a:pt x="1005" y="393"/>
                      </a:lnTo>
                      <a:lnTo>
                        <a:pt x="1006" y="392"/>
                      </a:lnTo>
                      <a:lnTo>
                        <a:pt x="1009" y="392"/>
                      </a:lnTo>
                      <a:lnTo>
                        <a:pt x="1008" y="395"/>
                      </a:lnTo>
                      <a:lnTo>
                        <a:pt x="1009" y="396"/>
                      </a:lnTo>
                      <a:lnTo>
                        <a:pt x="1010" y="396"/>
                      </a:lnTo>
                      <a:lnTo>
                        <a:pt x="1010" y="398"/>
                      </a:lnTo>
                      <a:lnTo>
                        <a:pt x="1008" y="398"/>
                      </a:lnTo>
                      <a:lnTo>
                        <a:pt x="1005" y="399"/>
                      </a:lnTo>
                      <a:lnTo>
                        <a:pt x="1003" y="398"/>
                      </a:lnTo>
                      <a:lnTo>
                        <a:pt x="1002" y="399"/>
                      </a:lnTo>
                      <a:lnTo>
                        <a:pt x="1002" y="400"/>
                      </a:lnTo>
                      <a:lnTo>
                        <a:pt x="1003" y="401"/>
                      </a:lnTo>
                      <a:lnTo>
                        <a:pt x="1005" y="400"/>
                      </a:lnTo>
                      <a:lnTo>
                        <a:pt x="1009" y="400"/>
                      </a:lnTo>
                      <a:lnTo>
                        <a:pt x="1013" y="400"/>
                      </a:lnTo>
                      <a:lnTo>
                        <a:pt x="1014" y="403"/>
                      </a:lnTo>
                      <a:lnTo>
                        <a:pt x="1012" y="404"/>
                      </a:lnTo>
                      <a:lnTo>
                        <a:pt x="1012" y="405"/>
                      </a:lnTo>
                      <a:lnTo>
                        <a:pt x="1013" y="406"/>
                      </a:lnTo>
                      <a:lnTo>
                        <a:pt x="1011" y="407"/>
                      </a:lnTo>
                      <a:lnTo>
                        <a:pt x="1008" y="408"/>
                      </a:lnTo>
                      <a:lnTo>
                        <a:pt x="1006" y="411"/>
                      </a:lnTo>
                      <a:lnTo>
                        <a:pt x="1008" y="411"/>
                      </a:lnTo>
                      <a:lnTo>
                        <a:pt x="1010" y="409"/>
                      </a:lnTo>
                      <a:lnTo>
                        <a:pt x="1012" y="409"/>
                      </a:lnTo>
                      <a:lnTo>
                        <a:pt x="1014" y="408"/>
                      </a:lnTo>
                      <a:lnTo>
                        <a:pt x="1017" y="412"/>
                      </a:lnTo>
                      <a:lnTo>
                        <a:pt x="1015" y="412"/>
                      </a:lnTo>
                      <a:lnTo>
                        <a:pt x="1014" y="414"/>
                      </a:lnTo>
                      <a:lnTo>
                        <a:pt x="1014" y="415"/>
                      </a:lnTo>
                      <a:lnTo>
                        <a:pt x="1017" y="414"/>
                      </a:lnTo>
                      <a:lnTo>
                        <a:pt x="1018" y="415"/>
                      </a:lnTo>
                      <a:lnTo>
                        <a:pt x="1018" y="415"/>
                      </a:lnTo>
                      <a:lnTo>
                        <a:pt x="1020" y="418"/>
                      </a:lnTo>
                      <a:lnTo>
                        <a:pt x="1022" y="419"/>
                      </a:lnTo>
                      <a:lnTo>
                        <a:pt x="1023" y="421"/>
                      </a:lnTo>
                      <a:lnTo>
                        <a:pt x="1018" y="425"/>
                      </a:lnTo>
                      <a:lnTo>
                        <a:pt x="1016" y="425"/>
                      </a:lnTo>
                      <a:lnTo>
                        <a:pt x="1016" y="426"/>
                      </a:lnTo>
                      <a:lnTo>
                        <a:pt x="1022" y="426"/>
                      </a:lnTo>
                      <a:lnTo>
                        <a:pt x="1024" y="428"/>
                      </a:lnTo>
                      <a:lnTo>
                        <a:pt x="1023" y="431"/>
                      </a:lnTo>
                      <a:lnTo>
                        <a:pt x="1028" y="432"/>
                      </a:lnTo>
                      <a:lnTo>
                        <a:pt x="1029" y="435"/>
                      </a:lnTo>
                      <a:lnTo>
                        <a:pt x="1027" y="438"/>
                      </a:lnTo>
                      <a:lnTo>
                        <a:pt x="1024" y="440"/>
                      </a:lnTo>
                      <a:lnTo>
                        <a:pt x="1025" y="444"/>
                      </a:lnTo>
                      <a:lnTo>
                        <a:pt x="1023" y="444"/>
                      </a:lnTo>
                      <a:lnTo>
                        <a:pt x="1017" y="440"/>
                      </a:lnTo>
                      <a:lnTo>
                        <a:pt x="1016" y="442"/>
                      </a:lnTo>
                      <a:lnTo>
                        <a:pt x="1019" y="443"/>
                      </a:lnTo>
                      <a:lnTo>
                        <a:pt x="1019" y="443"/>
                      </a:lnTo>
                      <a:lnTo>
                        <a:pt x="1012" y="444"/>
                      </a:lnTo>
                      <a:lnTo>
                        <a:pt x="1010" y="445"/>
                      </a:lnTo>
                      <a:lnTo>
                        <a:pt x="1014" y="446"/>
                      </a:lnTo>
                      <a:lnTo>
                        <a:pt x="1021" y="445"/>
                      </a:lnTo>
                      <a:lnTo>
                        <a:pt x="1024" y="446"/>
                      </a:lnTo>
                      <a:lnTo>
                        <a:pt x="1025" y="447"/>
                      </a:lnTo>
                      <a:lnTo>
                        <a:pt x="1023" y="447"/>
                      </a:lnTo>
                      <a:lnTo>
                        <a:pt x="1021" y="449"/>
                      </a:lnTo>
                      <a:lnTo>
                        <a:pt x="1022" y="450"/>
                      </a:lnTo>
                      <a:lnTo>
                        <a:pt x="1025" y="452"/>
                      </a:lnTo>
                      <a:lnTo>
                        <a:pt x="1025" y="453"/>
                      </a:lnTo>
                      <a:lnTo>
                        <a:pt x="1023" y="453"/>
                      </a:lnTo>
                      <a:lnTo>
                        <a:pt x="1022" y="455"/>
                      </a:lnTo>
                      <a:lnTo>
                        <a:pt x="1030" y="455"/>
                      </a:lnTo>
                      <a:lnTo>
                        <a:pt x="1031" y="460"/>
                      </a:lnTo>
                      <a:lnTo>
                        <a:pt x="1032" y="461"/>
                      </a:lnTo>
                      <a:lnTo>
                        <a:pt x="1030" y="462"/>
                      </a:lnTo>
                      <a:lnTo>
                        <a:pt x="1037" y="463"/>
                      </a:lnTo>
                      <a:lnTo>
                        <a:pt x="1039" y="464"/>
                      </a:lnTo>
                      <a:lnTo>
                        <a:pt x="1039" y="466"/>
                      </a:lnTo>
                      <a:lnTo>
                        <a:pt x="1041" y="465"/>
                      </a:lnTo>
                      <a:lnTo>
                        <a:pt x="1043" y="465"/>
                      </a:lnTo>
                      <a:lnTo>
                        <a:pt x="1043" y="468"/>
                      </a:lnTo>
                      <a:lnTo>
                        <a:pt x="1042" y="469"/>
                      </a:lnTo>
                      <a:lnTo>
                        <a:pt x="1043" y="471"/>
                      </a:lnTo>
                      <a:lnTo>
                        <a:pt x="1044" y="473"/>
                      </a:lnTo>
                      <a:lnTo>
                        <a:pt x="1041" y="475"/>
                      </a:lnTo>
                      <a:lnTo>
                        <a:pt x="1041" y="476"/>
                      </a:lnTo>
                      <a:lnTo>
                        <a:pt x="1044" y="475"/>
                      </a:lnTo>
                      <a:lnTo>
                        <a:pt x="1048" y="477"/>
                      </a:lnTo>
                      <a:lnTo>
                        <a:pt x="1049" y="476"/>
                      </a:lnTo>
                      <a:lnTo>
                        <a:pt x="1051" y="475"/>
                      </a:lnTo>
                      <a:lnTo>
                        <a:pt x="1051" y="477"/>
                      </a:lnTo>
                      <a:lnTo>
                        <a:pt x="1054" y="478"/>
                      </a:lnTo>
                      <a:lnTo>
                        <a:pt x="1051" y="485"/>
                      </a:lnTo>
                      <a:lnTo>
                        <a:pt x="1053" y="483"/>
                      </a:lnTo>
                      <a:lnTo>
                        <a:pt x="1056" y="479"/>
                      </a:lnTo>
                      <a:lnTo>
                        <a:pt x="1058" y="477"/>
                      </a:lnTo>
                      <a:lnTo>
                        <a:pt x="1058" y="481"/>
                      </a:lnTo>
                      <a:lnTo>
                        <a:pt x="1059" y="481"/>
                      </a:lnTo>
                      <a:lnTo>
                        <a:pt x="1060" y="479"/>
                      </a:lnTo>
                      <a:lnTo>
                        <a:pt x="1060" y="482"/>
                      </a:lnTo>
                      <a:lnTo>
                        <a:pt x="1061" y="484"/>
                      </a:lnTo>
                      <a:lnTo>
                        <a:pt x="1063" y="485"/>
                      </a:lnTo>
                      <a:lnTo>
                        <a:pt x="1065" y="486"/>
                      </a:lnTo>
                      <a:lnTo>
                        <a:pt x="1069" y="488"/>
                      </a:lnTo>
                      <a:lnTo>
                        <a:pt x="1070" y="487"/>
                      </a:lnTo>
                      <a:lnTo>
                        <a:pt x="1070" y="485"/>
                      </a:lnTo>
                      <a:lnTo>
                        <a:pt x="1072" y="483"/>
                      </a:lnTo>
                      <a:lnTo>
                        <a:pt x="1074" y="485"/>
                      </a:lnTo>
                      <a:lnTo>
                        <a:pt x="1074" y="488"/>
                      </a:lnTo>
                      <a:lnTo>
                        <a:pt x="1076" y="488"/>
                      </a:lnTo>
                      <a:lnTo>
                        <a:pt x="1078" y="489"/>
                      </a:lnTo>
                      <a:lnTo>
                        <a:pt x="1079" y="490"/>
                      </a:lnTo>
                      <a:lnTo>
                        <a:pt x="1080" y="492"/>
                      </a:lnTo>
                      <a:lnTo>
                        <a:pt x="1079" y="493"/>
                      </a:lnTo>
                      <a:lnTo>
                        <a:pt x="1079" y="494"/>
                      </a:lnTo>
                      <a:lnTo>
                        <a:pt x="1079" y="495"/>
                      </a:lnTo>
                      <a:lnTo>
                        <a:pt x="1077" y="496"/>
                      </a:lnTo>
                      <a:lnTo>
                        <a:pt x="1075" y="495"/>
                      </a:lnTo>
                      <a:lnTo>
                        <a:pt x="1074" y="495"/>
                      </a:lnTo>
                      <a:lnTo>
                        <a:pt x="1071" y="497"/>
                      </a:lnTo>
                      <a:lnTo>
                        <a:pt x="1069" y="497"/>
                      </a:lnTo>
                      <a:lnTo>
                        <a:pt x="1069" y="498"/>
                      </a:lnTo>
                      <a:lnTo>
                        <a:pt x="1066" y="500"/>
                      </a:lnTo>
                      <a:lnTo>
                        <a:pt x="1059" y="501"/>
                      </a:lnTo>
                      <a:lnTo>
                        <a:pt x="1055" y="503"/>
                      </a:lnTo>
                      <a:lnTo>
                        <a:pt x="1053" y="505"/>
                      </a:lnTo>
                      <a:lnTo>
                        <a:pt x="1056" y="505"/>
                      </a:lnTo>
                      <a:lnTo>
                        <a:pt x="1059" y="504"/>
                      </a:lnTo>
                      <a:lnTo>
                        <a:pt x="1063" y="502"/>
                      </a:lnTo>
                      <a:lnTo>
                        <a:pt x="1064" y="502"/>
                      </a:lnTo>
                      <a:lnTo>
                        <a:pt x="1056" y="506"/>
                      </a:lnTo>
                      <a:lnTo>
                        <a:pt x="1052" y="507"/>
                      </a:lnTo>
                      <a:lnTo>
                        <a:pt x="1049" y="507"/>
                      </a:lnTo>
                      <a:lnTo>
                        <a:pt x="1045" y="513"/>
                      </a:lnTo>
                      <a:lnTo>
                        <a:pt x="1042" y="512"/>
                      </a:lnTo>
                      <a:lnTo>
                        <a:pt x="1040" y="510"/>
                      </a:lnTo>
                      <a:lnTo>
                        <a:pt x="1036" y="509"/>
                      </a:lnTo>
                      <a:lnTo>
                        <a:pt x="1033" y="509"/>
                      </a:lnTo>
                      <a:lnTo>
                        <a:pt x="1034" y="511"/>
                      </a:lnTo>
                      <a:lnTo>
                        <a:pt x="1038" y="512"/>
                      </a:lnTo>
                      <a:lnTo>
                        <a:pt x="1041" y="513"/>
                      </a:lnTo>
                      <a:lnTo>
                        <a:pt x="1044" y="515"/>
                      </a:lnTo>
                      <a:lnTo>
                        <a:pt x="1043" y="521"/>
                      </a:lnTo>
                      <a:lnTo>
                        <a:pt x="1046" y="519"/>
                      </a:lnTo>
                      <a:lnTo>
                        <a:pt x="1049" y="517"/>
                      </a:lnTo>
                      <a:lnTo>
                        <a:pt x="1050" y="515"/>
                      </a:lnTo>
                      <a:lnTo>
                        <a:pt x="1053" y="513"/>
                      </a:lnTo>
                      <a:lnTo>
                        <a:pt x="1055" y="511"/>
                      </a:lnTo>
                      <a:lnTo>
                        <a:pt x="1059" y="509"/>
                      </a:lnTo>
                      <a:lnTo>
                        <a:pt x="1062" y="506"/>
                      </a:lnTo>
                      <a:lnTo>
                        <a:pt x="1065" y="504"/>
                      </a:lnTo>
                      <a:lnTo>
                        <a:pt x="1071" y="502"/>
                      </a:lnTo>
                      <a:lnTo>
                        <a:pt x="1075" y="503"/>
                      </a:lnTo>
                      <a:lnTo>
                        <a:pt x="1076" y="503"/>
                      </a:lnTo>
                      <a:lnTo>
                        <a:pt x="1074" y="502"/>
                      </a:lnTo>
                      <a:lnTo>
                        <a:pt x="1071" y="501"/>
                      </a:lnTo>
                      <a:lnTo>
                        <a:pt x="1067" y="502"/>
                      </a:lnTo>
                      <a:lnTo>
                        <a:pt x="1069" y="501"/>
                      </a:lnTo>
                      <a:lnTo>
                        <a:pt x="1073" y="500"/>
                      </a:lnTo>
                      <a:lnTo>
                        <a:pt x="1079" y="500"/>
                      </a:lnTo>
                      <a:lnTo>
                        <a:pt x="1082" y="500"/>
                      </a:lnTo>
                      <a:lnTo>
                        <a:pt x="1083" y="502"/>
                      </a:lnTo>
                      <a:lnTo>
                        <a:pt x="1083" y="504"/>
                      </a:lnTo>
                      <a:lnTo>
                        <a:pt x="1083" y="506"/>
                      </a:lnTo>
                      <a:lnTo>
                        <a:pt x="1083" y="509"/>
                      </a:lnTo>
                      <a:lnTo>
                        <a:pt x="1082" y="511"/>
                      </a:lnTo>
                      <a:lnTo>
                        <a:pt x="1081" y="514"/>
                      </a:lnTo>
                      <a:lnTo>
                        <a:pt x="1082" y="518"/>
                      </a:lnTo>
                      <a:lnTo>
                        <a:pt x="1083" y="518"/>
                      </a:lnTo>
                      <a:lnTo>
                        <a:pt x="1085" y="511"/>
                      </a:lnTo>
                      <a:lnTo>
                        <a:pt x="1088" y="510"/>
                      </a:lnTo>
                      <a:lnTo>
                        <a:pt x="1091" y="509"/>
                      </a:lnTo>
                      <a:lnTo>
                        <a:pt x="1092" y="510"/>
                      </a:lnTo>
                      <a:lnTo>
                        <a:pt x="1092" y="511"/>
                      </a:lnTo>
                      <a:lnTo>
                        <a:pt x="1100" y="514"/>
                      </a:lnTo>
                      <a:lnTo>
                        <a:pt x="1100" y="515"/>
                      </a:lnTo>
                      <a:lnTo>
                        <a:pt x="1098" y="516"/>
                      </a:lnTo>
                      <a:lnTo>
                        <a:pt x="1100" y="518"/>
                      </a:lnTo>
                      <a:lnTo>
                        <a:pt x="1101" y="519"/>
                      </a:lnTo>
                      <a:lnTo>
                        <a:pt x="1102" y="520"/>
                      </a:lnTo>
                      <a:lnTo>
                        <a:pt x="1103" y="521"/>
                      </a:lnTo>
                      <a:lnTo>
                        <a:pt x="1103" y="523"/>
                      </a:lnTo>
                      <a:lnTo>
                        <a:pt x="1101" y="523"/>
                      </a:lnTo>
                      <a:lnTo>
                        <a:pt x="1100" y="524"/>
                      </a:lnTo>
                      <a:lnTo>
                        <a:pt x="1095" y="522"/>
                      </a:lnTo>
                      <a:lnTo>
                        <a:pt x="1097" y="525"/>
                      </a:lnTo>
                      <a:lnTo>
                        <a:pt x="1098" y="526"/>
                      </a:lnTo>
                      <a:lnTo>
                        <a:pt x="1100" y="526"/>
                      </a:lnTo>
                      <a:lnTo>
                        <a:pt x="1101" y="529"/>
                      </a:lnTo>
                      <a:lnTo>
                        <a:pt x="1100" y="530"/>
                      </a:lnTo>
                      <a:lnTo>
                        <a:pt x="1100" y="531"/>
                      </a:lnTo>
                      <a:lnTo>
                        <a:pt x="1102" y="534"/>
                      </a:lnTo>
                      <a:lnTo>
                        <a:pt x="1102" y="535"/>
                      </a:lnTo>
                      <a:lnTo>
                        <a:pt x="1100" y="534"/>
                      </a:lnTo>
                      <a:lnTo>
                        <a:pt x="1099" y="536"/>
                      </a:lnTo>
                      <a:lnTo>
                        <a:pt x="1103" y="537"/>
                      </a:lnTo>
                      <a:lnTo>
                        <a:pt x="1104" y="540"/>
                      </a:lnTo>
                      <a:lnTo>
                        <a:pt x="1100" y="539"/>
                      </a:lnTo>
                      <a:lnTo>
                        <a:pt x="1099" y="539"/>
                      </a:lnTo>
                      <a:lnTo>
                        <a:pt x="1100" y="5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50" name="Freeform 238">
                  <a:extLst>
                    <a:ext uri="{FF2B5EF4-FFF2-40B4-BE49-F238E27FC236}">
                      <a16:creationId xmlns:a16="http://schemas.microsoft.com/office/drawing/2014/main" id="{7B413623-6BEF-31C3-5C4B-21C0A27008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5" y="1458"/>
                  <a:ext cx="20" cy="27"/>
                </a:xfrm>
                <a:custGeom>
                  <a:avLst/>
                  <a:gdLst/>
                  <a:ahLst/>
                  <a:cxnLst>
                    <a:cxn ang="0">
                      <a:pos x="16" y="58"/>
                    </a:cxn>
                    <a:cxn ang="0">
                      <a:pos x="22" y="61"/>
                    </a:cxn>
                    <a:cxn ang="0">
                      <a:pos x="25" y="56"/>
                    </a:cxn>
                    <a:cxn ang="0">
                      <a:pos x="19" y="46"/>
                    </a:cxn>
                    <a:cxn ang="0">
                      <a:pos x="24" y="46"/>
                    </a:cxn>
                    <a:cxn ang="0">
                      <a:pos x="30" y="52"/>
                    </a:cxn>
                    <a:cxn ang="0">
                      <a:pos x="35" y="47"/>
                    </a:cxn>
                    <a:cxn ang="0">
                      <a:pos x="38" y="52"/>
                    </a:cxn>
                    <a:cxn ang="0">
                      <a:pos x="46" y="46"/>
                    </a:cxn>
                    <a:cxn ang="0">
                      <a:pos x="47" y="37"/>
                    </a:cxn>
                    <a:cxn ang="0">
                      <a:pos x="43" y="41"/>
                    </a:cxn>
                    <a:cxn ang="0">
                      <a:pos x="38" y="37"/>
                    </a:cxn>
                    <a:cxn ang="0">
                      <a:pos x="43" y="32"/>
                    </a:cxn>
                    <a:cxn ang="0">
                      <a:pos x="48" y="19"/>
                    </a:cxn>
                    <a:cxn ang="0">
                      <a:pos x="44" y="11"/>
                    </a:cxn>
                    <a:cxn ang="0">
                      <a:pos x="43" y="3"/>
                    </a:cxn>
                    <a:cxn ang="0">
                      <a:pos x="47" y="0"/>
                    </a:cxn>
                    <a:cxn ang="0">
                      <a:pos x="47" y="10"/>
                    </a:cxn>
                    <a:cxn ang="0">
                      <a:pos x="58" y="18"/>
                    </a:cxn>
                    <a:cxn ang="0">
                      <a:pos x="57" y="26"/>
                    </a:cxn>
                    <a:cxn ang="0">
                      <a:pos x="60" y="32"/>
                    </a:cxn>
                    <a:cxn ang="0">
                      <a:pos x="67" y="35"/>
                    </a:cxn>
                    <a:cxn ang="0">
                      <a:pos x="76" y="24"/>
                    </a:cxn>
                    <a:cxn ang="0">
                      <a:pos x="81" y="30"/>
                    </a:cxn>
                    <a:cxn ang="0">
                      <a:pos x="81" y="41"/>
                    </a:cxn>
                    <a:cxn ang="0">
                      <a:pos x="79" y="50"/>
                    </a:cxn>
                    <a:cxn ang="0">
                      <a:pos x="70" y="58"/>
                    </a:cxn>
                    <a:cxn ang="0">
                      <a:pos x="49" y="94"/>
                    </a:cxn>
                    <a:cxn ang="0">
                      <a:pos x="35" y="110"/>
                    </a:cxn>
                    <a:cxn ang="0">
                      <a:pos x="24" y="106"/>
                    </a:cxn>
                    <a:cxn ang="0">
                      <a:pos x="22" y="110"/>
                    </a:cxn>
                    <a:cxn ang="0">
                      <a:pos x="22" y="113"/>
                    </a:cxn>
                    <a:cxn ang="0">
                      <a:pos x="16" y="106"/>
                    </a:cxn>
                    <a:cxn ang="0">
                      <a:pos x="17" y="101"/>
                    </a:cxn>
                    <a:cxn ang="0">
                      <a:pos x="27" y="104"/>
                    </a:cxn>
                    <a:cxn ang="0">
                      <a:pos x="33" y="96"/>
                    </a:cxn>
                    <a:cxn ang="0">
                      <a:pos x="38" y="85"/>
                    </a:cxn>
                    <a:cxn ang="0">
                      <a:pos x="26" y="96"/>
                    </a:cxn>
                    <a:cxn ang="0">
                      <a:pos x="12" y="86"/>
                    </a:cxn>
                    <a:cxn ang="0">
                      <a:pos x="8" y="73"/>
                    </a:cxn>
                    <a:cxn ang="0">
                      <a:pos x="6" y="61"/>
                    </a:cxn>
                    <a:cxn ang="0">
                      <a:pos x="1" y="57"/>
                    </a:cxn>
                    <a:cxn ang="0">
                      <a:pos x="0" y="52"/>
                    </a:cxn>
                    <a:cxn ang="0">
                      <a:pos x="3" y="46"/>
                    </a:cxn>
                    <a:cxn ang="0">
                      <a:pos x="6" y="46"/>
                    </a:cxn>
                    <a:cxn ang="0">
                      <a:pos x="16" y="58"/>
                    </a:cxn>
                  </a:cxnLst>
                  <a:rect l="0" t="0" r="r" b="b"/>
                  <a:pathLst>
                    <a:path w="81" h="113">
                      <a:moveTo>
                        <a:pt x="16" y="58"/>
                      </a:moveTo>
                      <a:lnTo>
                        <a:pt x="22" y="61"/>
                      </a:lnTo>
                      <a:lnTo>
                        <a:pt x="25" y="56"/>
                      </a:lnTo>
                      <a:lnTo>
                        <a:pt x="19" y="46"/>
                      </a:lnTo>
                      <a:lnTo>
                        <a:pt x="24" y="46"/>
                      </a:lnTo>
                      <a:lnTo>
                        <a:pt x="30" y="52"/>
                      </a:lnTo>
                      <a:lnTo>
                        <a:pt x="35" y="47"/>
                      </a:lnTo>
                      <a:lnTo>
                        <a:pt x="38" y="52"/>
                      </a:lnTo>
                      <a:lnTo>
                        <a:pt x="46" y="46"/>
                      </a:lnTo>
                      <a:lnTo>
                        <a:pt x="47" y="37"/>
                      </a:lnTo>
                      <a:lnTo>
                        <a:pt x="43" y="41"/>
                      </a:lnTo>
                      <a:lnTo>
                        <a:pt x="38" y="37"/>
                      </a:lnTo>
                      <a:lnTo>
                        <a:pt x="43" y="32"/>
                      </a:lnTo>
                      <a:lnTo>
                        <a:pt x="48" y="19"/>
                      </a:lnTo>
                      <a:lnTo>
                        <a:pt x="44" y="11"/>
                      </a:lnTo>
                      <a:lnTo>
                        <a:pt x="43" y="3"/>
                      </a:lnTo>
                      <a:lnTo>
                        <a:pt x="47" y="0"/>
                      </a:lnTo>
                      <a:lnTo>
                        <a:pt x="47" y="10"/>
                      </a:lnTo>
                      <a:lnTo>
                        <a:pt x="58" y="18"/>
                      </a:lnTo>
                      <a:lnTo>
                        <a:pt x="57" y="26"/>
                      </a:lnTo>
                      <a:lnTo>
                        <a:pt x="60" y="32"/>
                      </a:lnTo>
                      <a:lnTo>
                        <a:pt x="67" y="35"/>
                      </a:lnTo>
                      <a:lnTo>
                        <a:pt x="76" y="24"/>
                      </a:lnTo>
                      <a:lnTo>
                        <a:pt x="81" y="30"/>
                      </a:lnTo>
                      <a:lnTo>
                        <a:pt x="81" y="41"/>
                      </a:lnTo>
                      <a:lnTo>
                        <a:pt x="79" y="50"/>
                      </a:lnTo>
                      <a:lnTo>
                        <a:pt x="70" y="58"/>
                      </a:lnTo>
                      <a:lnTo>
                        <a:pt x="49" y="94"/>
                      </a:lnTo>
                      <a:lnTo>
                        <a:pt x="35" y="110"/>
                      </a:lnTo>
                      <a:lnTo>
                        <a:pt x="24" y="106"/>
                      </a:lnTo>
                      <a:lnTo>
                        <a:pt x="22" y="110"/>
                      </a:lnTo>
                      <a:lnTo>
                        <a:pt x="22" y="113"/>
                      </a:lnTo>
                      <a:lnTo>
                        <a:pt x="16" y="106"/>
                      </a:lnTo>
                      <a:lnTo>
                        <a:pt x="17" y="101"/>
                      </a:lnTo>
                      <a:lnTo>
                        <a:pt x="27" y="104"/>
                      </a:lnTo>
                      <a:lnTo>
                        <a:pt x="33" y="96"/>
                      </a:lnTo>
                      <a:lnTo>
                        <a:pt x="38" y="85"/>
                      </a:lnTo>
                      <a:lnTo>
                        <a:pt x="26" y="96"/>
                      </a:lnTo>
                      <a:lnTo>
                        <a:pt x="12" y="86"/>
                      </a:lnTo>
                      <a:lnTo>
                        <a:pt x="8" y="73"/>
                      </a:lnTo>
                      <a:lnTo>
                        <a:pt x="6" y="61"/>
                      </a:lnTo>
                      <a:lnTo>
                        <a:pt x="1" y="57"/>
                      </a:lnTo>
                      <a:lnTo>
                        <a:pt x="0" y="52"/>
                      </a:lnTo>
                      <a:lnTo>
                        <a:pt x="3" y="46"/>
                      </a:lnTo>
                      <a:lnTo>
                        <a:pt x="6" y="46"/>
                      </a:lnTo>
                      <a:lnTo>
                        <a:pt x="16" y="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51" name="Freeform 239">
                  <a:extLst>
                    <a:ext uri="{FF2B5EF4-FFF2-40B4-BE49-F238E27FC236}">
                      <a16:creationId xmlns:a16="http://schemas.microsoft.com/office/drawing/2014/main" id="{B29BB9DE-0F62-06CC-5A62-30B1894F70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67" y="1475"/>
                  <a:ext cx="13" cy="13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8"/>
                    </a:cxn>
                    <a:cxn ang="0">
                      <a:pos x="1" y="22"/>
                    </a:cxn>
                    <a:cxn ang="0">
                      <a:pos x="9" y="28"/>
                    </a:cxn>
                    <a:cxn ang="0">
                      <a:pos x="12" y="38"/>
                    </a:cxn>
                    <a:cxn ang="0">
                      <a:pos x="23" y="39"/>
                    </a:cxn>
                    <a:cxn ang="0">
                      <a:pos x="32" y="49"/>
                    </a:cxn>
                    <a:cxn ang="0">
                      <a:pos x="41" y="50"/>
                    </a:cxn>
                    <a:cxn ang="0">
                      <a:pos x="44" y="55"/>
                    </a:cxn>
                    <a:cxn ang="0">
                      <a:pos x="47" y="58"/>
                    </a:cxn>
                    <a:cxn ang="0">
                      <a:pos x="52" y="56"/>
                    </a:cxn>
                    <a:cxn ang="0">
                      <a:pos x="54" y="50"/>
                    </a:cxn>
                    <a:cxn ang="0">
                      <a:pos x="45" y="39"/>
                    </a:cxn>
                    <a:cxn ang="0">
                      <a:pos x="30" y="28"/>
                    </a:cxn>
                    <a:cxn ang="0">
                      <a:pos x="33" y="22"/>
                    </a:cxn>
                    <a:cxn ang="0">
                      <a:pos x="19" y="15"/>
                    </a:cxn>
                    <a:cxn ang="0">
                      <a:pos x="14" y="4"/>
                    </a:cxn>
                    <a:cxn ang="0">
                      <a:pos x="12" y="0"/>
                    </a:cxn>
                    <a:cxn ang="0">
                      <a:pos x="6" y="0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4" h="58">
                      <a:moveTo>
                        <a:pt x="2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22"/>
                      </a:lnTo>
                      <a:lnTo>
                        <a:pt x="9" y="28"/>
                      </a:lnTo>
                      <a:lnTo>
                        <a:pt x="12" y="38"/>
                      </a:lnTo>
                      <a:lnTo>
                        <a:pt x="23" y="39"/>
                      </a:lnTo>
                      <a:lnTo>
                        <a:pt x="32" y="49"/>
                      </a:lnTo>
                      <a:lnTo>
                        <a:pt x="41" y="50"/>
                      </a:lnTo>
                      <a:lnTo>
                        <a:pt x="44" y="55"/>
                      </a:lnTo>
                      <a:lnTo>
                        <a:pt x="47" y="58"/>
                      </a:lnTo>
                      <a:lnTo>
                        <a:pt x="52" y="56"/>
                      </a:lnTo>
                      <a:lnTo>
                        <a:pt x="54" y="50"/>
                      </a:lnTo>
                      <a:lnTo>
                        <a:pt x="45" y="39"/>
                      </a:lnTo>
                      <a:lnTo>
                        <a:pt x="30" y="28"/>
                      </a:lnTo>
                      <a:lnTo>
                        <a:pt x="33" y="22"/>
                      </a:lnTo>
                      <a:lnTo>
                        <a:pt x="19" y="15"/>
                      </a:lnTo>
                      <a:lnTo>
                        <a:pt x="14" y="4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</p:grpSp>
        <p:grpSp>
          <p:nvGrpSpPr>
            <p:cNvPr id="63" name="Group 240">
              <a:extLst>
                <a:ext uri="{FF2B5EF4-FFF2-40B4-BE49-F238E27FC236}">
                  <a16:creationId xmlns:a16="http://schemas.microsoft.com/office/drawing/2014/main" id="{2039F2C5-A414-AC17-514A-2E6EE54C5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464" y="3301834"/>
              <a:ext cx="2163836" cy="2641766"/>
              <a:chOff x="2112" y="2285"/>
              <a:chExt cx="1062" cy="1296"/>
            </a:xfrm>
            <a:grpFill/>
          </p:grpSpPr>
          <p:grpSp>
            <p:nvGrpSpPr>
              <p:cNvPr id="64" name="Group 241">
                <a:extLst>
                  <a:ext uri="{FF2B5EF4-FFF2-40B4-BE49-F238E27FC236}">
                    <a16:creationId xmlns:a16="http://schemas.microsoft.com/office/drawing/2014/main" id="{4739BD8F-F31D-019F-4889-6CD014DDB59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74" y="2568"/>
                <a:ext cx="600" cy="1013"/>
                <a:chOff x="1624" y="2350"/>
                <a:chExt cx="509" cy="860"/>
              </a:xfrm>
              <a:grpFill/>
            </p:grpSpPr>
            <p:sp>
              <p:nvSpPr>
                <p:cNvPr id="112" name="Freeform 242">
                  <a:extLst>
                    <a:ext uri="{FF2B5EF4-FFF2-40B4-BE49-F238E27FC236}">
                      <a16:creationId xmlns:a16="http://schemas.microsoft.com/office/drawing/2014/main" id="{1E24007F-BA7F-281D-DE61-BECAF317D76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9" y="3154"/>
                  <a:ext cx="23" cy="27"/>
                </a:xfrm>
                <a:custGeom>
                  <a:avLst/>
                  <a:gdLst/>
                  <a:ahLst/>
                  <a:cxnLst>
                    <a:cxn ang="0">
                      <a:pos x="4" y="17"/>
                    </a:cxn>
                    <a:cxn ang="0">
                      <a:pos x="7" y="12"/>
                    </a:cxn>
                    <a:cxn ang="0">
                      <a:pos x="17" y="17"/>
                    </a:cxn>
                    <a:cxn ang="0">
                      <a:pos x="28" y="10"/>
                    </a:cxn>
                    <a:cxn ang="0">
                      <a:pos x="33" y="23"/>
                    </a:cxn>
                    <a:cxn ang="0">
                      <a:pos x="41" y="23"/>
                    </a:cxn>
                    <a:cxn ang="0">
                      <a:pos x="41" y="7"/>
                    </a:cxn>
                    <a:cxn ang="0">
                      <a:pos x="43" y="1"/>
                    </a:cxn>
                    <a:cxn ang="0">
                      <a:pos x="53" y="15"/>
                    </a:cxn>
                    <a:cxn ang="0">
                      <a:pos x="43" y="39"/>
                    </a:cxn>
                    <a:cxn ang="0">
                      <a:pos x="45" y="60"/>
                    </a:cxn>
                    <a:cxn ang="0">
                      <a:pos x="53" y="72"/>
                    </a:cxn>
                    <a:cxn ang="0">
                      <a:pos x="80" y="61"/>
                    </a:cxn>
                    <a:cxn ang="0">
                      <a:pos x="100" y="64"/>
                    </a:cxn>
                    <a:cxn ang="0">
                      <a:pos x="115" y="70"/>
                    </a:cxn>
                    <a:cxn ang="0">
                      <a:pos x="92" y="97"/>
                    </a:cxn>
                    <a:cxn ang="0">
                      <a:pos x="77" y="99"/>
                    </a:cxn>
                    <a:cxn ang="0">
                      <a:pos x="74" y="107"/>
                    </a:cxn>
                    <a:cxn ang="0">
                      <a:pos x="66" y="107"/>
                    </a:cxn>
                    <a:cxn ang="0">
                      <a:pos x="63" y="117"/>
                    </a:cxn>
                    <a:cxn ang="0">
                      <a:pos x="59" y="128"/>
                    </a:cxn>
                    <a:cxn ang="0">
                      <a:pos x="53" y="131"/>
                    </a:cxn>
                    <a:cxn ang="0">
                      <a:pos x="26" y="106"/>
                    </a:cxn>
                    <a:cxn ang="0">
                      <a:pos x="43" y="108"/>
                    </a:cxn>
                    <a:cxn ang="0">
                      <a:pos x="49" y="99"/>
                    </a:cxn>
                    <a:cxn ang="0">
                      <a:pos x="39" y="83"/>
                    </a:cxn>
                    <a:cxn ang="0">
                      <a:pos x="33" y="93"/>
                    </a:cxn>
                    <a:cxn ang="0">
                      <a:pos x="20" y="86"/>
                    </a:cxn>
                    <a:cxn ang="0">
                      <a:pos x="10" y="77"/>
                    </a:cxn>
                    <a:cxn ang="0">
                      <a:pos x="7" y="66"/>
                    </a:cxn>
                    <a:cxn ang="0">
                      <a:pos x="0" y="66"/>
                    </a:cxn>
                    <a:cxn ang="0">
                      <a:pos x="1" y="50"/>
                    </a:cxn>
                    <a:cxn ang="0">
                      <a:pos x="1" y="31"/>
                    </a:cxn>
                  </a:cxnLst>
                  <a:rect l="0" t="0" r="r" b="b"/>
                  <a:pathLst>
                    <a:path w="115" h="134">
                      <a:moveTo>
                        <a:pt x="2" y="17"/>
                      </a:move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12" y="16"/>
                      </a:lnTo>
                      <a:lnTo>
                        <a:pt x="17" y="17"/>
                      </a:lnTo>
                      <a:lnTo>
                        <a:pt x="22" y="12"/>
                      </a:lnTo>
                      <a:lnTo>
                        <a:pt x="28" y="10"/>
                      </a:lnTo>
                      <a:lnTo>
                        <a:pt x="32" y="13"/>
                      </a:lnTo>
                      <a:lnTo>
                        <a:pt x="33" y="23"/>
                      </a:lnTo>
                      <a:lnTo>
                        <a:pt x="36" y="27"/>
                      </a:lnTo>
                      <a:lnTo>
                        <a:pt x="41" y="23"/>
                      </a:lnTo>
                      <a:lnTo>
                        <a:pt x="44" y="11"/>
                      </a:lnTo>
                      <a:lnTo>
                        <a:pt x="41" y="7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50" y="6"/>
                      </a:lnTo>
                      <a:lnTo>
                        <a:pt x="53" y="15"/>
                      </a:lnTo>
                      <a:lnTo>
                        <a:pt x="54" y="27"/>
                      </a:lnTo>
                      <a:lnTo>
                        <a:pt x="43" y="39"/>
                      </a:lnTo>
                      <a:lnTo>
                        <a:pt x="37" y="55"/>
                      </a:lnTo>
                      <a:lnTo>
                        <a:pt x="45" y="60"/>
                      </a:lnTo>
                      <a:lnTo>
                        <a:pt x="52" y="66"/>
                      </a:lnTo>
                      <a:lnTo>
                        <a:pt x="53" y="72"/>
                      </a:lnTo>
                      <a:lnTo>
                        <a:pt x="63" y="80"/>
                      </a:lnTo>
                      <a:lnTo>
                        <a:pt x="80" y="61"/>
                      </a:lnTo>
                      <a:lnTo>
                        <a:pt x="87" y="61"/>
                      </a:lnTo>
                      <a:lnTo>
                        <a:pt x="100" y="64"/>
                      </a:lnTo>
                      <a:lnTo>
                        <a:pt x="112" y="63"/>
                      </a:lnTo>
                      <a:lnTo>
                        <a:pt x="115" y="70"/>
                      </a:lnTo>
                      <a:lnTo>
                        <a:pt x="115" y="79"/>
                      </a:lnTo>
                      <a:lnTo>
                        <a:pt x="92" y="97"/>
                      </a:lnTo>
                      <a:lnTo>
                        <a:pt x="85" y="102"/>
                      </a:lnTo>
                      <a:lnTo>
                        <a:pt x="77" y="99"/>
                      </a:lnTo>
                      <a:lnTo>
                        <a:pt x="74" y="101"/>
                      </a:lnTo>
                      <a:lnTo>
                        <a:pt x="74" y="107"/>
                      </a:lnTo>
                      <a:lnTo>
                        <a:pt x="71" y="109"/>
                      </a:lnTo>
                      <a:lnTo>
                        <a:pt x="66" y="107"/>
                      </a:lnTo>
                      <a:lnTo>
                        <a:pt x="60" y="110"/>
                      </a:lnTo>
                      <a:lnTo>
                        <a:pt x="63" y="117"/>
                      </a:lnTo>
                      <a:lnTo>
                        <a:pt x="59" y="120"/>
                      </a:lnTo>
                      <a:lnTo>
                        <a:pt x="59" y="128"/>
                      </a:lnTo>
                      <a:lnTo>
                        <a:pt x="61" y="134"/>
                      </a:lnTo>
                      <a:lnTo>
                        <a:pt x="53" y="131"/>
                      </a:lnTo>
                      <a:lnTo>
                        <a:pt x="28" y="108"/>
                      </a:lnTo>
                      <a:lnTo>
                        <a:pt x="26" y="106"/>
                      </a:lnTo>
                      <a:lnTo>
                        <a:pt x="34" y="104"/>
                      </a:lnTo>
                      <a:lnTo>
                        <a:pt x="43" y="108"/>
                      </a:lnTo>
                      <a:lnTo>
                        <a:pt x="49" y="106"/>
                      </a:lnTo>
                      <a:lnTo>
                        <a:pt x="49" y="99"/>
                      </a:lnTo>
                      <a:lnTo>
                        <a:pt x="44" y="95"/>
                      </a:lnTo>
                      <a:lnTo>
                        <a:pt x="39" y="83"/>
                      </a:lnTo>
                      <a:lnTo>
                        <a:pt x="37" y="88"/>
                      </a:lnTo>
                      <a:lnTo>
                        <a:pt x="33" y="93"/>
                      </a:lnTo>
                      <a:lnTo>
                        <a:pt x="17" y="92"/>
                      </a:lnTo>
                      <a:lnTo>
                        <a:pt x="20" y="86"/>
                      </a:lnTo>
                      <a:lnTo>
                        <a:pt x="20" y="81"/>
                      </a:lnTo>
                      <a:lnTo>
                        <a:pt x="10" y="77"/>
                      </a:lnTo>
                      <a:lnTo>
                        <a:pt x="7" y="74"/>
                      </a:lnTo>
                      <a:lnTo>
                        <a:pt x="7" y="66"/>
                      </a:lnTo>
                      <a:lnTo>
                        <a:pt x="6" y="65"/>
                      </a:lnTo>
                      <a:lnTo>
                        <a:pt x="0" y="66"/>
                      </a:lnTo>
                      <a:lnTo>
                        <a:pt x="1" y="60"/>
                      </a:lnTo>
                      <a:lnTo>
                        <a:pt x="1" y="50"/>
                      </a:lnTo>
                      <a:lnTo>
                        <a:pt x="2" y="40"/>
                      </a:lnTo>
                      <a:lnTo>
                        <a:pt x="1" y="31"/>
                      </a:lnTo>
                      <a:lnTo>
                        <a:pt x="2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3" name="Freeform 243">
                  <a:extLst>
                    <a:ext uri="{FF2B5EF4-FFF2-40B4-BE49-F238E27FC236}">
                      <a16:creationId xmlns:a16="http://schemas.microsoft.com/office/drawing/2014/main" id="{A85BB586-895B-9B64-388B-B71551CC6C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2" y="2353"/>
                  <a:ext cx="148" cy="126"/>
                </a:xfrm>
                <a:custGeom>
                  <a:avLst/>
                  <a:gdLst/>
                  <a:ahLst/>
                  <a:cxnLst>
                    <a:cxn ang="0">
                      <a:pos x="84" y="47"/>
                    </a:cxn>
                    <a:cxn ang="0">
                      <a:pos x="97" y="77"/>
                    </a:cxn>
                    <a:cxn ang="0">
                      <a:pos x="73" y="133"/>
                    </a:cxn>
                    <a:cxn ang="0">
                      <a:pos x="98" y="176"/>
                    </a:cxn>
                    <a:cxn ang="0">
                      <a:pos x="126" y="148"/>
                    </a:cxn>
                    <a:cxn ang="0">
                      <a:pos x="108" y="74"/>
                    </a:cxn>
                    <a:cxn ang="0">
                      <a:pos x="196" y="42"/>
                    </a:cxn>
                    <a:cxn ang="0">
                      <a:pos x="169" y="27"/>
                    </a:cxn>
                    <a:cxn ang="0">
                      <a:pos x="191" y="2"/>
                    </a:cxn>
                    <a:cxn ang="0">
                      <a:pos x="243" y="46"/>
                    </a:cxn>
                    <a:cxn ang="0">
                      <a:pos x="285" y="88"/>
                    </a:cxn>
                    <a:cxn ang="0">
                      <a:pos x="366" y="88"/>
                    </a:cxn>
                    <a:cxn ang="0">
                      <a:pos x="411" y="106"/>
                    </a:cxn>
                    <a:cxn ang="0">
                      <a:pos x="495" y="99"/>
                    </a:cxn>
                    <a:cxn ang="0">
                      <a:pos x="499" y="88"/>
                    </a:cxn>
                    <a:cxn ang="0">
                      <a:pos x="621" y="86"/>
                    </a:cxn>
                    <a:cxn ang="0">
                      <a:pos x="573" y="95"/>
                    </a:cxn>
                    <a:cxn ang="0">
                      <a:pos x="593" y="117"/>
                    </a:cxn>
                    <a:cxn ang="0">
                      <a:pos x="663" y="150"/>
                    </a:cxn>
                    <a:cxn ang="0">
                      <a:pos x="689" y="197"/>
                    </a:cxn>
                    <a:cxn ang="0">
                      <a:pos x="695" y="211"/>
                    </a:cxn>
                    <a:cxn ang="0">
                      <a:pos x="737" y="209"/>
                    </a:cxn>
                    <a:cxn ang="0">
                      <a:pos x="728" y="231"/>
                    </a:cxn>
                    <a:cxn ang="0">
                      <a:pos x="689" y="252"/>
                    </a:cxn>
                    <a:cxn ang="0">
                      <a:pos x="702" y="279"/>
                    </a:cxn>
                    <a:cxn ang="0">
                      <a:pos x="673" y="321"/>
                    </a:cxn>
                    <a:cxn ang="0">
                      <a:pos x="674" y="359"/>
                    </a:cxn>
                    <a:cxn ang="0">
                      <a:pos x="699" y="401"/>
                    </a:cxn>
                    <a:cxn ang="0">
                      <a:pos x="646" y="432"/>
                    </a:cxn>
                    <a:cxn ang="0">
                      <a:pos x="568" y="459"/>
                    </a:cxn>
                    <a:cxn ang="0">
                      <a:pos x="474" y="437"/>
                    </a:cxn>
                    <a:cxn ang="0">
                      <a:pos x="497" y="467"/>
                    </a:cxn>
                    <a:cxn ang="0">
                      <a:pos x="501" y="524"/>
                    </a:cxn>
                    <a:cxn ang="0">
                      <a:pos x="546" y="550"/>
                    </a:cxn>
                    <a:cxn ang="0">
                      <a:pos x="518" y="565"/>
                    </a:cxn>
                    <a:cxn ang="0">
                      <a:pos x="486" y="593"/>
                    </a:cxn>
                    <a:cxn ang="0">
                      <a:pos x="452" y="607"/>
                    </a:cxn>
                    <a:cxn ang="0">
                      <a:pos x="402" y="631"/>
                    </a:cxn>
                    <a:cxn ang="0">
                      <a:pos x="361" y="612"/>
                    </a:cxn>
                    <a:cxn ang="0">
                      <a:pos x="321" y="532"/>
                    </a:cxn>
                    <a:cxn ang="0">
                      <a:pos x="328" y="492"/>
                    </a:cxn>
                    <a:cxn ang="0">
                      <a:pos x="315" y="459"/>
                    </a:cxn>
                    <a:cxn ang="0">
                      <a:pos x="299" y="419"/>
                    </a:cxn>
                    <a:cxn ang="0">
                      <a:pos x="314" y="357"/>
                    </a:cxn>
                    <a:cxn ang="0">
                      <a:pos x="314" y="330"/>
                    </a:cxn>
                    <a:cxn ang="0">
                      <a:pos x="253" y="337"/>
                    </a:cxn>
                    <a:cxn ang="0">
                      <a:pos x="217" y="338"/>
                    </a:cxn>
                    <a:cxn ang="0">
                      <a:pos x="169" y="289"/>
                    </a:cxn>
                    <a:cxn ang="0">
                      <a:pos x="90" y="287"/>
                    </a:cxn>
                    <a:cxn ang="0">
                      <a:pos x="52" y="229"/>
                    </a:cxn>
                    <a:cxn ang="0">
                      <a:pos x="31" y="196"/>
                    </a:cxn>
                    <a:cxn ang="0">
                      <a:pos x="14" y="140"/>
                    </a:cxn>
                    <a:cxn ang="0">
                      <a:pos x="79" y="29"/>
                    </a:cxn>
                  </a:cxnLst>
                  <a:rect l="0" t="0" r="r" b="b"/>
                  <a:pathLst>
                    <a:path w="743" h="631">
                      <a:moveTo>
                        <a:pt x="109" y="21"/>
                      </a:moveTo>
                      <a:lnTo>
                        <a:pt x="99" y="29"/>
                      </a:lnTo>
                      <a:lnTo>
                        <a:pt x="88" y="31"/>
                      </a:lnTo>
                      <a:lnTo>
                        <a:pt x="82" y="35"/>
                      </a:lnTo>
                      <a:lnTo>
                        <a:pt x="82" y="39"/>
                      </a:lnTo>
                      <a:lnTo>
                        <a:pt x="84" y="47"/>
                      </a:lnTo>
                      <a:lnTo>
                        <a:pt x="87" y="56"/>
                      </a:lnTo>
                      <a:lnTo>
                        <a:pt x="94" y="66"/>
                      </a:lnTo>
                      <a:lnTo>
                        <a:pt x="95" y="69"/>
                      </a:lnTo>
                      <a:lnTo>
                        <a:pt x="93" y="72"/>
                      </a:lnTo>
                      <a:lnTo>
                        <a:pt x="93" y="73"/>
                      </a:lnTo>
                      <a:lnTo>
                        <a:pt x="97" y="77"/>
                      </a:lnTo>
                      <a:lnTo>
                        <a:pt x="97" y="83"/>
                      </a:lnTo>
                      <a:lnTo>
                        <a:pt x="93" y="95"/>
                      </a:lnTo>
                      <a:lnTo>
                        <a:pt x="78" y="109"/>
                      </a:lnTo>
                      <a:lnTo>
                        <a:pt x="76" y="111"/>
                      </a:lnTo>
                      <a:lnTo>
                        <a:pt x="73" y="118"/>
                      </a:lnTo>
                      <a:lnTo>
                        <a:pt x="73" y="133"/>
                      </a:lnTo>
                      <a:lnTo>
                        <a:pt x="74" y="140"/>
                      </a:lnTo>
                      <a:lnTo>
                        <a:pt x="78" y="145"/>
                      </a:lnTo>
                      <a:lnTo>
                        <a:pt x="87" y="152"/>
                      </a:lnTo>
                      <a:lnTo>
                        <a:pt x="93" y="165"/>
                      </a:lnTo>
                      <a:lnTo>
                        <a:pt x="95" y="174"/>
                      </a:lnTo>
                      <a:lnTo>
                        <a:pt x="98" y="176"/>
                      </a:lnTo>
                      <a:lnTo>
                        <a:pt x="105" y="176"/>
                      </a:lnTo>
                      <a:lnTo>
                        <a:pt x="113" y="174"/>
                      </a:lnTo>
                      <a:lnTo>
                        <a:pt x="119" y="169"/>
                      </a:lnTo>
                      <a:lnTo>
                        <a:pt x="125" y="161"/>
                      </a:lnTo>
                      <a:lnTo>
                        <a:pt x="126" y="159"/>
                      </a:lnTo>
                      <a:lnTo>
                        <a:pt x="126" y="148"/>
                      </a:lnTo>
                      <a:lnTo>
                        <a:pt x="125" y="134"/>
                      </a:lnTo>
                      <a:lnTo>
                        <a:pt x="115" y="117"/>
                      </a:lnTo>
                      <a:lnTo>
                        <a:pt x="109" y="110"/>
                      </a:lnTo>
                      <a:lnTo>
                        <a:pt x="104" y="101"/>
                      </a:lnTo>
                      <a:lnTo>
                        <a:pt x="104" y="77"/>
                      </a:lnTo>
                      <a:lnTo>
                        <a:pt x="108" y="74"/>
                      </a:lnTo>
                      <a:lnTo>
                        <a:pt x="110" y="70"/>
                      </a:lnTo>
                      <a:lnTo>
                        <a:pt x="111" y="68"/>
                      </a:lnTo>
                      <a:lnTo>
                        <a:pt x="120" y="66"/>
                      </a:lnTo>
                      <a:lnTo>
                        <a:pt x="140" y="53"/>
                      </a:lnTo>
                      <a:lnTo>
                        <a:pt x="173" y="43"/>
                      </a:lnTo>
                      <a:lnTo>
                        <a:pt x="196" y="42"/>
                      </a:lnTo>
                      <a:lnTo>
                        <a:pt x="196" y="36"/>
                      </a:lnTo>
                      <a:lnTo>
                        <a:pt x="195" y="32"/>
                      </a:lnTo>
                      <a:lnTo>
                        <a:pt x="190" y="30"/>
                      </a:lnTo>
                      <a:lnTo>
                        <a:pt x="174" y="29"/>
                      </a:lnTo>
                      <a:lnTo>
                        <a:pt x="172" y="27"/>
                      </a:lnTo>
                      <a:lnTo>
                        <a:pt x="169" y="27"/>
                      </a:lnTo>
                      <a:lnTo>
                        <a:pt x="168" y="25"/>
                      </a:lnTo>
                      <a:lnTo>
                        <a:pt x="169" y="18"/>
                      </a:lnTo>
                      <a:lnTo>
                        <a:pt x="175" y="5"/>
                      </a:lnTo>
                      <a:lnTo>
                        <a:pt x="181" y="0"/>
                      </a:lnTo>
                      <a:lnTo>
                        <a:pt x="186" y="0"/>
                      </a:lnTo>
                      <a:lnTo>
                        <a:pt x="191" y="2"/>
                      </a:lnTo>
                      <a:lnTo>
                        <a:pt x="192" y="4"/>
                      </a:lnTo>
                      <a:lnTo>
                        <a:pt x="201" y="29"/>
                      </a:lnTo>
                      <a:lnTo>
                        <a:pt x="201" y="29"/>
                      </a:lnTo>
                      <a:lnTo>
                        <a:pt x="207" y="40"/>
                      </a:lnTo>
                      <a:lnTo>
                        <a:pt x="223" y="42"/>
                      </a:lnTo>
                      <a:lnTo>
                        <a:pt x="243" y="46"/>
                      </a:lnTo>
                      <a:lnTo>
                        <a:pt x="246" y="46"/>
                      </a:lnTo>
                      <a:lnTo>
                        <a:pt x="260" y="50"/>
                      </a:lnTo>
                      <a:lnTo>
                        <a:pt x="271" y="56"/>
                      </a:lnTo>
                      <a:lnTo>
                        <a:pt x="276" y="61"/>
                      </a:lnTo>
                      <a:lnTo>
                        <a:pt x="280" y="77"/>
                      </a:lnTo>
                      <a:lnTo>
                        <a:pt x="285" y="88"/>
                      </a:lnTo>
                      <a:lnTo>
                        <a:pt x="286" y="90"/>
                      </a:lnTo>
                      <a:lnTo>
                        <a:pt x="292" y="95"/>
                      </a:lnTo>
                      <a:lnTo>
                        <a:pt x="303" y="95"/>
                      </a:lnTo>
                      <a:lnTo>
                        <a:pt x="329" y="90"/>
                      </a:lnTo>
                      <a:lnTo>
                        <a:pt x="340" y="91"/>
                      </a:lnTo>
                      <a:lnTo>
                        <a:pt x="366" y="88"/>
                      </a:lnTo>
                      <a:lnTo>
                        <a:pt x="395" y="88"/>
                      </a:lnTo>
                      <a:lnTo>
                        <a:pt x="398" y="89"/>
                      </a:lnTo>
                      <a:lnTo>
                        <a:pt x="401" y="91"/>
                      </a:lnTo>
                      <a:lnTo>
                        <a:pt x="405" y="97"/>
                      </a:lnTo>
                      <a:lnTo>
                        <a:pt x="405" y="101"/>
                      </a:lnTo>
                      <a:lnTo>
                        <a:pt x="411" y="106"/>
                      </a:lnTo>
                      <a:lnTo>
                        <a:pt x="422" y="112"/>
                      </a:lnTo>
                      <a:lnTo>
                        <a:pt x="432" y="115"/>
                      </a:lnTo>
                      <a:lnTo>
                        <a:pt x="450" y="115"/>
                      </a:lnTo>
                      <a:lnTo>
                        <a:pt x="476" y="110"/>
                      </a:lnTo>
                      <a:lnTo>
                        <a:pt x="484" y="106"/>
                      </a:lnTo>
                      <a:lnTo>
                        <a:pt x="495" y="99"/>
                      </a:lnTo>
                      <a:lnTo>
                        <a:pt x="512" y="99"/>
                      </a:lnTo>
                      <a:lnTo>
                        <a:pt x="523" y="96"/>
                      </a:lnTo>
                      <a:lnTo>
                        <a:pt x="527" y="94"/>
                      </a:lnTo>
                      <a:lnTo>
                        <a:pt x="525" y="91"/>
                      </a:lnTo>
                      <a:lnTo>
                        <a:pt x="506" y="90"/>
                      </a:lnTo>
                      <a:lnTo>
                        <a:pt x="499" y="88"/>
                      </a:lnTo>
                      <a:lnTo>
                        <a:pt x="499" y="88"/>
                      </a:lnTo>
                      <a:lnTo>
                        <a:pt x="506" y="84"/>
                      </a:lnTo>
                      <a:lnTo>
                        <a:pt x="520" y="83"/>
                      </a:lnTo>
                      <a:lnTo>
                        <a:pt x="608" y="83"/>
                      </a:lnTo>
                      <a:lnTo>
                        <a:pt x="620" y="86"/>
                      </a:lnTo>
                      <a:lnTo>
                        <a:pt x="621" y="86"/>
                      </a:lnTo>
                      <a:lnTo>
                        <a:pt x="619" y="88"/>
                      </a:lnTo>
                      <a:lnTo>
                        <a:pt x="606" y="90"/>
                      </a:lnTo>
                      <a:lnTo>
                        <a:pt x="605" y="93"/>
                      </a:lnTo>
                      <a:lnTo>
                        <a:pt x="600" y="95"/>
                      </a:lnTo>
                      <a:lnTo>
                        <a:pt x="587" y="93"/>
                      </a:lnTo>
                      <a:lnTo>
                        <a:pt x="573" y="95"/>
                      </a:lnTo>
                      <a:lnTo>
                        <a:pt x="570" y="99"/>
                      </a:lnTo>
                      <a:lnTo>
                        <a:pt x="571" y="102"/>
                      </a:lnTo>
                      <a:lnTo>
                        <a:pt x="579" y="106"/>
                      </a:lnTo>
                      <a:lnTo>
                        <a:pt x="583" y="107"/>
                      </a:lnTo>
                      <a:lnTo>
                        <a:pt x="590" y="111"/>
                      </a:lnTo>
                      <a:lnTo>
                        <a:pt x="593" y="117"/>
                      </a:lnTo>
                      <a:lnTo>
                        <a:pt x="599" y="122"/>
                      </a:lnTo>
                      <a:lnTo>
                        <a:pt x="600" y="129"/>
                      </a:lnTo>
                      <a:lnTo>
                        <a:pt x="604" y="134"/>
                      </a:lnTo>
                      <a:lnTo>
                        <a:pt x="621" y="132"/>
                      </a:lnTo>
                      <a:lnTo>
                        <a:pt x="638" y="136"/>
                      </a:lnTo>
                      <a:lnTo>
                        <a:pt x="663" y="150"/>
                      </a:lnTo>
                      <a:lnTo>
                        <a:pt x="670" y="152"/>
                      </a:lnTo>
                      <a:lnTo>
                        <a:pt x="678" y="159"/>
                      </a:lnTo>
                      <a:lnTo>
                        <a:pt x="686" y="172"/>
                      </a:lnTo>
                      <a:lnTo>
                        <a:pt x="687" y="177"/>
                      </a:lnTo>
                      <a:lnTo>
                        <a:pt x="689" y="193"/>
                      </a:lnTo>
                      <a:lnTo>
                        <a:pt x="689" y="197"/>
                      </a:lnTo>
                      <a:lnTo>
                        <a:pt x="686" y="199"/>
                      </a:lnTo>
                      <a:lnTo>
                        <a:pt x="676" y="203"/>
                      </a:lnTo>
                      <a:lnTo>
                        <a:pt x="676" y="206"/>
                      </a:lnTo>
                      <a:lnTo>
                        <a:pt x="679" y="207"/>
                      </a:lnTo>
                      <a:lnTo>
                        <a:pt x="689" y="208"/>
                      </a:lnTo>
                      <a:lnTo>
                        <a:pt x="695" y="211"/>
                      </a:lnTo>
                      <a:lnTo>
                        <a:pt x="701" y="211"/>
                      </a:lnTo>
                      <a:lnTo>
                        <a:pt x="705" y="209"/>
                      </a:lnTo>
                      <a:lnTo>
                        <a:pt x="712" y="202"/>
                      </a:lnTo>
                      <a:lnTo>
                        <a:pt x="721" y="201"/>
                      </a:lnTo>
                      <a:lnTo>
                        <a:pt x="727" y="203"/>
                      </a:lnTo>
                      <a:lnTo>
                        <a:pt x="737" y="209"/>
                      </a:lnTo>
                      <a:lnTo>
                        <a:pt x="741" y="214"/>
                      </a:lnTo>
                      <a:lnTo>
                        <a:pt x="743" y="217"/>
                      </a:lnTo>
                      <a:lnTo>
                        <a:pt x="743" y="225"/>
                      </a:lnTo>
                      <a:lnTo>
                        <a:pt x="739" y="228"/>
                      </a:lnTo>
                      <a:lnTo>
                        <a:pt x="734" y="228"/>
                      </a:lnTo>
                      <a:lnTo>
                        <a:pt x="728" y="231"/>
                      </a:lnTo>
                      <a:lnTo>
                        <a:pt x="724" y="234"/>
                      </a:lnTo>
                      <a:lnTo>
                        <a:pt x="708" y="241"/>
                      </a:lnTo>
                      <a:lnTo>
                        <a:pt x="705" y="245"/>
                      </a:lnTo>
                      <a:lnTo>
                        <a:pt x="702" y="247"/>
                      </a:lnTo>
                      <a:lnTo>
                        <a:pt x="691" y="250"/>
                      </a:lnTo>
                      <a:lnTo>
                        <a:pt x="689" y="252"/>
                      </a:lnTo>
                      <a:lnTo>
                        <a:pt x="686" y="258"/>
                      </a:lnTo>
                      <a:lnTo>
                        <a:pt x="686" y="267"/>
                      </a:lnTo>
                      <a:lnTo>
                        <a:pt x="689" y="279"/>
                      </a:lnTo>
                      <a:lnTo>
                        <a:pt x="694" y="281"/>
                      </a:lnTo>
                      <a:lnTo>
                        <a:pt x="700" y="279"/>
                      </a:lnTo>
                      <a:lnTo>
                        <a:pt x="702" y="279"/>
                      </a:lnTo>
                      <a:lnTo>
                        <a:pt x="707" y="284"/>
                      </a:lnTo>
                      <a:lnTo>
                        <a:pt x="702" y="290"/>
                      </a:lnTo>
                      <a:lnTo>
                        <a:pt x="691" y="298"/>
                      </a:lnTo>
                      <a:lnTo>
                        <a:pt x="674" y="304"/>
                      </a:lnTo>
                      <a:lnTo>
                        <a:pt x="673" y="306"/>
                      </a:lnTo>
                      <a:lnTo>
                        <a:pt x="673" y="321"/>
                      </a:lnTo>
                      <a:lnTo>
                        <a:pt x="669" y="327"/>
                      </a:lnTo>
                      <a:lnTo>
                        <a:pt x="663" y="336"/>
                      </a:lnTo>
                      <a:lnTo>
                        <a:pt x="662" y="337"/>
                      </a:lnTo>
                      <a:lnTo>
                        <a:pt x="662" y="341"/>
                      </a:lnTo>
                      <a:lnTo>
                        <a:pt x="662" y="343"/>
                      </a:lnTo>
                      <a:lnTo>
                        <a:pt x="674" y="359"/>
                      </a:lnTo>
                      <a:lnTo>
                        <a:pt x="685" y="370"/>
                      </a:lnTo>
                      <a:lnTo>
                        <a:pt x="689" y="378"/>
                      </a:lnTo>
                      <a:lnTo>
                        <a:pt x="695" y="384"/>
                      </a:lnTo>
                      <a:lnTo>
                        <a:pt x="699" y="386"/>
                      </a:lnTo>
                      <a:lnTo>
                        <a:pt x="699" y="389"/>
                      </a:lnTo>
                      <a:lnTo>
                        <a:pt x="699" y="401"/>
                      </a:lnTo>
                      <a:lnTo>
                        <a:pt x="687" y="414"/>
                      </a:lnTo>
                      <a:lnTo>
                        <a:pt x="680" y="421"/>
                      </a:lnTo>
                      <a:lnTo>
                        <a:pt x="676" y="423"/>
                      </a:lnTo>
                      <a:lnTo>
                        <a:pt x="660" y="424"/>
                      </a:lnTo>
                      <a:lnTo>
                        <a:pt x="654" y="428"/>
                      </a:lnTo>
                      <a:lnTo>
                        <a:pt x="646" y="432"/>
                      </a:lnTo>
                      <a:lnTo>
                        <a:pt x="640" y="440"/>
                      </a:lnTo>
                      <a:lnTo>
                        <a:pt x="635" y="443"/>
                      </a:lnTo>
                      <a:lnTo>
                        <a:pt x="606" y="445"/>
                      </a:lnTo>
                      <a:lnTo>
                        <a:pt x="590" y="449"/>
                      </a:lnTo>
                      <a:lnTo>
                        <a:pt x="572" y="455"/>
                      </a:lnTo>
                      <a:lnTo>
                        <a:pt x="568" y="459"/>
                      </a:lnTo>
                      <a:lnTo>
                        <a:pt x="567" y="460"/>
                      </a:lnTo>
                      <a:lnTo>
                        <a:pt x="542" y="459"/>
                      </a:lnTo>
                      <a:lnTo>
                        <a:pt x="524" y="454"/>
                      </a:lnTo>
                      <a:lnTo>
                        <a:pt x="503" y="441"/>
                      </a:lnTo>
                      <a:lnTo>
                        <a:pt x="481" y="439"/>
                      </a:lnTo>
                      <a:lnTo>
                        <a:pt x="474" y="437"/>
                      </a:lnTo>
                      <a:lnTo>
                        <a:pt x="470" y="437"/>
                      </a:lnTo>
                      <a:lnTo>
                        <a:pt x="469" y="437"/>
                      </a:lnTo>
                      <a:lnTo>
                        <a:pt x="470" y="446"/>
                      </a:lnTo>
                      <a:lnTo>
                        <a:pt x="474" y="455"/>
                      </a:lnTo>
                      <a:lnTo>
                        <a:pt x="485" y="460"/>
                      </a:lnTo>
                      <a:lnTo>
                        <a:pt x="497" y="467"/>
                      </a:lnTo>
                      <a:lnTo>
                        <a:pt x="499" y="470"/>
                      </a:lnTo>
                      <a:lnTo>
                        <a:pt x="498" y="482"/>
                      </a:lnTo>
                      <a:lnTo>
                        <a:pt x="495" y="495"/>
                      </a:lnTo>
                      <a:lnTo>
                        <a:pt x="495" y="502"/>
                      </a:lnTo>
                      <a:lnTo>
                        <a:pt x="496" y="507"/>
                      </a:lnTo>
                      <a:lnTo>
                        <a:pt x="501" y="524"/>
                      </a:lnTo>
                      <a:lnTo>
                        <a:pt x="502" y="532"/>
                      </a:lnTo>
                      <a:lnTo>
                        <a:pt x="503" y="538"/>
                      </a:lnTo>
                      <a:lnTo>
                        <a:pt x="518" y="541"/>
                      </a:lnTo>
                      <a:lnTo>
                        <a:pt x="522" y="542"/>
                      </a:lnTo>
                      <a:lnTo>
                        <a:pt x="546" y="541"/>
                      </a:lnTo>
                      <a:lnTo>
                        <a:pt x="546" y="550"/>
                      </a:lnTo>
                      <a:lnTo>
                        <a:pt x="546" y="551"/>
                      </a:lnTo>
                      <a:lnTo>
                        <a:pt x="544" y="554"/>
                      </a:lnTo>
                      <a:lnTo>
                        <a:pt x="533" y="556"/>
                      </a:lnTo>
                      <a:lnTo>
                        <a:pt x="525" y="559"/>
                      </a:lnTo>
                      <a:lnTo>
                        <a:pt x="524" y="562"/>
                      </a:lnTo>
                      <a:lnTo>
                        <a:pt x="518" y="565"/>
                      </a:lnTo>
                      <a:lnTo>
                        <a:pt x="511" y="565"/>
                      </a:lnTo>
                      <a:lnTo>
                        <a:pt x="506" y="573"/>
                      </a:lnTo>
                      <a:lnTo>
                        <a:pt x="499" y="588"/>
                      </a:lnTo>
                      <a:lnTo>
                        <a:pt x="496" y="591"/>
                      </a:lnTo>
                      <a:lnTo>
                        <a:pt x="491" y="593"/>
                      </a:lnTo>
                      <a:lnTo>
                        <a:pt x="486" y="593"/>
                      </a:lnTo>
                      <a:lnTo>
                        <a:pt x="480" y="596"/>
                      </a:lnTo>
                      <a:lnTo>
                        <a:pt x="477" y="597"/>
                      </a:lnTo>
                      <a:lnTo>
                        <a:pt x="475" y="602"/>
                      </a:lnTo>
                      <a:lnTo>
                        <a:pt x="466" y="602"/>
                      </a:lnTo>
                      <a:lnTo>
                        <a:pt x="454" y="607"/>
                      </a:lnTo>
                      <a:lnTo>
                        <a:pt x="452" y="607"/>
                      </a:lnTo>
                      <a:lnTo>
                        <a:pt x="444" y="611"/>
                      </a:lnTo>
                      <a:lnTo>
                        <a:pt x="436" y="615"/>
                      </a:lnTo>
                      <a:lnTo>
                        <a:pt x="431" y="618"/>
                      </a:lnTo>
                      <a:lnTo>
                        <a:pt x="423" y="626"/>
                      </a:lnTo>
                      <a:lnTo>
                        <a:pt x="421" y="627"/>
                      </a:lnTo>
                      <a:lnTo>
                        <a:pt x="402" y="631"/>
                      </a:lnTo>
                      <a:lnTo>
                        <a:pt x="385" y="631"/>
                      </a:lnTo>
                      <a:lnTo>
                        <a:pt x="383" y="629"/>
                      </a:lnTo>
                      <a:lnTo>
                        <a:pt x="380" y="629"/>
                      </a:lnTo>
                      <a:lnTo>
                        <a:pt x="368" y="621"/>
                      </a:lnTo>
                      <a:lnTo>
                        <a:pt x="364" y="617"/>
                      </a:lnTo>
                      <a:lnTo>
                        <a:pt x="361" y="612"/>
                      </a:lnTo>
                      <a:lnTo>
                        <a:pt x="358" y="607"/>
                      </a:lnTo>
                      <a:lnTo>
                        <a:pt x="353" y="600"/>
                      </a:lnTo>
                      <a:lnTo>
                        <a:pt x="348" y="591"/>
                      </a:lnTo>
                      <a:lnTo>
                        <a:pt x="346" y="580"/>
                      </a:lnTo>
                      <a:lnTo>
                        <a:pt x="330" y="543"/>
                      </a:lnTo>
                      <a:lnTo>
                        <a:pt x="321" y="532"/>
                      </a:lnTo>
                      <a:lnTo>
                        <a:pt x="304" y="519"/>
                      </a:lnTo>
                      <a:lnTo>
                        <a:pt x="304" y="515"/>
                      </a:lnTo>
                      <a:lnTo>
                        <a:pt x="316" y="504"/>
                      </a:lnTo>
                      <a:lnTo>
                        <a:pt x="321" y="497"/>
                      </a:lnTo>
                      <a:lnTo>
                        <a:pt x="324" y="495"/>
                      </a:lnTo>
                      <a:lnTo>
                        <a:pt x="328" y="492"/>
                      </a:lnTo>
                      <a:lnTo>
                        <a:pt x="330" y="491"/>
                      </a:lnTo>
                      <a:lnTo>
                        <a:pt x="331" y="488"/>
                      </a:lnTo>
                      <a:lnTo>
                        <a:pt x="330" y="481"/>
                      </a:lnTo>
                      <a:lnTo>
                        <a:pt x="328" y="476"/>
                      </a:lnTo>
                      <a:lnTo>
                        <a:pt x="323" y="467"/>
                      </a:lnTo>
                      <a:lnTo>
                        <a:pt x="315" y="459"/>
                      </a:lnTo>
                      <a:lnTo>
                        <a:pt x="308" y="454"/>
                      </a:lnTo>
                      <a:lnTo>
                        <a:pt x="307" y="451"/>
                      </a:lnTo>
                      <a:lnTo>
                        <a:pt x="305" y="441"/>
                      </a:lnTo>
                      <a:lnTo>
                        <a:pt x="303" y="435"/>
                      </a:lnTo>
                      <a:lnTo>
                        <a:pt x="303" y="427"/>
                      </a:lnTo>
                      <a:lnTo>
                        <a:pt x="299" y="419"/>
                      </a:lnTo>
                      <a:lnTo>
                        <a:pt x="299" y="407"/>
                      </a:lnTo>
                      <a:lnTo>
                        <a:pt x="303" y="401"/>
                      </a:lnTo>
                      <a:lnTo>
                        <a:pt x="305" y="391"/>
                      </a:lnTo>
                      <a:lnTo>
                        <a:pt x="305" y="380"/>
                      </a:lnTo>
                      <a:lnTo>
                        <a:pt x="314" y="370"/>
                      </a:lnTo>
                      <a:lnTo>
                        <a:pt x="314" y="357"/>
                      </a:lnTo>
                      <a:lnTo>
                        <a:pt x="316" y="352"/>
                      </a:lnTo>
                      <a:lnTo>
                        <a:pt x="323" y="346"/>
                      </a:lnTo>
                      <a:lnTo>
                        <a:pt x="323" y="341"/>
                      </a:lnTo>
                      <a:lnTo>
                        <a:pt x="320" y="332"/>
                      </a:lnTo>
                      <a:lnTo>
                        <a:pt x="318" y="330"/>
                      </a:lnTo>
                      <a:lnTo>
                        <a:pt x="314" y="330"/>
                      </a:lnTo>
                      <a:lnTo>
                        <a:pt x="304" y="330"/>
                      </a:lnTo>
                      <a:lnTo>
                        <a:pt x="285" y="338"/>
                      </a:lnTo>
                      <a:lnTo>
                        <a:pt x="273" y="341"/>
                      </a:lnTo>
                      <a:lnTo>
                        <a:pt x="266" y="341"/>
                      </a:lnTo>
                      <a:lnTo>
                        <a:pt x="257" y="338"/>
                      </a:lnTo>
                      <a:lnTo>
                        <a:pt x="253" y="337"/>
                      </a:lnTo>
                      <a:lnTo>
                        <a:pt x="248" y="335"/>
                      </a:lnTo>
                      <a:lnTo>
                        <a:pt x="242" y="333"/>
                      </a:lnTo>
                      <a:lnTo>
                        <a:pt x="234" y="336"/>
                      </a:lnTo>
                      <a:lnTo>
                        <a:pt x="232" y="338"/>
                      </a:lnTo>
                      <a:lnTo>
                        <a:pt x="226" y="338"/>
                      </a:lnTo>
                      <a:lnTo>
                        <a:pt x="217" y="338"/>
                      </a:lnTo>
                      <a:lnTo>
                        <a:pt x="213" y="336"/>
                      </a:lnTo>
                      <a:lnTo>
                        <a:pt x="212" y="336"/>
                      </a:lnTo>
                      <a:lnTo>
                        <a:pt x="184" y="295"/>
                      </a:lnTo>
                      <a:lnTo>
                        <a:pt x="183" y="293"/>
                      </a:lnTo>
                      <a:lnTo>
                        <a:pt x="180" y="290"/>
                      </a:lnTo>
                      <a:lnTo>
                        <a:pt x="169" y="289"/>
                      </a:lnTo>
                      <a:lnTo>
                        <a:pt x="163" y="285"/>
                      </a:lnTo>
                      <a:lnTo>
                        <a:pt x="151" y="281"/>
                      </a:lnTo>
                      <a:lnTo>
                        <a:pt x="133" y="282"/>
                      </a:lnTo>
                      <a:lnTo>
                        <a:pt x="115" y="287"/>
                      </a:lnTo>
                      <a:lnTo>
                        <a:pt x="105" y="288"/>
                      </a:lnTo>
                      <a:lnTo>
                        <a:pt x="90" y="287"/>
                      </a:lnTo>
                      <a:lnTo>
                        <a:pt x="73" y="279"/>
                      </a:lnTo>
                      <a:lnTo>
                        <a:pt x="70" y="272"/>
                      </a:lnTo>
                      <a:lnTo>
                        <a:pt x="66" y="271"/>
                      </a:lnTo>
                      <a:lnTo>
                        <a:pt x="54" y="265"/>
                      </a:lnTo>
                      <a:lnTo>
                        <a:pt x="52" y="262"/>
                      </a:lnTo>
                      <a:lnTo>
                        <a:pt x="52" y="229"/>
                      </a:lnTo>
                      <a:lnTo>
                        <a:pt x="50" y="220"/>
                      </a:lnTo>
                      <a:lnTo>
                        <a:pt x="47" y="214"/>
                      </a:lnTo>
                      <a:lnTo>
                        <a:pt x="43" y="211"/>
                      </a:lnTo>
                      <a:lnTo>
                        <a:pt x="41" y="208"/>
                      </a:lnTo>
                      <a:lnTo>
                        <a:pt x="34" y="199"/>
                      </a:lnTo>
                      <a:lnTo>
                        <a:pt x="31" y="196"/>
                      </a:lnTo>
                      <a:lnTo>
                        <a:pt x="28" y="176"/>
                      </a:lnTo>
                      <a:lnTo>
                        <a:pt x="25" y="170"/>
                      </a:lnTo>
                      <a:lnTo>
                        <a:pt x="24" y="168"/>
                      </a:lnTo>
                      <a:lnTo>
                        <a:pt x="0" y="169"/>
                      </a:lnTo>
                      <a:lnTo>
                        <a:pt x="6" y="155"/>
                      </a:lnTo>
                      <a:lnTo>
                        <a:pt x="14" y="140"/>
                      </a:lnTo>
                      <a:lnTo>
                        <a:pt x="27" y="95"/>
                      </a:lnTo>
                      <a:lnTo>
                        <a:pt x="40" y="73"/>
                      </a:lnTo>
                      <a:lnTo>
                        <a:pt x="65" y="50"/>
                      </a:lnTo>
                      <a:lnTo>
                        <a:pt x="68" y="45"/>
                      </a:lnTo>
                      <a:lnTo>
                        <a:pt x="73" y="35"/>
                      </a:lnTo>
                      <a:lnTo>
                        <a:pt x="79" y="29"/>
                      </a:lnTo>
                      <a:lnTo>
                        <a:pt x="94" y="23"/>
                      </a:lnTo>
                      <a:lnTo>
                        <a:pt x="109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4" name="Freeform 244">
                  <a:extLst>
                    <a:ext uri="{FF2B5EF4-FFF2-40B4-BE49-F238E27FC236}">
                      <a16:creationId xmlns:a16="http://schemas.microsoft.com/office/drawing/2014/main" id="{AE3FCBB2-2095-3A91-A9EA-A92469C4D8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9" y="2473"/>
                  <a:ext cx="62" cy="69"/>
                </a:xfrm>
                <a:custGeom>
                  <a:avLst/>
                  <a:gdLst/>
                  <a:ahLst/>
                  <a:cxnLst>
                    <a:cxn ang="0">
                      <a:pos x="112" y="2"/>
                    </a:cxn>
                    <a:cxn ang="0">
                      <a:pos x="147" y="18"/>
                    </a:cxn>
                    <a:cxn ang="0">
                      <a:pos x="189" y="41"/>
                    </a:cxn>
                    <a:cxn ang="0">
                      <a:pos x="194" y="57"/>
                    </a:cxn>
                    <a:cxn ang="0">
                      <a:pos x="209" y="62"/>
                    </a:cxn>
                    <a:cxn ang="0">
                      <a:pos x="222" y="60"/>
                    </a:cxn>
                    <a:cxn ang="0">
                      <a:pos x="253" y="62"/>
                    </a:cxn>
                    <a:cxn ang="0">
                      <a:pos x="259" y="54"/>
                    </a:cxn>
                    <a:cxn ang="0">
                      <a:pos x="271" y="56"/>
                    </a:cxn>
                    <a:cxn ang="0">
                      <a:pos x="284" y="65"/>
                    </a:cxn>
                    <a:cxn ang="0">
                      <a:pos x="304" y="76"/>
                    </a:cxn>
                    <a:cxn ang="0">
                      <a:pos x="291" y="78"/>
                    </a:cxn>
                    <a:cxn ang="0">
                      <a:pos x="295" y="89"/>
                    </a:cxn>
                    <a:cxn ang="0">
                      <a:pos x="302" y="103"/>
                    </a:cxn>
                    <a:cxn ang="0">
                      <a:pos x="311" y="125"/>
                    </a:cxn>
                    <a:cxn ang="0">
                      <a:pos x="302" y="126"/>
                    </a:cxn>
                    <a:cxn ang="0">
                      <a:pos x="280" y="165"/>
                    </a:cxn>
                    <a:cxn ang="0">
                      <a:pos x="260" y="186"/>
                    </a:cxn>
                    <a:cxn ang="0">
                      <a:pos x="241" y="207"/>
                    </a:cxn>
                    <a:cxn ang="0">
                      <a:pos x="216" y="221"/>
                    </a:cxn>
                    <a:cxn ang="0">
                      <a:pos x="162" y="239"/>
                    </a:cxn>
                    <a:cxn ang="0">
                      <a:pos x="152" y="247"/>
                    </a:cxn>
                    <a:cxn ang="0">
                      <a:pos x="146" y="266"/>
                    </a:cxn>
                    <a:cxn ang="0">
                      <a:pos x="140" y="269"/>
                    </a:cxn>
                    <a:cxn ang="0">
                      <a:pos x="134" y="265"/>
                    </a:cxn>
                    <a:cxn ang="0">
                      <a:pos x="120" y="286"/>
                    </a:cxn>
                    <a:cxn ang="0">
                      <a:pos x="118" y="320"/>
                    </a:cxn>
                    <a:cxn ang="0">
                      <a:pos x="114" y="329"/>
                    </a:cxn>
                    <a:cxn ang="0">
                      <a:pos x="97" y="340"/>
                    </a:cxn>
                    <a:cxn ang="0">
                      <a:pos x="78" y="344"/>
                    </a:cxn>
                    <a:cxn ang="0">
                      <a:pos x="71" y="330"/>
                    </a:cxn>
                    <a:cxn ang="0">
                      <a:pos x="60" y="321"/>
                    </a:cxn>
                    <a:cxn ang="0">
                      <a:pos x="46" y="318"/>
                    </a:cxn>
                    <a:cxn ang="0">
                      <a:pos x="33" y="314"/>
                    </a:cxn>
                    <a:cxn ang="0">
                      <a:pos x="21" y="320"/>
                    </a:cxn>
                    <a:cxn ang="0">
                      <a:pos x="17" y="304"/>
                    </a:cxn>
                    <a:cxn ang="0">
                      <a:pos x="15" y="297"/>
                    </a:cxn>
                    <a:cxn ang="0">
                      <a:pos x="28" y="290"/>
                    </a:cxn>
                    <a:cxn ang="0">
                      <a:pos x="32" y="276"/>
                    </a:cxn>
                    <a:cxn ang="0">
                      <a:pos x="28" y="264"/>
                    </a:cxn>
                    <a:cxn ang="0">
                      <a:pos x="27" y="261"/>
                    </a:cxn>
                    <a:cxn ang="0">
                      <a:pos x="40" y="254"/>
                    </a:cxn>
                    <a:cxn ang="0">
                      <a:pos x="53" y="243"/>
                    </a:cxn>
                    <a:cxn ang="0">
                      <a:pos x="59" y="213"/>
                    </a:cxn>
                    <a:cxn ang="0">
                      <a:pos x="53" y="205"/>
                    </a:cxn>
                    <a:cxn ang="0">
                      <a:pos x="45" y="197"/>
                    </a:cxn>
                    <a:cxn ang="0">
                      <a:pos x="30" y="217"/>
                    </a:cxn>
                    <a:cxn ang="0">
                      <a:pos x="21" y="210"/>
                    </a:cxn>
                    <a:cxn ang="0">
                      <a:pos x="2" y="199"/>
                    </a:cxn>
                    <a:cxn ang="0">
                      <a:pos x="0" y="164"/>
                    </a:cxn>
                    <a:cxn ang="0">
                      <a:pos x="1" y="130"/>
                    </a:cxn>
                    <a:cxn ang="0">
                      <a:pos x="17" y="120"/>
                    </a:cxn>
                    <a:cxn ang="0">
                      <a:pos x="26" y="97"/>
                    </a:cxn>
                    <a:cxn ang="0">
                      <a:pos x="40" y="72"/>
                    </a:cxn>
                    <a:cxn ang="0">
                      <a:pos x="44" y="60"/>
                    </a:cxn>
                    <a:cxn ang="0">
                      <a:pos x="42" y="33"/>
                    </a:cxn>
                    <a:cxn ang="0">
                      <a:pos x="66" y="27"/>
                    </a:cxn>
                    <a:cxn ang="0">
                      <a:pos x="71" y="24"/>
                    </a:cxn>
                    <a:cxn ang="0">
                      <a:pos x="88" y="9"/>
                    </a:cxn>
                    <a:cxn ang="0">
                      <a:pos x="103" y="7"/>
                    </a:cxn>
                    <a:cxn ang="0">
                      <a:pos x="109" y="0"/>
                    </a:cxn>
                  </a:cxnLst>
                  <a:rect l="0" t="0" r="r" b="b"/>
                  <a:pathLst>
                    <a:path w="311" h="345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5" y="5"/>
                      </a:lnTo>
                      <a:lnTo>
                        <a:pt x="147" y="18"/>
                      </a:lnTo>
                      <a:lnTo>
                        <a:pt x="177" y="33"/>
                      </a:lnTo>
                      <a:lnTo>
                        <a:pt x="189" y="41"/>
                      </a:lnTo>
                      <a:lnTo>
                        <a:pt x="191" y="46"/>
                      </a:lnTo>
                      <a:lnTo>
                        <a:pt x="194" y="57"/>
                      </a:lnTo>
                      <a:lnTo>
                        <a:pt x="196" y="61"/>
                      </a:lnTo>
                      <a:lnTo>
                        <a:pt x="209" y="62"/>
                      </a:lnTo>
                      <a:lnTo>
                        <a:pt x="217" y="60"/>
                      </a:lnTo>
                      <a:lnTo>
                        <a:pt x="222" y="60"/>
                      </a:lnTo>
                      <a:lnTo>
                        <a:pt x="243" y="62"/>
                      </a:lnTo>
                      <a:lnTo>
                        <a:pt x="253" y="62"/>
                      </a:lnTo>
                      <a:lnTo>
                        <a:pt x="254" y="60"/>
                      </a:lnTo>
                      <a:lnTo>
                        <a:pt x="259" y="54"/>
                      </a:lnTo>
                      <a:lnTo>
                        <a:pt x="264" y="54"/>
                      </a:lnTo>
                      <a:lnTo>
                        <a:pt x="271" y="56"/>
                      </a:lnTo>
                      <a:lnTo>
                        <a:pt x="277" y="62"/>
                      </a:lnTo>
                      <a:lnTo>
                        <a:pt x="284" y="65"/>
                      </a:lnTo>
                      <a:lnTo>
                        <a:pt x="298" y="76"/>
                      </a:lnTo>
                      <a:lnTo>
                        <a:pt x="304" y="76"/>
                      </a:lnTo>
                      <a:lnTo>
                        <a:pt x="302" y="78"/>
                      </a:lnTo>
                      <a:lnTo>
                        <a:pt x="291" y="78"/>
                      </a:lnTo>
                      <a:lnTo>
                        <a:pt x="290" y="87"/>
                      </a:lnTo>
                      <a:lnTo>
                        <a:pt x="295" y="89"/>
                      </a:lnTo>
                      <a:lnTo>
                        <a:pt x="297" y="92"/>
                      </a:lnTo>
                      <a:lnTo>
                        <a:pt x="302" y="103"/>
                      </a:lnTo>
                      <a:lnTo>
                        <a:pt x="303" y="108"/>
                      </a:lnTo>
                      <a:lnTo>
                        <a:pt x="311" y="125"/>
                      </a:lnTo>
                      <a:lnTo>
                        <a:pt x="311" y="126"/>
                      </a:lnTo>
                      <a:lnTo>
                        <a:pt x="302" y="126"/>
                      </a:lnTo>
                      <a:lnTo>
                        <a:pt x="295" y="141"/>
                      </a:lnTo>
                      <a:lnTo>
                        <a:pt x="280" y="165"/>
                      </a:lnTo>
                      <a:lnTo>
                        <a:pt x="268" y="180"/>
                      </a:lnTo>
                      <a:lnTo>
                        <a:pt x="260" y="186"/>
                      </a:lnTo>
                      <a:lnTo>
                        <a:pt x="250" y="195"/>
                      </a:lnTo>
                      <a:lnTo>
                        <a:pt x="241" y="207"/>
                      </a:lnTo>
                      <a:lnTo>
                        <a:pt x="232" y="213"/>
                      </a:lnTo>
                      <a:lnTo>
                        <a:pt x="216" y="221"/>
                      </a:lnTo>
                      <a:lnTo>
                        <a:pt x="180" y="232"/>
                      </a:lnTo>
                      <a:lnTo>
                        <a:pt x="162" y="239"/>
                      </a:lnTo>
                      <a:lnTo>
                        <a:pt x="155" y="244"/>
                      </a:lnTo>
                      <a:lnTo>
                        <a:pt x="152" y="247"/>
                      </a:lnTo>
                      <a:lnTo>
                        <a:pt x="147" y="256"/>
                      </a:lnTo>
                      <a:lnTo>
                        <a:pt x="146" y="266"/>
                      </a:lnTo>
                      <a:lnTo>
                        <a:pt x="142" y="269"/>
                      </a:lnTo>
                      <a:lnTo>
                        <a:pt x="140" y="269"/>
                      </a:lnTo>
                      <a:lnTo>
                        <a:pt x="136" y="265"/>
                      </a:lnTo>
                      <a:lnTo>
                        <a:pt x="134" y="265"/>
                      </a:lnTo>
                      <a:lnTo>
                        <a:pt x="134" y="266"/>
                      </a:lnTo>
                      <a:lnTo>
                        <a:pt x="120" y="286"/>
                      </a:lnTo>
                      <a:lnTo>
                        <a:pt x="118" y="299"/>
                      </a:lnTo>
                      <a:lnTo>
                        <a:pt x="118" y="320"/>
                      </a:lnTo>
                      <a:lnTo>
                        <a:pt x="115" y="328"/>
                      </a:lnTo>
                      <a:lnTo>
                        <a:pt x="114" y="329"/>
                      </a:lnTo>
                      <a:lnTo>
                        <a:pt x="104" y="333"/>
                      </a:lnTo>
                      <a:lnTo>
                        <a:pt x="97" y="340"/>
                      </a:lnTo>
                      <a:lnTo>
                        <a:pt x="86" y="345"/>
                      </a:lnTo>
                      <a:lnTo>
                        <a:pt x="78" y="344"/>
                      </a:lnTo>
                      <a:lnTo>
                        <a:pt x="73" y="336"/>
                      </a:lnTo>
                      <a:lnTo>
                        <a:pt x="71" y="330"/>
                      </a:lnTo>
                      <a:lnTo>
                        <a:pt x="66" y="321"/>
                      </a:lnTo>
                      <a:lnTo>
                        <a:pt x="60" y="321"/>
                      </a:lnTo>
                      <a:lnTo>
                        <a:pt x="50" y="321"/>
                      </a:lnTo>
                      <a:lnTo>
                        <a:pt x="46" y="318"/>
                      </a:lnTo>
                      <a:lnTo>
                        <a:pt x="43" y="314"/>
                      </a:lnTo>
                      <a:lnTo>
                        <a:pt x="33" y="314"/>
                      </a:lnTo>
                      <a:lnTo>
                        <a:pt x="26" y="319"/>
                      </a:lnTo>
                      <a:lnTo>
                        <a:pt x="21" y="320"/>
                      </a:lnTo>
                      <a:lnTo>
                        <a:pt x="18" y="318"/>
                      </a:lnTo>
                      <a:lnTo>
                        <a:pt x="17" y="304"/>
                      </a:lnTo>
                      <a:lnTo>
                        <a:pt x="15" y="299"/>
                      </a:lnTo>
                      <a:lnTo>
                        <a:pt x="15" y="297"/>
                      </a:lnTo>
                      <a:lnTo>
                        <a:pt x="18" y="292"/>
                      </a:lnTo>
                      <a:lnTo>
                        <a:pt x="28" y="290"/>
                      </a:lnTo>
                      <a:lnTo>
                        <a:pt x="33" y="285"/>
                      </a:lnTo>
                      <a:lnTo>
                        <a:pt x="32" y="276"/>
                      </a:lnTo>
                      <a:lnTo>
                        <a:pt x="30" y="274"/>
                      </a:lnTo>
                      <a:lnTo>
                        <a:pt x="28" y="264"/>
                      </a:lnTo>
                      <a:lnTo>
                        <a:pt x="27" y="264"/>
                      </a:lnTo>
                      <a:lnTo>
                        <a:pt x="27" y="261"/>
                      </a:lnTo>
                      <a:lnTo>
                        <a:pt x="30" y="258"/>
                      </a:lnTo>
                      <a:lnTo>
                        <a:pt x="40" y="254"/>
                      </a:lnTo>
                      <a:lnTo>
                        <a:pt x="46" y="250"/>
                      </a:lnTo>
                      <a:lnTo>
                        <a:pt x="53" y="243"/>
                      </a:lnTo>
                      <a:lnTo>
                        <a:pt x="55" y="237"/>
                      </a:lnTo>
                      <a:lnTo>
                        <a:pt x="59" y="213"/>
                      </a:lnTo>
                      <a:lnTo>
                        <a:pt x="56" y="207"/>
                      </a:lnTo>
                      <a:lnTo>
                        <a:pt x="53" y="205"/>
                      </a:lnTo>
                      <a:lnTo>
                        <a:pt x="51" y="191"/>
                      </a:lnTo>
                      <a:lnTo>
                        <a:pt x="45" y="197"/>
                      </a:lnTo>
                      <a:lnTo>
                        <a:pt x="37" y="210"/>
                      </a:lnTo>
                      <a:lnTo>
                        <a:pt x="30" y="217"/>
                      </a:lnTo>
                      <a:lnTo>
                        <a:pt x="26" y="215"/>
                      </a:lnTo>
                      <a:lnTo>
                        <a:pt x="21" y="210"/>
                      </a:lnTo>
                      <a:lnTo>
                        <a:pt x="11" y="206"/>
                      </a:lnTo>
                      <a:lnTo>
                        <a:pt x="2" y="199"/>
                      </a:lnTo>
                      <a:lnTo>
                        <a:pt x="0" y="173"/>
                      </a:lnTo>
                      <a:lnTo>
                        <a:pt x="0" y="164"/>
                      </a:lnTo>
                      <a:lnTo>
                        <a:pt x="2" y="156"/>
                      </a:lnTo>
                      <a:lnTo>
                        <a:pt x="1" y="130"/>
                      </a:lnTo>
                      <a:lnTo>
                        <a:pt x="3" y="126"/>
                      </a:lnTo>
                      <a:lnTo>
                        <a:pt x="17" y="120"/>
                      </a:lnTo>
                      <a:lnTo>
                        <a:pt x="24" y="111"/>
                      </a:lnTo>
                      <a:lnTo>
                        <a:pt x="26" y="97"/>
                      </a:lnTo>
                      <a:lnTo>
                        <a:pt x="28" y="89"/>
                      </a:lnTo>
                      <a:lnTo>
                        <a:pt x="40" y="72"/>
                      </a:lnTo>
                      <a:lnTo>
                        <a:pt x="44" y="66"/>
                      </a:lnTo>
                      <a:lnTo>
                        <a:pt x="44" y="60"/>
                      </a:lnTo>
                      <a:lnTo>
                        <a:pt x="42" y="46"/>
                      </a:lnTo>
                      <a:lnTo>
                        <a:pt x="42" y="33"/>
                      </a:lnTo>
                      <a:lnTo>
                        <a:pt x="46" y="27"/>
                      </a:lnTo>
                      <a:lnTo>
                        <a:pt x="66" y="27"/>
                      </a:lnTo>
                      <a:lnTo>
                        <a:pt x="67" y="27"/>
                      </a:lnTo>
                      <a:lnTo>
                        <a:pt x="71" y="24"/>
                      </a:lnTo>
                      <a:lnTo>
                        <a:pt x="82" y="13"/>
                      </a:lnTo>
                      <a:lnTo>
                        <a:pt x="88" y="9"/>
                      </a:lnTo>
                      <a:lnTo>
                        <a:pt x="97" y="8"/>
                      </a:lnTo>
                      <a:lnTo>
                        <a:pt x="103" y="7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5" name="Freeform 245">
                  <a:extLst>
                    <a:ext uri="{FF2B5EF4-FFF2-40B4-BE49-F238E27FC236}">
                      <a16:creationId xmlns:a16="http://schemas.microsoft.com/office/drawing/2014/main" id="{C6864C67-18A6-C585-16C6-DC5C20AA5E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28" y="2701"/>
                  <a:ext cx="92" cy="98"/>
                </a:xfrm>
                <a:custGeom>
                  <a:avLst/>
                  <a:gdLst/>
                  <a:ahLst/>
                  <a:cxnLst>
                    <a:cxn ang="0">
                      <a:pos x="8" y="164"/>
                    </a:cxn>
                    <a:cxn ang="0">
                      <a:pos x="19" y="117"/>
                    </a:cxn>
                    <a:cxn ang="0">
                      <a:pos x="18" y="87"/>
                    </a:cxn>
                    <a:cxn ang="0">
                      <a:pos x="29" y="66"/>
                    </a:cxn>
                    <a:cxn ang="0">
                      <a:pos x="43" y="35"/>
                    </a:cxn>
                    <a:cxn ang="0">
                      <a:pos x="64" y="25"/>
                    </a:cxn>
                    <a:cxn ang="0">
                      <a:pos x="121" y="8"/>
                    </a:cxn>
                    <a:cxn ang="0">
                      <a:pos x="156" y="0"/>
                    </a:cxn>
                    <a:cxn ang="0">
                      <a:pos x="212" y="3"/>
                    </a:cxn>
                    <a:cxn ang="0">
                      <a:pos x="232" y="19"/>
                    </a:cxn>
                    <a:cxn ang="0">
                      <a:pos x="248" y="44"/>
                    </a:cxn>
                    <a:cxn ang="0">
                      <a:pos x="252" y="55"/>
                    </a:cxn>
                    <a:cxn ang="0">
                      <a:pos x="260" y="71"/>
                    </a:cxn>
                    <a:cxn ang="0">
                      <a:pos x="261" y="121"/>
                    </a:cxn>
                    <a:cxn ang="0">
                      <a:pos x="265" y="163"/>
                    </a:cxn>
                    <a:cxn ang="0">
                      <a:pos x="286" y="169"/>
                    </a:cxn>
                    <a:cxn ang="0">
                      <a:pos x="311" y="175"/>
                    </a:cxn>
                    <a:cxn ang="0">
                      <a:pos x="335" y="174"/>
                    </a:cxn>
                    <a:cxn ang="0">
                      <a:pos x="349" y="168"/>
                    </a:cxn>
                    <a:cxn ang="0">
                      <a:pos x="378" y="180"/>
                    </a:cxn>
                    <a:cxn ang="0">
                      <a:pos x="386" y="195"/>
                    </a:cxn>
                    <a:cxn ang="0">
                      <a:pos x="392" y="230"/>
                    </a:cxn>
                    <a:cxn ang="0">
                      <a:pos x="392" y="260"/>
                    </a:cxn>
                    <a:cxn ang="0">
                      <a:pos x="404" y="272"/>
                    </a:cxn>
                    <a:cxn ang="0">
                      <a:pos x="421" y="275"/>
                    </a:cxn>
                    <a:cxn ang="0">
                      <a:pos x="440" y="272"/>
                    </a:cxn>
                    <a:cxn ang="0">
                      <a:pos x="454" y="275"/>
                    </a:cxn>
                    <a:cxn ang="0">
                      <a:pos x="459" y="308"/>
                    </a:cxn>
                    <a:cxn ang="0">
                      <a:pos x="454" y="327"/>
                    </a:cxn>
                    <a:cxn ang="0">
                      <a:pos x="449" y="374"/>
                    </a:cxn>
                    <a:cxn ang="0">
                      <a:pos x="443" y="420"/>
                    </a:cxn>
                    <a:cxn ang="0">
                      <a:pos x="433" y="438"/>
                    </a:cxn>
                    <a:cxn ang="0">
                      <a:pos x="411" y="458"/>
                    </a:cxn>
                    <a:cxn ang="0">
                      <a:pos x="404" y="463"/>
                    </a:cxn>
                    <a:cxn ang="0">
                      <a:pos x="388" y="479"/>
                    </a:cxn>
                    <a:cxn ang="0">
                      <a:pos x="378" y="482"/>
                    </a:cxn>
                    <a:cxn ang="0">
                      <a:pos x="356" y="483"/>
                    </a:cxn>
                    <a:cxn ang="0">
                      <a:pos x="345" y="491"/>
                    </a:cxn>
                    <a:cxn ang="0">
                      <a:pos x="333" y="488"/>
                    </a:cxn>
                    <a:cxn ang="0">
                      <a:pos x="313" y="487"/>
                    </a:cxn>
                    <a:cxn ang="0">
                      <a:pos x="290" y="474"/>
                    </a:cxn>
                    <a:cxn ang="0">
                      <a:pos x="236" y="469"/>
                    </a:cxn>
                    <a:cxn ang="0">
                      <a:pos x="233" y="459"/>
                    </a:cxn>
                    <a:cxn ang="0">
                      <a:pos x="238" y="442"/>
                    </a:cxn>
                    <a:cxn ang="0">
                      <a:pos x="264" y="395"/>
                    </a:cxn>
                    <a:cxn ang="0">
                      <a:pos x="273" y="372"/>
                    </a:cxn>
                    <a:cxn ang="0">
                      <a:pos x="269" y="358"/>
                    </a:cxn>
                    <a:cxn ang="0">
                      <a:pos x="260" y="348"/>
                    </a:cxn>
                    <a:cxn ang="0">
                      <a:pos x="238" y="339"/>
                    </a:cxn>
                    <a:cxn ang="0">
                      <a:pos x="214" y="319"/>
                    </a:cxn>
                    <a:cxn ang="0">
                      <a:pos x="173" y="293"/>
                    </a:cxn>
                    <a:cxn ang="0">
                      <a:pos x="155" y="287"/>
                    </a:cxn>
                    <a:cxn ang="0">
                      <a:pos x="118" y="283"/>
                    </a:cxn>
                    <a:cxn ang="0">
                      <a:pos x="102" y="276"/>
                    </a:cxn>
                    <a:cxn ang="0">
                      <a:pos x="89" y="256"/>
                    </a:cxn>
                    <a:cxn ang="0">
                      <a:pos x="74" y="246"/>
                    </a:cxn>
                    <a:cxn ang="0">
                      <a:pos x="46" y="223"/>
                    </a:cxn>
                    <a:cxn ang="0">
                      <a:pos x="22" y="189"/>
                    </a:cxn>
                    <a:cxn ang="0">
                      <a:pos x="0" y="179"/>
                    </a:cxn>
                  </a:cxnLst>
                  <a:rect l="0" t="0" r="r" b="b"/>
                  <a:pathLst>
                    <a:path w="459" h="491">
                      <a:moveTo>
                        <a:pt x="0" y="179"/>
                      </a:moveTo>
                      <a:lnTo>
                        <a:pt x="8" y="164"/>
                      </a:lnTo>
                      <a:lnTo>
                        <a:pt x="19" y="124"/>
                      </a:lnTo>
                      <a:lnTo>
                        <a:pt x="19" y="117"/>
                      </a:lnTo>
                      <a:lnTo>
                        <a:pt x="18" y="113"/>
                      </a:lnTo>
                      <a:lnTo>
                        <a:pt x="18" y="87"/>
                      </a:lnTo>
                      <a:lnTo>
                        <a:pt x="18" y="84"/>
                      </a:lnTo>
                      <a:lnTo>
                        <a:pt x="29" y="66"/>
                      </a:lnTo>
                      <a:lnTo>
                        <a:pt x="40" y="50"/>
                      </a:lnTo>
                      <a:lnTo>
                        <a:pt x="43" y="35"/>
                      </a:lnTo>
                      <a:lnTo>
                        <a:pt x="45" y="29"/>
                      </a:lnTo>
                      <a:lnTo>
                        <a:pt x="64" y="25"/>
                      </a:lnTo>
                      <a:lnTo>
                        <a:pt x="118" y="8"/>
                      </a:lnTo>
                      <a:lnTo>
                        <a:pt x="121" y="8"/>
                      </a:lnTo>
                      <a:lnTo>
                        <a:pt x="152" y="0"/>
                      </a:lnTo>
                      <a:lnTo>
                        <a:pt x="156" y="0"/>
                      </a:lnTo>
                      <a:lnTo>
                        <a:pt x="199" y="0"/>
                      </a:lnTo>
                      <a:lnTo>
                        <a:pt x="212" y="3"/>
                      </a:lnTo>
                      <a:lnTo>
                        <a:pt x="222" y="11"/>
                      </a:lnTo>
                      <a:lnTo>
                        <a:pt x="232" y="19"/>
                      </a:lnTo>
                      <a:lnTo>
                        <a:pt x="247" y="40"/>
                      </a:lnTo>
                      <a:lnTo>
                        <a:pt x="248" y="44"/>
                      </a:lnTo>
                      <a:lnTo>
                        <a:pt x="254" y="50"/>
                      </a:lnTo>
                      <a:lnTo>
                        <a:pt x="252" y="55"/>
                      </a:lnTo>
                      <a:lnTo>
                        <a:pt x="252" y="57"/>
                      </a:lnTo>
                      <a:lnTo>
                        <a:pt x="260" y="71"/>
                      </a:lnTo>
                      <a:lnTo>
                        <a:pt x="261" y="73"/>
                      </a:lnTo>
                      <a:lnTo>
                        <a:pt x="261" y="121"/>
                      </a:lnTo>
                      <a:lnTo>
                        <a:pt x="261" y="154"/>
                      </a:lnTo>
                      <a:lnTo>
                        <a:pt x="265" y="163"/>
                      </a:lnTo>
                      <a:lnTo>
                        <a:pt x="271" y="165"/>
                      </a:lnTo>
                      <a:lnTo>
                        <a:pt x="286" y="169"/>
                      </a:lnTo>
                      <a:lnTo>
                        <a:pt x="293" y="173"/>
                      </a:lnTo>
                      <a:lnTo>
                        <a:pt x="311" y="175"/>
                      </a:lnTo>
                      <a:lnTo>
                        <a:pt x="323" y="175"/>
                      </a:lnTo>
                      <a:lnTo>
                        <a:pt x="335" y="174"/>
                      </a:lnTo>
                      <a:lnTo>
                        <a:pt x="340" y="171"/>
                      </a:lnTo>
                      <a:lnTo>
                        <a:pt x="349" y="168"/>
                      </a:lnTo>
                      <a:lnTo>
                        <a:pt x="355" y="173"/>
                      </a:lnTo>
                      <a:lnTo>
                        <a:pt x="378" y="180"/>
                      </a:lnTo>
                      <a:lnTo>
                        <a:pt x="384" y="189"/>
                      </a:lnTo>
                      <a:lnTo>
                        <a:pt x="386" y="195"/>
                      </a:lnTo>
                      <a:lnTo>
                        <a:pt x="388" y="218"/>
                      </a:lnTo>
                      <a:lnTo>
                        <a:pt x="392" y="230"/>
                      </a:lnTo>
                      <a:lnTo>
                        <a:pt x="390" y="255"/>
                      </a:lnTo>
                      <a:lnTo>
                        <a:pt x="392" y="260"/>
                      </a:lnTo>
                      <a:lnTo>
                        <a:pt x="397" y="267"/>
                      </a:lnTo>
                      <a:lnTo>
                        <a:pt x="404" y="272"/>
                      </a:lnTo>
                      <a:lnTo>
                        <a:pt x="411" y="275"/>
                      </a:lnTo>
                      <a:lnTo>
                        <a:pt x="421" y="275"/>
                      </a:lnTo>
                      <a:lnTo>
                        <a:pt x="426" y="272"/>
                      </a:lnTo>
                      <a:lnTo>
                        <a:pt x="440" y="272"/>
                      </a:lnTo>
                      <a:lnTo>
                        <a:pt x="449" y="270"/>
                      </a:lnTo>
                      <a:lnTo>
                        <a:pt x="454" y="275"/>
                      </a:lnTo>
                      <a:lnTo>
                        <a:pt x="459" y="283"/>
                      </a:lnTo>
                      <a:lnTo>
                        <a:pt x="459" y="308"/>
                      </a:lnTo>
                      <a:lnTo>
                        <a:pt x="458" y="311"/>
                      </a:lnTo>
                      <a:lnTo>
                        <a:pt x="454" y="327"/>
                      </a:lnTo>
                      <a:lnTo>
                        <a:pt x="451" y="353"/>
                      </a:lnTo>
                      <a:lnTo>
                        <a:pt x="449" y="374"/>
                      </a:lnTo>
                      <a:lnTo>
                        <a:pt x="446" y="404"/>
                      </a:lnTo>
                      <a:lnTo>
                        <a:pt x="443" y="420"/>
                      </a:lnTo>
                      <a:lnTo>
                        <a:pt x="440" y="428"/>
                      </a:lnTo>
                      <a:lnTo>
                        <a:pt x="433" y="438"/>
                      </a:lnTo>
                      <a:lnTo>
                        <a:pt x="425" y="447"/>
                      </a:lnTo>
                      <a:lnTo>
                        <a:pt x="411" y="458"/>
                      </a:lnTo>
                      <a:lnTo>
                        <a:pt x="409" y="461"/>
                      </a:lnTo>
                      <a:lnTo>
                        <a:pt x="404" y="463"/>
                      </a:lnTo>
                      <a:lnTo>
                        <a:pt x="390" y="475"/>
                      </a:lnTo>
                      <a:lnTo>
                        <a:pt x="388" y="479"/>
                      </a:lnTo>
                      <a:lnTo>
                        <a:pt x="386" y="480"/>
                      </a:lnTo>
                      <a:lnTo>
                        <a:pt x="378" y="482"/>
                      </a:lnTo>
                      <a:lnTo>
                        <a:pt x="363" y="480"/>
                      </a:lnTo>
                      <a:lnTo>
                        <a:pt x="356" y="483"/>
                      </a:lnTo>
                      <a:lnTo>
                        <a:pt x="352" y="488"/>
                      </a:lnTo>
                      <a:lnTo>
                        <a:pt x="345" y="491"/>
                      </a:lnTo>
                      <a:lnTo>
                        <a:pt x="338" y="491"/>
                      </a:lnTo>
                      <a:lnTo>
                        <a:pt x="333" y="488"/>
                      </a:lnTo>
                      <a:lnTo>
                        <a:pt x="323" y="490"/>
                      </a:lnTo>
                      <a:lnTo>
                        <a:pt x="313" y="487"/>
                      </a:lnTo>
                      <a:lnTo>
                        <a:pt x="296" y="476"/>
                      </a:lnTo>
                      <a:lnTo>
                        <a:pt x="290" y="474"/>
                      </a:lnTo>
                      <a:lnTo>
                        <a:pt x="258" y="469"/>
                      </a:lnTo>
                      <a:lnTo>
                        <a:pt x="236" y="469"/>
                      </a:lnTo>
                      <a:lnTo>
                        <a:pt x="233" y="465"/>
                      </a:lnTo>
                      <a:lnTo>
                        <a:pt x="233" y="459"/>
                      </a:lnTo>
                      <a:lnTo>
                        <a:pt x="236" y="450"/>
                      </a:lnTo>
                      <a:lnTo>
                        <a:pt x="238" y="442"/>
                      </a:lnTo>
                      <a:lnTo>
                        <a:pt x="249" y="417"/>
                      </a:lnTo>
                      <a:lnTo>
                        <a:pt x="264" y="395"/>
                      </a:lnTo>
                      <a:lnTo>
                        <a:pt x="273" y="382"/>
                      </a:lnTo>
                      <a:lnTo>
                        <a:pt x="273" y="372"/>
                      </a:lnTo>
                      <a:lnTo>
                        <a:pt x="271" y="363"/>
                      </a:lnTo>
                      <a:lnTo>
                        <a:pt x="269" y="358"/>
                      </a:lnTo>
                      <a:lnTo>
                        <a:pt x="265" y="357"/>
                      </a:lnTo>
                      <a:lnTo>
                        <a:pt x="260" y="348"/>
                      </a:lnTo>
                      <a:lnTo>
                        <a:pt x="252" y="342"/>
                      </a:lnTo>
                      <a:lnTo>
                        <a:pt x="238" y="339"/>
                      </a:lnTo>
                      <a:lnTo>
                        <a:pt x="230" y="327"/>
                      </a:lnTo>
                      <a:lnTo>
                        <a:pt x="214" y="319"/>
                      </a:lnTo>
                      <a:lnTo>
                        <a:pt x="199" y="311"/>
                      </a:lnTo>
                      <a:lnTo>
                        <a:pt x="173" y="293"/>
                      </a:lnTo>
                      <a:lnTo>
                        <a:pt x="167" y="291"/>
                      </a:lnTo>
                      <a:lnTo>
                        <a:pt x="155" y="287"/>
                      </a:lnTo>
                      <a:lnTo>
                        <a:pt x="126" y="286"/>
                      </a:lnTo>
                      <a:lnTo>
                        <a:pt x="118" y="283"/>
                      </a:lnTo>
                      <a:lnTo>
                        <a:pt x="107" y="280"/>
                      </a:lnTo>
                      <a:lnTo>
                        <a:pt x="102" y="276"/>
                      </a:lnTo>
                      <a:lnTo>
                        <a:pt x="101" y="275"/>
                      </a:lnTo>
                      <a:lnTo>
                        <a:pt x="89" y="256"/>
                      </a:lnTo>
                      <a:lnTo>
                        <a:pt x="85" y="253"/>
                      </a:lnTo>
                      <a:lnTo>
                        <a:pt x="74" y="246"/>
                      </a:lnTo>
                      <a:lnTo>
                        <a:pt x="49" y="228"/>
                      </a:lnTo>
                      <a:lnTo>
                        <a:pt x="46" y="223"/>
                      </a:lnTo>
                      <a:lnTo>
                        <a:pt x="33" y="210"/>
                      </a:lnTo>
                      <a:lnTo>
                        <a:pt x="22" y="189"/>
                      </a:lnTo>
                      <a:lnTo>
                        <a:pt x="16" y="184"/>
                      </a:lnTo>
                      <a:lnTo>
                        <a:pt x="0" y="1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6" name="Freeform 246">
                  <a:extLst>
                    <a:ext uri="{FF2B5EF4-FFF2-40B4-BE49-F238E27FC236}">
                      <a16:creationId xmlns:a16="http://schemas.microsoft.com/office/drawing/2014/main" id="{6A091F4F-10AB-0D78-9BE1-EC4469BD7E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87" y="2681"/>
                  <a:ext cx="93" cy="506"/>
                </a:xfrm>
                <a:custGeom>
                  <a:avLst/>
                  <a:gdLst/>
                  <a:ahLst/>
                  <a:cxnLst>
                    <a:cxn ang="0">
                      <a:pos x="375" y="93"/>
                    </a:cxn>
                    <a:cxn ang="0">
                      <a:pos x="368" y="149"/>
                    </a:cxn>
                    <a:cxn ang="0">
                      <a:pos x="398" y="209"/>
                    </a:cxn>
                    <a:cxn ang="0">
                      <a:pos x="429" y="311"/>
                    </a:cxn>
                    <a:cxn ang="0">
                      <a:pos x="436" y="385"/>
                    </a:cxn>
                    <a:cxn ang="0">
                      <a:pos x="387" y="508"/>
                    </a:cxn>
                    <a:cxn ang="0">
                      <a:pos x="329" y="628"/>
                    </a:cxn>
                    <a:cxn ang="0">
                      <a:pos x="300" y="766"/>
                    </a:cxn>
                    <a:cxn ang="0">
                      <a:pos x="284" y="863"/>
                    </a:cxn>
                    <a:cxn ang="0">
                      <a:pos x="298" y="1032"/>
                    </a:cxn>
                    <a:cxn ang="0">
                      <a:pos x="269" y="1148"/>
                    </a:cxn>
                    <a:cxn ang="0">
                      <a:pos x="242" y="1290"/>
                    </a:cxn>
                    <a:cxn ang="0">
                      <a:pos x="208" y="1440"/>
                    </a:cxn>
                    <a:cxn ang="0">
                      <a:pos x="190" y="1597"/>
                    </a:cxn>
                    <a:cxn ang="0">
                      <a:pos x="201" y="1739"/>
                    </a:cxn>
                    <a:cxn ang="0">
                      <a:pos x="214" y="1785"/>
                    </a:cxn>
                    <a:cxn ang="0">
                      <a:pos x="212" y="1915"/>
                    </a:cxn>
                    <a:cxn ang="0">
                      <a:pos x="171" y="2027"/>
                    </a:cxn>
                    <a:cxn ang="0">
                      <a:pos x="137" y="2139"/>
                    </a:cxn>
                    <a:cxn ang="0">
                      <a:pos x="129" y="2264"/>
                    </a:cxn>
                    <a:cxn ang="0">
                      <a:pos x="179" y="2283"/>
                    </a:cxn>
                    <a:cxn ang="0">
                      <a:pos x="306" y="2367"/>
                    </a:cxn>
                    <a:cxn ang="0">
                      <a:pos x="355" y="2386"/>
                    </a:cxn>
                    <a:cxn ang="0">
                      <a:pos x="268" y="2429"/>
                    </a:cxn>
                    <a:cxn ang="0">
                      <a:pos x="214" y="2525"/>
                    </a:cxn>
                    <a:cxn ang="0">
                      <a:pos x="208" y="2477"/>
                    </a:cxn>
                    <a:cxn ang="0">
                      <a:pos x="189" y="2413"/>
                    </a:cxn>
                    <a:cxn ang="0">
                      <a:pos x="171" y="2376"/>
                    </a:cxn>
                    <a:cxn ang="0">
                      <a:pos x="160" y="2345"/>
                    </a:cxn>
                    <a:cxn ang="0">
                      <a:pos x="125" y="2343"/>
                    </a:cxn>
                    <a:cxn ang="0">
                      <a:pos x="81" y="2285"/>
                    </a:cxn>
                    <a:cxn ang="0">
                      <a:pos x="79" y="2240"/>
                    </a:cxn>
                    <a:cxn ang="0">
                      <a:pos x="70" y="2173"/>
                    </a:cxn>
                    <a:cxn ang="0">
                      <a:pos x="93" y="2117"/>
                    </a:cxn>
                    <a:cxn ang="0">
                      <a:pos x="70" y="2076"/>
                    </a:cxn>
                    <a:cxn ang="0">
                      <a:pos x="59" y="2042"/>
                    </a:cxn>
                    <a:cxn ang="0">
                      <a:pos x="109" y="2032"/>
                    </a:cxn>
                    <a:cxn ang="0">
                      <a:pos x="63" y="1979"/>
                    </a:cxn>
                    <a:cxn ang="0">
                      <a:pos x="66" y="1920"/>
                    </a:cxn>
                    <a:cxn ang="0">
                      <a:pos x="15" y="1930"/>
                    </a:cxn>
                    <a:cxn ang="0">
                      <a:pos x="44" y="1871"/>
                    </a:cxn>
                    <a:cxn ang="0">
                      <a:pos x="72" y="1856"/>
                    </a:cxn>
                    <a:cxn ang="0">
                      <a:pos x="91" y="1888"/>
                    </a:cxn>
                    <a:cxn ang="0">
                      <a:pos x="118" y="1879"/>
                    </a:cxn>
                    <a:cxn ang="0">
                      <a:pos x="114" y="1849"/>
                    </a:cxn>
                    <a:cxn ang="0">
                      <a:pos x="117" y="1818"/>
                    </a:cxn>
                    <a:cxn ang="0">
                      <a:pos x="120" y="1806"/>
                    </a:cxn>
                    <a:cxn ang="0">
                      <a:pos x="149" y="1740"/>
                    </a:cxn>
                    <a:cxn ang="0">
                      <a:pos x="146" y="1691"/>
                    </a:cxn>
                    <a:cxn ang="0">
                      <a:pos x="158" y="1601"/>
                    </a:cxn>
                    <a:cxn ang="0">
                      <a:pos x="153" y="1558"/>
                    </a:cxn>
                    <a:cxn ang="0">
                      <a:pos x="141" y="1525"/>
                    </a:cxn>
                    <a:cxn ang="0">
                      <a:pos x="92" y="1504"/>
                    </a:cxn>
                    <a:cxn ang="0">
                      <a:pos x="115" y="1329"/>
                    </a:cxn>
                    <a:cxn ang="0">
                      <a:pos x="122" y="1219"/>
                    </a:cxn>
                    <a:cxn ang="0">
                      <a:pos x="166" y="1105"/>
                    </a:cxn>
                    <a:cxn ang="0">
                      <a:pos x="221" y="928"/>
                    </a:cxn>
                    <a:cxn ang="0">
                      <a:pos x="226" y="719"/>
                    </a:cxn>
                    <a:cxn ang="0">
                      <a:pos x="253" y="565"/>
                    </a:cxn>
                    <a:cxn ang="0">
                      <a:pos x="275" y="461"/>
                    </a:cxn>
                    <a:cxn ang="0">
                      <a:pos x="279" y="317"/>
                    </a:cxn>
                    <a:cxn ang="0">
                      <a:pos x="292" y="142"/>
                    </a:cxn>
                    <a:cxn ang="0">
                      <a:pos x="312" y="25"/>
                    </a:cxn>
                  </a:cxnLst>
                  <a:rect l="0" t="0" r="r" b="b"/>
                  <a:pathLst>
                    <a:path w="463" h="2531">
                      <a:moveTo>
                        <a:pt x="325" y="0"/>
                      </a:moveTo>
                      <a:lnTo>
                        <a:pt x="328" y="0"/>
                      </a:lnTo>
                      <a:lnTo>
                        <a:pt x="339" y="14"/>
                      </a:lnTo>
                      <a:lnTo>
                        <a:pt x="343" y="18"/>
                      </a:lnTo>
                      <a:lnTo>
                        <a:pt x="350" y="27"/>
                      </a:lnTo>
                      <a:lnTo>
                        <a:pt x="350" y="37"/>
                      </a:lnTo>
                      <a:lnTo>
                        <a:pt x="354" y="69"/>
                      </a:lnTo>
                      <a:lnTo>
                        <a:pt x="357" y="78"/>
                      </a:lnTo>
                      <a:lnTo>
                        <a:pt x="362" y="83"/>
                      </a:lnTo>
                      <a:lnTo>
                        <a:pt x="375" y="93"/>
                      </a:lnTo>
                      <a:lnTo>
                        <a:pt x="382" y="100"/>
                      </a:lnTo>
                      <a:lnTo>
                        <a:pt x="383" y="110"/>
                      </a:lnTo>
                      <a:lnTo>
                        <a:pt x="379" y="115"/>
                      </a:lnTo>
                      <a:lnTo>
                        <a:pt x="378" y="121"/>
                      </a:lnTo>
                      <a:lnTo>
                        <a:pt x="382" y="127"/>
                      </a:lnTo>
                      <a:lnTo>
                        <a:pt x="382" y="131"/>
                      </a:lnTo>
                      <a:lnTo>
                        <a:pt x="379" y="132"/>
                      </a:lnTo>
                      <a:lnTo>
                        <a:pt x="372" y="136"/>
                      </a:lnTo>
                      <a:lnTo>
                        <a:pt x="371" y="137"/>
                      </a:lnTo>
                      <a:lnTo>
                        <a:pt x="368" y="149"/>
                      </a:lnTo>
                      <a:lnTo>
                        <a:pt x="368" y="155"/>
                      </a:lnTo>
                      <a:lnTo>
                        <a:pt x="376" y="159"/>
                      </a:lnTo>
                      <a:lnTo>
                        <a:pt x="379" y="164"/>
                      </a:lnTo>
                      <a:lnTo>
                        <a:pt x="379" y="172"/>
                      </a:lnTo>
                      <a:lnTo>
                        <a:pt x="379" y="180"/>
                      </a:lnTo>
                      <a:lnTo>
                        <a:pt x="382" y="183"/>
                      </a:lnTo>
                      <a:lnTo>
                        <a:pt x="387" y="185"/>
                      </a:lnTo>
                      <a:lnTo>
                        <a:pt x="394" y="192"/>
                      </a:lnTo>
                      <a:lnTo>
                        <a:pt x="395" y="196"/>
                      </a:lnTo>
                      <a:lnTo>
                        <a:pt x="398" y="209"/>
                      </a:lnTo>
                      <a:lnTo>
                        <a:pt x="398" y="218"/>
                      </a:lnTo>
                      <a:lnTo>
                        <a:pt x="404" y="228"/>
                      </a:lnTo>
                      <a:lnTo>
                        <a:pt x="407" y="250"/>
                      </a:lnTo>
                      <a:lnTo>
                        <a:pt x="407" y="268"/>
                      </a:lnTo>
                      <a:lnTo>
                        <a:pt x="411" y="290"/>
                      </a:lnTo>
                      <a:lnTo>
                        <a:pt x="411" y="294"/>
                      </a:lnTo>
                      <a:lnTo>
                        <a:pt x="415" y="306"/>
                      </a:lnTo>
                      <a:lnTo>
                        <a:pt x="415" y="308"/>
                      </a:lnTo>
                      <a:lnTo>
                        <a:pt x="422" y="311"/>
                      </a:lnTo>
                      <a:lnTo>
                        <a:pt x="429" y="311"/>
                      </a:lnTo>
                      <a:lnTo>
                        <a:pt x="441" y="311"/>
                      </a:lnTo>
                      <a:lnTo>
                        <a:pt x="447" y="309"/>
                      </a:lnTo>
                      <a:lnTo>
                        <a:pt x="457" y="309"/>
                      </a:lnTo>
                      <a:lnTo>
                        <a:pt x="457" y="311"/>
                      </a:lnTo>
                      <a:lnTo>
                        <a:pt x="458" y="311"/>
                      </a:lnTo>
                      <a:lnTo>
                        <a:pt x="458" y="314"/>
                      </a:lnTo>
                      <a:lnTo>
                        <a:pt x="463" y="319"/>
                      </a:lnTo>
                      <a:lnTo>
                        <a:pt x="463" y="331"/>
                      </a:lnTo>
                      <a:lnTo>
                        <a:pt x="454" y="378"/>
                      </a:lnTo>
                      <a:lnTo>
                        <a:pt x="436" y="385"/>
                      </a:lnTo>
                      <a:lnTo>
                        <a:pt x="388" y="407"/>
                      </a:lnTo>
                      <a:lnTo>
                        <a:pt x="387" y="414"/>
                      </a:lnTo>
                      <a:lnTo>
                        <a:pt x="387" y="422"/>
                      </a:lnTo>
                      <a:lnTo>
                        <a:pt x="389" y="432"/>
                      </a:lnTo>
                      <a:lnTo>
                        <a:pt x="389" y="441"/>
                      </a:lnTo>
                      <a:lnTo>
                        <a:pt x="383" y="449"/>
                      </a:lnTo>
                      <a:lnTo>
                        <a:pt x="382" y="451"/>
                      </a:lnTo>
                      <a:lnTo>
                        <a:pt x="382" y="467"/>
                      </a:lnTo>
                      <a:lnTo>
                        <a:pt x="387" y="482"/>
                      </a:lnTo>
                      <a:lnTo>
                        <a:pt x="387" y="508"/>
                      </a:lnTo>
                      <a:lnTo>
                        <a:pt x="389" y="519"/>
                      </a:lnTo>
                      <a:lnTo>
                        <a:pt x="393" y="534"/>
                      </a:lnTo>
                      <a:lnTo>
                        <a:pt x="395" y="548"/>
                      </a:lnTo>
                      <a:lnTo>
                        <a:pt x="394" y="551"/>
                      </a:lnTo>
                      <a:lnTo>
                        <a:pt x="389" y="554"/>
                      </a:lnTo>
                      <a:lnTo>
                        <a:pt x="379" y="558"/>
                      </a:lnTo>
                      <a:lnTo>
                        <a:pt x="364" y="573"/>
                      </a:lnTo>
                      <a:lnTo>
                        <a:pt x="361" y="575"/>
                      </a:lnTo>
                      <a:lnTo>
                        <a:pt x="354" y="600"/>
                      </a:lnTo>
                      <a:lnTo>
                        <a:pt x="329" y="628"/>
                      </a:lnTo>
                      <a:lnTo>
                        <a:pt x="323" y="654"/>
                      </a:lnTo>
                      <a:lnTo>
                        <a:pt x="318" y="675"/>
                      </a:lnTo>
                      <a:lnTo>
                        <a:pt x="317" y="682"/>
                      </a:lnTo>
                      <a:lnTo>
                        <a:pt x="311" y="696"/>
                      </a:lnTo>
                      <a:lnTo>
                        <a:pt x="308" y="704"/>
                      </a:lnTo>
                      <a:lnTo>
                        <a:pt x="307" y="729"/>
                      </a:lnTo>
                      <a:lnTo>
                        <a:pt x="308" y="739"/>
                      </a:lnTo>
                      <a:lnTo>
                        <a:pt x="308" y="749"/>
                      </a:lnTo>
                      <a:lnTo>
                        <a:pt x="305" y="762"/>
                      </a:lnTo>
                      <a:lnTo>
                        <a:pt x="300" y="766"/>
                      </a:lnTo>
                      <a:lnTo>
                        <a:pt x="300" y="769"/>
                      </a:lnTo>
                      <a:lnTo>
                        <a:pt x="298" y="776"/>
                      </a:lnTo>
                      <a:lnTo>
                        <a:pt x="292" y="782"/>
                      </a:lnTo>
                      <a:lnTo>
                        <a:pt x="289" y="796"/>
                      </a:lnTo>
                      <a:lnTo>
                        <a:pt x="281" y="811"/>
                      </a:lnTo>
                      <a:lnTo>
                        <a:pt x="280" y="814"/>
                      </a:lnTo>
                      <a:lnTo>
                        <a:pt x="276" y="825"/>
                      </a:lnTo>
                      <a:lnTo>
                        <a:pt x="274" y="841"/>
                      </a:lnTo>
                      <a:lnTo>
                        <a:pt x="274" y="854"/>
                      </a:lnTo>
                      <a:lnTo>
                        <a:pt x="284" y="863"/>
                      </a:lnTo>
                      <a:lnTo>
                        <a:pt x="284" y="892"/>
                      </a:lnTo>
                      <a:lnTo>
                        <a:pt x="296" y="925"/>
                      </a:lnTo>
                      <a:lnTo>
                        <a:pt x="297" y="935"/>
                      </a:lnTo>
                      <a:lnTo>
                        <a:pt x="296" y="947"/>
                      </a:lnTo>
                      <a:lnTo>
                        <a:pt x="303" y="955"/>
                      </a:lnTo>
                      <a:lnTo>
                        <a:pt x="306" y="960"/>
                      </a:lnTo>
                      <a:lnTo>
                        <a:pt x="309" y="979"/>
                      </a:lnTo>
                      <a:lnTo>
                        <a:pt x="311" y="997"/>
                      </a:lnTo>
                      <a:lnTo>
                        <a:pt x="311" y="1013"/>
                      </a:lnTo>
                      <a:lnTo>
                        <a:pt x="298" y="1032"/>
                      </a:lnTo>
                      <a:lnTo>
                        <a:pt x="292" y="1045"/>
                      </a:lnTo>
                      <a:lnTo>
                        <a:pt x="290" y="1052"/>
                      </a:lnTo>
                      <a:lnTo>
                        <a:pt x="286" y="1075"/>
                      </a:lnTo>
                      <a:lnTo>
                        <a:pt x="285" y="1078"/>
                      </a:lnTo>
                      <a:lnTo>
                        <a:pt x="274" y="1088"/>
                      </a:lnTo>
                      <a:lnTo>
                        <a:pt x="275" y="1117"/>
                      </a:lnTo>
                      <a:lnTo>
                        <a:pt x="278" y="1134"/>
                      </a:lnTo>
                      <a:lnTo>
                        <a:pt x="278" y="1142"/>
                      </a:lnTo>
                      <a:lnTo>
                        <a:pt x="275" y="1144"/>
                      </a:lnTo>
                      <a:lnTo>
                        <a:pt x="269" y="1148"/>
                      </a:lnTo>
                      <a:lnTo>
                        <a:pt x="266" y="1151"/>
                      </a:lnTo>
                      <a:lnTo>
                        <a:pt x="265" y="1159"/>
                      </a:lnTo>
                      <a:lnTo>
                        <a:pt x="263" y="1161"/>
                      </a:lnTo>
                      <a:lnTo>
                        <a:pt x="257" y="1161"/>
                      </a:lnTo>
                      <a:lnTo>
                        <a:pt x="253" y="1164"/>
                      </a:lnTo>
                      <a:lnTo>
                        <a:pt x="247" y="1172"/>
                      </a:lnTo>
                      <a:lnTo>
                        <a:pt x="242" y="1186"/>
                      </a:lnTo>
                      <a:lnTo>
                        <a:pt x="238" y="1225"/>
                      </a:lnTo>
                      <a:lnTo>
                        <a:pt x="238" y="1262"/>
                      </a:lnTo>
                      <a:lnTo>
                        <a:pt x="242" y="1290"/>
                      </a:lnTo>
                      <a:lnTo>
                        <a:pt x="247" y="1301"/>
                      </a:lnTo>
                      <a:lnTo>
                        <a:pt x="247" y="1314"/>
                      </a:lnTo>
                      <a:lnTo>
                        <a:pt x="243" y="1323"/>
                      </a:lnTo>
                      <a:lnTo>
                        <a:pt x="235" y="1332"/>
                      </a:lnTo>
                      <a:lnTo>
                        <a:pt x="230" y="1337"/>
                      </a:lnTo>
                      <a:lnTo>
                        <a:pt x="227" y="1343"/>
                      </a:lnTo>
                      <a:lnTo>
                        <a:pt x="225" y="1358"/>
                      </a:lnTo>
                      <a:lnTo>
                        <a:pt x="208" y="1419"/>
                      </a:lnTo>
                      <a:lnTo>
                        <a:pt x="206" y="1424"/>
                      </a:lnTo>
                      <a:lnTo>
                        <a:pt x="208" y="1440"/>
                      </a:lnTo>
                      <a:lnTo>
                        <a:pt x="199" y="1481"/>
                      </a:lnTo>
                      <a:lnTo>
                        <a:pt x="196" y="1510"/>
                      </a:lnTo>
                      <a:lnTo>
                        <a:pt x="200" y="1525"/>
                      </a:lnTo>
                      <a:lnTo>
                        <a:pt x="209" y="1533"/>
                      </a:lnTo>
                      <a:lnTo>
                        <a:pt x="210" y="1537"/>
                      </a:lnTo>
                      <a:lnTo>
                        <a:pt x="210" y="1549"/>
                      </a:lnTo>
                      <a:lnTo>
                        <a:pt x="209" y="1554"/>
                      </a:lnTo>
                      <a:lnTo>
                        <a:pt x="205" y="1563"/>
                      </a:lnTo>
                      <a:lnTo>
                        <a:pt x="195" y="1576"/>
                      </a:lnTo>
                      <a:lnTo>
                        <a:pt x="190" y="1597"/>
                      </a:lnTo>
                      <a:lnTo>
                        <a:pt x="190" y="1633"/>
                      </a:lnTo>
                      <a:lnTo>
                        <a:pt x="193" y="1639"/>
                      </a:lnTo>
                      <a:lnTo>
                        <a:pt x="196" y="1641"/>
                      </a:lnTo>
                      <a:lnTo>
                        <a:pt x="198" y="1646"/>
                      </a:lnTo>
                      <a:lnTo>
                        <a:pt x="196" y="1673"/>
                      </a:lnTo>
                      <a:lnTo>
                        <a:pt x="198" y="1678"/>
                      </a:lnTo>
                      <a:lnTo>
                        <a:pt x="203" y="1688"/>
                      </a:lnTo>
                      <a:lnTo>
                        <a:pt x="205" y="1703"/>
                      </a:lnTo>
                      <a:lnTo>
                        <a:pt x="201" y="1732"/>
                      </a:lnTo>
                      <a:lnTo>
                        <a:pt x="201" y="1739"/>
                      </a:lnTo>
                      <a:lnTo>
                        <a:pt x="209" y="1739"/>
                      </a:lnTo>
                      <a:lnTo>
                        <a:pt x="223" y="1742"/>
                      </a:lnTo>
                      <a:lnTo>
                        <a:pt x="231" y="1751"/>
                      </a:lnTo>
                      <a:lnTo>
                        <a:pt x="232" y="1759"/>
                      </a:lnTo>
                      <a:lnTo>
                        <a:pt x="230" y="1768"/>
                      </a:lnTo>
                      <a:lnTo>
                        <a:pt x="216" y="1769"/>
                      </a:lnTo>
                      <a:lnTo>
                        <a:pt x="200" y="1767"/>
                      </a:lnTo>
                      <a:lnTo>
                        <a:pt x="196" y="1769"/>
                      </a:lnTo>
                      <a:lnTo>
                        <a:pt x="200" y="1779"/>
                      </a:lnTo>
                      <a:lnTo>
                        <a:pt x="214" y="1785"/>
                      </a:lnTo>
                      <a:lnTo>
                        <a:pt x="223" y="1797"/>
                      </a:lnTo>
                      <a:lnTo>
                        <a:pt x="223" y="1807"/>
                      </a:lnTo>
                      <a:lnTo>
                        <a:pt x="219" y="1812"/>
                      </a:lnTo>
                      <a:lnTo>
                        <a:pt x="215" y="1817"/>
                      </a:lnTo>
                      <a:lnTo>
                        <a:pt x="214" y="1827"/>
                      </a:lnTo>
                      <a:lnTo>
                        <a:pt x="214" y="1853"/>
                      </a:lnTo>
                      <a:lnTo>
                        <a:pt x="212" y="1858"/>
                      </a:lnTo>
                      <a:lnTo>
                        <a:pt x="212" y="1871"/>
                      </a:lnTo>
                      <a:lnTo>
                        <a:pt x="214" y="1879"/>
                      </a:lnTo>
                      <a:lnTo>
                        <a:pt x="212" y="1915"/>
                      </a:lnTo>
                      <a:lnTo>
                        <a:pt x="206" y="1930"/>
                      </a:lnTo>
                      <a:lnTo>
                        <a:pt x="200" y="1945"/>
                      </a:lnTo>
                      <a:lnTo>
                        <a:pt x="199" y="1955"/>
                      </a:lnTo>
                      <a:lnTo>
                        <a:pt x="189" y="1973"/>
                      </a:lnTo>
                      <a:lnTo>
                        <a:pt x="176" y="1992"/>
                      </a:lnTo>
                      <a:lnTo>
                        <a:pt x="172" y="1998"/>
                      </a:lnTo>
                      <a:lnTo>
                        <a:pt x="171" y="2004"/>
                      </a:lnTo>
                      <a:lnTo>
                        <a:pt x="169" y="2019"/>
                      </a:lnTo>
                      <a:lnTo>
                        <a:pt x="171" y="2019"/>
                      </a:lnTo>
                      <a:lnTo>
                        <a:pt x="171" y="2027"/>
                      </a:lnTo>
                      <a:lnTo>
                        <a:pt x="173" y="2033"/>
                      </a:lnTo>
                      <a:lnTo>
                        <a:pt x="176" y="2044"/>
                      </a:lnTo>
                      <a:lnTo>
                        <a:pt x="176" y="2053"/>
                      </a:lnTo>
                      <a:lnTo>
                        <a:pt x="172" y="2055"/>
                      </a:lnTo>
                      <a:lnTo>
                        <a:pt x="171" y="2059"/>
                      </a:lnTo>
                      <a:lnTo>
                        <a:pt x="168" y="2080"/>
                      </a:lnTo>
                      <a:lnTo>
                        <a:pt x="165" y="2093"/>
                      </a:lnTo>
                      <a:lnTo>
                        <a:pt x="162" y="2098"/>
                      </a:lnTo>
                      <a:lnTo>
                        <a:pt x="151" y="2112"/>
                      </a:lnTo>
                      <a:lnTo>
                        <a:pt x="137" y="2139"/>
                      </a:lnTo>
                      <a:lnTo>
                        <a:pt x="133" y="2143"/>
                      </a:lnTo>
                      <a:lnTo>
                        <a:pt x="128" y="2154"/>
                      </a:lnTo>
                      <a:lnTo>
                        <a:pt x="120" y="2186"/>
                      </a:lnTo>
                      <a:lnTo>
                        <a:pt x="120" y="2198"/>
                      </a:lnTo>
                      <a:lnTo>
                        <a:pt x="119" y="2208"/>
                      </a:lnTo>
                      <a:lnTo>
                        <a:pt x="119" y="2238"/>
                      </a:lnTo>
                      <a:lnTo>
                        <a:pt x="120" y="2241"/>
                      </a:lnTo>
                      <a:lnTo>
                        <a:pt x="123" y="2256"/>
                      </a:lnTo>
                      <a:lnTo>
                        <a:pt x="125" y="2263"/>
                      </a:lnTo>
                      <a:lnTo>
                        <a:pt x="129" y="2264"/>
                      </a:lnTo>
                      <a:lnTo>
                        <a:pt x="133" y="2261"/>
                      </a:lnTo>
                      <a:lnTo>
                        <a:pt x="136" y="2253"/>
                      </a:lnTo>
                      <a:lnTo>
                        <a:pt x="144" y="2248"/>
                      </a:lnTo>
                      <a:lnTo>
                        <a:pt x="163" y="2252"/>
                      </a:lnTo>
                      <a:lnTo>
                        <a:pt x="168" y="2246"/>
                      </a:lnTo>
                      <a:lnTo>
                        <a:pt x="169" y="2246"/>
                      </a:lnTo>
                      <a:lnTo>
                        <a:pt x="173" y="2247"/>
                      </a:lnTo>
                      <a:lnTo>
                        <a:pt x="176" y="2249"/>
                      </a:lnTo>
                      <a:lnTo>
                        <a:pt x="178" y="2268"/>
                      </a:lnTo>
                      <a:lnTo>
                        <a:pt x="179" y="2283"/>
                      </a:lnTo>
                      <a:lnTo>
                        <a:pt x="178" y="2340"/>
                      </a:lnTo>
                      <a:lnTo>
                        <a:pt x="179" y="2345"/>
                      </a:lnTo>
                      <a:lnTo>
                        <a:pt x="185" y="2359"/>
                      </a:lnTo>
                      <a:lnTo>
                        <a:pt x="190" y="2364"/>
                      </a:lnTo>
                      <a:lnTo>
                        <a:pt x="204" y="2370"/>
                      </a:lnTo>
                      <a:lnTo>
                        <a:pt x="259" y="2370"/>
                      </a:lnTo>
                      <a:lnTo>
                        <a:pt x="264" y="2371"/>
                      </a:lnTo>
                      <a:lnTo>
                        <a:pt x="269" y="2371"/>
                      </a:lnTo>
                      <a:lnTo>
                        <a:pt x="289" y="2371"/>
                      </a:lnTo>
                      <a:lnTo>
                        <a:pt x="306" y="2367"/>
                      </a:lnTo>
                      <a:lnTo>
                        <a:pt x="317" y="2369"/>
                      </a:lnTo>
                      <a:lnTo>
                        <a:pt x="343" y="2377"/>
                      </a:lnTo>
                      <a:lnTo>
                        <a:pt x="375" y="2383"/>
                      </a:lnTo>
                      <a:lnTo>
                        <a:pt x="389" y="2391"/>
                      </a:lnTo>
                      <a:lnTo>
                        <a:pt x="394" y="2392"/>
                      </a:lnTo>
                      <a:lnTo>
                        <a:pt x="394" y="2396"/>
                      </a:lnTo>
                      <a:lnTo>
                        <a:pt x="391" y="2397"/>
                      </a:lnTo>
                      <a:lnTo>
                        <a:pt x="379" y="2393"/>
                      </a:lnTo>
                      <a:lnTo>
                        <a:pt x="368" y="2393"/>
                      </a:lnTo>
                      <a:lnTo>
                        <a:pt x="355" y="2386"/>
                      </a:lnTo>
                      <a:lnTo>
                        <a:pt x="348" y="2385"/>
                      </a:lnTo>
                      <a:lnTo>
                        <a:pt x="333" y="2392"/>
                      </a:lnTo>
                      <a:lnTo>
                        <a:pt x="330" y="2399"/>
                      </a:lnTo>
                      <a:lnTo>
                        <a:pt x="327" y="2405"/>
                      </a:lnTo>
                      <a:lnTo>
                        <a:pt x="311" y="2409"/>
                      </a:lnTo>
                      <a:lnTo>
                        <a:pt x="294" y="2419"/>
                      </a:lnTo>
                      <a:lnTo>
                        <a:pt x="290" y="2424"/>
                      </a:lnTo>
                      <a:lnTo>
                        <a:pt x="281" y="2426"/>
                      </a:lnTo>
                      <a:lnTo>
                        <a:pt x="275" y="2425"/>
                      </a:lnTo>
                      <a:lnTo>
                        <a:pt x="268" y="2429"/>
                      </a:lnTo>
                      <a:lnTo>
                        <a:pt x="259" y="2431"/>
                      </a:lnTo>
                      <a:lnTo>
                        <a:pt x="259" y="2455"/>
                      </a:lnTo>
                      <a:lnTo>
                        <a:pt x="253" y="2479"/>
                      </a:lnTo>
                      <a:lnTo>
                        <a:pt x="251" y="2512"/>
                      </a:lnTo>
                      <a:lnTo>
                        <a:pt x="249" y="2521"/>
                      </a:lnTo>
                      <a:lnTo>
                        <a:pt x="246" y="2527"/>
                      </a:lnTo>
                      <a:lnTo>
                        <a:pt x="243" y="2531"/>
                      </a:lnTo>
                      <a:lnTo>
                        <a:pt x="237" y="2531"/>
                      </a:lnTo>
                      <a:lnTo>
                        <a:pt x="222" y="2526"/>
                      </a:lnTo>
                      <a:lnTo>
                        <a:pt x="214" y="2525"/>
                      </a:lnTo>
                      <a:lnTo>
                        <a:pt x="194" y="2515"/>
                      </a:lnTo>
                      <a:lnTo>
                        <a:pt x="183" y="2505"/>
                      </a:lnTo>
                      <a:lnTo>
                        <a:pt x="178" y="2495"/>
                      </a:lnTo>
                      <a:lnTo>
                        <a:pt x="179" y="2485"/>
                      </a:lnTo>
                      <a:lnTo>
                        <a:pt x="188" y="2480"/>
                      </a:lnTo>
                      <a:lnTo>
                        <a:pt x="190" y="2488"/>
                      </a:lnTo>
                      <a:lnTo>
                        <a:pt x="189" y="2494"/>
                      </a:lnTo>
                      <a:lnTo>
                        <a:pt x="198" y="2490"/>
                      </a:lnTo>
                      <a:lnTo>
                        <a:pt x="201" y="2483"/>
                      </a:lnTo>
                      <a:lnTo>
                        <a:pt x="208" y="2477"/>
                      </a:lnTo>
                      <a:lnTo>
                        <a:pt x="220" y="2475"/>
                      </a:lnTo>
                      <a:lnTo>
                        <a:pt x="231" y="2468"/>
                      </a:lnTo>
                      <a:lnTo>
                        <a:pt x="238" y="2461"/>
                      </a:lnTo>
                      <a:lnTo>
                        <a:pt x="243" y="2450"/>
                      </a:lnTo>
                      <a:lnTo>
                        <a:pt x="244" y="2442"/>
                      </a:lnTo>
                      <a:lnTo>
                        <a:pt x="233" y="2436"/>
                      </a:lnTo>
                      <a:lnTo>
                        <a:pt x="227" y="2428"/>
                      </a:lnTo>
                      <a:lnTo>
                        <a:pt x="222" y="2417"/>
                      </a:lnTo>
                      <a:lnTo>
                        <a:pt x="211" y="2414"/>
                      </a:lnTo>
                      <a:lnTo>
                        <a:pt x="189" y="2413"/>
                      </a:lnTo>
                      <a:lnTo>
                        <a:pt x="176" y="2418"/>
                      </a:lnTo>
                      <a:lnTo>
                        <a:pt x="171" y="2424"/>
                      </a:lnTo>
                      <a:lnTo>
                        <a:pt x="171" y="2417"/>
                      </a:lnTo>
                      <a:lnTo>
                        <a:pt x="168" y="2412"/>
                      </a:lnTo>
                      <a:lnTo>
                        <a:pt x="153" y="2414"/>
                      </a:lnTo>
                      <a:lnTo>
                        <a:pt x="153" y="2409"/>
                      </a:lnTo>
                      <a:lnTo>
                        <a:pt x="156" y="2404"/>
                      </a:lnTo>
                      <a:lnTo>
                        <a:pt x="168" y="2398"/>
                      </a:lnTo>
                      <a:lnTo>
                        <a:pt x="171" y="2388"/>
                      </a:lnTo>
                      <a:lnTo>
                        <a:pt x="171" y="2376"/>
                      </a:lnTo>
                      <a:lnTo>
                        <a:pt x="160" y="2364"/>
                      </a:lnTo>
                      <a:lnTo>
                        <a:pt x="168" y="2360"/>
                      </a:lnTo>
                      <a:lnTo>
                        <a:pt x="169" y="2354"/>
                      </a:lnTo>
                      <a:lnTo>
                        <a:pt x="168" y="2345"/>
                      </a:lnTo>
                      <a:lnTo>
                        <a:pt x="160" y="2335"/>
                      </a:lnTo>
                      <a:lnTo>
                        <a:pt x="145" y="2322"/>
                      </a:lnTo>
                      <a:lnTo>
                        <a:pt x="134" y="2316"/>
                      </a:lnTo>
                      <a:lnTo>
                        <a:pt x="129" y="2316"/>
                      </a:lnTo>
                      <a:lnTo>
                        <a:pt x="160" y="2338"/>
                      </a:lnTo>
                      <a:lnTo>
                        <a:pt x="160" y="2345"/>
                      </a:lnTo>
                      <a:lnTo>
                        <a:pt x="153" y="2348"/>
                      </a:lnTo>
                      <a:lnTo>
                        <a:pt x="146" y="2344"/>
                      </a:lnTo>
                      <a:lnTo>
                        <a:pt x="137" y="2335"/>
                      </a:lnTo>
                      <a:lnTo>
                        <a:pt x="135" y="2338"/>
                      </a:lnTo>
                      <a:lnTo>
                        <a:pt x="141" y="2351"/>
                      </a:lnTo>
                      <a:lnTo>
                        <a:pt x="137" y="2361"/>
                      </a:lnTo>
                      <a:lnTo>
                        <a:pt x="133" y="2365"/>
                      </a:lnTo>
                      <a:lnTo>
                        <a:pt x="130" y="2360"/>
                      </a:lnTo>
                      <a:lnTo>
                        <a:pt x="126" y="2353"/>
                      </a:lnTo>
                      <a:lnTo>
                        <a:pt x="125" y="2343"/>
                      </a:lnTo>
                      <a:lnTo>
                        <a:pt x="119" y="2329"/>
                      </a:lnTo>
                      <a:lnTo>
                        <a:pt x="125" y="2344"/>
                      </a:lnTo>
                      <a:lnTo>
                        <a:pt x="126" y="2359"/>
                      </a:lnTo>
                      <a:lnTo>
                        <a:pt x="125" y="2371"/>
                      </a:lnTo>
                      <a:lnTo>
                        <a:pt x="119" y="2370"/>
                      </a:lnTo>
                      <a:lnTo>
                        <a:pt x="114" y="2367"/>
                      </a:lnTo>
                      <a:lnTo>
                        <a:pt x="110" y="2355"/>
                      </a:lnTo>
                      <a:lnTo>
                        <a:pt x="113" y="2332"/>
                      </a:lnTo>
                      <a:lnTo>
                        <a:pt x="106" y="2312"/>
                      </a:lnTo>
                      <a:lnTo>
                        <a:pt x="81" y="2285"/>
                      </a:lnTo>
                      <a:lnTo>
                        <a:pt x="79" y="2274"/>
                      </a:lnTo>
                      <a:lnTo>
                        <a:pt x="81" y="2267"/>
                      </a:lnTo>
                      <a:lnTo>
                        <a:pt x="92" y="2267"/>
                      </a:lnTo>
                      <a:lnTo>
                        <a:pt x="102" y="2263"/>
                      </a:lnTo>
                      <a:lnTo>
                        <a:pt x="101" y="2252"/>
                      </a:lnTo>
                      <a:lnTo>
                        <a:pt x="97" y="2249"/>
                      </a:lnTo>
                      <a:lnTo>
                        <a:pt x="94" y="2256"/>
                      </a:lnTo>
                      <a:lnTo>
                        <a:pt x="90" y="2256"/>
                      </a:lnTo>
                      <a:lnTo>
                        <a:pt x="83" y="2251"/>
                      </a:lnTo>
                      <a:lnTo>
                        <a:pt x="79" y="2240"/>
                      </a:lnTo>
                      <a:lnTo>
                        <a:pt x="82" y="2234"/>
                      </a:lnTo>
                      <a:lnTo>
                        <a:pt x="93" y="2237"/>
                      </a:lnTo>
                      <a:lnTo>
                        <a:pt x="92" y="2234"/>
                      </a:lnTo>
                      <a:lnTo>
                        <a:pt x="86" y="2227"/>
                      </a:lnTo>
                      <a:lnTo>
                        <a:pt x="74" y="2225"/>
                      </a:lnTo>
                      <a:lnTo>
                        <a:pt x="66" y="2221"/>
                      </a:lnTo>
                      <a:lnTo>
                        <a:pt x="60" y="2214"/>
                      </a:lnTo>
                      <a:lnTo>
                        <a:pt x="55" y="2204"/>
                      </a:lnTo>
                      <a:lnTo>
                        <a:pt x="69" y="2189"/>
                      </a:lnTo>
                      <a:lnTo>
                        <a:pt x="70" y="2173"/>
                      </a:lnTo>
                      <a:lnTo>
                        <a:pt x="72" y="2170"/>
                      </a:lnTo>
                      <a:lnTo>
                        <a:pt x="72" y="2164"/>
                      </a:lnTo>
                      <a:lnTo>
                        <a:pt x="87" y="2154"/>
                      </a:lnTo>
                      <a:lnTo>
                        <a:pt x="93" y="2156"/>
                      </a:lnTo>
                      <a:lnTo>
                        <a:pt x="97" y="2156"/>
                      </a:lnTo>
                      <a:lnTo>
                        <a:pt x="97" y="2154"/>
                      </a:lnTo>
                      <a:lnTo>
                        <a:pt x="92" y="2150"/>
                      </a:lnTo>
                      <a:lnTo>
                        <a:pt x="90" y="2144"/>
                      </a:lnTo>
                      <a:lnTo>
                        <a:pt x="97" y="2116"/>
                      </a:lnTo>
                      <a:lnTo>
                        <a:pt x="93" y="2117"/>
                      </a:lnTo>
                      <a:lnTo>
                        <a:pt x="85" y="2125"/>
                      </a:lnTo>
                      <a:lnTo>
                        <a:pt x="82" y="2134"/>
                      </a:lnTo>
                      <a:lnTo>
                        <a:pt x="77" y="2144"/>
                      </a:lnTo>
                      <a:lnTo>
                        <a:pt x="72" y="2141"/>
                      </a:lnTo>
                      <a:lnTo>
                        <a:pt x="70" y="2134"/>
                      </a:lnTo>
                      <a:lnTo>
                        <a:pt x="69" y="2119"/>
                      </a:lnTo>
                      <a:lnTo>
                        <a:pt x="69" y="2089"/>
                      </a:lnTo>
                      <a:lnTo>
                        <a:pt x="72" y="2082"/>
                      </a:lnTo>
                      <a:lnTo>
                        <a:pt x="77" y="2084"/>
                      </a:lnTo>
                      <a:lnTo>
                        <a:pt x="70" y="2076"/>
                      </a:lnTo>
                      <a:lnTo>
                        <a:pt x="72" y="2065"/>
                      </a:lnTo>
                      <a:lnTo>
                        <a:pt x="88" y="2064"/>
                      </a:lnTo>
                      <a:lnTo>
                        <a:pt x="98" y="2073"/>
                      </a:lnTo>
                      <a:lnTo>
                        <a:pt x="96" y="2064"/>
                      </a:lnTo>
                      <a:lnTo>
                        <a:pt x="93" y="2052"/>
                      </a:lnTo>
                      <a:lnTo>
                        <a:pt x="90" y="2057"/>
                      </a:lnTo>
                      <a:lnTo>
                        <a:pt x="69" y="2062"/>
                      </a:lnTo>
                      <a:lnTo>
                        <a:pt x="65" y="2058"/>
                      </a:lnTo>
                      <a:lnTo>
                        <a:pt x="63" y="2048"/>
                      </a:lnTo>
                      <a:lnTo>
                        <a:pt x="59" y="2042"/>
                      </a:lnTo>
                      <a:lnTo>
                        <a:pt x="59" y="2021"/>
                      </a:lnTo>
                      <a:lnTo>
                        <a:pt x="66" y="2022"/>
                      </a:lnTo>
                      <a:lnTo>
                        <a:pt x="72" y="2032"/>
                      </a:lnTo>
                      <a:lnTo>
                        <a:pt x="76" y="2042"/>
                      </a:lnTo>
                      <a:lnTo>
                        <a:pt x="75" y="2027"/>
                      </a:lnTo>
                      <a:lnTo>
                        <a:pt x="79" y="2025"/>
                      </a:lnTo>
                      <a:lnTo>
                        <a:pt x="99" y="2028"/>
                      </a:lnTo>
                      <a:lnTo>
                        <a:pt x="115" y="2041"/>
                      </a:lnTo>
                      <a:lnTo>
                        <a:pt x="122" y="2041"/>
                      </a:lnTo>
                      <a:lnTo>
                        <a:pt x="109" y="2032"/>
                      </a:lnTo>
                      <a:lnTo>
                        <a:pt x="102" y="2019"/>
                      </a:lnTo>
                      <a:lnTo>
                        <a:pt x="99" y="2005"/>
                      </a:lnTo>
                      <a:lnTo>
                        <a:pt x="97" y="1999"/>
                      </a:lnTo>
                      <a:lnTo>
                        <a:pt x="94" y="2006"/>
                      </a:lnTo>
                      <a:lnTo>
                        <a:pt x="81" y="2005"/>
                      </a:lnTo>
                      <a:lnTo>
                        <a:pt x="76" y="2000"/>
                      </a:lnTo>
                      <a:lnTo>
                        <a:pt x="77" y="1995"/>
                      </a:lnTo>
                      <a:lnTo>
                        <a:pt x="85" y="1989"/>
                      </a:lnTo>
                      <a:lnTo>
                        <a:pt x="76" y="1987"/>
                      </a:lnTo>
                      <a:lnTo>
                        <a:pt x="63" y="1979"/>
                      </a:lnTo>
                      <a:lnTo>
                        <a:pt x="60" y="1976"/>
                      </a:lnTo>
                      <a:lnTo>
                        <a:pt x="65" y="1966"/>
                      </a:lnTo>
                      <a:lnTo>
                        <a:pt x="76" y="1961"/>
                      </a:lnTo>
                      <a:lnTo>
                        <a:pt x="85" y="1958"/>
                      </a:lnTo>
                      <a:lnTo>
                        <a:pt x="77" y="1951"/>
                      </a:lnTo>
                      <a:lnTo>
                        <a:pt x="87" y="1941"/>
                      </a:lnTo>
                      <a:lnTo>
                        <a:pt x="83" y="1939"/>
                      </a:lnTo>
                      <a:lnTo>
                        <a:pt x="81" y="1931"/>
                      </a:lnTo>
                      <a:lnTo>
                        <a:pt x="74" y="1925"/>
                      </a:lnTo>
                      <a:lnTo>
                        <a:pt x="66" y="1920"/>
                      </a:lnTo>
                      <a:lnTo>
                        <a:pt x="59" y="1920"/>
                      </a:lnTo>
                      <a:lnTo>
                        <a:pt x="54" y="1926"/>
                      </a:lnTo>
                      <a:lnTo>
                        <a:pt x="48" y="1929"/>
                      </a:lnTo>
                      <a:lnTo>
                        <a:pt x="33" y="1922"/>
                      </a:lnTo>
                      <a:lnTo>
                        <a:pt x="28" y="1914"/>
                      </a:lnTo>
                      <a:lnTo>
                        <a:pt x="22" y="1909"/>
                      </a:lnTo>
                      <a:lnTo>
                        <a:pt x="13" y="1914"/>
                      </a:lnTo>
                      <a:lnTo>
                        <a:pt x="7" y="1919"/>
                      </a:lnTo>
                      <a:lnTo>
                        <a:pt x="12" y="1923"/>
                      </a:lnTo>
                      <a:lnTo>
                        <a:pt x="15" y="1930"/>
                      </a:lnTo>
                      <a:lnTo>
                        <a:pt x="12" y="1939"/>
                      </a:lnTo>
                      <a:lnTo>
                        <a:pt x="1" y="1937"/>
                      </a:lnTo>
                      <a:lnTo>
                        <a:pt x="0" y="1929"/>
                      </a:lnTo>
                      <a:lnTo>
                        <a:pt x="4" y="1908"/>
                      </a:lnTo>
                      <a:lnTo>
                        <a:pt x="12" y="1903"/>
                      </a:lnTo>
                      <a:lnTo>
                        <a:pt x="20" y="1896"/>
                      </a:lnTo>
                      <a:lnTo>
                        <a:pt x="27" y="1885"/>
                      </a:lnTo>
                      <a:lnTo>
                        <a:pt x="36" y="1883"/>
                      </a:lnTo>
                      <a:lnTo>
                        <a:pt x="44" y="1879"/>
                      </a:lnTo>
                      <a:lnTo>
                        <a:pt x="44" y="1871"/>
                      </a:lnTo>
                      <a:lnTo>
                        <a:pt x="42" y="1870"/>
                      </a:lnTo>
                      <a:lnTo>
                        <a:pt x="36" y="1871"/>
                      </a:lnTo>
                      <a:lnTo>
                        <a:pt x="32" y="1869"/>
                      </a:lnTo>
                      <a:lnTo>
                        <a:pt x="29" y="1865"/>
                      </a:lnTo>
                      <a:lnTo>
                        <a:pt x="29" y="1856"/>
                      </a:lnTo>
                      <a:lnTo>
                        <a:pt x="47" y="1853"/>
                      </a:lnTo>
                      <a:lnTo>
                        <a:pt x="55" y="1855"/>
                      </a:lnTo>
                      <a:lnTo>
                        <a:pt x="59" y="1859"/>
                      </a:lnTo>
                      <a:lnTo>
                        <a:pt x="66" y="1853"/>
                      </a:lnTo>
                      <a:lnTo>
                        <a:pt x="72" y="1856"/>
                      </a:lnTo>
                      <a:lnTo>
                        <a:pt x="79" y="1860"/>
                      </a:lnTo>
                      <a:lnTo>
                        <a:pt x="76" y="1867"/>
                      </a:lnTo>
                      <a:lnTo>
                        <a:pt x="77" y="1874"/>
                      </a:lnTo>
                      <a:lnTo>
                        <a:pt x="82" y="1869"/>
                      </a:lnTo>
                      <a:lnTo>
                        <a:pt x="82" y="1876"/>
                      </a:lnTo>
                      <a:lnTo>
                        <a:pt x="76" y="1883"/>
                      </a:lnTo>
                      <a:lnTo>
                        <a:pt x="74" y="1890"/>
                      </a:lnTo>
                      <a:lnTo>
                        <a:pt x="79" y="1897"/>
                      </a:lnTo>
                      <a:lnTo>
                        <a:pt x="86" y="1898"/>
                      </a:lnTo>
                      <a:lnTo>
                        <a:pt x="91" y="1888"/>
                      </a:lnTo>
                      <a:lnTo>
                        <a:pt x="96" y="1882"/>
                      </a:lnTo>
                      <a:lnTo>
                        <a:pt x="97" y="1888"/>
                      </a:lnTo>
                      <a:lnTo>
                        <a:pt x="94" y="1899"/>
                      </a:lnTo>
                      <a:lnTo>
                        <a:pt x="94" y="1906"/>
                      </a:lnTo>
                      <a:lnTo>
                        <a:pt x="99" y="1903"/>
                      </a:lnTo>
                      <a:lnTo>
                        <a:pt x="101" y="1896"/>
                      </a:lnTo>
                      <a:lnTo>
                        <a:pt x="104" y="1892"/>
                      </a:lnTo>
                      <a:lnTo>
                        <a:pt x="112" y="1886"/>
                      </a:lnTo>
                      <a:lnTo>
                        <a:pt x="118" y="1882"/>
                      </a:lnTo>
                      <a:lnTo>
                        <a:pt x="118" y="1879"/>
                      </a:lnTo>
                      <a:lnTo>
                        <a:pt x="120" y="1870"/>
                      </a:lnTo>
                      <a:lnTo>
                        <a:pt x="125" y="1859"/>
                      </a:lnTo>
                      <a:lnTo>
                        <a:pt x="125" y="1852"/>
                      </a:lnTo>
                      <a:lnTo>
                        <a:pt x="120" y="1855"/>
                      </a:lnTo>
                      <a:lnTo>
                        <a:pt x="117" y="1860"/>
                      </a:lnTo>
                      <a:lnTo>
                        <a:pt x="115" y="1866"/>
                      </a:lnTo>
                      <a:lnTo>
                        <a:pt x="108" y="1880"/>
                      </a:lnTo>
                      <a:lnTo>
                        <a:pt x="110" y="1855"/>
                      </a:lnTo>
                      <a:lnTo>
                        <a:pt x="113" y="1850"/>
                      </a:lnTo>
                      <a:lnTo>
                        <a:pt x="114" y="1849"/>
                      </a:lnTo>
                      <a:lnTo>
                        <a:pt x="128" y="1847"/>
                      </a:lnTo>
                      <a:lnTo>
                        <a:pt x="119" y="1844"/>
                      </a:lnTo>
                      <a:lnTo>
                        <a:pt x="119" y="1839"/>
                      </a:lnTo>
                      <a:lnTo>
                        <a:pt x="124" y="1834"/>
                      </a:lnTo>
                      <a:lnTo>
                        <a:pt x="131" y="1831"/>
                      </a:lnTo>
                      <a:lnTo>
                        <a:pt x="131" y="1827"/>
                      </a:lnTo>
                      <a:lnTo>
                        <a:pt x="124" y="1828"/>
                      </a:lnTo>
                      <a:lnTo>
                        <a:pt x="112" y="1833"/>
                      </a:lnTo>
                      <a:lnTo>
                        <a:pt x="113" y="1823"/>
                      </a:lnTo>
                      <a:lnTo>
                        <a:pt x="117" y="1818"/>
                      </a:lnTo>
                      <a:lnTo>
                        <a:pt x="122" y="1813"/>
                      </a:lnTo>
                      <a:lnTo>
                        <a:pt x="126" y="1812"/>
                      </a:lnTo>
                      <a:lnTo>
                        <a:pt x="134" y="1818"/>
                      </a:lnTo>
                      <a:lnTo>
                        <a:pt x="140" y="1821"/>
                      </a:lnTo>
                      <a:lnTo>
                        <a:pt x="144" y="1824"/>
                      </a:lnTo>
                      <a:lnTo>
                        <a:pt x="150" y="1823"/>
                      </a:lnTo>
                      <a:lnTo>
                        <a:pt x="150" y="1816"/>
                      </a:lnTo>
                      <a:lnTo>
                        <a:pt x="142" y="1816"/>
                      </a:lnTo>
                      <a:lnTo>
                        <a:pt x="129" y="1807"/>
                      </a:lnTo>
                      <a:lnTo>
                        <a:pt x="120" y="1806"/>
                      </a:lnTo>
                      <a:lnTo>
                        <a:pt x="122" y="1795"/>
                      </a:lnTo>
                      <a:lnTo>
                        <a:pt x="122" y="1789"/>
                      </a:lnTo>
                      <a:lnTo>
                        <a:pt x="126" y="1786"/>
                      </a:lnTo>
                      <a:lnTo>
                        <a:pt x="136" y="1786"/>
                      </a:lnTo>
                      <a:lnTo>
                        <a:pt x="145" y="1784"/>
                      </a:lnTo>
                      <a:lnTo>
                        <a:pt x="156" y="1773"/>
                      </a:lnTo>
                      <a:lnTo>
                        <a:pt x="157" y="1767"/>
                      </a:lnTo>
                      <a:lnTo>
                        <a:pt x="157" y="1750"/>
                      </a:lnTo>
                      <a:lnTo>
                        <a:pt x="153" y="1742"/>
                      </a:lnTo>
                      <a:lnTo>
                        <a:pt x="149" y="1740"/>
                      </a:lnTo>
                      <a:lnTo>
                        <a:pt x="136" y="1729"/>
                      </a:lnTo>
                      <a:lnTo>
                        <a:pt x="130" y="1726"/>
                      </a:lnTo>
                      <a:lnTo>
                        <a:pt x="126" y="1723"/>
                      </a:lnTo>
                      <a:lnTo>
                        <a:pt x="126" y="1720"/>
                      </a:lnTo>
                      <a:lnTo>
                        <a:pt x="128" y="1720"/>
                      </a:lnTo>
                      <a:lnTo>
                        <a:pt x="129" y="1718"/>
                      </a:lnTo>
                      <a:lnTo>
                        <a:pt x="135" y="1711"/>
                      </a:lnTo>
                      <a:lnTo>
                        <a:pt x="137" y="1704"/>
                      </a:lnTo>
                      <a:lnTo>
                        <a:pt x="141" y="1697"/>
                      </a:lnTo>
                      <a:lnTo>
                        <a:pt x="146" y="1691"/>
                      </a:lnTo>
                      <a:lnTo>
                        <a:pt x="144" y="1686"/>
                      </a:lnTo>
                      <a:lnTo>
                        <a:pt x="146" y="1680"/>
                      </a:lnTo>
                      <a:lnTo>
                        <a:pt x="140" y="1675"/>
                      </a:lnTo>
                      <a:lnTo>
                        <a:pt x="139" y="1667"/>
                      </a:lnTo>
                      <a:lnTo>
                        <a:pt x="140" y="1661"/>
                      </a:lnTo>
                      <a:lnTo>
                        <a:pt x="142" y="1656"/>
                      </a:lnTo>
                      <a:lnTo>
                        <a:pt x="149" y="1651"/>
                      </a:lnTo>
                      <a:lnTo>
                        <a:pt x="153" y="1633"/>
                      </a:lnTo>
                      <a:lnTo>
                        <a:pt x="151" y="1612"/>
                      </a:lnTo>
                      <a:lnTo>
                        <a:pt x="158" y="1601"/>
                      </a:lnTo>
                      <a:lnTo>
                        <a:pt x="166" y="1603"/>
                      </a:lnTo>
                      <a:lnTo>
                        <a:pt x="161" y="1597"/>
                      </a:lnTo>
                      <a:lnTo>
                        <a:pt x="155" y="1587"/>
                      </a:lnTo>
                      <a:lnTo>
                        <a:pt x="160" y="1578"/>
                      </a:lnTo>
                      <a:lnTo>
                        <a:pt x="167" y="1580"/>
                      </a:lnTo>
                      <a:lnTo>
                        <a:pt x="172" y="1594"/>
                      </a:lnTo>
                      <a:lnTo>
                        <a:pt x="172" y="1583"/>
                      </a:lnTo>
                      <a:lnTo>
                        <a:pt x="171" y="1562"/>
                      </a:lnTo>
                      <a:lnTo>
                        <a:pt x="162" y="1562"/>
                      </a:lnTo>
                      <a:lnTo>
                        <a:pt x="153" y="1558"/>
                      </a:lnTo>
                      <a:lnTo>
                        <a:pt x="156" y="1548"/>
                      </a:lnTo>
                      <a:lnTo>
                        <a:pt x="166" y="1541"/>
                      </a:lnTo>
                      <a:lnTo>
                        <a:pt x="172" y="1540"/>
                      </a:lnTo>
                      <a:lnTo>
                        <a:pt x="178" y="1533"/>
                      </a:lnTo>
                      <a:lnTo>
                        <a:pt x="178" y="1532"/>
                      </a:lnTo>
                      <a:lnTo>
                        <a:pt x="169" y="1536"/>
                      </a:lnTo>
                      <a:lnTo>
                        <a:pt x="163" y="1536"/>
                      </a:lnTo>
                      <a:lnTo>
                        <a:pt x="157" y="1533"/>
                      </a:lnTo>
                      <a:lnTo>
                        <a:pt x="151" y="1525"/>
                      </a:lnTo>
                      <a:lnTo>
                        <a:pt x="141" y="1525"/>
                      </a:lnTo>
                      <a:lnTo>
                        <a:pt x="135" y="1528"/>
                      </a:lnTo>
                      <a:lnTo>
                        <a:pt x="134" y="1535"/>
                      </a:lnTo>
                      <a:lnTo>
                        <a:pt x="130" y="1540"/>
                      </a:lnTo>
                      <a:lnTo>
                        <a:pt x="117" y="1543"/>
                      </a:lnTo>
                      <a:lnTo>
                        <a:pt x="103" y="1537"/>
                      </a:lnTo>
                      <a:lnTo>
                        <a:pt x="104" y="1531"/>
                      </a:lnTo>
                      <a:lnTo>
                        <a:pt x="101" y="1525"/>
                      </a:lnTo>
                      <a:lnTo>
                        <a:pt x="97" y="1524"/>
                      </a:lnTo>
                      <a:lnTo>
                        <a:pt x="93" y="1516"/>
                      </a:lnTo>
                      <a:lnTo>
                        <a:pt x="92" y="1504"/>
                      </a:lnTo>
                      <a:lnTo>
                        <a:pt x="93" y="1489"/>
                      </a:lnTo>
                      <a:lnTo>
                        <a:pt x="96" y="1466"/>
                      </a:lnTo>
                      <a:lnTo>
                        <a:pt x="101" y="1454"/>
                      </a:lnTo>
                      <a:lnTo>
                        <a:pt x="102" y="1407"/>
                      </a:lnTo>
                      <a:lnTo>
                        <a:pt x="112" y="1402"/>
                      </a:lnTo>
                      <a:lnTo>
                        <a:pt x="113" y="1396"/>
                      </a:lnTo>
                      <a:lnTo>
                        <a:pt x="118" y="1390"/>
                      </a:lnTo>
                      <a:lnTo>
                        <a:pt x="122" y="1379"/>
                      </a:lnTo>
                      <a:lnTo>
                        <a:pt x="120" y="1349"/>
                      </a:lnTo>
                      <a:lnTo>
                        <a:pt x="115" y="1329"/>
                      </a:lnTo>
                      <a:lnTo>
                        <a:pt x="108" y="1314"/>
                      </a:lnTo>
                      <a:lnTo>
                        <a:pt x="108" y="1311"/>
                      </a:lnTo>
                      <a:lnTo>
                        <a:pt x="109" y="1311"/>
                      </a:lnTo>
                      <a:lnTo>
                        <a:pt x="112" y="1285"/>
                      </a:lnTo>
                      <a:lnTo>
                        <a:pt x="109" y="1274"/>
                      </a:lnTo>
                      <a:lnTo>
                        <a:pt x="104" y="1261"/>
                      </a:lnTo>
                      <a:lnTo>
                        <a:pt x="106" y="1244"/>
                      </a:lnTo>
                      <a:lnTo>
                        <a:pt x="106" y="1225"/>
                      </a:lnTo>
                      <a:lnTo>
                        <a:pt x="113" y="1215"/>
                      </a:lnTo>
                      <a:lnTo>
                        <a:pt x="122" y="1219"/>
                      </a:lnTo>
                      <a:lnTo>
                        <a:pt x="130" y="1215"/>
                      </a:lnTo>
                      <a:lnTo>
                        <a:pt x="129" y="1182"/>
                      </a:lnTo>
                      <a:lnTo>
                        <a:pt x="134" y="1178"/>
                      </a:lnTo>
                      <a:lnTo>
                        <a:pt x="137" y="1182"/>
                      </a:lnTo>
                      <a:lnTo>
                        <a:pt x="141" y="1180"/>
                      </a:lnTo>
                      <a:lnTo>
                        <a:pt x="149" y="1161"/>
                      </a:lnTo>
                      <a:lnTo>
                        <a:pt x="152" y="1139"/>
                      </a:lnTo>
                      <a:lnTo>
                        <a:pt x="158" y="1132"/>
                      </a:lnTo>
                      <a:lnTo>
                        <a:pt x="162" y="1116"/>
                      </a:lnTo>
                      <a:lnTo>
                        <a:pt x="166" y="1105"/>
                      </a:lnTo>
                      <a:lnTo>
                        <a:pt x="182" y="1076"/>
                      </a:lnTo>
                      <a:lnTo>
                        <a:pt x="183" y="1068"/>
                      </a:lnTo>
                      <a:lnTo>
                        <a:pt x="194" y="1037"/>
                      </a:lnTo>
                      <a:lnTo>
                        <a:pt x="195" y="1025"/>
                      </a:lnTo>
                      <a:lnTo>
                        <a:pt x="196" y="1024"/>
                      </a:lnTo>
                      <a:lnTo>
                        <a:pt x="204" y="994"/>
                      </a:lnTo>
                      <a:lnTo>
                        <a:pt x="210" y="987"/>
                      </a:lnTo>
                      <a:lnTo>
                        <a:pt x="210" y="950"/>
                      </a:lnTo>
                      <a:lnTo>
                        <a:pt x="217" y="939"/>
                      </a:lnTo>
                      <a:lnTo>
                        <a:pt x="221" y="928"/>
                      </a:lnTo>
                      <a:lnTo>
                        <a:pt x="221" y="903"/>
                      </a:lnTo>
                      <a:lnTo>
                        <a:pt x="216" y="882"/>
                      </a:lnTo>
                      <a:lnTo>
                        <a:pt x="215" y="855"/>
                      </a:lnTo>
                      <a:lnTo>
                        <a:pt x="210" y="821"/>
                      </a:lnTo>
                      <a:lnTo>
                        <a:pt x="209" y="789"/>
                      </a:lnTo>
                      <a:lnTo>
                        <a:pt x="211" y="763"/>
                      </a:lnTo>
                      <a:lnTo>
                        <a:pt x="223" y="756"/>
                      </a:lnTo>
                      <a:lnTo>
                        <a:pt x="228" y="737"/>
                      </a:lnTo>
                      <a:lnTo>
                        <a:pt x="226" y="731"/>
                      </a:lnTo>
                      <a:lnTo>
                        <a:pt x="226" y="719"/>
                      </a:lnTo>
                      <a:lnTo>
                        <a:pt x="219" y="698"/>
                      </a:lnTo>
                      <a:lnTo>
                        <a:pt x="216" y="694"/>
                      </a:lnTo>
                      <a:lnTo>
                        <a:pt x="217" y="685"/>
                      </a:lnTo>
                      <a:lnTo>
                        <a:pt x="220" y="678"/>
                      </a:lnTo>
                      <a:lnTo>
                        <a:pt x="231" y="664"/>
                      </a:lnTo>
                      <a:lnTo>
                        <a:pt x="236" y="643"/>
                      </a:lnTo>
                      <a:lnTo>
                        <a:pt x="242" y="606"/>
                      </a:lnTo>
                      <a:lnTo>
                        <a:pt x="251" y="591"/>
                      </a:lnTo>
                      <a:lnTo>
                        <a:pt x="251" y="572"/>
                      </a:lnTo>
                      <a:lnTo>
                        <a:pt x="253" y="565"/>
                      </a:lnTo>
                      <a:lnTo>
                        <a:pt x="257" y="562"/>
                      </a:lnTo>
                      <a:lnTo>
                        <a:pt x="262" y="548"/>
                      </a:lnTo>
                      <a:lnTo>
                        <a:pt x="263" y="530"/>
                      </a:lnTo>
                      <a:lnTo>
                        <a:pt x="265" y="521"/>
                      </a:lnTo>
                      <a:lnTo>
                        <a:pt x="265" y="511"/>
                      </a:lnTo>
                      <a:lnTo>
                        <a:pt x="262" y="497"/>
                      </a:lnTo>
                      <a:lnTo>
                        <a:pt x="262" y="483"/>
                      </a:lnTo>
                      <a:lnTo>
                        <a:pt x="264" y="475"/>
                      </a:lnTo>
                      <a:lnTo>
                        <a:pt x="268" y="467"/>
                      </a:lnTo>
                      <a:lnTo>
                        <a:pt x="275" y="461"/>
                      </a:lnTo>
                      <a:lnTo>
                        <a:pt x="275" y="452"/>
                      </a:lnTo>
                      <a:lnTo>
                        <a:pt x="275" y="438"/>
                      </a:lnTo>
                      <a:lnTo>
                        <a:pt x="274" y="423"/>
                      </a:lnTo>
                      <a:lnTo>
                        <a:pt x="274" y="375"/>
                      </a:lnTo>
                      <a:lnTo>
                        <a:pt x="276" y="363"/>
                      </a:lnTo>
                      <a:lnTo>
                        <a:pt x="276" y="351"/>
                      </a:lnTo>
                      <a:lnTo>
                        <a:pt x="270" y="343"/>
                      </a:lnTo>
                      <a:lnTo>
                        <a:pt x="270" y="337"/>
                      </a:lnTo>
                      <a:lnTo>
                        <a:pt x="274" y="324"/>
                      </a:lnTo>
                      <a:lnTo>
                        <a:pt x="279" y="317"/>
                      </a:lnTo>
                      <a:lnTo>
                        <a:pt x="284" y="317"/>
                      </a:lnTo>
                      <a:lnTo>
                        <a:pt x="286" y="310"/>
                      </a:lnTo>
                      <a:lnTo>
                        <a:pt x="289" y="268"/>
                      </a:lnTo>
                      <a:lnTo>
                        <a:pt x="292" y="256"/>
                      </a:lnTo>
                      <a:lnTo>
                        <a:pt x="292" y="244"/>
                      </a:lnTo>
                      <a:lnTo>
                        <a:pt x="296" y="233"/>
                      </a:lnTo>
                      <a:lnTo>
                        <a:pt x="297" y="224"/>
                      </a:lnTo>
                      <a:lnTo>
                        <a:pt x="296" y="222"/>
                      </a:lnTo>
                      <a:lnTo>
                        <a:pt x="290" y="195"/>
                      </a:lnTo>
                      <a:lnTo>
                        <a:pt x="292" y="142"/>
                      </a:lnTo>
                      <a:lnTo>
                        <a:pt x="290" y="132"/>
                      </a:lnTo>
                      <a:lnTo>
                        <a:pt x="287" y="122"/>
                      </a:lnTo>
                      <a:lnTo>
                        <a:pt x="285" y="95"/>
                      </a:lnTo>
                      <a:lnTo>
                        <a:pt x="279" y="57"/>
                      </a:lnTo>
                      <a:lnTo>
                        <a:pt x="274" y="39"/>
                      </a:lnTo>
                      <a:lnTo>
                        <a:pt x="284" y="30"/>
                      </a:lnTo>
                      <a:lnTo>
                        <a:pt x="286" y="30"/>
                      </a:lnTo>
                      <a:lnTo>
                        <a:pt x="303" y="29"/>
                      </a:lnTo>
                      <a:lnTo>
                        <a:pt x="311" y="26"/>
                      </a:lnTo>
                      <a:lnTo>
                        <a:pt x="312" y="25"/>
                      </a:lnTo>
                      <a:lnTo>
                        <a:pt x="313" y="16"/>
                      </a:lnTo>
                      <a:lnTo>
                        <a:pt x="318" y="7"/>
                      </a:lnTo>
                      <a:lnTo>
                        <a:pt x="323" y="2"/>
                      </a:lnTo>
                      <a:lnTo>
                        <a:pt x="32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7" name="Freeform 247">
                  <a:extLst>
                    <a:ext uri="{FF2B5EF4-FFF2-40B4-BE49-F238E27FC236}">
                      <a16:creationId xmlns:a16="http://schemas.microsoft.com/office/drawing/2014/main" id="{DF3C60A7-36B3-F242-7891-CA9D50D59D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33" y="3162"/>
                  <a:ext cx="31" cy="47"/>
                </a:xfrm>
                <a:custGeom>
                  <a:avLst/>
                  <a:gdLst/>
                  <a:ahLst/>
                  <a:cxnLst>
                    <a:cxn ang="0">
                      <a:pos x="141" y="225"/>
                    </a:cxn>
                    <a:cxn ang="0">
                      <a:pos x="135" y="231"/>
                    </a:cxn>
                    <a:cxn ang="0">
                      <a:pos x="115" y="225"/>
                    </a:cxn>
                    <a:cxn ang="0">
                      <a:pos x="77" y="221"/>
                    </a:cxn>
                    <a:cxn ang="0">
                      <a:pos x="61" y="225"/>
                    </a:cxn>
                    <a:cxn ang="0">
                      <a:pos x="35" y="220"/>
                    </a:cxn>
                    <a:cxn ang="0">
                      <a:pos x="30" y="215"/>
                    </a:cxn>
                    <a:cxn ang="0">
                      <a:pos x="23" y="213"/>
                    </a:cxn>
                    <a:cxn ang="0">
                      <a:pos x="30" y="205"/>
                    </a:cxn>
                    <a:cxn ang="0">
                      <a:pos x="12" y="205"/>
                    </a:cxn>
                    <a:cxn ang="0">
                      <a:pos x="5" y="202"/>
                    </a:cxn>
                    <a:cxn ang="0">
                      <a:pos x="0" y="189"/>
                    </a:cxn>
                    <a:cxn ang="0">
                      <a:pos x="16" y="181"/>
                    </a:cxn>
                    <a:cxn ang="0">
                      <a:pos x="29" y="176"/>
                    </a:cxn>
                    <a:cxn ang="0">
                      <a:pos x="36" y="176"/>
                    </a:cxn>
                    <a:cxn ang="0">
                      <a:pos x="23" y="160"/>
                    </a:cxn>
                    <a:cxn ang="0">
                      <a:pos x="38" y="165"/>
                    </a:cxn>
                    <a:cxn ang="0">
                      <a:pos x="64" y="184"/>
                    </a:cxn>
                    <a:cxn ang="0">
                      <a:pos x="73" y="178"/>
                    </a:cxn>
                    <a:cxn ang="0">
                      <a:pos x="62" y="171"/>
                    </a:cxn>
                    <a:cxn ang="0">
                      <a:pos x="81" y="178"/>
                    </a:cxn>
                    <a:cxn ang="0">
                      <a:pos x="92" y="170"/>
                    </a:cxn>
                    <a:cxn ang="0">
                      <a:pos x="100" y="176"/>
                    </a:cxn>
                    <a:cxn ang="0">
                      <a:pos x="106" y="167"/>
                    </a:cxn>
                    <a:cxn ang="0">
                      <a:pos x="72" y="151"/>
                    </a:cxn>
                    <a:cxn ang="0">
                      <a:pos x="70" y="113"/>
                    </a:cxn>
                    <a:cxn ang="0">
                      <a:pos x="82" y="108"/>
                    </a:cxn>
                    <a:cxn ang="0">
                      <a:pos x="111" y="89"/>
                    </a:cxn>
                    <a:cxn ang="0">
                      <a:pos x="99" y="79"/>
                    </a:cxn>
                    <a:cxn ang="0">
                      <a:pos x="66" y="90"/>
                    </a:cxn>
                    <a:cxn ang="0">
                      <a:pos x="49" y="73"/>
                    </a:cxn>
                    <a:cxn ang="0">
                      <a:pos x="50" y="51"/>
                    </a:cxn>
                    <a:cxn ang="0">
                      <a:pos x="60" y="53"/>
                    </a:cxn>
                    <a:cxn ang="0">
                      <a:pos x="68" y="43"/>
                    </a:cxn>
                    <a:cxn ang="0">
                      <a:pos x="62" y="30"/>
                    </a:cxn>
                    <a:cxn ang="0">
                      <a:pos x="67" y="25"/>
                    </a:cxn>
                    <a:cxn ang="0">
                      <a:pos x="78" y="29"/>
                    </a:cxn>
                    <a:cxn ang="0">
                      <a:pos x="94" y="5"/>
                    </a:cxn>
                    <a:cxn ang="0">
                      <a:pos x="115" y="16"/>
                    </a:cxn>
                    <a:cxn ang="0">
                      <a:pos x="135" y="15"/>
                    </a:cxn>
                    <a:cxn ang="0">
                      <a:pos x="148" y="17"/>
                    </a:cxn>
                    <a:cxn ang="0">
                      <a:pos x="152" y="213"/>
                    </a:cxn>
                  </a:cxnLst>
                  <a:rect l="0" t="0" r="r" b="b"/>
                  <a:pathLst>
                    <a:path w="152" h="235">
                      <a:moveTo>
                        <a:pt x="152" y="225"/>
                      </a:moveTo>
                      <a:lnTo>
                        <a:pt x="141" y="225"/>
                      </a:lnTo>
                      <a:lnTo>
                        <a:pt x="143" y="231"/>
                      </a:lnTo>
                      <a:lnTo>
                        <a:pt x="135" y="231"/>
                      </a:lnTo>
                      <a:lnTo>
                        <a:pt x="129" y="235"/>
                      </a:lnTo>
                      <a:lnTo>
                        <a:pt x="115" y="225"/>
                      </a:lnTo>
                      <a:lnTo>
                        <a:pt x="99" y="221"/>
                      </a:lnTo>
                      <a:lnTo>
                        <a:pt x="77" y="221"/>
                      </a:lnTo>
                      <a:lnTo>
                        <a:pt x="75" y="225"/>
                      </a:lnTo>
                      <a:lnTo>
                        <a:pt x="61" y="225"/>
                      </a:lnTo>
                      <a:lnTo>
                        <a:pt x="41" y="216"/>
                      </a:lnTo>
                      <a:lnTo>
                        <a:pt x="35" y="220"/>
                      </a:lnTo>
                      <a:lnTo>
                        <a:pt x="25" y="219"/>
                      </a:lnTo>
                      <a:lnTo>
                        <a:pt x="30" y="215"/>
                      </a:lnTo>
                      <a:lnTo>
                        <a:pt x="30" y="213"/>
                      </a:lnTo>
                      <a:lnTo>
                        <a:pt x="23" y="213"/>
                      </a:lnTo>
                      <a:lnTo>
                        <a:pt x="24" y="209"/>
                      </a:lnTo>
                      <a:lnTo>
                        <a:pt x="30" y="205"/>
                      </a:lnTo>
                      <a:lnTo>
                        <a:pt x="16" y="202"/>
                      </a:lnTo>
                      <a:lnTo>
                        <a:pt x="12" y="205"/>
                      </a:lnTo>
                      <a:lnTo>
                        <a:pt x="3" y="205"/>
                      </a:lnTo>
                      <a:lnTo>
                        <a:pt x="5" y="202"/>
                      </a:lnTo>
                      <a:lnTo>
                        <a:pt x="5" y="194"/>
                      </a:lnTo>
                      <a:lnTo>
                        <a:pt x="0" y="189"/>
                      </a:lnTo>
                      <a:lnTo>
                        <a:pt x="16" y="186"/>
                      </a:lnTo>
                      <a:lnTo>
                        <a:pt x="16" y="181"/>
                      </a:lnTo>
                      <a:lnTo>
                        <a:pt x="24" y="181"/>
                      </a:lnTo>
                      <a:lnTo>
                        <a:pt x="29" y="176"/>
                      </a:lnTo>
                      <a:lnTo>
                        <a:pt x="34" y="177"/>
                      </a:lnTo>
                      <a:lnTo>
                        <a:pt x="36" y="176"/>
                      </a:lnTo>
                      <a:lnTo>
                        <a:pt x="34" y="167"/>
                      </a:lnTo>
                      <a:lnTo>
                        <a:pt x="23" y="160"/>
                      </a:lnTo>
                      <a:lnTo>
                        <a:pt x="23" y="151"/>
                      </a:lnTo>
                      <a:lnTo>
                        <a:pt x="38" y="165"/>
                      </a:lnTo>
                      <a:lnTo>
                        <a:pt x="59" y="177"/>
                      </a:lnTo>
                      <a:lnTo>
                        <a:pt x="64" y="184"/>
                      </a:lnTo>
                      <a:lnTo>
                        <a:pt x="67" y="181"/>
                      </a:lnTo>
                      <a:lnTo>
                        <a:pt x="73" y="178"/>
                      </a:lnTo>
                      <a:lnTo>
                        <a:pt x="64" y="176"/>
                      </a:lnTo>
                      <a:lnTo>
                        <a:pt x="62" y="171"/>
                      </a:lnTo>
                      <a:lnTo>
                        <a:pt x="68" y="165"/>
                      </a:lnTo>
                      <a:lnTo>
                        <a:pt x="81" y="178"/>
                      </a:lnTo>
                      <a:lnTo>
                        <a:pt x="82" y="167"/>
                      </a:lnTo>
                      <a:lnTo>
                        <a:pt x="92" y="170"/>
                      </a:lnTo>
                      <a:lnTo>
                        <a:pt x="99" y="181"/>
                      </a:lnTo>
                      <a:lnTo>
                        <a:pt x="100" y="176"/>
                      </a:lnTo>
                      <a:lnTo>
                        <a:pt x="110" y="176"/>
                      </a:lnTo>
                      <a:lnTo>
                        <a:pt x="106" y="167"/>
                      </a:lnTo>
                      <a:lnTo>
                        <a:pt x="75" y="156"/>
                      </a:lnTo>
                      <a:lnTo>
                        <a:pt x="72" y="151"/>
                      </a:lnTo>
                      <a:lnTo>
                        <a:pt x="67" y="121"/>
                      </a:lnTo>
                      <a:lnTo>
                        <a:pt x="70" y="113"/>
                      </a:lnTo>
                      <a:lnTo>
                        <a:pt x="79" y="113"/>
                      </a:lnTo>
                      <a:lnTo>
                        <a:pt x="82" y="108"/>
                      </a:lnTo>
                      <a:lnTo>
                        <a:pt x="109" y="101"/>
                      </a:lnTo>
                      <a:lnTo>
                        <a:pt x="111" y="89"/>
                      </a:lnTo>
                      <a:lnTo>
                        <a:pt x="106" y="80"/>
                      </a:lnTo>
                      <a:lnTo>
                        <a:pt x="99" y="79"/>
                      </a:lnTo>
                      <a:lnTo>
                        <a:pt x="87" y="80"/>
                      </a:lnTo>
                      <a:lnTo>
                        <a:pt x="66" y="90"/>
                      </a:lnTo>
                      <a:lnTo>
                        <a:pt x="52" y="80"/>
                      </a:lnTo>
                      <a:lnTo>
                        <a:pt x="49" y="73"/>
                      </a:lnTo>
                      <a:lnTo>
                        <a:pt x="50" y="62"/>
                      </a:lnTo>
                      <a:lnTo>
                        <a:pt x="50" y="51"/>
                      </a:lnTo>
                      <a:lnTo>
                        <a:pt x="55" y="48"/>
                      </a:lnTo>
                      <a:lnTo>
                        <a:pt x="60" y="53"/>
                      </a:lnTo>
                      <a:lnTo>
                        <a:pt x="66" y="52"/>
                      </a:lnTo>
                      <a:lnTo>
                        <a:pt x="68" y="43"/>
                      </a:lnTo>
                      <a:lnTo>
                        <a:pt x="64" y="36"/>
                      </a:lnTo>
                      <a:lnTo>
                        <a:pt x="62" y="30"/>
                      </a:lnTo>
                      <a:lnTo>
                        <a:pt x="52" y="27"/>
                      </a:lnTo>
                      <a:lnTo>
                        <a:pt x="67" y="25"/>
                      </a:lnTo>
                      <a:lnTo>
                        <a:pt x="75" y="31"/>
                      </a:lnTo>
                      <a:lnTo>
                        <a:pt x="78" y="29"/>
                      </a:lnTo>
                      <a:lnTo>
                        <a:pt x="88" y="25"/>
                      </a:lnTo>
                      <a:lnTo>
                        <a:pt x="94" y="5"/>
                      </a:lnTo>
                      <a:lnTo>
                        <a:pt x="106" y="0"/>
                      </a:lnTo>
                      <a:lnTo>
                        <a:pt x="115" y="16"/>
                      </a:lnTo>
                      <a:lnTo>
                        <a:pt x="124" y="17"/>
                      </a:lnTo>
                      <a:lnTo>
                        <a:pt x="135" y="15"/>
                      </a:lnTo>
                      <a:lnTo>
                        <a:pt x="143" y="8"/>
                      </a:lnTo>
                      <a:lnTo>
                        <a:pt x="148" y="17"/>
                      </a:lnTo>
                      <a:lnTo>
                        <a:pt x="151" y="209"/>
                      </a:lnTo>
                      <a:lnTo>
                        <a:pt x="152" y="213"/>
                      </a:lnTo>
                      <a:lnTo>
                        <a:pt x="152" y="22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8" name="Freeform 248">
                  <a:extLst>
                    <a:ext uri="{FF2B5EF4-FFF2-40B4-BE49-F238E27FC236}">
                      <a16:creationId xmlns:a16="http://schemas.microsoft.com/office/drawing/2014/main" id="{E012DD51-7FA6-069F-FB29-2F0F893827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4" y="2482"/>
                  <a:ext cx="6" cy="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6" y="22"/>
                    </a:cxn>
                    <a:cxn ang="0">
                      <a:pos x="16" y="23"/>
                    </a:cxn>
                    <a:cxn ang="0">
                      <a:pos x="23" y="27"/>
                    </a:cxn>
                    <a:cxn ang="0">
                      <a:pos x="31" y="26"/>
                    </a:cxn>
                    <a:cxn ang="0">
                      <a:pos x="32" y="19"/>
                    </a:cxn>
                    <a:cxn ang="0">
                      <a:pos x="26" y="14"/>
                    </a:cxn>
                    <a:cxn ang="0">
                      <a:pos x="19" y="12"/>
                    </a:cxn>
                    <a:cxn ang="0">
                      <a:pos x="11" y="7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32" h="27">
                      <a:moveTo>
                        <a:pt x="7" y="0"/>
                      </a:moveTo>
                      <a:lnTo>
                        <a:pt x="0" y="9"/>
                      </a:lnTo>
                      <a:lnTo>
                        <a:pt x="0" y="15"/>
                      </a:lnTo>
                      <a:lnTo>
                        <a:pt x="6" y="22"/>
                      </a:lnTo>
                      <a:lnTo>
                        <a:pt x="16" y="23"/>
                      </a:lnTo>
                      <a:lnTo>
                        <a:pt x="23" y="27"/>
                      </a:lnTo>
                      <a:lnTo>
                        <a:pt x="31" y="26"/>
                      </a:lnTo>
                      <a:lnTo>
                        <a:pt x="32" y="19"/>
                      </a:lnTo>
                      <a:lnTo>
                        <a:pt x="26" y="14"/>
                      </a:lnTo>
                      <a:lnTo>
                        <a:pt x="19" y="12"/>
                      </a:lnTo>
                      <a:lnTo>
                        <a:pt x="11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9" name="Freeform 249">
                  <a:extLst>
                    <a:ext uri="{FF2B5EF4-FFF2-40B4-BE49-F238E27FC236}">
                      <a16:creationId xmlns:a16="http://schemas.microsoft.com/office/drawing/2014/main" id="{967C0C38-E586-4BC7-9B0F-4074DE96B3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71" y="248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7" y="8"/>
                    </a:cxn>
                    <a:cxn ang="0">
                      <a:pos x="11" y="12"/>
                    </a:cxn>
                    <a:cxn ang="0">
                      <a:pos x="1" y="12"/>
                    </a:cxn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" y="6"/>
                    </a:cxn>
                    <a:cxn ang="0">
                      <a:pos x="2" y="6"/>
                    </a:cxn>
                    <a:cxn ang="0">
                      <a:pos x="8" y="1"/>
                    </a:cxn>
                    <a:cxn ang="0">
                      <a:pos x="11" y="0"/>
                    </a:cxn>
                    <a:cxn ang="0">
                      <a:pos x="14" y="0"/>
                    </a:cxn>
                    <a:cxn ang="0">
                      <a:pos x="18" y="1"/>
                    </a:cxn>
                    <a:cxn ang="0">
                      <a:pos x="18" y="6"/>
                    </a:cxn>
                    <a:cxn ang="0">
                      <a:pos x="17" y="8"/>
                    </a:cxn>
                  </a:cxnLst>
                  <a:rect l="0" t="0" r="r" b="b"/>
                  <a:pathLst>
                    <a:path w="18" h="12">
                      <a:moveTo>
                        <a:pt x="17" y="8"/>
                      </a:moveTo>
                      <a:lnTo>
                        <a:pt x="11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8" y="1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8" y="1"/>
                      </a:lnTo>
                      <a:lnTo>
                        <a:pt x="18" y="6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0" name="Freeform 250">
                  <a:extLst>
                    <a:ext uri="{FF2B5EF4-FFF2-40B4-BE49-F238E27FC236}">
                      <a16:creationId xmlns:a16="http://schemas.microsoft.com/office/drawing/2014/main" id="{7580FE30-5995-F4D7-DF1E-9756441110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2" y="2489"/>
                  <a:ext cx="23" cy="17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116" y="33"/>
                    </a:cxn>
                    <a:cxn ang="0">
                      <a:pos x="116" y="38"/>
                    </a:cxn>
                    <a:cxn ang="0">
                      <a:pos x="96" y="64"/>
                    </a:cxn>
                    <a:cxn ang="0">
                      <a:pos x="82" y="75"/>
                    </a:cxn>
                    <a:cxn ang="0">
                      <a:pos x="70" y="80"/>
                    </a:cxn>
                    <a:cxn ang="0">
                      <a:pos x="42" y="87"/>
                    </a:cxn>
                    <a:cxn ang="0">
                      <a:pos x="37" y="86"/>
                    </a:cxn>
                    <a:cxn ang="0">
                      <a:pos x="16" y="86"/>
                    </a:cxn>
                    <a:cxn ang="0">
                      <a:pos x="7" y="82"/>
                    </a:cxn>
                    <a:cxn ang="0">
                      <a:pos x="4" y="77"/>
                    </a:cxn>
                    <a:cxn ang="0">
                      <a:pos x="4" y="64"/>
                    </a:cxn>
                    <a:cxn ang="0">
                      <a:pos x="3" y="54"/>
                    </a:cxn>
                    <a:cxn ang="0">
                      <a:pos x="3" y="48"/>
                    </a:cxn>
                    <a:cxn ang="0">
                      <a:pos x="0" y="39"/>
                    </a:cxn>
                    <a:cxn ang="0">
                      <a:pos x="0" y="16"/>
                    </a:cxn>
                    <a:cxn ang="0">
                      <a:pos x="4" y="11"/>
                    </a:cxn>
                    <a:cxn ang="0">
                      <a:pos x="14" y="7"/>
                    </a:cxn>
                    <a:cxn ang="0">
                      <a:pos x="15" y="4"/>
                    </a:cxn>
                    <a:cxn ang="0">
                      <a:pos x="25" y="1"/>
                    </a:cxn>
                    <a:cxn ang="0">
                      <a:pos x="37" y="1"/>
                    </a:cxn>
                    <a:cxn ang="0">
                      <a:pos x="43" y="1"/>
                    </a:cxn>
                    <a:cxn ang="0">
                      <a:pos x="55" y="5"/>
                    </a:cxn>
                    <a:cxn ang="0">
                      <a:pos x="63" y="5"/>
                    </a:cxn>
                    <a:cxn ang="0">
                      <a:pos x="76" y="1"/>
                    </a:cxn>
                    <a:cxn ang="0">
                      <a:pos x="95" y="0"/>
                    </a:cxn>
                    <a:cxn ang="0">
                      <a:pos x="107" y="1"/>
                    </a:cxn>
                    <a:cxn ang="0">
                      <a:pos x="111" y="4"/>
                    </a:cxn>
                    <a:cxn ang="0">
                      <a:pos x="114" y="7"/>
                    </a:cxn>
                    <a:cxn ang="0">
                      <a:pos x="114" y="9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6" h="87">
                      <a:moveTo>
                        <a:pt x="116" y="9"/>
                      </a:moveTo>
                      <a:lnTo>
                        <a:pt x="116" y="33"/>
                      </a:lnTo>
                      <a:lnTo>
                        <a:pt x="116" y="38"/>
                      </a:lnTo>
                      <a:lnTo>
                        <a:pt x="96" y="64"/>
                      </a:lnTo>
                      <a:lnTo>
                        <a:pt x="82" y="75"/>
                      </a:lnTo>
                      <a:lnTo>
                        <a:pt x="70" y="80"/>
                      </a:lnTo>
                      <a:lnTo>
                        <a:pt x="42" y="87"/>
                      </a:lnTo>
                      <a:lnTo>
                        <a:pt x="37" y="86"/>
                      </a:lnTo>
                      <a:lnTo>
                        <a:pt x="16" y="86"/>
                      </a:lnTo>
                      <a:lnTo>
                        <a:pt x="7" y="82"/>
                      </a:lnTo>
                      <a:lnTo>
                        <a:pt x="4" y="77"/>
                      </a:lnTo>
                      <a:lnTo>
                        <a:pt x="4" y="64"/>
                      </a:lnTo>
                      <a:lnTo>
                        <a:pt x="3" y="54"/>
                      </a:lnTo>
                      <a:lnTo>
                        <a:pt x="3" y="48"/>
                      </a:lnTo>
                      <a:lnTo>
                        <a:pt x="0" y="39"/>
                      </a:lnTo>
                      <a:lnTo>
                        <a:pt x="0" y="16"/>
                      </a:lnTo>
                      <a:lnTo>
                        <a:pt x="4" y="11"/>
                      </a:lnTo>
                      <a:lnTo>
                        <a:pt x="14" y="7"/>
                      </a:lnTo>
                      <a:lnTo>
                        <a:pt x="15" y="4"/>
                      </a:lnTo>
                      <a:lnTo>
                        <a:pt x="25" y="1"/>
                      </a:lnTo>
                      <a:lnTo>
                        <a:pt x="37" y="1"/>
                      </a:lnTo>
                      <a:lnTo>
                        <a:pt x="43" y="1"/>
                      </a:lnTo>
                      <a:lnTo>
                        <a:pt x="55" y="5"/>
                      </a:lnTo>
                      <a:lnTo>
                        <a:pt x="63" y="5"/>
                      </a:lnTo>
                      <a:lnTo>
                        <a:pt x="76" y="1"/>
                      </a:lnTo>
                      <a:lnTo>
                        <a:pt x="95" y="0"/>
                      </a:lnTo>
                      <a:lnTo>
                        <a:pt x="107" y="1"/>
                      </a:lnTo>
                      <a:lnTo>
                        <a:pt x="111" y="4"/>
                      </a:lnTo>
                      <a:lnTo>
                        <a:pt x="114" y="7"/>
                      </a:lnTo>
                      <a:lnTo>
                        <a:pt x="114" y="9"/>
                      </a:lnTo>
                      <a:lnTo>
                        <a:pt x="116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1" name="Freeform 251">
                  <a:extLst>
                    <a:ext uri="{FF2B5EF4-FFF2-40B4-BE49-F238E27FC236}">
                      <a16:creationId xmlns:a16="http://schemas.microsoft.com/office/drawing/2014/main" id="{1A15AD2D-C938-64DC-BDBC-A24F46E8BB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55" y="2487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1" y="16"/>
                    </a:cxn>
                    <a:cxn ang="0">
                      <a:pos x="31" y="18"/>
                    </a:cxn>
                    <a:cxn ang="0">
                      <a:pos x="24" y="25"/>
                    </a:cxn>
                    <a:cxn ang="0">
                      <a:pos x="24" y="27"/>
                    </a:cxn>
                    <a:cxn ang="0">
                      <a:pos x="13" y="38"/>
                    </a:cxn>
                    <a:cxn ang="0">
                      <a:pos x="5" y="38"/>
                    </a:cxn>
                    <a:cxn ang="0">
                      <a:pos x="5" y="34"/>
                    </a:cxn>
                    <a:cxn ang="0">
                      <a:pos x="0" y="30"/>
                    </a:cxn>
                    <a:cxn ang="0">
                      <a:pos x="0" y="27"/>
                    </a:cxn>
                    <a:cxn ang="0">
                      <a:pos x="2" y="22"/>
                    </a:cxn>
                    <a:cxn ang="0">
                      <a:pos x="9" y="15"/>
                    </a:cxn>
                    <a:cxn ang="0">
                      <a:pos x="10" y="10"/>
                    </a:cxn>
                    <a:cxn ang="0">
                      <a:pos x="11" y="6"/>
                    </a:cxn>
                    <a:cxn ang="0">
                      <a:pos x="15" y="5"/>
                    </a:cxn>
                    <a:cxn ang="0">
                      <a:pos x="24" y="3"/>
                    </a:cxn>
                    <a:cxn ang="0">
                      <a:pos x="24" y="2"/>
                    </a:cxn>
                    <a:cxn ang="0">
                      <a:pos x="31" y="0"/>
                    </a:cxn>
                    <a:cxn ang="0">
                      <a:pos x="31" y="3"/>
                    </a:cxn>
                    <a:cxn ang="0">
                      <a:pos x="24" y="6"/>
                    </a:cxn>
                    <a:cxn ang="0">
                      <a:pos x="20" y="10"/>
                    </a:cxn>
                    <a:cxn ang="0">
                      <a:pos x="20" y="13"/>
                    </a:cxn>
                    <a:cxn ang="0">
                      <a:pos x="30" y="11"/>
                    </a:cxn>
                    <a:cxn ang="0">
                      <a:pos x="30" y="15"/>
                    </a:cxn>
                    <a:cxn ang="0">
                      <a:pos x="31" y="16"/>
                    </a:cxn>
                  </a:cxnLst>
                  <a:rect l="0" t="0" r="r" b="b"/>
                  <a:pathLst>
                    <a:path w="31" h="38">
                      <a:moveTo>
                        <a:pt x="31" y="16"/>
                      </a:moveTo>
                      <a:lnTo>
                        <a:pt x="31" y="18"/>
                      </a:lnTo>
                      <a:lnTo>
                        <a:pt x="24" y="25"/>
                      </a:lnTo>
                      <a:lnTo>
                        <a:pt x="24" y="27"/>
                      </a:lnTo>
                      <a:lnTo>
                        <a:pt x="13" y="38"/>
                      </a:lnTo>
                      <a:lnTo>
                        <a:pt x="5" y="38"/>
                      </a:lnTo>
                      <a:lnTo>
                        <a:pt x="5" y="34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2" y="22"/>
                      </a:lnTo>
                      <a:lnTo>
                        <a:pt x="9" y="15"/>
                      </a:lnTo>
                      <a:lnTo>
                        <a:pt x="10" y="10"/>
                      </a:lnTo>
                      <a:lnTo>
                        <a:pt x="11" y="6"/>
                      </a:lnTo>
                      <a:lnTo>
                        <a:pt x="15" y="5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31" y="0"/>
                      </a:lnTo>
                      <a:lnTo>
                        <a:pt x="31" y="3"/>
                      </a:lnTo>
                      <a:lnTo>
                        <a:pt x="24" y="6"/>
                      </a:lnTo>
                      <a:lnTo>
                        <a:pt x="20" y="10"/>
                      </a:lnTo>
                      <a:lnTo>
                        <a:pt x="20" y="13"/>
                      </a:lnTo>
                      <a:lnTo>
                        <a:pt x="30" y="11"/>
                      </a:lnTo>
                      <a:lnTo>
                        <a:pt x="30" y="15"/>
                      </a:lnTo>
                      <a:lnTo>
                        <a:pt x="31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2" name="Freeform 252">
                  <a:extLst>
                    <a:ext uri="{FF2B5EF4-FFF2-40B4-BE49-F238E27FC236}">
                      <a16:creationId xmlns:a16="http://schemas.microsoft.com/office/drawing/2014/main" id="{C5F0B004-4503-DFE6-3D0A-9C7616B898D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7" y="248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5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6" h="7">
                      <a:moveTo>
                        <a:pt x="5" y="0"/>
                      </a:moveTo>
                      <a:lnTo>
                        <a:pt x="6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3" name="Freeform 253">
                  <a:extLst>
                    <a:ext uri="{FF2B5EF4-FFF2-40B4-BE49-F238E27FC236}">
                      <a16:creationId xmlns:a16="http://schemas.microsoft.com/office/drawing/2014/main" id="{CEC2415E-6E1F-C67D-E60E-3A08F48490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3" y="248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2"/>
                    </a:cxn>
                    <a:cxn ang="0">
                      <a:pos x="8" y="6"/>
                    </a:cxn>
                    <a:cxn ang="0">
                      <a:pos x="3" y="6"/>
                    </a:cxn>
                    <a:cxn ang="0">
                      <a:pos x="0" y="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6">
                      <a:moveTo>
                        <a:pt x="7" y="0"/>
                      </a:moveTo>
                      <a:lnTo>
                        <a:pt x="8" y="2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4" name="Freeform 254">
                  <a:extLst>
                    <a:ext uri="{FF2B5EF4-FFF2-40B4-BE49-F238E27FC236}">
                      <a16:creationId xmlns:a16="http://schemas.microsoft.com/office/drawing/2014/main" id="{05BD340D-A44C-76B2-E130-58A2EB4D5D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6" y="2430"/>
                  <a:ext cx="427" cy="448"/>
                </a:xfrm>
                <a:custGeom>
                  <a:avLst/>
                  <a:gdLst/>
                  <a:ahLst/>
                  <a:cxnLst>
                    <a:cxn ang="0">
                      <a:pos x="598" y="69"/>
                    </a:cxn>
                    <a:cxn ang="0">
                      <a:pos x="523" y="81"/>
                    </a:cxn>
                    <a:cxn ang="0">
                      <a:pos x="572" y="165"/>
                    </a:cxn>
                    <a:cxn ang="0">
                      <a:pos x="503" y="211"/>
                    </a:cxn>
                    <a:cxn ang="0">
                      <a:pos x="408" y="243"/>
                    </a:cxn>
                    <a:cxn ang="0">
                      <a:pos x="317" y="186"/>
                    </a:cxn>
                    <a:cxn ang="0">
                      <a:pos x="225" y="231"/>
                    </a:cxn>
                    <a:cxn ang="0">
                      <a:pos x="210" y="254"/>
                    </a:cxn>
                    <a:cxn ang="0">
                      <a:pos x="220" y="460"/>
                    </a:cxn>
                    <a:cxn ang="0">
                      <a:pos x="83" y="554"/>
                    </a:cxn>
                    <a:cxn ang="0">
                      <a:pos x="0" y="698"/>
                    </a:cxn>
                    <a:cxn ang="0">
                      <a:pos x="82" y="806"/>
                    </a:cxn>
                    <a:cxn ang="0">
                      <a:pos x="180" y="853"/>
                    </a:cxn>
                    <a:cxn ang="0">
                      <a:pos x="303" y="883"/>
                    </a:cxn>
                    <a:cxn ang="0">
                      <a:pos x="468" y="840"/>
                    </a:cxn>
                    <a:cxn ang="0">
                      <a:pos x="573" y="973"/>
                    </a:cxn>
                    <a:cxn ang="0">
                      <a:pos x="720" y="1039"/>
                    </a:cxn>
                    <a:cxn ang="0">
                      <a:pos x="749" y="1181"/>
                    </a:cxn>
                    <a:cxn ang="0">
                      <a:pos x="863" y="1243"/>
                    </a:cxn>
                    <a:cxn ang="0">
                      <a:pos x="872" y="1398"/>
                    </a:cxn>
                    <a:cxn ang="0">
                      <a:pos x="901" y="1526"/>
                    </a:cxn>
                    <a:cxn ang="0">
                      <a:pos x="1000" y="1613"/>
                    </a:cxn>
                    <a:cxn ang="0">
                      <a:pos x="1059" y="1706"/>
                    </a:cxn>
                    <a:cxn ang="0">
                      <a:pos x="1054" y="1841"/>
                    </a:cxn>
                    <a:cxn ang="0">
                      <a:pos x="904" y="2000"/>
                    </a:cxn>
                    <a:cxn ang="0">
                      <a:pos x="973" y="2055"/>
                    </a:cxn>
                    <a:cxn ang="0">
                      <a:pos x="1052" y="2092"/>
                    </a:cxn>
                    <a:cxn ang="0">
                      <a:pos x="1126" y="2180"/>
                    </a:cxn>
                    <a:cxn ang="0">
                      <a:pos x="1156" y="2196"/>
                    </a:cxn>
                    <a:cxn ang="0">
                      <a:pos x="1275" y="2045"/>
                    </a:cxn>
                    <a:cxn ang="0">
                      <a:pos x="1377" y="1895"/>
                    </a:cxn>
                    <a:cxn ang="0">
                      <a:pos x="1376" y="1762"/>
                    </a:cxn>
                    <a:cxn ang="0">
                      <a:pos x="1474" y="1650"/>
                    </a:cxn>
                    <a:cxn ang="0">
                      <a:pos x="1598" y="1588"/>
                    </a:cxn>
                    <a:cxn ang="0">
                      <a:pos x="1657" y="1570"/>
                    </a:cxn>
                    <a:cxn ang="0">
                      <a:pos x="1787" y="1512"/>
                    </a:cxn>
                    <a:cxn ang="0">
                      <a:pos x="1868" y="1305"/>
                    </a:cxn>
                    <a:cxn ang="0">
                      <a:pos x="1901" y="1102"/>
                    </a:cxn>
                    <a:cxn ang="0">
                      <a:pos x="1975" y="947"/>
                    </a:cxn>
                    <a:cxn ang="0">
                      <a:pos x="2115" y="776"/>
                    </a:cxn>
                    <a:cxn ang="0">
                      <a:pos x="2040" y="565"/>
                    </a:cxn>
                    <a:cxn ang="0">
                      <a:pos x="1896" y="463"/>
                    </a:cxn>
                    <a:cxn ang="0">
                      <a:pos x="1659" y="413"/>
                    </a:cxn>
                    <a:cxn ang="0">
                      <a:pos x="1605" y="404"/>
                    </a:cxn>
                    <a:cxn ang="0">
                      <a:pos x="1561" y="364"/>
                    </a:cxn>
                    <a:cxn ang="0">
                      <a:pos x="1403" y="342"/>
                    </a:cxn>
                    <a:cxn ang="0">
                      <a:pos x="1344" y="419"/>
                    </a:cxn>
                    <a:cxn ang="0">
                      <a:pos x="1277" y="387"/>
                    </a:cxn>
                    <a:cxn ang="0">
                      <a:pos x="1238" y="381"/>
                    </a:cxn>
                    <a:cxn ang="0">
                      <a:pos x="1261" y="339"/>
                    </a:cxn>
                    <a:cxn ang="0">
                      <a:pos x="1231" y="308"/>
                    </a:cxn>
                    <a:cxn ang="0">
                      <a:pos x="1312" y="195"/>
                    </a:cxn>
                    <a:cxn ang="0">
                      <a:pos x="1247" y="69"/>
                    </a:cxn>
                    <a:cxn ang="0">
                      <a:pos x="1141" y="170"/>
                    </a:cxn>
                    <a:cxn ang="0">
                      <a:pos x="1034" y="149"/>
                    </a:cxn>
                    <a:cxn ang="0">
                      <a:pos x="921" y="177"/>
                    </a:cxn>
                    <a:cxn ang="0">
                      <a:pos x="812" y="213"/>
                    </a:cxn>
                    <a:cxn ang="0">
                      <a:pos x="774" y="96"/>
                    </a:cxn>
                    <a:cxn ang="0">
                      <a:pos x="755" y="0"/>
                    </a:cxn>
                  </a:cxnLst>
                  <a:rect l="0" t="0" r="r" b="b"/>
                  <a:pathLst>
                    <a:path w="2135" h="2241">
                      <a:moveTo>
                        <a:pt x="725" y="3"/>
                      </a:moveTo>
                      <a:lnTo>
                        <a:pt x="725" y="15"/>
                      </a:lnTo>
                      <a:lnTo>
                        <a:pt x="713" y="28"/>
                      </a:lnTo>
                      <a:lnTo>
                        <a:pt x="706" y="35"/>
                      </a:lnTo>
                      <a:lnTo>
                        <a:pt x="702" y="37"/>
                      </a:lnTo>
                      <a:lnTo>
                        <a:pt x="686" y="38"/>
                      </a:lnTo>
                      <a:lnTo>
                        <a:pt x="680" y="42"/>
                      </a:lnTo>
                      <a:lnTo>
                        <a:pt x="672" y="46"/>
                      </a:lnTo>
                      <a:lnTo>
                        <a:pt x="666" y="54"/>
                      </a:lnTo>
                      <a:lnTo>
                        <a:pt x="661" y="57"/>
                      </a:lnTo>
                      <a:lnTo>
                        <a:pt x="632" y="59"/>
                      </a:lnTo>
                      <a:lnTo>
                        <a:pt x="616" y="63"/>
                      </a:lnTo>
                      <a:lnTo>
                        <a:pt x="598" y="69"/>
                      </a:lnTo>
                      <a:lnTo>
                        <a:pt x="594" y="73"/>
                      </a:lnTo>
                      <a:lnTo>
                        <a:pt x="593" y="74"/>
                      </a:lnTo>
                      <a:lnTo>
                        <a:pt x="568" y="73"/>
                      </a:lnTo>
                      <a:lnTo>
                        <a:pt x="550" y="68"/>
                      </a:lnTo>
                      <a:lnTo>
                        <a:pt x="529" y="55"/>
                      </a:lnTo>
                      <a:lnTo>
                        <a:pt x="507" y="53"/>
                      </a:lnTo>
                      <a:lnTo>
                        <a:pt x="500" y="51"/>
                      </a:lnTo>
                      <a:lnTo>
                        <a:pt x="496" y="51"/>
                      </a:lnTo>
                      <a:lnTo>
                        <a:pt x="495" y="51"/>
                      </a:lnTo>
                      <a:lnTo>
                        <a:pt x="496" y="60"/>
                      </a:lnTo>
                      <a:lnTo>
                        <a:pt x="500" y="69"/>
                      </a:lnTo>
                      <a:lnTo>
                        <a:pt x="511" y="74"/>
                      </a:lnTo>
                      <a:lnTo>
                        <a:pt x="523" y="81"/>
                      </a:lnTo>
                      <a:lnTo>
                        <a:pt x="525" y="84"/>
                      </a:lnTo>
                      <a:lnTo>
                        <a:pt x="524" y="96"/>
                      </a:lnTo>
                      <a:lnTo>
                        <a:pt x="521" y="109"/>
                      </a:lnTo>
                      <a:lnTo>
                        <a:pt x="521" y="116"/>
                      </a:lnTo>
                      <a:lnTo>
                        <a:pt x="522" y="121"/>
                      </a:lnTo>
                      <a:lnTo>
                        <a:pt x="527" y="138"/>
                      </a:lnTo>
                      <a:lnTo>
                        <a:pt x="528" y="146"/>
                      </a:lnTo>
                      <a:lnTo>
                        <a:pt x="530" y="152"/>
                      </a:lnTo>
                      <a:lnTo>
                        <a:pt x="545" y="155"/>
                      </a:lnTo>
                      <a:lnTo>
                        <a:pt x="548" y="156"/>
                      </a:lnTo>
                      <a:lnTo>
                        <a:pt x="572" y="155"/>
                      </a:lnTo>
                      <a:lnTo>
                        <a:pt x="572" y="164"/>
                      </a:lnTo>
                      <a:lnTo>
                        <a:pt x="572" y="165"/>
                      </a:lnTo>
                      <a:lnTo>
                        <a:pt x="570" y="168"/>
                      </a:lnTo>
                      <a:lnTo>
                        <a:pt x="559" y="170"/>
                      </a:lnTo>
                      <a:lnTo>
                        <a:pt x="551" y="173"/>
                      </a:lnTo>
                      <a:lnTo>
                        <a:pt x="550" y="176"/>
                      </a:lnTo>
                      <a:lnTo>
                        <a:pt x="545" y="179"/>
                      </a:lnTo>
                      <a:lnTo>
                        <a:pt x="537" y="179"/>
                      </a:lnTo>
                      <a:lnTo>
                        <a:pt x="532" y="187"/>
                      </a:lnTo>
                      <a:lnTo>
                        <a:pt x="527" y="202"/>
                      </a:lnTo>
                      <a:lnTo>
                        <a:pt x="522" y="205"/>
                      </a:lnTo>
                      <a:lnTo>
                        <a:pt x="517" y="207"/>
                      </a:lnTo>
                      <a:lnTo>
                        <a:pt x="512" y="207"/>
                      </a:lnTo>
                      <a:lnTo>
                        <a:pt x="506" y="210"/>
                      </a:lnTo>
                      <a:lnTo>
                        <a:pt x="503" y="211"/>
                      </a:lnTo>
                      <a:lnTo>
                        <a:pt x="501" y="216"/>
                      </a:lnTo>
                      <a:lnTo>
                        <a:pt x="492" y="216"/>
                      </a:lnTo>
                      <a:lnTo>
                        <a:pt x="480" y="221"/>
                      </a:lnTo>
                      <a:lnTo>
                        <a:pt x="478" y="221"/>
                      </a:lnTo>
                      <a:lnTo>
                        <a:pt x="470" y="225"/>
                      </a:lnTo>
                      <a:lnTo>
                        <a:pt x="462" y="229"/>
                      </a:lnTo>
                      <a:lnTo>
                        <a:pt x="457" y="232"/>
                      </a:lnTo>
                      <a:lnTo>
                        <a:pt x="449" y="240"/>
                      </a:lnTo>
                      <a:lnTo>
                        <a:pt x="447" y="241"/>
                      </a:lnTo>
                      <a:lnTo>
                        <a:pt x="428" y="245"/>
                      </a:lnTo>
                      <a:lnTo>
                        <a:pt x="411" y="245"/>
                      </a:lnTo>
                      <a:lnTo>
                        <a:pt x="409" y="243"/>
                      </a:lnTo>
                      <a:lnTo>
                        <a:pt x="408" y="243"/>
                      </a:lnTo>
                      <a:lnTo>
                        <a:pt x="394" y="235"/>
                      </a:lnTo>
                      <a:lnTo>
                        <a:pt x="390" y="231"/>
                      </a:lnTo>
                      <a:lnTo>
                        <a:pt x="387" y="226"/>
                      </a:lnTo>
                      <a:lnTo>
                        <a:pt x="384" y="221"/>
                      </a:lnTo>
                      <a:lnTo>
                        <a:pt x="379" y="214"/>
                      </a:lnTo>
                      <a:lnTo>
                        <a:pt x="379" y="216"/>
                      </a:lnTo>
                      <a:lnTo>
                        <a:pt x="368" y="221"/>
                      </a:lnTo>
                      <a:lnTo>
                        <a:pt x="362" y="192"/>
                      </a:lnTo>
                      <a:lnTo>
                        <a:pt x="354" y="181"/>
                      </a:lnTo>
                      <a:lnTo>
                        <a:pt x="349" y="176"/>
                      </a:lnTo>
                      <a:lnTo>
                        <a:pt x="338" y="176"/>
                      </a:lnTo>
                      <a:lnTo>
                        <a:pt x="319" y="186"/>
                      </a:lnTo>
                      <a:lnTo>
                        <a:pt x="317" y="186"/>
                      </a:lnTo>
                      <a:lnTo>
                        <a:pt x="313" y="179"/>
                      </a:lnTo>
                      <a:lnTo>
                        <a:pt x="309" y="177"/>
                      </a:lnTo>
                      <a:lnTo>
                        <a:pt x="307" y="177"/>
                      </a:lnTo>
                      <a:lnTo>
                        <a:pt x="303" y="182"/>
                      </a:lnTo>
                      <a:lnTo>
                        <a:pt x="302" y="188"/>
                      </a:lnTo>
                      <a:lnTo>
                        <a:pt x="298" y="192"/>
                      </a:lnTo>
                      <a:lnTo>
                        <a:pt x="218" y="192"/>
                      </a:lnTo>
                      <a:lnTo>
                        <a:pt x="217" y="191"/>
                      </a:lnTo>
                      <a:lnTo>
                        <a:pt x="217" y="222"/>
                      </a:lnTo>
                      <a:lnTo>
                        <a:pt x="217" y="222"/>
                      </a:lnTo>
                      <a:lnTo>
                        <a:pt x="217" y="225"/>
                      </a:lnTo>
                      <a:lnTo>
                        <a:pt x="221" y="226"/>
                      </a:lnTo>
                      <a:lnTo>
                        <a:pt x="225" y="231"/>
                      </a:lnTo>
                      <a:lnTo>
                        <a:pt x="232" y="231"/>
                      </a:lnTo>
                      <a:lnTo>
                        <a:pt x="234" y="229"/>
                      </a:lnTo>
                      <a:lnTo>
                        <a:pt x="244" y="227"/>
                      </a:lnTo>
                      <a:lnTo>
                        <a:pt x="249" y="235"/>
                      </a:lnTo>
                      <a:lnTo>
                        <a:pt x="250" y="242"/>
                      </a:lnTo>
                      <a:lnTo>
                        <a:pt x="254" y="252"/>
                      </a:lnTo>
                      <a:lnTo>
                        <a:pt x="254" y="253"/>
                      </a:lnTo>
                      <a:lnTo>
                        <a:pt x="249" y="254"/>
                      </a:lnTo>
                      <a:lnTo>
                        <a:pt x="248" y="252"/>
                      </a:lnTo>
                      <a:lnTo>
                        <a:pt x="244" y="251"/>
                      </a:lnTo>
                      <a:lnTo>
                        <a:pt x="234" y="249"/>
                      </a:lnTo>
                      <a:lnTo>
                        <a:pt x="227" y="252"/>
                      </a:lnTo>
                      <a:lnTo>
                        <a:pt x="210" y="254"/>
                      </a:lnTo>
                      <a:lnTo>
                        <a:pt x="205" y="257"/>
                      </a:lnTo>
                      <a:lnTo>
                        <a:pt x="205" y="295"/>
                      </a:lnTo>
                      <a:lnTo>
                        <a:pt x="210" y="300"/>
                      </a:lnTo>
                      <a:lnTo>
                        <a:pt x="222" y="310"/>
                      </a:lnTo>
                      <a:lnTo>
                        <a:pt x="228" y="316"/>
                      </a:lnTo>
                      <a:lnTo>
                        <a:pt x="233" y="326"/>
                      </a:lnTo>
                      <a:lnTo>
                        <a:pt x="240" y="354"/>
                      </a:lnTo>
                      <a:lnTo>
                        <a:pt x="239" y="360"/>
                      </a:lnTo>
                      <a:lnTo>
                        <a:pt x="238" y="370"/>
                      </a:lnTo>
                      <a:lnTo>
                        <a:pt x="228" y="433"/>
                      </a:lnTo>
                      <a:lnTo>
                        <a:pt x="227" y="434"/>
                      </a:lnTo>
                      <a:lnTo>
                        <a:pt x="223" y="452"/>
                      </a:lnTo>
                      <a:lnTo>
                        <a:pt x="220" y="460"/>
                      </a:lnTo>
                      <a:lnTo>
                        <a:pt x="218" y="472"/>
                      </a:lnTo>
                      <a:lnTo>
                        <a:pt x="217" y="475"/>
                      </a:lnTo>
                      <a:lnTo>
                        <a:pt x="216" y="483"/>
                      </a:lnTo>
                      <a:lnTo>
                        <a:pt x="213" y="498"/>
                      </a:lnTo>
                      <a:lnTo>
                        <a:pt x="211" y="504"/>
                      </a:lnTo>
                      <a:lnTo>
                        <a:pt x="210" y="511"/>
                      </a:lnTo>
                      <a:lnTo>
                        <a:pt x="209" y="514"/>
                      </a:lnTo>
                      <a:lnTo>
                        <a:pt x="202" y="517"/>
                      </a:lnTo>
                      <a:lnTo>
                        <a:pt x="182" y="516"/>
                      </a:lnTo>
                      <a:lnTo>
                        <a:pt x="169" y="521"/>
                      </a:lnTo>
                      <a:lnTo>
                        <a:pt x="118" y="536"/>
                      </a:lnTo>
                      <a:lnTo>
                        <a:pt x="99" y="543"/>
                      </a:lnTo>
                      <a:lnTo>
                        <a:pt x="83" y="554"/>
                      </a:lnTo>
                      <a:lnTo>
                        <a:pt x="72" y="563"/>
                      </a:lnTo>
                      <a:lnTo>
                        <a:pt x="59" y="579"/>
                      </a:lnTo>
                      <a:lnTo>
                        <a:pt x="50" y="591"/>
                      </a:lnTo>
                      <a:lnTo>
                        <a:pt x="41" y="607"/>
                      </a:lnTo>
                      <a:lnTo>
                        <a:pt x="39" y="613"/>
                      </a:lnTo>
                      <a:lnTo>
                        <a:pt x="39" y="643"/>
                      </a:lnTo>
                      <a:lnTo>
                        <a:pt x="30" y="644"/>
                      </a:lnTo>
                      <a:lnTo>
                        <a:pt x="21" y="646"/>
                      </a:lnTo>
                      <a:lnTo>
                        <a:pt x="17" y="651"/>
                      </a:lnTo>
                      <a:lnTo>
                        <a:pt x="13" y="668"/>
                      </a:lnTo>
                      <a:lnTo>
                        <a:pt x="1" y="690"/>
                      </a:lnTo>
                      <a:lnTo>
                        <a:pt x="0" y="694"/>
                      </a:lnTo>
                      <a:lnTo>
                        <a:pt x="0" y="698"/>
                      </a:lnTo>
                      <a:lnTo>
                        <a:pt x="11" y="721"/>
                      </a:lnTo>
                      <a:lnTo>
                        <a:pt x="13" y="733"/>
                      </a:lnTo>
                      <a:lnTo>
                        <a:pt x="14" y="737"/>
                      </a:lnTo>
                      <a:lnTo>
                        <a:pt x="23" y="748"/>
                      </a:lnTo>
                      <a:lnTo>
                        <a:pt x="27" y="756"/>
                      </a:lnTo>
                      <a:lnTo>
                        <a:pt x="39" y="769"/>
                      </a:lnTo>
                      <a:lnTo>
                        <a:pt x="49" y="775"/>
                      </a:lnTo>
                      <a:lnTo>
                        <a:pt x="50" y="784"/>
                      </a:lnTo>
                      <a:lnTo>
                        <a:pt x="44" y="794"/>
                      </a:lnTo>
                      <a:lnTo>
                        <a:pt x="45" y="797"/>
                      </a:lnTo>
                      <a:lnTo>
                        <a:pt x="57" y="801"/>
                      </a:lnTo>
                      <a:lnTo>
                        <a:pt x="77" y="802"/>
                      </a:lnTo>
                      <a:lnTo>
                        <a:pt x="82" y="806"/>
                      </a:lnTo>
                      <a:lnTo>
                        <a:pt x="86" y="811"/>
                      </a:lnTo>
                      <a:lnTo>
                        <a:pt x="88" y="822"/>
                      </a:lnTo>
                      <a:lnTo>
                        <a:pt x="91" y="826"/>
                      </a:lnTo>
                      <a:lnTo>
                        <a:pt x="104" y="829"/>
                      </a:lnTo>
                      <a:lnTo>
                        <a:pt x="119" y="830"/>
                      </a:lnTo>
                      <a:lnTo>
                        <a:pt x="127" y="829"/>
                      </a:lnTo>
                      <a:lnTo>
                        <a:pt x="145" y="819"/>
                      </a:lnTo>
                      <a:lnTo>
                        <a:pt x="167" y="803"/>
                      </a:lnTo>
                      <a:lnTo>
                        <a:pt x="177" y="794"/>
                      </a:lnTo>
                      <a:lnTo>
                        <a:pt x="180" y="792"/>
                      </a:lnTo>
                      <a:lnTo>
                        <a:pt x="180" y="795"/>
                      </a:lnTo>
                      <a:lnTo>
                        <a:pt x="180" y="849"/>
                      </a:lnTo>
                      <a:lnTo>
                        <a:pt x="180" y="853"/>
                      </a:lnTo>
                      <a:lnTo>
                        <a:pt x="180" y="882"/>
                      </a:lnTo>
                      <a:lnTo>
                        <a:pt x="183" y="886"/>
                      </a:lnTo>
                      <a:lnTo>
                        <a:pt x="189" y="889"/>
                      </a:lnTo>
                      <a:lnTo>
                        <a:pt x="194" y="889"/>
                      </a:lnTo>
                      <a:lnTo>
                        <a:pt x="201" y="887"/>
                      </a:lnTo>
                      <a:lnTo>
                        <a:pt x="201" y="887"/>
                      </a:lnTo>
                      <a:lnTo>
                        <a:pt x="209" y="883"/>
                      </a:lnTo>
                      <a:lnTo>
                        <a:pt x="226" y="882"/>
                      </a:lnTo>
                      <a:lnTo>
                        <a:pt x="228" y="880"/>
                      </a:lnTo>
                      <a:lnTo>
                        <a:pt x="236" y="880"/>
                      </a:lnTo>
                      <a:lnTo>
                        <a:pt x="254" y="886"/>
                      </a:lnTo>
                      <a:lnTo>
                        <a:pt x="295" y="887"/>
                      </a:lnTo>
                      <a:lnTo>
                        <a:pt x="303" y="883"/>
                      </a:lnTo>
                      <a:lnTo>
                        <a:pt x="308" y="880"/>
                      </a:lnTo>
                      <a:lnTo>
                        <a:pt x="334" y="871"/>
                      </a:lnTo>
                      <a:lnTo>
                        <a:pt x="341" y="867"/>
                      </a:lnTo>
                      <a:lnTo>
                        <a:pt x="366" y="845"/>
                      </a:lnTo>
                      <a:lnTo>
                        <a:pt x="383" y="826"/>
                      </a:lnTo>
                      <a:lnTo>
                        <a:pt x="389" y="819"/>
                      </a:lnTo>
                      <a:lnTo>
                        <a:pt x="405" y="816"/>
                      </a:lnTo>
                      <a:lnTo>
                        <a:pt x="411" y="816"/>
                      </a:lnTo>
                      <a:lnTo>
                        <a:pt x="438" y="812"/>
                      </a:lnTo>
                      <a:lnTo>
                        <a:pt x="457" y="813"/>
                      </a:lnTo>
                      <a:lnTo>
                        <a:pt x="460" y="816"/>
                      </a:lnTo>
                      <a:lnTo>
                        <a:pt x="465" y="823"/>
                      </a:lnTo>
                      <a:lnTo>
                        <a:pt x="468" y="840"/>
                      </a:lnTo>
                      <a:lnTo>
                        <a:pt x="468" y="872"/>
                      </a:lnTo>
                      <a:lnTo>
                        <a:pt x="467" y="882"/>
                      </a:lnTo>
                      <a:lnTo>
                        <a:pt x="462" y="889"/>
                      </a:lnTo>
                      <a:lnTo>
                        <a:pt x="460" y="893"/>
                      </a:lnTo>
                      <a:lnTo>
                        <a:pt x="459" y="900"/>
                      </a:lnTo>
                      <a:lnTo>
                        <a:pt x="465" y="924"/>
                      </a:lnTo>
                      <a:lnTo>
                        <a:pt x="474" y="937"/>
                      </a:lnTo>
                      <a:lnTo>
                        <a:pt x="481" y="943"/>
                      </a:lnTo>
                      <a:lnTo>
                        <a:pt x="508" y="963"/>
                      </a:lnTo>
                      <a:lnTo>
                        <a:pt x="521" y="967"/>
                      </a:lnTo>
                      <a:lnTo>
                        <a:pt x="538" y="969"/>
                      </a:lnTo>
                      <a:lnTo>
                        <a:pt x="557" y="969"/>
                      </a:lnTo>
                      <a:lnTo>
                        <a:pt x="573" y="973"/>
                      </a:lnTo>
                      <a:lnTo>
                        <a:pt x="580" y="979"/>
                      </a:lnTo>
                      <a:lnTo>
                        <a:pt x="582" y="983"/>
                      </a:lnTo>
                      <a:lnTo>
                        <a:pt x="589" y="991"/>
                      </a:lnTo>
                      <a:lnTo>
                        <a:pt x="597" y="995"/>
                      </a:lnTo>
                      <a:lnTo>
                        <a:pt x="635" y="1005"/>
                      </a:lnTo>
                      <a:lnTo>
                        <a:pt x="651" y="1020"/>
                      </a:lnTo>
                      <a:lnTo>
                        <a:pt x="656" y="1023"/>
                      </a:lnTo>
                      <a:lnTo>
                        <a:pt x="666" y="1023"/>
                      </a:lnTo>
                      <a:lnTo>
                        <a:pt x="675" y="1021"/>
                      </a:lnTo>
                      <a:lnTo>
                        <a:pt x="680" y="1021"/>
                      </a:lnTo>
                      <a:lnTo>
                        <a:pt x="693" y="1023"/>
                      </a:lnTo>
                      <a:lnTo>
                        <a:pt x="712" y="1034"/>
                      </a:lnTo>
                      <a:lnTo>
                        <a:pt x="720" y="1039"/>
                      </a:lnTo>
                      <a:lnTo>
                        <a:pt x="726" y="1050"/>
                      </a:lnTo>
                      <a:lnTo>
                        <a:pt x="731" y="1065"/>
                      </a:lnTo>
                      <a:lnTo>
                        <a:pt x="732" y="1080"/>
                      </a:lnTo>
                      <a:lnTo>
                        <a:pt x="736" y="1088"/>
                      </a:lnTo>
                      <a:lnTo>
                        <a:pt x="739" y="1093"/>
                      </a:lnTo>
                      <a:lnTo>
                        <a:pt x="739" y="1102"/>
                      </a:lnTo>
                      <a:lnTo>
                        <a:pt x="737" y="1119"/>
                      </a:lnTo>
                      <a:lnTo>
                        <a:pt x="729" y="1120"/>
                      </a:lnTo>
                      <a:lnTo>
                        <a:pt x="729" y="1124"/>
                      </a:lnTo>
                      <a:lnTo>
                        <a:pt x="729" y="1129"/>
                      </a:lnTo>
                      <a:lnTo>
                        <a:pt x="736" y="1145"/>
                      </a:lnTo>
                      <a:lnTo>
                        <a:pt x="743" y="1168"/>
                      </a:lnTo>
                      <a:lnTo>
                        <a:pt x="749" y="1181"/>
                      </a:lnTo>
                      <a:lnTo>
                        <a:pt x="764" y="1181"/>
                      </a:lnTo>
                      <a:lnTo>
                        <a:pt x="775" y="1182"/>
                      </a:lnTo>
                      <a:lnTo>
                        <a:pt x="788" y="1182"/>
                      </a:lnTo>
                      <a:lnTo>
                        <a:pt x="793" y="1184"/>
                      </a:lnTo>
                      <a:lnTo>
                        <a:pt x="836" y="1184"/>
                      </a:lnTo>
                      <a:lnTo>
                        <a:pt x="841" y="1185"/>
                      </a:lnTo>
                      <a:lnTo>
                        <a:pt x="844" y="1188"/>
                      </a:lnTo>
                      <a:lnTo>
                        <a:pt x="846" y="1193"/>
                      </a:lnTo>
                      <a:lnTo>
                        <a:pt x="844" y="1203"/>
                      </a:lnTo>
                      <a:lnTo>
                        <a:pt x="841" y="1211"/>
                      </a:lnTo>
                      <a:lnTo>
                        <a:pt x="841" y="1217"/>
                      </a:lnTo>
                      <a:lnTo>
                        <a:pt x="846" y="1237"/>
                      </a:lnTo>
                      <a:lnTo>
                        <a:pt x="863" y="1243"/>
                      </a:lnTo>
                      <a:lnTo>
                        <a:pt x="866" y="1246"/>
                      </a:lnTo>
                      <a:lnTo>
                        <a:pt x="871" y="1260"/>
                      </a:lnTo>
                      <a:lnTo>
                        <a:pt x="881" y="1279"/>
                      </a:lnTo>
                      <a:lnTo>
                        <a:pt x="883" y="1289"/>
                      </a:lnTo>
                      <a:lnTo>
                        <a:pt x="883" y="1312"/>
                      </a:lnTo>
                      <a:lnTo>
                        <a:pt x="882" y="1341"/>
                      </a:lnTo>
                      <a:lnTo>
                        <a:pt x="881" y="1345"/>
                      </a:lnTo>
                      <a:lnTo>
                        <a:pt x="876" y="1356"/>
                      </a:lnTo>
                      <a:lnTo>
                        <a:pt x="871" y="1367"/>
                      </a:lnTo>
                      <a:lnTo>
                        <a:pt x="869" y="1373"/>
                      </a:lnTo>
                      <a:lnTo>
                        <a:pt x="869" y="1381"/>
                      </a:lnTo>
                      <a:lnTo>
                        <a:pt x="871" y="1386"/>
                      </a:lnTo>
                      <a:lnTo>
                        <a:pt x="872" y="1398"/>
                      </a:lnTo>
                      <a:lnTo>
                        <a:pt x="871" y="1399"/>
                      </a:lnTo>
                      <a:lnTo>
                        <a:pt x="863" y="1402"/>
                      </a:lnTo>
                      <a:lnTo>
                        <a:pt x="862" y="1403"/>
                      </a:lnTo>
                      <a:lnTo>
                        <a:pt x="861" y="1408"/>
                      </a:lnTo>
                      <a:lnTo>
                        <a:pt x="861" y="1410"/>
                      </a:lnTo>
                      <a:lnTo>
                        <a:pt x="868" y="1424"/>
                      </a:lnTo>
                      <a:lnTo>
                        <a:pt x="869" y="1426"/>
                      </a:lnTo>
                      <a:lnTo>
                        <a:pt x="871" y="1474"/>
                      </a:lnTo>
                      <a:lnTo>
                        <a:pt x="869" y="1507"/>
                      </a:lnTo>
                      <a:lnTo>
                        <a:pt x="873" y="1516"/>
                      </a:lnTo>
                      <a:lnTo>
                        <a:pt x="879" y="1518"/>
                      </a:lnTo>
                      <a:lnTo>
                        <a:pt x="894" y="1522"/>
                      </a:lnTo>
                      <a:lnTo>
                        <a:pt x="901" y="1526"/>
                      </a:lnTo>
                      <a:lnTo>
                        <a:pt x="919" y="1528"/>
                      </a:lnTo>
                      <a:lnTo>
                        <a:pt x="931" y="1528"/>
                      </a:lnTo>
                      <a:lnTo>
                        <a:pt x="943" y="1527"/>
                      </a:lnTo>
                      <a:lnTo>
                        <a:pt x="948" y="1524"/>
                      </a:lnTo>
                      <a:lnTo>
                        <a:pt x="957" y="1521"/>
                      </a:lnTo>
                      <a:lnTo>
                        <a:pt x="963" y="1526"/>
                      </a:lnTo>
                      <a:lnTo>
                        <a:pt x="986" y="1533"/>
                      </a:lnTo>
                      <a:lnTo>
                        <a:pt x="992" y="1542"/>
                      </a:lnTo>
                      <a:lnTo>
                        <a:pt x="994" y="1548"/>
                      </a:lnTo>
                      <a:lnTo>
                        <a:pt x="996" y="1571"/>
                      </a:lnTo>
                      <a:lnTo>
                        <a:pt x="1000" y="1583"/>
                      </a:lnTo>
                      <a:lnTo>
                        <a:pt x="998" y="1608"/>
                      </a:lnTo>
                      <a:lnTo>
                        <a:pt x="1000" y="1613"/>
                      </a:lnTo>
                      <a:lnTo>
                        <a:pt x="1006" y="1620"/>
                      </a:lnTo>
                      <a:lnTo>
                        <a:pt x="1013" y="1625"/>
                      </a:lnTo>
                      <a:lnTo>
                        <a:pt x="1019" y="1628"/>
                      </a:lnTo>
                      <a:lnTo>
                        <a:pt x="1029" y="1628"/>
                      </a:lnTo>
                      <a:lnTo>
                        <a:pt x="1035" y="1625"/>
                      </a:lnTo>
                      <a:lnTo>
                        <a:pt x="1048" y="1625"/>
                      </a:lnTo>
                      <a:lnTo>
                        <a:pt x="1057" y="1623"/>
                      </a:lnTo>
                      <a:lnTo>
                        <a:pt x="1062" y="1628"/>
                      </a:lnTo>
                      <a:lnTo>
                        <a:pt x="1067" y="1636"/>
                      </a:lnTo>
                      <a:lnTo>
                        <a:pt x="1067" y="1661"/>
                      </a:lnTo>
                      <a:lnTo>
                        <a:pt x="1066" y="1664"/>
                      </a:lnTo>
                      <a:lnTo>
                        <a:pt x="1062" y="1680"/>
                      </a:lnTo>
                      <a:lnTo>
                        <a:pt x="1059" y="1706"/>
                      </a:lnTo>
                      <a:lnTo>
                        <a:pt x="1057" y="1726"/>
                      </a:lnTo>
                      <a:lnTo>
                        <a:pt x="1066" y="1726"/>
                      </a:lnTo>
                      <a:lnTo>
                        <a:pt x="1070" y="1725"/>
                      </a:lnTo>
                      <a:lnTo>
                        <a:pt x="1084" y="1725"/>
                      </a:lnTo>
                      <a:lnTo>
                        <a:pt x="1091" y="1732"/>
                      </a:lnTo>
                      <a:lnTo>
                        <a:pt x="1103" y="1771"/>
                      </a:lnTo>
                      <a:lnTo>
                        <a:pt x="1103" y="1803"/>
                      </a:lnTo>
                      <a:lnTo>
                        <a:pt x="1102" y="1814"/>
                      </a:lnTo>
                      <a:lnTo>
                        <a:pt x="1099" y="1818"/>
                      </a:lnTo>
                      <a:lnTo>
                        <a:pt x="1097" y="1822"/>
                      </a:lnTo>
                      <a:lnTo>
                        <a:pt x="1073" y="1838"/>
                      </a:lnTo>
                      <a:lnTo>
                        <a:pt x="1066" y="1840"/>
                      </a:lnTo>
                      <a:lnTo>
                        <a:pt x="1054" y="1841"/>
                      </a:lnTo>
                      <a:lnTo>
                        <a:pt x="1046" y="1845"/>
                      </a:lnTo>
                      <a:lnTo>
                        <a:pt x="1037" y="1857"/>
                      </a:lnTo>
                      <a:lnTo>
                        <a:pt x="1028" y="1867"/>
                      </a:lnTo>
                      <a:lnTo>
                        <a:pt x="984" y="1905"/>
                      </a:lnTo>
                      <a:lnTo>
                        <a:pt x="982" y="1909"/>
                      </a:lnTo>
                      <a:lnTo>
                        <a:pt x="978" y="1916"/>
                      </a:lnTo>
                      <a:lnTo>
                        <a:pt x="958" y="1941"/>
                      </a:lnTo>
                      <a:lnTo>
                        <a:pt x="955" y="1947"/>
                      </a:lnTo>
                      <a:lnTo>
                        <a:pt x="937" y="1968"/>
                      </a:lnTo>
                      <a:lnTo>
                        <a:pt x="922" y="1980"/>
                      </a:lnTo>
                      <a:lnTo>
                        <a:pt x="915" y="1989"/>
                      </a:lnTo>
                      <a:lnTo>
                        <a:pt x="906" y="1995"/>
                      </a:lnTo>
                      <a:lnTo>
                        <a:pt x="904" y="2000"/>
                      </a:lnTo>
                      <a:lnTo>
                        <a:pt x="895" y="2010"/>
                      </a:lnTo>
                      <a:lnTo>
                        <a:pt x="885" y="2015"/>
                      </a:lnTo>
                      <a:lnTo>
                        <a:pt x="904" y="2017"/>
                      </a:lnTo>
                      <a:lnTo>
                        <a:pt x="911" y="2013"/>
                      </a:lnTo>
                      <a:lnTo>
                        <a:pt x="915" y="2007"/>
                      </a:lnTo>
                      <a:lnTo>
                        <a:pt x="920" y="2005"/>
                      </a:lnTo>
                      <a:lnTo>
                        <a:pt x="925" y="2005"/>
                      </a:lnTo>
                      <a:lnTo>
                        <a:pt x="931" y="2007"/>
                      </a:lnTo>
                      <a:lnTo>
                        <a:pt x="943" y="2017"/>
                      </a:lnTo>
                      <a:lnTo>
                        <a:pt x="948" y="2022"/>
                      </a:lnTo>
                      <a:lnTo>
                        <a:pt x="959" y="2032"/>
                      </a:lnTo>
                      <a:lnTo>
                        <a:pt x="968" y="2040"/>
                      </a:lnTo>
                      <a:lnTo>
                        <a:pt x="973" y="2055"/>
                      </a:lnTo>
                      <a:lnTo>
                        <a:pt x="974" y="2064"/>
                      </a:lnTo>
                      <a:lnTo>
                        <a:pt x="982" y="2065"/>
                      </a:lnTo>
                      <a:lnTo>
                        <a:pt x="986" y="2064"/>
                      </a:lnTo>
                      <a:lnTo>
                        <a:pt x="1000" y="2053"/>
                      </a:lnTo>
                      <a:lnTo>
                        <a:pt x="1005" y="2056"/>
                      </a:lnTo>
                      <a:lnTo>
                        <a:pt x="1006" y="2060"/>
                      </a:lnTo>
                      <a:lnTo>
                        <a:pt x="1011" y="2070"/>
                      </a:lnTo>
                      <a:lnTo>
                        <a:pt x="1018" y="2078"/>
                      </a:lnTo>
                      <a:lnTo>
                        <a:pt x="1021" y="2081"/>
                      </a:lnTo>
                      <a:lnTo>
                        <a:pt x="1025" y="2082"/>
                      </a:lnTo>
                      <a:lnTo>
                        <a:pt x="1033" y="2082"/>
                      </a:lnTo>
                      <a:lnTo>
                        <a:pt x="1040" y="2091"/>
                      </a:lnTo>
                      <a:lnTo>
                        <a:pt x="1052" y="2092"/>
                      </a:lnTo>
                      <a:lnTo>
                        <a:pt x="1055" y="2096"/>
                      </a:lnTo>
                      <a:lnTo>
                        <a:pt x="1062" y="2107"/>
                      </a:lnTo>
                      <a:lnTo>
                        <a:pt x="1068" y="2112"/>
                      </a:lnTo>
                      <a:lnTo>
                        <a:pt x="1077" y="2117"/>
                      </a:lnTo>
                      <a:lnTo>
                        <a:pt x="1082" y="2118"/>
                      </a:lnTo>
                      <a:lnTo>
                        <a:pt x="1097" y="2125"/>
                      </a:lnTo>
                      <a:lnTo>
                        <a:pt x="1100" y="2131"/>
                      </a:lnTo>
                      <a:lnTo>
                        <a:pt x="1104" y="2150"/>
                      </a:lnTo>
                      <a:lnTo>
                        <a:pt x="1107" y="2153"/>
                      </a:lnTo>
                      <a:lnTo>
                        <a:pt x="1127" y="2168"/>
                      </a:lnTo>
                      <a:lnTo>
                        <a:pt x="1132" y="2177"/>
                      </a:lnTo>
                      <a:lnTo>
                        <a:pt x="1131" y="2179"/>
                      </a:lnTo>
                      <a:lnTo>
                        <a:pt x="1126" y="2180"/>
                      </a:lnTo>
                      <a:lnTo>
                        <a:pt x="1124" y="2188"/>
                      </a:lnTo>
                      <a:lnTo>
                        <a:pt x="1121" y="2189"/>
                      </a:lnTo>
                      <a:lnTo>
                        <a:pt x="1116" y="2196"/>
                      </a:lnTo>
                      <a:lnTo>
                        <a:pt x="1114" y="2204"/>
                      </a:lnTo>
                      <a:lnTo>
                        <a:pt x="1114" y="2220"/>
                      </a:lnTo>
                      <a:lnTo>
                        <a:pt x="1111" y="2234"/>
                      </a:lnTo>
                      <a:lnTo>
                        <a:pt x="1113" y="2236"/>
                      </a:lnTo>
                      <a:lnTo>
                        <a:pt x="1116" y="2241"/>
                      </a:lnTo>
                      <a:lnTo>
                        <a:pt x="1116" y="2237"/>
                      </a:lnTo>
                      <a:lnTo>
                        <a:pt x="1121" y="2232"/>
                      </a:lnTo>
                      <a:lnTo>
                        <a:pt x="1130" y="2227"/>
                      </a:lnTo>
                      <a:lnTo>
                        <a:pt x="1145" y="2215"/>
                      </a:lnTo>
                      <a:lnTo>
                        <a:pt x="1156" y="2196"/>
                      </a:lnTo>
                      <a:lnTo>
                        <a:pt x="1167" y="2184"/>
                      </a:lnTo>
                      <a:lnTo>
                        <a:pt x="1173" y="2156"/>
                      </a:lnTo>
                      <a:lnTo>
                        <a:pt x="1178" y="2148"/>
                      </a:lnTo>
                      <a:lnTo>
                        <a:pt x="1193" y="2132"/>
                      </a:lnTo>
                      <a:lnTo>
                        <a:pt x="1199" y="2129"/>
                      </a:lnTo>
                      <a:lnTo>
                        <a:pt x="1221" y="2112"/>
                      </a:lnTo>
                      <a:lnTo>
                        <a:pt x="1229" y="2108"/>
                      </a:lnTo>
                      <a:lnTo>
                        <a:pt x="1238" y="2102"/>
                      </a:lnTo>
                      <a:lnTo>
                        <a:pt x="1244" y="2096"/>
                      </a:lnTo>
                      <a:lnTo>
                        <a:pt x="1247" y="2088"/>
                      </a:lnTo>
                      <a:lnTo>
                        <a:pt x="1253" y="2078"/>
                      </a:lnTo>
                      <a:lnTo>
                        <a:pt x="1267" y="2059"/>
                      </a:lnTo>
                      <a:lnTo>
                        <a:pt x="1275" y="2045"/>
                      </a:lnTo>
                      <a:lnTo>
                        <a:pt x="1286" y="2032"/>
                      </a:lnTo>
                      <a:lnTo>
                        <a:pt x="1291" y="2010"/>
                      </a:lnTo>
                      <a:lnTo>
                        <a:pt x="1303" y="1981"/>
                      </a:lnTo>
                      <a:lnTo>
                        <a:pt x="1309" y="1973"/>
                      </a:lnTo>
                      <a:lnTo>
                        <a:pt x="1314" y="1963"/>
                      </a:lnTo>
                      <a:lnTo>
                        <a:pt x="1318" y="1956"/>
                      </a:lnTo>
                      <a:lnTo>
                        <a:pt x="1324" y="1951"/>
                      </a:lnTo>
                      <a:lnTo>
                        <a:pt x="1339" y="1930"/>
                      </a:lnTo>
                      <a:lnTo>
                        <a:pt x="1346" y="1922"/>
                      </a:lnTo>
                      <a:lnTo>
                        <a:pt x="1352" y="1919"/>
                      </a:lnTo>
                      <a:lnTo>
                        <a:pt x="1363" y="1915"/>
                      </a:lnTo>
                      <a:lnTo>
                        <a:pt x="1368" y="1902"/>
                      </a:lnTo>
                      <a:lnTo>
                        <a:pt x="1377" y="1895"/>
                      </a:lnTo>
                      <a:lnTo>
                        <a:pt x="1380" y="1873"/>
                      </a:lnTo>
                      <a:lnTo>
                        <a:pt x="1382" y="1834"/>
                      </a:lnTo>
                      <a:lnTo>
                        <a:pt x="1384" y="1829"/>
                      </a:lnTo>
                      <a:lnTo>
                        <a:pt x="1390" y="1829"/>
                      </a:lnTo>
                      <a:lnTo>
                        <a:pt x="1392" y="1825"/>
                      </a:lnTo>
                      <a:lnTo>
                        <a:pt x="1389" y="1820"/>
                      </a:lnTo>
                      <a:lnTo>
                        <a:pt x="1382" y="1813"/>
                      </a:lnTo>
                      <a:lnTo>
                        <a:pt x="1380" y="1809"/>
                      </a:lnTo>
                      <a:lnTo>
                        <a:pt x="1380" y="1795"/>
                      </a:lnTo>
                      <a:lnTo>
                        <a:pt x="1378" y="1792"/>
                      </a:lnTo>
                      <a:lnTo>
                        <a:pt x="1378" y="1777"/>
                      </a:lnTo>
                      <a:lnTo>
                        <a:pt x="1376" y="1769"/>
                      </a:lnTo>
                      <a:lnTo>
                        <a:pt x="1376" y="1762"/>
                      </a:lnTo>
                      <a:lnTo>
                        <a:pt x="1378" y="1758"/>
                      </a:lnTo>
                      <a:lnTo>
                        <a:pt x="1380" y="1752"/>
                      </a:lnTo>
                      <a:lnTo>
                        <a:pt x="1380" y="1742"/>
                      </a:lnTo>
                      <a:lnTo>
                        <a:pt x="1390" y="1726"/>
                      </a:lnTo>
                      <a:lnTo>
                        <a:pt x="1395" y="1719"/>
                      </a:lnTo>
                      <a:lnTo>
                        <a:pt x="1409" y="1706"/>
                      </a:lnTo>
                      <a:lnTo>
                        <a:pt x="1428" y="1684"/>
                      </a:lnTo>
                      <a:lnTo>
                        <a:pt x="1431" y="1684"/>
                      </a:lnTo>
                      <a:lnTo>
                        <a:pt x="1436" y="1680"/>
                      </a:lnTo>
                      <a:lnTo>
                        <a:pt x="1446" y="1672"/>
                      </a:lnTo>
                      <a:lnTo>
                        <a:pt x="1459" y="1662"/>
                      </a:lnTo>
                      <a:lnTo>
                        <a:pt x="1464" y="1656"/>
                      </a:lnTo>
                      <a:lnTo>
                        <a:pt x="1474" y="1650"/>
                      </a:lnTo>
                      <a:lnTo>
                        <a:pt x="1487" y="1636"/>
                      </a:lnTo>
                      <a:lnTo>
                        <a:pt x="1501" y="1628"/>
                      </a:lnTo>
                      <a:lnTo>
                        <a:pt x="1511" y="1628"/>
                      </a:lnTo>
                      <a:lnTo>
                        <a:pt x="1516" y="1625"/>
                      </a:lnTo>
                      <a:lnTo>
                        <a:pt x="1522" y="1618"/>
                      </a:lnTo>
                      <a:lnTo>
                        <a:pt x="1533" y="1614"/>
                      </a:lnTo>
                      <a:lnTo>
                        <a:pt x="1550" y="1614"/>
                      </a:lnTo>
                      <a:lnTo>
                        <a:pt x="1561" y="1606"/>
                      </a:lnTo>
                      <a:lnTo>
                        <a:pt x="1565" y="1604"/>
                      </a:lnTo>
                      <a:lnTo>
                        <a:pt x="1573" y="1593"/>
                      </a:lnTo>
                      <a:lnTo>
                        <a:pt x="1578" y="1591"/>
                      </a:lnTo>
                      <a:lnTo>
                        <a:pt x="1591" y="1588"/>
                      </a:lnTo>
                      <a:lnTo>
                        <a:pt x="1598" y="1588"/>
                      </a:lnTo>
                      <a:lnTo>
                        <a:pt x="1600" y="1585"/>
                      </a:lnTo>
                      <a:lnTo>
                        <a:pt x="1600" y="1581"/>
                      </a:lnTo>
                      <a:lnTo>
                        <a:pt x="1597" y="1579"/>
                      </a:lnTo>
                      <a:lnTo>
                        <a:pt x="1597" y="1576"/>
                      </a:lnTo>
                      <a:lnTo>
                        <a:pt x="1605" y="1569"/>
                      </a:lnTo>
                      <a:lnTo>
                        <a:pt x="1608" y="1569"/>
                      </a:lnTo>
                      <a:lnTo>
                        <a:pt x="1608" y="1567"/>
                      </a:lnTo>
                      <a:lnTo>
                        <a:pt x="1609" y="1571"/>
                      </a:lnTo>
                      <a:lnTo>
                        <a:pt x="1615" y="1572"/>
                      </a:lnTo>
                      <a:lnTo>
                        <a:pt x="1638" y="1566"/>
                      </a:lnTo>
                      <a:lnTo>
                        <a:pt x="1643" y="1566"/>
                      </a:lnTo>
                      <a:lnTo>
                        <a:pt x="1647" y="1569"/>
                      </a:lnTo>
                      <a:lnTo>
                        <a:pt x="1657" y="1570"/>
                      </a:lnTo>
                      <a:lnTo>
                        <a:pt x="1673" y="1564"/>
                      </a:lnTo>
                      <a:lnTo>
                        <a:pt x="1680" y="1564"/>
                      </a:lnTo>
                      <a:lnTo>
                        <a:pt x="1686" y="1566"/>
                      </a:lnTo>
                      <a:lnTo>
                        <a:pt x="1697" y="1567"/>
                      </a:lnTo>
                      <a:lnTo>
                        <a:pt x="1708" y="1567"/>
                      </a:lnTo>
                      <a:lnTo>
                        <a:pt x="1732" y="1564"/>
                      </a:lnTo>
                      <a:lnTo>
                        <a:pt x="1736" y="1563"/>
                      </a:lnTo>
                      <a:lnTo>
                        <a:pt x="1740" y="1554"/>
                      </a:lnTo>
                      <a:lnTo>
                        <a:pt x="1743" y="1542"/>
                      </a:lnTo>
                      <a:lnTo>
                        <a:pt x="1751" y="1533"/>
                      </a:lnTo>
                      <a:lnTo>
                        <a:pt x="1759" y="1529"/>
                      </a:lnTo>
                      <a:lnTo>
                        <a:pt x="1778" y="1521"/>
                      </a:lnTo>
                      <a:lnTo>
                        <a:pt x="1787" y="1512"/>
                      </a:lnTo>
                      <a:lnTo>
                        <a:pt x="1791" y="1505"/>
                      </a:lnTo>
                      <a:lnTo>
                        <a:pt x="1792" y="1497"/>
                      </a:lnTo>
                      <a:lnTo>
                        <a:pt x="1793" y="1483"/>
                      </a:lnTo>
                      <a:lnTo>
                        <a:pt x="1796" y="1469"/>
                      </a:lnTo>
                      <a:lnTo>
                        <a:pt x="1808" y="1452"/>
                      </a:lnTo>
                      <a:lnTo>
                        <a:pt x="1825" y="1431"/>
                      </a:lnTo>
                      <a:lnTo>
                        <a:pt x="1834" y="1416"/>
                      </a:lnTo>
                      <a:lnTo>
                        <a:pt x="1845" y="1388"/>
                      </a:lnTo>
                      <a:lnTo>
                        <a:pt x="1858" y="1373"/>
                      </a:lnTo>
                      <a:lnTo>
                        <a:pt x="1864" y="1365"/>
                      </a:lnTo>
                      <a:lnTo>
                        <a:pt x="1867" y="1335"/>
                      </a:lnTo>
                      <a:lnTo>
                        <a:pt x="1867" y="1318"/>
                      </a:lnTo>
                      <a:lnTo>
                        <a:pt x="1868" y="1305"/>
                      </a:lnTo>
                      <a:lnTo>
                        <a:pt x="1872" y="1291"/>
                      </a:lnTo>
                      <a:lnTo>
                        <a:pt x="1878" y="1282"/>
                      </a:lnTo>
                      <a:lnTo>
                        <a:pt x="1890" y="1268"/>
                      </a:lnTo>
                      <a:lnTo>
                        <a:pt x="1894" y="1260"/>
                      </a:lnTo>
                      <a:lnTo>
                        <a:pt x="1894" y="1244"/>
                      </a:lnTo>
                      <a:lnTo>
                        <a:pt x="1898" y="1206"/>
                      </a:lnTo>
                      <a:lnTo>
                        <a:pt x="1900" y="1199"/>
                      </a:lnTo>
                      <a:lnTo>
                        <a:pt x="1904" y="1173"/>
                      </a:lnTo>
                      <a:lnTo>
                        <a:pt x="1907" y="1156"/>
                      </a:lnTo>
                      <a:lnTo>
                        <a:pt x="1906" y="1144"/>
                      </a:lnTo>
                      <a:lnTo>
                        <a:pt x="1904" y="1134"/>
                      </a:lnTo>
                      <a:lnTo>
                        <a:pt x="1904" y="1111"/>
                      </a:lnTo>
                      <a:lnTo>
                        <a:pt x="1901" y="1102"/>
                      </a:lnTo>
                      <a:lnTo>
                        <a:pt x="1901" y="1080"/>
                      </a:lnTo>
                      <a:lnTo>
                        <a:pt x="1904" y="1052"/>
                      </a:lnTo>
                      <a:lnTo>
                        <a:pt x="1907" y="1034"/>
                      </a:lnTo>
                      <a:lnTo>
                        <a:pt x="1907" y="1022"/>
                      </a:lnTo>
                      <a:lnTo>
                        <a:pt x="1910" y="1009"/>
                      </a:lnTo>
                      <a:lnTo>
                        <a:pt x="1911" y="1006"/>
                      </a:lnTo>
                      <a:lnTo>
                        <a:pt x="1922" y="995"/>
                      </a:lnTo>
                      <a:lnTo>
                        <a:pt x="1926" y="995"/>
                      </a:lnTo>
                      <a:lnTo>
                        <a:pt x="1935" y="998"/>
                      </a:lnTo>
                      <a:lnTo>
                        <a:pt x="1937" y="998"/>
                      </a:lnTo>
                      <a:lnTo>
                        <a:pt x="1952" y="984"/>
                      </a:lnTo>
                      <a:lnTo>
                        <a:pt x="1963" y="969"/>
                      </a:lnTo>
                      <a:lnTo>
                        <a:pt x="1975" y="947"/>
                      </a:lnTo>
                      <a:lnTo>
                        <a:pt x="1981" y="929"/>
                      </a:lnTo>
                      <a:lnTo>
                        <a:pt x="1989" y="914"/>
                      </a:lnTo>
                      <a:lnTo>
                        <a:pt x="1997" y="902"/>
                      </a:lnTo>
                      <a:lnTo>
                        <a:pt x="2013" y="889"/>
                      </a:lnTo>
                      <a:lnTo>
                        <a:pt x="2018" y="881"/>
                      </a:lnTo>
                      <a:lnTo>
                        <a:pt x="2028" y="871"/>
                      </a:lnTo>
                      <a:lnTo>
                        <a:pt x="2049" y="860"/>
                      </a:lnTo>
                      <a:lnTo>
                        <a:pt x="2055" y="853"/>
                      </a:lnTo>
                      <a:lnTo>
                        <a:pt x="2063" y="840"/>
                      </a:lnTo>
                      <a:lnTo>
                        <a:pt x="2076" y="824"/>
                      </a:lnTo>
                      <a:lnTo>
                        <a:pt x="2094" y="805"/>
                      </a:lnTo>
                      <a:lnTo>
                        <a:pt x="2111" y="779"/>
                      </a:lnTo>
                      <a:lnTo>
                        <a:pt x="2115" y="776"/>
                      </a:lnTo>
                      <a:lnTo>
                        <a:pt x="2120" y="767"/>
                      </a:lnTo>
                      <a:lnTo>
                        <a:pt x="2120" y="767"/>
                      </a:lnTo>
                      <a:lnTo>
                        <a:pt x="2130" y="724"/>
                      </a:lnTo>
                      <a:lnTo>
                        <a:pt x="2132" y="709"/>
                      </a:lnTo>
                      <a:lnTo>
                        <a:pt x="2135" y="673"/>
                      </a:lnTo>
                      <a:lnTo>
                        <a:pt x="2135" y="650"/>
                      </a:lnTo>
                      <a:lnTo>
                        <a:pt x="2126" y="629"/>
                      </a:lnTo>
                      <a:lnTo>
                        <a:pt x="2120" y="597"/>
                      </a:lnTo>
                      <a:lnTo>
                        <a:pt x="2111" y="582"/>
                      </a:lnTo>
                      <a:lnTo>
                        <a:pt x="2102" y="570"/>
                      </a:lnTo>
                      <a:lnTo>
                        <a:pt x="2093" y="565"/>
                      </a:lnTo>
                      <a:lnTo>
                        <a:pt x="2046" y="565"/>
                      </a:lnTo>
                      <a:lnTo>
                        <a:pt x="2040" y="565"/>
                      </a:lnTo>
                      <a:lnTo>
                        <a:pt x="2034" y="564"/>
                      </a:lnTo>
                      <a:lnTo>
                        <a:pt x="2030" y="560"/>
                      </a:lnTo>
                      <a:lnTo>
                        <a:pt x="2022" y="558"/>
                      </a:lnTo>
                      <a:lnTo>
                        <a:pt x="2014" y="558"/>
                      </a:lnTo>
                      <a:lnTo>
                        <a:pt x="2009" y="550"/>
                      </a:lnTo>
                      <a:lnTo>
                        <a:pt x="2000" y="542"/>
                      </a:lnTo>
                      <a:lnTo>
                        <a:pt x="1993" y="538"/>
                      </a:lnTo>
                      <a:lnTo>
                        <a:pt x="1985" y="534"/>
                      </a:lnTo>
                      <a:lnTo>
                        <a:pt x="1971" y="526"/>
                      </a:lnTo>
                      <a:lnTo>
                        <a:pt x="1942" y="496"/>
                      </a:lnTo>
                      <a:lnTo>
                        <a:pt x="1930" y="485"/>
                      </a:lnTo>
                      <a:lnTo>
                        <a:pt x="1915" y="474"/>
                      </a:lnTo>
                      <a:lnTo>
                        <a:pt x="1896" y="463"/>
                      </a:lnTo>
                      <a:lnTo>
                        <a:pt x="1883" y="455"/>
                      </a:lnTo>
                      <a:lnTo>
                        <a:pt x="1872" y="448"/>
                      </a:lnTo>
                      <a:lnTo>
                        <a:pt x="1860" y="445"/>
                      </a:lnTo>
                      <a:lnTo>
                        <a:pt x="1808" y="444"/>
                      </a:lnTo>
                      <a:lnTo>
                        <a:pt x="1799" y="445"/>
                      </a:lnTo>
                      <a:lnTo>
                        <a:pt x="1790" y="445"/>
                      </a:lnTo>
                      <a:lnTo>
                        <a:pt x="1760" y="444"/>
                      </a:lnTo>
                      <a:lnTo>
                        <a:pt x="1751" y="442"/>
                      </a:lnTo>
                      <a:lnTo>
                        <a:pt x="1731" y="437"/>
                      </a:lnTo>
                      <a:lnTo>
                        <a:pt x="1678" y="420"/>
                      </a:lnTo>
                      <a:lnTo>
                        <a:pt x="1668" y="420"/>
                      </a:lnTo>
                      <a:lnTo>
                        <a:pt x="1665" y="420"/>
                      </a:lnTo>
                      <a:lnTo>
                        <a:pt x="1659" y="413"/>
                      </a:lnTo>
                      <a:lnTo>
                        <a:pt x="1652" y="417"/>
                      </a:lnTo>
                      <a:lnTo>
                        <a:pt x="1645" y="423"/>
                      </a:lnTo>
                      <a:lnTo>
                        <a:pt x="1636" y="426"/>
                      </a:lnTo>
                      <a:lnTo>
                        <a:pt x="1620" y="433"/>
                      </a:lnTo>
                      <a:lnTo>
                        <a:pt x="1611" y="434"/>
                      </a:lnTo>
                      <a:lnTo>
                        <a:pt x="1610" y="428"/>
                      </a:lnTo>
                      <a:lnTo>
                        <a:pt x="1613" y="421"/>
                      </a:lnTo>
                      <a:lnTo>
                        <a:pt x="1619" y="415"/>
                      </a:lnTo>
                      <a:lnTo>
                        <a:pt x="1619" y="410"/>
                      </a:lnTo>
                      <a:lnTo>
                        <a:pt x="1616" y="405"/>
                      </a:lnTo>
                      <a:lnTo>
                        <a:pt x="1611" y="403"/>
                      </a:lnTo>
                      <a:lnTo>
                        <a:pt x="1609" y="403"/>
                      </a:lnTo>
                      <a:lnTo>
                        <a:pt x="1605" y="404"/>
                      </a:lnTo>
                      <a:lnTo>
                        <a:pt x="1602" y="404"/>
                      </a:lnTo>
                      <a:lnTo>
                        <a:pt x="1600" y="403"/>
                      </a:lnTo>
                      <a:lnTo>
                        <a:pt x="1600" y="399"/>
                      </a:lnTo>
                      <a:lnTo>
                        <a:pt x="1604" y="397"/>
                      </a:lnTo>
                      <a:lnTo>
                        <a:pt x="1605" y="387"/>
                      </a:lnTo>
                      <a:lnTo>
                        <a:pt x="1598" y="375"/>
                      </a:lnTo>
                      <a:lnTo>
                        <a:pt x="1587" y="366"/>
                      </a:lnTo>
                      <a:lnTo>
                        <a:pt x="1582" y="367"/>
                      </a:lnTo>
                      <a:lnTo>
                        <a:pt x="1576" y="370"/>
                      </a:lnTo>
                      <a:lnTo>
                        <a:pt x="1570" y="375"/>
                      </a:lnTo>
                      <a:lnTo>
                        <a:pt x="1564" y="378"/>
                      </a:lnTo>
                      <a:lnTo>
                        <a:pt x="1564" y="369"/>
                      </a:lnTo>
                      <a:lnTo>
                        <a:pt x="1561" y="364"/>
                      </a:lnTo>
                      <a:lnTo>
                        <a:pt x="1555" y="355"/>
                      </a:lnTo>
                      <a:lnTo>
                        <a:pt x="1543" y="353"/>
                      </a:lnTo>
                      <a:lnTo>
                        <a:pt x="1533" y="347"/>
                      </a:lnTo>
                      <a:lnTo>
                        <a:pt x="1522" y="345"/>
                      </a:lnTo>
                      <a:lnTo>
                        <a:pt x="1517" y="340"/>
                      </a:lnTo>
                      <a:lnTo>
                        <a:pt x="1502" y="340"/>
                      </a:lnTo>
                      <a:lnTo>
                        <a:pt x="1497" y="339"/>
                      </a:lnTo>
                      <a:lnTo>
                        <a:pt x="1465" y="322"/>
                      </a:lnTo>
                      <a:lnTo>
                        <a:pt x="1454" y="318"/>
                      </a:lnTo>
                      <a:lnTo>
                        <a:pt x="1425" y="320"/>
                      </a:lnTo>
                      <a:lnTo>
                        <a:pt x="1416" y="324"/>
                      </a:lnTo>
                      <a:lnTo>
                        <a:pt x="1409" y="339"/>
                      </a:lnTo>
                      <a:lnTo>
                        <a:pt x="1403" y="342"/>
                      </a:lnTo>
                      <a:lnTo>
                        <a:pt x="1399" y="350"/>
                      </a:lnTo>
                      <a:lnTo>
                        <a:pt x="1396" y="359"/>
                      </a:lnTo>
                      <a:lnTo>
                        <a:pt x="1392" y="366"/>
                      </a:lnTo>
                      <a:lnTo>
                        <a:pt x="1383" y="366"/>
                      </a:lnTo>
                      <a:lnTo>
                        <a:pt x="1374" y="370"/>
                      </a:lnTo>
                      <a:lnTo>
                        <a:pt x="1371" y="371"/>
                      </a:lnTo>
                      <a:lnTo>
                        <a:pt x="1365" y="376"/>
                      </a:lnTo>
                      <a:lnTo>
                        <a:pt x="1358" y="396"/>
                      </a:lnTo>
                      <a:lnTo>
                        <a:pt x="1355" y="403"/>
                      </a:lnTo>
                      <a:lnTo>
                        <a:pt x="1352" y="404"/>
                      </a:lnTo>
                      <a:lnTo>
                        <a:pt x="1351" y="408"/>
                      </a:lnTo>
                      <a:lnTo>
                        <a:pt x="1349" y="418"/>
                      </a:lnTo>
                      <a:lnTo>
                        <a:pt x="1344" y="419"/>
                      </a:lnTo>
                      <a:lnTo>
                        <a:pt x="1344" y="419"/>
                      </a:lnTo>
                      <a:lnTo>
                        <a:pt x="1341" y="412"/>
                      </a:lnTo>
                      <a:lnTo>
                        <a:pt x="1341" y="401"/>
                      </a:lnTo>
                      <a:lnTo>
                        <a:pt x="1345" y="386"/>
                      </a:lnTo>
                      <a:lnTo>
                        <a:pt x="1342" y="386"/>
                      </a:lnTo>
                      <a:lnTo>
                        <a:pt x="1334" y="386"/>
                      </a:lnTo>
                      <a:lnTo>
                        <a:pt x="1326" y="388"/>
                      </a:lnTo>
                      <a:lnTo>
                        <a:pt x="1319" y="387"/>
                      </a:lnTo>
                      <a:lnTo>
                        <a:pt x="1296" y="388"/>
                      </a:lnTo>
                      <a:lnTo>
                        <a:pt x="1287" y="387"/>
                      </a:lnTo>
                      <a:lnTo>
                        <a:pt x="1286" y="388"/>
                      </a:lnTo>
                      <a:lnTo>
                        <a:pt x="1280" y="388"/>
                      </a:lnTo>
                      <a:lnTo>
                        <a:pt x="1277" y="387"/>
                      </a:lnTo>
                      <a:lnTo>
                        <a:pt x="1271" y="387"/>
                      </a:lnTo>
                      <a:lnTo>
                        <a:pt x="1256" y="392"/>
                      </a:lnTo>
                      <a:lnTo>
                        <a:pt x="1250" y="392"/>
                      </a:lnTo>
                      <a:lnTo>
                        <a:pt x="1238" y="387"/>
                      </a:lnTo>
                      <a:lnTo>
                        <a:pt x="1234" y="387"/>
                      </a:lnTo>
                      <a:lnTo>
                        <a:pt x="1232" y="388"/>
                      </a:lnTo>
                      <a:lnTo>
                        <a:pt x="1229" y="397"/>
                      </a:lnTo>
                      <a:lnTo>
                        <a:pt x="1228" y="399"/>
                      </a:lnTo>
                      <a:lnTo>
                        <a:pt x="1226" y="397"/>
                      </a:lnTo>
                      <a:lnTo>
                        <a:pt x="1224" y="390"/>
                      </a:lnTo>
                      <a:lnTo>
                        <a:pt x="1226" y="387"/>
                      </a:lnTo>
                      <a:lnTo>
                        <a:pt x="1232" y="381"/>
                      </a:lnTo>
                      <a:lnTo>
                        <a:pt x="1238" y="381"/>
                      </a:lnTo>
                      <a:lnTo>
                        <a:pt x="1247" y="385"/>
                      </a:lnTo>
                      <a:lnTo>
                        <a:pt x="1259" y="386"/>
                      </a:lnTo>
                      <a:lnTo>
                        <a:pt x="1269" y="382"/>
                      </a:lnTo>
                      <a:lnTo>
                        <a:pt x="1271" y="380"/>
                      </a:lnTo>
                      <a:lnTo>
                        <a:pt x="1272" y="377"/>
                      </a:lnTo>
                      <a:lnTo>
                        <a:pt x="1272" y="355"/>
                      </a:lnTo>
                      <a:lnTo>
                        <a:pt x="1271" y="353"/>
                      </a:lnTo>
                      <a:lnTo>
                        <a:pt x="1265" y="353"/>
                      </a:lnTo>
                      <a:lnTo>
                        <a:pt x="1264" y="349"/>
                      </a:lnTo>
                      <a:lnTo>
                        <a:pt x="1258" y="345"/>
                      </a:lnTo>
                      <a:lnTo>
                        <a:pt x="1256" y="344"/>
                      </a:lnTo>
                      <a:lnTo>
                        <a:pt x="1256" y="340"/>
                      </a:lnTo>
                      <a:lnTo>
                        <a:pt x="1261" y="339"/>
                      </a:lnTo>
                      <a:lnTo>
                        <a:pt x="1266" y="334"/>
                      </a:lnTo>
                      <a:lnTo>
                        <a:pt x="1267" y="329"/>
                      </a:lnTo>
                      <a:lnTo>
                        <a:pt x="1261" y="329"/>
                      </a:lnTo>
                      <a:lnTo>
                        <a:pt x="1258" y="332"/>
                      </a:lnTo>
                      <a:lnTo>
                        <a:pt x="1254" y="332"/>
                      </a:lnTo>
                      <a:lnTo>
                        <a:pt x="1249" y="340"/>
                      </a:lnTo>
                      <a:lnTo>
                        <a:pt x="1247" y="348"/>
                      </a:lnTo>
                      <a:lnTo>
                        <a:pt x="1236" y="348"/>
                      </a:lnTo>
                      <a:lnTo>
                        <a:pt x="1234" y="345"/>
                      </a:lnTo>
                      <a:lnTo>
                        <a:pt x="1234" y="343"/>
                      </a:lnTo>
                      <a:lnTo>
                        <a:pt x="1234" y="327"/>
                      </a:lnTo>
                      <a:lnTo>
                        <a:pt x="1231" y="317"/>
                      </a:lnTo>
                      <a:lnTo>
                        <a:pt x="1231" y="308"/>
                      </a:lnTo>
                      <a:lnTo>
                        <a:pt x="1232" y="306"/>
                      </a:lnTo>
                      <a:lnTo>
                        <a:pt x="1238" y="299"/>
                      </a:lnTo>
                      <a:lnTo>
                        <a:pt x="1243" y="292"/>
                      </a:lnTo>
                      <a:lnTo>
                        <a:pt x="1253" y="281"/>
                      </a:lnTo>
                      <a:lnTo>
                        <a:pt x="1266" y="267"/>
                      </a:lnTo>
                      <a:lnTo>
                        <a:pt x="1283" y="254"/>
                      </a:lnTo>
                      <a:lnTo>
                        <a:pt x="1291" y="242"/>
                      </a:lnTo>
                      <a:lnTo>
                        <a:pt x="1297" y="238"/>
                      </a:lnTo>
                      <a:lnTo>
                        <a:pt x="1303" y="232"/>
                      </a:lnTo>
                      <a:lnTo>
                        <a:pt x="1306" y="222"/>
                      </a:lnTo>
                      <a:lnTo>
                        <a:pt x="1306" y="218"/>
                      </a:lnTo>
                      <a:lnTo>
                        <a:pt x="1312" y="199"/>
                      </a:lnTo>
                      <a:lnTo>
                        <a:pt x="1312" y="195"/>
                      </a:lnTo>
                      <a:lnTo>
                        <a:pt x="1308" y="192"/>
                      </a:lnTo>
                      <a:lnTo>
                        <a:pt x="1301" y="192"/>
                      </a:lnTo>
                      <a:lnTo>
                        <a:pt x="1285" y="187"/>
                      </a:lnTo>
                      <a:lnTo>
                        <a:pt x="1279" y="175"/>
                      </a:lnTo>
                      <a:lnTo>
                        <a:pt x="1272" y="152"/>
                      </a:lnTo>
                      <a:lnTo>
                        <a:pt x="1271" y="150"/>
                      </a:lnTo>
                      <a:lnTo>
                        <a:pt x="1269" y="138"/>
                      </a:lnTo>
                      <a:lnTo>
                        <a:pt x="1264" y="129"/>
                      </a:lnTo>
                      <a:lnTo>
                        <a:pt x="1260" y="116"/>
                      </a:lnTo>
                      <a:lnTo>
                        <a:pt x="1256" y="105"/>
                      </a:lnTo>
                      <a:lnTo>
                        <a:pt x="1253" y="91"/>
                      </a:lnTo>
                      <a:lnTo>
                        <a:pt x="1253" y="80"/>
                      </a:lnTo>
                      <a:lnTo>
                        <a:pt x="1247" y="69"/>
                      </a:lnTo>
                      <a:lnTo>
                        <a:pt x="1237" y="57"/>
                      </a:lnTo>
                      <a:lnTo>
                        <a:pt x="1232" y="53"/>
                      </a:lnTo>
                      <a:lnTo>
                        <a:pt x="1229" y="54"/>
                      </a:lnTo>
                      <a:lnTo>
                        <a:pt x="1227" y="62"/>
                      </a:lnTo>
                      <a:lnTo>
                        <a:pt x="1222" y="63"/>
                      </a:lnTo>
                      <a:lnTo>
                        <a:pt x="1209" y="76"/>
                      </a:lnTo>
                      <a:lnTo>
                        <a:pt x="1206" y="84"/>
                      </a:lnTo>
                      <a:lnTo>
                        <a:pt x="1193" y="102"/>
                      </a:lnTo>
                      <a:lnTo>
                        <a:pt x="1183" y="114"/>
                      </a:lnTo>
                      <a:lnTo>
                        <a:pt x="1179" y="121"/>
                      </a:lnTo>
                      <a:lnTo>
                        <a:pt x="1170" y="143"/>
                      </a:lnTo>
                      <a:lnTo>
                        <a:pt x="1143" y="167"/>
                      </a:lnTo>
                      <a:lnTo>
                        <a:pt x="1141" y="170"/>
                      </a:lnTo>
                      <a:lnTo>
                        <a:pt x="1136" y="172"/>
                      </a:lnTo>
                      <a:lnTo>
                        <a:pt x="1126" y="172"/>
                      </a:lnTo>
                      <a:lnTo>
                        <a:pt x="1119" y="168"/>
                      </a:lnTo>
                      <a:lnTo>
                        <a:pt x="1113" y="168"/>
                      </a:lnTo>
                      <a:lnTo>
                        <a:pt x="1109" y="170"/>
                      </a:lnTo>
                      <a:lnTo>
                        <a:pt x="1093" y="177"/>
                      </a:lnTo>
                      <a:lnTo>
                        <a:pt x="1087" y="177"/>
                      </a:lnTo>
                      <a:lnTo>
                        <a:pt x="1084" y="176"/>
                      </a:lnTo>
                      <a:lnTo>
                        <a:pt x="1075" y="170"/>
                      </a:lnTo>
                      <a:lnTo>
                        <a:pt x="1065" y="159"/>
                      </a:lnTo>
                      <a:lnTo>
                        <a:pt x="1059" y="157"/>
                      </a:lnTo>
                      <a:lnTo>
                        <a:pt x="1055" y="155"/>
                      </a:lnTo>
                      <a:lnTo>
                        <a:pt x="1034" y="149"/>
                      </a:lnTo>
                      <a:lnTo>
                        <a:pt x="1012" y="155"/>
                      </a:lnTo>
                      <a:lnTo>
                        <a:pt x="1008" y="155"/>
                      </a:lnTo>
                      <a:lnTo>
                        <a:pt x="998" y="152"/>
                      </a:lnTo>
                      <a:lnTo>
                        <a:pt x="991" y="152"/>
                      </a:lnTo>
                      <a:lnTo>
                        <a:pt x="985" y="155"/>
                      </a:lnTo>
                      <a:lnTo>
                        <a:pt x="986" y="179"/>
                      </a:lnTo>
                      <a:lnTo>
                        <a:pt x="982" y="183"/>
                      </a:lnTo>
                      <a:lnTo>
                        <a:pt x="965" y="183"/>
                      </a:lnTo>
                      <a:lnTo>
                        <a:pt x="953" y="178"/>
                      </a:lnTo>
                      <a:lnTo>
                        <a:pt x="942" y="179"/>
                      </a:lnTo>
                      <a:lnTo>
                        <a:pt x="928" y="181"/>
                      </a:lnTo>
                      <a:lnTo>
                        <a:pt x="922" y="178"/>
                      </a:lnTo>
                      <a:lnTo>
                        <a:pt x="921" y="177"/>
                      </a:lnTo>
                      <a:lnTo>
                        <a:pt x="917" y="176"/>
                      </a:lnTo>
                      <a:lnTo>
                        <a:pt x="912" y="176"/>
                      </a:lnTo>
                      <a:lnTo>
                        <a:pt x="901" y="182"/>
                      </a:lnTo>
                      <a:lnTo>
                        <a:pt x="893" y="192"/>
                      </a:lnTo>
                      <a:lnTo>
                        <a:pt x="879" y="192"/>
                      </a:lnTo>
                      <a:lnTo>
                        <a:pt x="871" y="195"/>
                      </a:lnTo>
                      <a:lnTo>
                        <a:pt x="866" y="200"/>
                      </a:lnTo>
                      <a:lnTo>
                        <a:pt x="855" y="200"/>
                      </a:lnTo>
                      <a:lnTo>
                        <a:pt x="846" y="203"/>
                      </a:lnTo>
                      <a:lnTo>
                        <a:pt x="840" y="213"/>
                      </a:lnTo>
                      <a:lnTo>
                        <a:pt x="835" y="215"/>
                      </a:lnTo>
                      <a:lnTo>
                        <a:pt x="822" y="215"/>
                      </a:lnTo>
                      <a:lnTo>
                        <a:pt x="812" y="213"/>
                      </a:lnTo>
                      <a:lnTo>
                        <a:pt x="796" y="203"/>
                      </a:lnTo>
                      <a:lnTo>
                        <a:pt x="790" y="198"/>
                      </a:lnTo>
                      <a:lnTo>
                        <a:pt x="786" y="192"/>
                      </a:lnTo>
                      <a:lnTo>
                        <a:pt x="783" y="191"/>
                      </a:lnTo>
                      <a:lnTo>
                        <a:pt x="779" y="186"/>
                      </a:lnTo>
                      <a:lnTo>
                        <a:pt x="777" y="183"/>
                      </a:lnTo>
                      <a:lnTo>
                        <a:pt x="779" y="170"/>
                      </a:lnTo>
                      <a:lnTo>
                        <a:pt x="777" y="161"/>
                      </a:lnTo>
                      <a:lnTo>
                        <a:pt x="766" y="151"/>
                      </a:lnTo>
                      <a:lnTo>
                        <a:pt x="765" y="148"/>
                      </a:lnTo>
                      <a:lnTo>
                        <a:pt x="765" y="117"/>
                      </a:lnTo>
                      <a:lnTo>
                        <a:pt x="771" y="103"/>
                      </a:lnTo>
                      <a:lnTo>
                        <a:pt x="774" y="96"/>
                      </a:lnTo>
                      <a:lnTo>
                        <a:pt x="774" y="86"/>
                      </a:lnTo>
                      <a:lnTo>
                        <a:pt x="783" y="73"/>
                      </a:lnTo>
                      <a:lnTo>
                        <a:pt x="785" y="70"/>
                      </a:lnTo>
                      <a:lnTo>
                        <a:pt x="783" y="63"/>
                      </a:lnTo>
                      <a:lnTo>
                        <a:pt x="779" y="57"/>
                      </a:lnTo>
                      <a:lnTo>
                        <a:pt x="779" y="42"/>
                      </a:lnTo>
                      <a:lnTo>
                        <a:pt x="767" y="38"/>
                      </a:lnTo>
                      <a:lnTo>
                        <a:pt x="765" y="37"/>
                      </a:lnTo>
                      <a:lnTo>
                        <a:pt x="756" y="36"/>
                      </a:lnTo>
                      <a:lnTo>
                        <a:pt x="760" y="22"/>
                      </a:lnTo>
                      <a:lnTo>
                        <a:pt x="760" y="15"/>
                      </a:lnTo>
                      <a:lnTo>
                        <a:pt x="760" y="9"/>
                      </a:lnTo>
                      <a:lnTo>
                        <a:pt x="755" y="0"/>
                      </a:lnTo>
                      <a:lnTo>
                        <a:pt x="747" y="0"/>
                      </a:lnTo>
                      <a:lnTo>
                        <a:pt x="734" y="4"/>
                      </a:lnTo>
                      <a:lnTo>
                        <a:pt x="725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5" name="Freeform 255">
                  <a:extLst>
                    <a:ext uri="{FF2B5EF4-FFF2-40B4-BE49-F238E27FC236}">
                      <a16:creationId xmlns:a16="http://schemas.microsoft.com/office/drawing/2014/main" id="{E6208846-8CA0-1EED-7355-7300E12B80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50" y="2350"/>
                  <a:ext cx="132" cy="182"/>
                </a:xfrm>
                <a:custGeom>
                  <a:avLst/>
                  <a:gdLst/>
                  <a:ahLst/>
                  <a:cxnLst>
                    <a:cxn ang="0">
                      <a:pos x="404" y="0"/>
                    </a:cxn>
                    <a:cxn ang="0">
                      <a:pos x="380" y="12"/>
                    </a:cxn>
                    <a:cxn ang="0">
                      <a:pos x="314" y="58"/>
                    </a:cxn>
                    <a:cxn ang="0">
                      <a:pos x="260" y="65"/>
                    </a:cxn>
                    <a:cxn ang="0">
                      <a:pos x="244" y="82"/>
                    </a:cxn>
                    <a:cxn ang="0">
                      <a:pos x="187" y="102"/>
                    </a:cxn>
                    <a:cxn ang="0">
                      <a:pos x="158" y="170"/>
                    </a:cxn>
                    <a:cxn ang="0">
                      <a:pos x="115" y="213"/>
                    </a:cxn>
                    <a:cxn ang="0">
                      <a:pos x="113" y="242"/>
                    </a:cxn>
                    <a:cxn ang="0">
                      <a:pos x="88" y="226"/>
                    </a:cxn>
                    <a:cxn ang="0">
                      <a:pos x="91" y="251"/>
                    </a:cxn>
                    <a:cxn ang="0">
                      <a:pos x="60" y="278"/>
                    </a:cxn>
                    <a:cxn ang="0">
                      <a:pos x="81" y="320"/>
                    </a:cxn>
                    <a:cxn ang="0">
                      <a:pos x="83" y="380"/>
                    </a:cxn>
                    <a:cxn ang="0">
                      <a:pos x="83" y="462"/>
                    </a:cxn>
                    <a:cxn ang="0">
                      <a:pos x="111" y="472"/>
                    </a:cxn>
                    <a:cxn ang="0">
                      <a:pos x="71" y="533"/>
                    </a:cxn>
                    <a:cxn ang="0">
                      <a:pos x="20" y="560"/>
                    </a:cxn>
                    <a:cxn ang="0">
                      <a:pos x="0" y="596"/>
                    </a:cxn>
                    <a:cxn ang="0">
                      <a:pos x="44" y="629"/>
                    </a:cxn>
                    <a:cxn ang="0">
                      <a:pos x="106" y="673"/>
                    </a:cxn>
                    <a:cxn ang="0">
                      <a:pos x="156" y="665"/>
                    </a:cxn>
                    <a:cxn ang="0">
                      <a:pos x="201" y="687"/>
                    </a:cxn>
                    <a:cxn ang="0">
                      <a:pos x="238" y="708"/>
                    </a:cxn>
                    <a:cxn ang="0">
                      <a:pos x="273" y="743"/>
                    </a:cxn>
                    <a:cxn ang="0">
                      <a:pos x="297" y="776"/>
                    </a:cxn>
                    <a:cxn ang="0">
                      <a:pos x="319" y="811"/>
                    </a:cxn>
                    <a:cxn ang="0">
                      <a:pos x="365" y="821"/>
                    </a:cxn>
                    <a:cxn ang="0">
                      <a:pos x="389" y="807"/>
                    </a:cxn>
                    <a:cxn ang="0">
                      <a:pos x="435" y="807"/>
                    </a:cxn>
                    <a:cxn ang="0">
                      <a:pos x="488" y="842"/>
                    </a:cxn>
                    <a:cxn ang="0">
                      <a:pos x="459" y="892"/>
                    </a:cxn>
                    <a:cxn ang="0">
                      <a:pos x="494" y="909"/>
                    </a:cxn>
                    <a:cxn ang="0">
                      <a:pos x="504" y="858"/>
                    </a:cxn>
                    <a:cxn ang="0">
                      <a:pos x="524" y="752"/>
                    </a:cxn>
                    <a:cxn ang="0">
                      <a:pos x="489" y="655"/>
                    </a:cxn>
                    <a:cxn ang="0">
                      <a:pos x="532" y="652"/>
                    </a:cxn>
                    <a:cxn ang="0">
                      <a:pos x="518" y="627"/>
                    </a:cxn>
                    <a:cxn ang="0">
                      <a:pos x="501" y="620"/>
                    </a:cxn>
                    <a:cxn ang="0">
                      <a:pos x="591" y="575"/>
                    </a:cxn>
                    <a:cxn ang="0">
                      <a:pos x="633" y="574"/>
                    </a:cxn>
                    <a:cxn ang="0">
                      <a:pos x="658" y="603"/>
                    </a:cxn>
                    <a:cxn ang="0">
                      <a:pos x="626" y="516"/>
                    </a:cxn>
                    <a:cxn ang="0">
                      <a:pos x="640" y="493"/>
                    </a:cxn>
                    <a:cxn ang="0">
                      <a:pos x="615" y="453"/>
                    </a:cxn>
                    <a:cxn ang="0">
                      <a:pos x="615" y="403"/>
                    </a:cxn>
                    <a:cxn ang="0">
                      <a:pos x="633" y="353"/>
                    </a:cxn>
                    <a:cxn ang="0">
                      <a:pos x="583" y="353"/>
                    </a:cxn>
                    <a:cxn ang="0">
                      <a:pos x="544" y="348"/>
                    </a:cxn>
                    <a:cxn ang="0">
                      <a:pos x="494" y="307"/>
                    </a:cxn>
                    <a:cxn ang="0">
                      <a:pos x="443" y="294"/>
                    </a:cxn>
                    <a:cxn ang="0">
                      <a:pos x="376" y="283"/>
                    </a:cxn>
                    <a:cxn ang="0">
                      <a:pos x="353" y="223"/>
                    </a:cxn>
                    <a:cxn ang="0">
                      <a:pos x="334" y="180"/>
                    </a:cxn>
                    <a:cxn ang="0">
                      <a:pos x="375" y="62"/>
                    </a:cxn>
                  </a:cxnLst>
                  <a:rect l="0" t="0" r="r" b="b"/>
                  <a:pathLst>
                    <a:path w="663" h="909">
                      <a:moveTo>
                        <a:pt x="419" y="33"/>
                      </a:moveTo>
                      <a:lnTo>
                        <a:pt x="424" y="28"/>
                      </a:lnTo>
                      <a:lnTo>
                        <a:pt x="429" y="21"/>
                      </a:lnTo>
                      <a:lnTo>
                        <a:pt x="427" y="12"/>
                      </a:lnTo>
                      <a:lnTo>
                        <a:pt x="418" y="6"/>
                      </a:lnTo>
                      <a:lnTo>
                        <a:pt x="404" y="0"/>
                      </a:lnTo>
                      <a:lnTo>
                        <a:pt x="396" y="5"/>
                      </a:lnTo>
                      <a:lnTo>
                        <a:pt x="393" y="5"/>
                      </a:lnTo>
                      <a:lnTo>
                        <a:pt x="391" y="5"/>
                      </a:lnTo>
                      <a:lnTo>
                        <a:pt x="391" y="14"/>
                      </a:lnTo>
                      <a:lnTo>
                        <a:pt x="386" y="14"/>
                      </a:lnTo>
                      <a:lnTo>
                        <a:pt x="380" y="12"/>
                      </a:lnTo>
                      <a:lnTo>
                        <a:pt x="378" y="16"/>
                      </a:lnTo>
                      <a:lnTo>
                        <a:pt x="377" y="24"/>
                      </a:lnTo>
                      <a:lnTo>
                        <a:pt x="372" y="31"/>
                      </a:lnTo>
                      <a:lnTo>
                        <a:pt x="366" y="35"/>
                      </a:lnTo>
                      <a:lnTo>
                        <a:pt x="341" y="43"/>
                      </a:lnTo>
                      <a:lnTo>
                        <a:pt x="314" y="58"/>
                      </a:lnTo>
                      <a:lnTo>
                        <a:pt x="310" y="60"/>
                      </a:lnTo>
                      <a:lnTo>
                        <a:pt x="289" y="65"/>
                      </a:lnTo>
                      <a:lnTo>
                        <a:pt x="281" y="65"/>
                      </a:lnTo>
                      <a:lnTo>
                        <a:pt x="271" y="63"/>
                      </a:lnTo>
                      <a:lnTo>
                        <a:pt x="263" y="63"/>
                      </a:lnTo>
                      <a:lnTo>
                        <a:pt x="260" y="65"/>
                      </a:lnTo>
                      <a:lnTo>
                        <a:pt x="257" y="70"/>
                      </a:lnTo>
                      <a:lnTo>
                        <a:pt x="253" y="81"/>
                      </a:lnTo>
                      <a:lnTo>
                        <a:pt x="249" y="90"/>
                      </a:lnTo>
                      <a:lnTo>
                        <a:pt x="247" y="91"/>
                      </a:lnTo>
                      <a:lnTo>
                        <a:pt x="244" y="91"/>
                      </a:lnTo>
                      <a:lnTo>
                        <a:pt x="244" y="82"/>
                      </a:lnTo>
                      <a:lnTo>
                        <a:pt x="242" y="80"/>
                      </a:lnTo>
                      <a:lnTo>
                        <a:pt x="231" y="80"/>
                      </a:lnTo>
                      <a:lnTo>
                        <a:pt x="220" y="80"/>
                      </a:lnTo>
                      <a:lnTo>
                        <a:pt x="216" y="80"/>
                      </a:lnTo>
                      <a:lnTo>
                        <a:pt x="194" y="96"/>
                      </a:lnTo>
                      <a:lnTo>
                        <a:pt x="187" y="102"/>
                      </a:lnTo>
                      <a:lnTo>
                        <a:pt x="185" y="107"/>
                      </a:lnTo>
                      <a:lnTo>
                        <a:pt x="183" y="128"/>
                      </a:lnTo>
                      <a:lnTo>
                        <a:pt x="181" y="144"/>
                      </a:lnTo>
                      <a:lnTo>
                        <a:pt x="179" y="160"/>
                      </a:lnTo>
                      <a:lnTo>
                        <a:pt x="173" y="166"/>
                      </a:lnTo>
                      <a:lnTo>
                        <a:pt x="158" y="170"/>
                      </a:lnTo>
                      <a:lnTo>
                        <a:pt x="155" y="173"/>
                      </a:lnTo>
                      <a:lnTo>
                        <a:pt x="146" y="188"/>
                      </a:lnTo>
                      <a:lnTo>
                        <a:pt x="142" y="192"/>
                      </a:lnTo>
                      <a:lnTo>
                        <a:pt x="135" y="198"/>
                      </a:lnTo>
                      <a:lnTo>
                        <a:pt x="117" y="209"/>
                      </a:lnTo>
                      <a:lnTo>
                        <a:pt x="115" y="213"/>
                      </a:lnTo>
                      <a:lnTo>
                        <a:pt x="117" y="216"/>
                      </a:lnTo>
                      <a:lnTo>
                        <a:pt x="118" y="219"/>
                      </a:lnTo>
                      <a:lnTo>
                        <a:pt x="122" y="238"/>
                      </a:lnTo>
                      <a:lnTo>
                        <a:pt x="119" y="245"/>
                      </a:lnTo>
                      <a:lnTo>
                        <a:pt x="118" y="246"/>
                      </a:lnTo>
                      <a:lnTo>
                        <a:pt x="113" y="242"/>
                      </a:lnTo>
                      <a:lnTo>
                        <a:pt x="103" y="229"/>
                      </a:lnTo>
                      <a:lnTo>
                        <a:pt x="86" y="209"/>
                      </a:lnTo>
                      <a:lnTo>
                        <a:pt x="85" y="213"/>
                      </a:lnTo>
                      <a:lnTo>
                        <a:pt x="83" y="221"/>
                      </a:lnTo>
                      <a:lnTo>
                        <a:pt x="83" y="223"/>
                      </a:lnTo>
                      <a:lnTo>
                        <a:pt x="88" y="226"/>
                      </a:lnTo>
                      <a:lnTo>
                        <a:pt x="92" y="232"/>
                      </a:lnTo>
                      <a:lnTo>
                        <a:pt x="92" y="238"/>
                      </a:lnTo>
                      <a:lnTo>
                        <a:pt x="93" y="240"/>
                      </a:lnTo>
                      <a:lnTo>
                        <a:pt x="97" y="242"/>
                      </a:lnTo>
                      <a:lnTo>
                        <a:pt x="97" y="246"/>
                      </a:lnTo>
                      <a:lnTo>
                        <a:pt x="91" y="251"/>
                      </a:lnTo>
                      <a:lnTo>
                        <a:pt x="81" y="264"/>
                      </a:lnTo>
                      <a:lnTo>
                        <a:pt x="77" y="267"/>
                      </a:lnTo>
                      <a:lnTo>
                        <a:pt x="72" y="263"/>
                      </a:lnTo>
                      <a:lnTo>
                        <a:pt x="69" y="264"/>
                      </a:lnTo>
                      <a:lnTo>
                        <a:pt x="69" y="272"/>
                      </a:lnTo>
                      <a:lnTo>
                        <a:pt x="60" y="278"/>
                      </a:lnTo>
                      <a:lnTo>
                        <a:pt x="60" y="283"/>
                      </a:lnTo>
                      <a:lnTo>
                        <a:pt x="59" y="283"/>
                      </a:lnTo>
                      <a:lnTo>
                        <a:pt x="61" y="288"/>
                      </a:lnTo>
                      <a:lnTo>
                        <a:pt x="66" y="306"/>
                      </a:lnTo>
                      <a:lnTo>
                        <a:pt x="70" y="311"/>
                      </a:lnTo>
                      <a:lnTo>
                        <a:pt x="81" y="320"/>
                      </a:lnTo>
                      <a:lnTo>
                        <a:pt x="86" y="327"/>
                      </a:lnTo>
                      <a:lnTo>
                        <a:pt x="87" y="331"/>
                      </a:lnTo>
                      <a:lnTo>
                        <a:pt x="85" y="353"/>
                      </a:lnTo>
                      <a:lnTo>
                        <a:pt x="88" y="367"/>
                      </a:lnTo>
                      <a:lnTo>
                        <a:pt x="88" y="372"/>
                      </a:lnTo>
                      <a:lnTo>
                        <a:pt x="83" y="380"/>
                      </a:lnTo>
                      <a:lnTo>
                        <a:pt x="81" y="386"/>
                      </a:lnTo>
                      <a:lnTo>
                        <a:pt x="85" y="412"/>
                      </a:lnTo>
                      <a:lnTo>
                        <a:pt x="90" y="431"/>
                      </a:lnTo>
                      <a:lnTo>
                        <a:pt x="90" y="439"/>
                      </a:lnTo>
                      <a:lnTo>
                        <a:pt x="85" y="455"/>
                      </a:lnTo>
                      <a:lnTo>
                        <a:pt x="83" y="462"/>
                      </a:lnTo>
                      <a:lnTo>
                        <a:pt x="85" y="469"/>
                      </a:lnTo>
                      <a:lnTo>
                        <a:pt x="92" y="472"/>
                      </a:lnTo>
                      <a:lnTo>
                        <a:pt x="98" y="473"/>
                      </a:lnTo>
                      <a:lnTo>
                        <a:pt x="103" y="472"/>
                      </a:lnTo>
                      <a:lnTo>
                        <a:pt x="111" y="467"/>
                      </a:lnTo>
                      <a:lnTo>
                        <a:pt x="111" y="472"/>
                      </a:lnTo>
                      <a:lnTo>
                        <a:pt x="111" y="474"/>
                      </a:lnTo>
                      <a:lnTo>
                        <a:pt x="107" y="479"/>
                      </a:lnTo>
                      <a:lnTo>
                        <a:pt x="95" y="490"/>
                      </a:lnTo>
                      <a:lnTo>
                        <a:pt x="81" y="507"/>
                      </a:lnTo>
                      <a:lnTo>
                        <a:pt x="74" y="531"/>
                      </a:lnTo>
                      <a:lnTo>
                        <a:pt x="71" y="533"/>
                      </a:lnTo>
                      <a:lnTo>
                        <a:pt x="69" y="536"/>
                      </a:lnTo>
                      <a:lnTo>
                        <a:pt x="54" y="541"/>
                      </a:lnTo>
                      <a:lnTo>
                        <a:pt x="40" y="539"/>
                      </a:lnTo>
                      <a:lnTo>
                        <a:pt x="37" y="541"/>
                      </a:lnTo>
                      <a:lnTo>
                        <a:pt x="26" y="547"/>
                      </a:lnTo>
                      <a:lnTo>
                        <a:pt x="20" y="560"/>
                      </a:lnTo>
                      <a:lnTo>
                        <a:pt x="18" y="569"/>
                      </a:lnTo>
                      <a:lnTo>
                        <a:pt x="21" y="577"/>
                      </a:lnTo>
                      <a:lnTo>
                        <a:pt x="20" y="584"/>
                      </a:lnTo>
                      <a:lnTo>
                        <a:pt x="7" y="585"/>
                      </a:lnTo>
                      <a:lnTo>
                        <a:pt x="4" y="590"/>
                      </a:lnTo>
                      <a:lnTo>
                        <a:pt x="0" y="596"/>
                      </a:lnTo>
                      <a:lnTo>
                        <a:pt x="0" y="601"/>
                      </a:lnTo>
                      <a:lnTo>
                        <a:pt x="5" y="607"/>
                      </a:lnTo>
                      <a:lnTo>
                        <a:pt x="6" y="611"/>
                      </a:lnTo>
                      <a:lnTo>
                        <a:pt x="9" y="613"/>
                      </a:lnTo>
                      <a:lnTo>
                        <a:pt x="12" y="616"/>
                      </a:lnTo>
                      <a:lnTo>
                        <a:pt x="44" y="629"/>
                      </a:lnTo>
                      <a:lnTo>
                        <a:pt x="74" y="644"/>
                      </a:lnTo>
                      <a:lnTo>
                        <a:pt x="86" y="652"/>
                      </a:lnTo>
                      <a:lnTo>
                        <a:pt x="88" y="657"/>
                      </a:lnTo>
                      <a:lnTo>
                        <a:pt x="91" y="668"/>
                      </a:lnTo>
                      <a:lnTo>
                        <a:pt x="93" y="672"/>
                      </a:lnTo>
                      <a:lnTo>
                        <a:pt x="106" y="673"/>
                      </a:lnTo>
                      <a:lnTo>
                        <a:pt x="114" y="671"/>
                      </a:lnTo>
                      <a:lnTo>
                        <a:pt x="119" y="671"/>
                      </a:lnTo>
                      <a:lnTo>
                        <a:pt x="140" y="673"/>
                      </a:lnTo>
                      <a:lnTo>
                        <a:pt x="150" y="673"/>
                      </a:lnTo>
                      <a:lnTo>
                        <a:pt x="151" y="671"/>
                      </a:lnTo>
                      <a:lnTo>
                        <a:pt x="156" y="665"/>
                      </a:lnTo>
                      <a:lnTo>
                        <a:pt x="161" y="665"/>
                      </a:lnTo>
                      <a:lnTo>
                        <a:pt x="168" y="667"/>
                      </a:lnTo>
                      <a:lnTo>
                        <a:pt x="174" y="673"/>
                      </a:lnTo>
                      <a:lnTo>
                        <a:pt x="181" y="676"/>
                      </a:lnTo>
                      <a:lnTo>
                        <a:pt x="195" y="687"/>
                      </a:lnTo>
                      <a:lnTo>
                        <a:pt x="201" y="687"/>
                      </a:lnTo>
                      <a:lnTo>
                        <a:pt x="205" y="687"/>
                      </a:lnTo>
                      <a:lnTo>
                        <a:pt x="215" y="690"/>
                      </a:lnTo>
                      <a:lnTo>
                        <a:pt x="224" y="693"/>
                      </a:lnTo>
                      <a:lnTo>
                        <a:pt x="230" y="695"/>
                      </a:lnTo>
                      <a:lnTo>
                        <a:pt x="235" y="704"/>
                      </a:lnTo>
                      <a:lnTo>
                        <a:pt x="238" y="708"/>
                      </a:lnTo>
                      <a:lnTo>
                        <a:pt x="248" y="711"/>
                      </a:lnTo>
                      <a:lnTo>
                        <a:pt x="253" y="725"/>
                      </a:lnTo>
                      <a:lnTo>
                        <a:pt x="258" y="733"/>
                      </a:lnTo>
                      <a:lnTo>
                        <a:pt x="264" y="737"/>
                      </a:lnTo>
                      <a:lnTo>
                        <a:pt x="267" y="742"/>
                      </a:lnTo>
                      <a:lnTo>
                        <a:pt x="273" y="743"/>
                      </a:lnTo>
                      <a:lnTo>
                        <a:pt x="278" y="743"/>
                      </a:lnTo>
                      <a:lnTo>
                        <a:pt x="284" y="746"/>
                      </a:lnTo>
                      <a:lnTo>
                        <a:pt x="289" y="749"/>
                      </a:lnTo>
                      <a:lnTo>
                        <a:pt x="292" y="756"/>
                      </a:lnTo>
                      <a:lnTo>
                        <a:pt x="294" y="768"/>
                      </a:lnTo>
                      <a:lnTo>
                        <a:pt x="297" y="776"/>
                      </a:lnTo>
                      <a:lnTo>
                        <a:pt x="298" y="780"/>
                      </a:lnTo>
                      <a:lnTo>
                        <a:pt x="302" y="783"/>
                      </a:lnTo>
                      <a:lnTo>
                        <a:pt x="311" y="783"/>
                      </a:lnTo>
                      <a:lnTo>
                        <a:pt x="316" y="784"/>
                      </a:lnTo>
                      <a:lnTo>
                        <a:pt x="316" y="806"/>
                      </a:lnTo>
                      <a:lnTo>
                        <a:pt x="319" y="811"/>
                      </a:lnTo>
                      <a:lnTo>
                        <a:pt x="324" y="816"/>
                      </a:lnTo>
                      <a:lnTo>
                        <a:pt x="334" y="817"/>
                      </a:lnTo>
                      <a:lnTo>
                        <a:pt x="339" y="816"/>
                      </a:lnTo>
                      <a:lnTo>
                        <a:pt x="353" y="817"/>
                      </a:lnTo>
                      <a:lnTo>
                        <a:pt x="361" y="821"/>
                      </a:lnTo>
                      <a:lnTo>
                        <a:pt x="365" y="821"/>
                      </a:lnTo>
                      <a:lnTo>
                        <a:pt x="372" y="819"/>
                      </a:lnTo>
                      <a:lnTo>
                        <a:pt x="376" y="817"/>
                      </a:lnTo>
                      <a:lnTo>
                        <a:pt x="378" y="813"/>
                      </a:lnTo>
                      <a:lnTo>
                        <a:pt x="382" y="812"/>
                      </a:lnTo>
                      <a:lnTo>
                        <a:pt x="386" y="808"/>
                      </a:lnTo>
                      <a:lnTo>
                        <a:pt x="389" y="807"/>
                      </a:lnTo>
                      <a:lnTo>
                        <a:pt x="398" y="807"/>
                      </a:lnTo>
                      <a:lnTo>
                        <a:pt x="405" y="808"/>
                      </a:lnTo>
                      <a:lnTo>
                        <a:pt x="410" y="813"/>
                      </a:lnTo>
                      <a:lnTo>
                        <a:pt x="418" y="815"/>
                      </a:lnTo>
                      <a:lnTo>
                        <a:pt x="426" y="813"/>
                      </a:lnTo>
                      <a:lnTo>
                        <a:pt x="435" y="807"/>
                      </a:lnTo>
                      <a:lnTo>
                        <a:pt x="437" y="807"/>
                      </a:lnTo>
                      <a:lnTo>
                        <a:pt x="445" y="808"/>
                      </a:lnTo>
                      <a:lnTo>
                        <a:pt x="461" y="815"/>
                      </a:lnTo>
                      <a:lnTo>
                        <a:pt x="477" y="824"/>
                      </a:lnTo>
                      <a:lnTo>
                        <a:pt x="488" y="837"/>
                      </a:lnTo>
                      <a:lnTo>
                        <a:pt x="488" y="842"/>
                      </a:lnTo>
                      <a:lnTo>
                        <a:pt x="484" y="849"/>
                      </a:lnTo>
                      <a:lnTo>
                        <a:pt x="478" y="856"/>
                      </a:lnTo>
                      <a:lnTo>
                        <a:pt x="466" y="869"/>
                      </a:lnTo>
                      <a:lnTo>
                        <a:pt x="458" y="880"/>
                      </a:lnTo>
                      <a:lnTo>
                        <a:pt x="458" y="889"/>
                      </a:lnTo>
                      <a:lnTo>
                        <a:pt x="459" y="892"/>
                      </a:lnTo>
                      <a:lnTo>
                        <a:pt x="464" y="893"/>
                      </a:lnTo>
                      <a:lnTo>
                        <a:pt x="469" y="892"/>
                      </a:lnTo>
                      <a:lnTo>
                        <a:pt x="473" y="893"/>
                      </a:lnTo>
                      <a:lnTo>
                        <a:pt x="478" y="897"/>
                      </a:lnTo>
                      <a:lnTo>
                        <a:pt x="486" y="908"/>
                      </a:lnTo>
                      <a:lnTo>
                        <a:pt x="494" y="909"/>
                      </a:lnTo>
                      <a:lnTo>
                        <a:pt x="495" y="902"/>
                      </a:lnTo>
                      <a:lnTo>
                        <a:pt x="497" y="896"/>
                      </a:lnTo>
                      <a:lnTo>
                        <a:pt x="499" y="881"/>
                      </a:lnTo>
                      <a:lnTo>
                        <a:pt x="501" y="873"/>
                      </a:lnTo>
                      <a:lnTo>
                        <a:pt x="502" y="870"/>
                      </a:lnTo>
                      <a:lnTo>
                        <a:pt x="504" y="858"/>
                      </a:lnTo>
                      <a:lnTo>
                        <a:pt x="506" y="850"/>
                      </a:lnTo>
                      <a:lnTo>
                        <a:pt x="511" y="832"/>
                      </a:lnTo>
                      <a:lnTo>
                        <a:pt x="512" y="831"/>
                      </a:lnTo>
                      <a:lnTo>
                        <a:pt x="522" y="768"/>
                      </a:lnTo>
                      <a:lnTo>
                        <a:pt x="523" y="758"/>
                      </a:lnTo>
                      <a:lnTo>
                        <a:pt x="524" y="752"/>
                      </a:lnTo>
                      <a:lnTo>
                        <a:pt x="517" y="724"/>
                      </a:lnTo>
                      <a:lnTo>
                        <a:pt x="512" y="714"/>
                      </a:lnTo>
                      <a:lnTo>
                        <a:pt x="506" y="708"/>
                      </a:lnTo>
                      <a:lnTo>
                        <a:pt x="494" y="698"/>
                      </a:lnTo>
                      <a:lnTo>
                        <a:pt x="489" y="693"/>
                      </a:lnTo>
                      <a:lnTo>
                        <a:pt x="489" y="655"/>
                      </a:lnTo>
                      <a:lnTo>
                        <a:pt x="494" y="652"/>
                      </a:lnTo>
                      <a:lnTo>
                        <a:pt x="511" y="650"/>
                      </a:lnTo>
                      <a:lnTo>
                        <a:pt x="517" y="647"/>
                      </a:lnTo>
                      <a:lnTo>
                        <a:pt x="528" y="649"/>
                      </a:lnTo>
                      <a:lnTo>
                        <a:pt x="532" y="650"/>
                      </a:lnTo>
                      <a:lnTo>
                        <a:pt x="532" y="652"/>
                      </a:lnTo>
                      <a:lnTo>
                        <a:pt x="538" y="651"/>
                      </a:lnTo>
                      <a:lnTo>
                        <a:pt x="538" y="650"/>
                      </a:lnTo>
                      <a:lnTo>
                        <a:pt x="534" y="640"/>
                      </a:lnTo>
                      <a:lnTo>
                        <a:pt x="533" y="633"/>
                      </a:lnTo>
                      <a:lnTo>
                        <a:pt x="528" y="625"/>
                      </a:lnTo>
                      <a:lnTo>
                        <a:pt x="518" y="627"/>
                      </a:lnTo>
                      <a:lnTo>
                        <a:pt x="516" y="629"/>
                      </a:lnTo>
                      <a:lnTo>
                        <a:pt x="509" y="629"/>
                      </a:lnTo>
                      <a:lnTo>
                        <a:pt x="505" y="624"/>
                      </a:lnTo>
                      <a:lnTo>
                        <a:pt x="501" y="623"/>
                      </a:lnTo>
                      <a:lnTo>
                        <a:pt x="501" y="620"/>
                      </a:lnTo>
                      <a:lnTo>
                        <a:pt x="501" y="620"/>
                      </a:lnTo>
                      <a:lnTo>
                        <a:pt x="501" y="589"/>
                      </a:lnTo>
                      <a:lnTo>
                        <a:pt x="502" y="590"/>
                      </a:lnTo>
                      <a:lnTo>
                        <a:pt x="582" y="590"/>
                      </a:lnTo>
                      <a:lnTo>
                        <a:pt x="586" y="586"/>
                      </a:lnTo>
                      <a:lnTo>
                        <a:pt x="587" y="580"/>
                      </a:lnTo>
                      <a:lnTo>
                        <a:pt x="591" y="575"/>
                      </a:lnTo>
                      <a:lnTo>
                        <a:pt x="593" y="575"/>
                      </a:lnTo>
                      <a:lnTo>
                        <a:pt x="597" y="577"/>
                      </a:lnTo>
                      <a:lnTo>
                        <a:pt x="601" y="584"/>
                      </a:lnTo>
                      <a:lnTo>
                        <a:pt x="603" y="584"/>
                      </a:lnTo>
                      <a:lnTo>
                        <a:pt x="622" y="574"/>
                      </a:lnTo>
                      <a:lnTo>
                        <a:pt x="633" y="574"/>
                      </a:lnTo>
                      <a:lnTo>
                        <a:pt x="638" y="579"/>
                      </a:lnTo>
                      <a:lnTo>
                        <a:pt x="646" y="590"/>
                      </a:lnTo>
                      <a:lnTo>
                        <a:pt x="652" y="619"/>
                      </a:lnTo>
                      <a:lnTo>
                        <a:pt x="662" y="614"/>
                      </a:lnTo>
                      <a:lnTo>
                        <a:pt x="663" y="612"/>
                      </a:lnTo>
                      <a:lnTo>
                        <a:pt x="658" y="603"/>
                      </a:lnTo>
                      <a:lnTo>
                        <a:pt x="656" y="592"/>
                      </a:lnTo>
                      <a:lnTo>
                        <a:pt x="640" y="555"/>
                      </a:lnTo>
                      <a:lnTo>
                        <a:pt x="631" y="544"/>
                      </a:lnTo>
                      <a:lnTo>
                        <a:pt x="614" y="531"/>
                      </a:lnTo>
                      <a:lnTo>
                        <a:pt x="614" y="527"/>
                      </a:lnTo>
                      <a:lnTo>
                        <a:pt x="626" y="516"/>
                      </a:lnTo>
                      <a:lnTo>
                        <a:pt x="631" y="509"/>
                      </a:lnTo>
                      <a:lnTo>
                        <a:pt x="634" y="507"/>
                      </a:lnTo>
                      <a:lnTo>
                        <a:pt x="638" y="504"/>
                      </a:lnTo>
                      <a:lnTo>
                        <a:pt x="640" y="503"/>
                      </a:lnTo>
                      <a:lnTo>
                        <a:pt x="641" y="500"/>
                      </a:lnTo>
                      <a:lnTo>
                        <a:pt x="640" y="493"/>
                      </a:lnTo>
                      <a:lnTo>
                        <a:pt x="638" y="488"/>
                      </a:lnTo>
                      <a:lnTo>
                        <a:pt x="633" y="479"/>
                      </a:lnTo>
                      <a:lnTo>
                        <a:pt x="625" y="471"/>
                      </a:lnTo>
                      <a:lnTo>
                        <a:pt x="618" y="466"/>
                      </a:lnTo>
                      <a:lnTo>
                        <a:pt x="617" y="463"/>
                      </a:lnTo>
                      <a:lnTo>
                        <a:pt x="615" y="453"/>
                      </a:lnTo>
                      <a:lnTo>
                        <a:pt x="613" y="447"/>
                      </a:lnTo>
                      <a:lnTo>
                        <a:pt x="613" y="439"/>
                      </a:lnTo>
                      <a:lnTo>
                        <a:pt x="609" y="431"/>
                      </a:lnTo>
                      <a:lnTo>
                        <a:pt x="609" y="419"/>
                      </a:lnTo>
                      <a:lnTo>
                        <a:pt x="613" y="413"/>
                      </a:lnTo>
                      <a:lnTo>
                        <a:pt x="615" y="403"/>
                      </a:lnTo>
                      <a:lnTo>
                        <a:pt x="615" y="392"/>
                      </a:lnTo>
                      <a:lnTo>
                        <a:pt x="624" y="382"/>
                      </a:lnTo>
                      <a:lnTo>
                        <a:pt x="624" y="369"/>
                      </a:lnTo>
                      <a:lnTo>
                        <a:pt x="626" y="364"/>
                      </a:lnTo>
                      <a:lnTo>
                        <a:pt x="633" y="358"/>
                      </a:lnTo>
                      <a:lnTo>
                        <a:pt x="633" y="353"/>
                      </a:lnTo>
                      <a:lnTo>
                        <a:pt x="630" y="344"/>
                      </a:lnTo>
                      <a:lnTo>
                        <a:pt x="628" y="342"/>
                      </a:lnTo>
                      <a:lnTo>
                        <a:pt x="624" y="342"/>
                      </a:lnTo>
                      <a:lnTo>
                        <a:pt x="614" y="342"/>
                      </a:lnTo>
                      <a:lnTo>
                        <a:pt x="595" y="350"/>
                      </a:lnTo>
                      <a:lnTo>
                        <a:pt x="583" y="353"/>
                      </a:lnTo>
                      <a:lnTo>
                        <a:pt x="576" y="353"/>
                      </a:lnTo>
                      <a:lnTo>
                        <a:pt x="567" y="350"/>
                      </a:lnTo>
                      <a:lnTo>
                        <a:pt x="563" y="349"/>
                      </a:lnTo>
                      <a:lnTo>
                        <a:pt x="558" y="347"/>
                      </a:lnTo>
                      <a:lnTo>
                        <a:pt x="552" y="345"/>
                      </a:lnTo>
                      <a:lnTo>
                        <a:pt x="544" y="348"/>
                      </a:lnTo>
                      <a:lnTo>
                        <a:pt x="542" y="350"/>
                      </a:lnTo>
                      <a:lnTo>
                        <a:pt x="536" y="350"/>
                      </a:lnTo>
                      <a:lnTo>
                        <a:pt x="527" y="350"/>
                      </a:lnTo>
                      <a:lnTo>
                        <a:pt x="523" y="348"/>
                      </a:lnTo>
                      <a:lnTo>
                        <a:pt x="522" y="348"/>
                      </a:lnTo>
                      <a:lnTo>
                        <a:pt x="494" y="307"/>
                      </a:lnTo>
                      <a:lnTo>
                        <a:pt x="493" y="305"/>
                      </a:lnTo>
                      <a:lnTo>
                        <a:pt x="490" y="302"/>
                      </a:lnTo>
                      <a:lnTo>
                        <a:pt x="479" y="301"/>
                      </a:lnTo>
                      <a:lnTo>
                        <a:pt x="473" y="297"/>
                      </a:lnTo>
                      <a:lnTo>
                        <a:pt x="461" y="293"/>
                      </a:lnTo>
                      <a:lnTo>
                        <a:pt x="443" y="294"/>
                      </a:lnTo>
                      <a:lnTo>
                        <a:pt x="425" y="299"/>
                      </a:lnTo>
                      <a:lnTo>
                        <a:pt x="415" y="300"/>
                      </a:lnTo>
                      <a:lnTo>
                        <a:pt x="400" y="299"/>
                      </a:lnTo>
                      <a:lnTo>
                        <a:pt x="383" y="291"/>
                      </a:lnTo>
                      <a:lnTo>
                        <a:pt x="380" y="284"/>
                      </a:lnTo>
                      <a:lnTo>
                        <a:pt x="376" y="283"/>
                      </a:lnTo>
                      <a:lnTo>
                        <a:pt x="364" y="277"/>
                      </a:lnTo>
                      <a:lnTo>
                        <a:pt x="362" y="274"/>
                      </a:lnTo>
                      <a:lnTo>
                        <a:pt x="362" y="241"/>
                      </a:lnTo>
                      <a:lnTo>
                        <a:pt x="360" y="232"/>
                      </a:lnTo>
                      <a:lnTo>
                        <a:pt x="357" y="226"/>
                      </a:lnTo>
                      <a:lnTo>
                        <a:pt x="353" y="223"/>
                      </a:lnTo>
                      <a:lnTo>
                        <a:pt x="351" y="220"/>
                      </a:lnTo>
                      <a:lnTo>
                        <a:pt x="344" y="211"/>
                      </a:lnTo>
                      <a:lnTo>
                        <a:pt x="341" y="208"/>
                      </a:lnTo>
                      <a:lnTo>
                        <a:pt x="338" y="188"/>
                      </a:lnTo>
                      <a:lnTo>
                        <a:pt x="335" y="182"/>
                      </a:lnTo>
                      <a:lnTo>
                        <a:pt x="334" y="180"/>
                      </a:lnTo>
                      <a:lnTo>
                        <a:pt x="310" y="181"/>
                      </a:lnTo>
                      <a:lnTo>
                        <a:pt x="316" y="167"/>
                      </a:lnTo>
                      <a:lnTo>
                        <a:pt x="324" y="152"/>
                      </a:lnTo>
                      <a:lnTo>
                        <a:pt x="337" y="107"/>
                      </a:lnTo>
                      <a:lnTo>
                        <a:pt x="350" y="85"/>
                      </a:lnTo>
                      <a:lnTo>
                        <a:pt x="375" y="62"/>
                      </a:lnTo>
                      <a:lnTo>
                        <a:pt x="378" y="57"/>
                      </a:lnTo>
                      <a:lnTo>
                        <a:pt x="383" y="47"/>
                      </a:lnTo>
                      <a:lnTo>
                        <a:pt x="389" y="41"/>
                      </a:lnTo>
                      <a:lnTo>
                        <a:pt x="404" y="35"/>
                      </a:lnTo>
                      <a:lnTo>
                        <a:pt x="419" y="3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6" name="Freeform 256">
                  <a:extLst>
                    <a:ext uri="{FF2B5EF4-FFF2-40B4-BE49-F238E27FC236}">
                      <a16:creationId xmlns:a16="http://schemas.microsoft.com/office/drawing/2014/main" id="{15A268CB-0121-AE5D-5C84-1B7EF1C978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51" y="2592"/>
                  <a:ext cx="132" cy="151"/>
                </a:xfrm>
                <a:custGeom>
                  <a:avLst/>
                  <a:gdLst/>
                  <a:ahLst/>
                  <a:cxnLst>
                    <a:cxn ang="0">
                      <a:pos x="29" y="74"/>
                    </a:cxn>
                    <a:cxn ang="0">
                      <a:pos x="109" y="59"/>
                    </a:cxn>
                    <a:cxn ang="0">
                      <a:pos x="164" y="7"/>
                    </a:cxn>
                    <a:cxn ang="0">
                      <a:pos x="232" y="1"/>
                    </a:cxn>
                    <a:cxn ang="0">
                      <a:pos x="243" y="60"/>
                    </a:cxn>
                    <a:cxn ang="0">
                      <a:pos x="234" y="88"/>
                    </a:cxn>
                    <a:cxn ang="0">
                      <a:pos x="283" y="151"/>
                    </a:cxn>
                    <a:cxn ang="0">
                      <a:pos x="348" y="161"/>
                    </a:cxn>
                    <a:cxn ang="0">
                      <a:pos x="372" y="183"/>
                    </a:cxn>
                    <a:cxn ang="0">
                      <a:pos x="441" y="211"/>
                    </a:cxn>
                    <a:cxn ang="0">
                      <a:pos x="487" y="222"/>
                    </a:cxn>
                    <a:cxn ang="0">
                      <a:pos x="507" y="268"/>
                    </a:cxn>
                    <a:cxn ang="0">
                      <a:pos x="512" y="307"/>
                    </a:cxn>
                    <a:cxn ang="0">
                      <a:pos x="511" y="334"/>
                    </a:cxn>
                    <a:cxn ang="0">
                      <a:pos x="550" y="370"/>
                    </a:cxn>
                    <a:cxn ang="0">
                      <a:pos x="616" y="373"/>
                    </a:cxn>
                    <a:cxn ang="0">
                      <a:pos x="616" y="399"/>
                    </a:cxn>
                    <a:cxn ang="0">
                      <a:pos x="641" y="434"/>
                    </a:cxn>
                    <a:cxn ang="0">
                      <a:pos x="658" y="500"/>
                    </a:cxn>
                    <a:cxn ang="0">
                      <a:pos x="644" y="555"/>
                    </a:cxn>
                    <a:cxn ang="0">
                      <a:pos x="647" y="586"/>
                    </a:cxn>
                    <a:cxn ang="0">
                      <a:pos x="631" y="585"/>
                    </a:cxn>
                    <a:cxn ang="0">
                      <a:pos x="595" y="544"/>
                    </a:cxn>
                    <a:cxn ang="0">
                      <a:pos x="504" y="549"/>
                    </a:cxn>
                    <a:cxn ang="0">
                      <a:pos x="426" y="576"/>
                    </a:cxn>
                    <a:cxn ang="0">
                      <a:pos x="401" y="628"/>
                    </a:cxn>
                    <a:cxn ang="0">
                      <a:pos x="391" y="705"/>
                    </a:cxn>
                    <a:cxn ang="0">
                      <a:pos x="362" y="706"/>
                    </a:cxn>
                    <a:cxn ang="0">
                      <a:pos x="315" y="701"/>
                    </a:cxn>
                    <a:cxn ang="0">
                      <a:pos x="297" y="735"/>
                    </a:cxn>
                    <a:cxn ang="0">
                      <a:pos x="281" y="726"/>
                    </a:cxn>
                    <a:cxn ang="0">
                      <a:pos x="250" y="710"/>
                    </a:cxn>
                    <a:cxn ang="0">
                      <a:pos x="202" y="695"/>
                    </a:cxn>
                    <a:cxn ang="0">
                      <a:pos x="176" y="708"/>
                    </a:cxn>
                    <a:cxn ang="0">
                      <a:pos x="149" y="737"/>
                    </a:cxn>
                    <a:cxn ang="0">
                      <a:pos x="126" y="752"/>
                    </a:cxn>
                    <a:cxn ang="0">
                      <a:pos x="94" y="751"/>
                    </a:cxn>
                    <a:cxn ang="0">
                      <a:pos x="86" y="711"/>
                    </a:cxn>
                    <a:cxn ang="0">
                      <a:pos x="77" y="652"/>
                    </a:cxn>
                    <a:cxn ang="0">
                      <a:pos x="61" y="626"/>
                    </a:cxn>
                    <a:cxn ang="0">
                      <a:pos x="55" y="602"/>
                    </a:cxn>
                    <a:cxn ang="0">
                      <a:pos x="51" y="579"/>
                    </a:cxn>
                    <a:cxn ang="0">
                      <a:pos x="57" y="564"/>
                    </a:cxn>
                    <a:cxn ang="0">
                      <a:pos x="54" y="536"/>
                    </a:cxn>
                    <a:cxn ang="0">
                      <a:pos x="29" y="480"/>
                    </a:cxn>
                    <a:cxn ang="0">
                      <a:pos x="7" y="443"/>
                    </a:cxn>
                    <a:cxn ang="0">
                      <a:pos x="1" y="431"/>
                    </a:cxn>
                    <a:cxn ang="0">
                      <a:pos x="36" y="373"/>
                    </a:cxn>
                    <a:cxn ang="0">
                      <a:pos x="20" y="357"/>
                    </a:cxn>
                    <a:cxn ang="0">
                      <a:pos x="17" y="328"/>
                    </a:cxn>
                    <a:cxn ang="0">
                      <a:pos x="29" y="303"/>
                    </a:cxn>
                    <a:cxn ang="0">
                      <a:pos x="22" y="276"/>
                    </a:cxn>
                    <a:cxn ang="0">
                      <a:pos x="33" y="231"/>
                    </a:cxn>
                    <a:cxn ang="0">
                      <a:pos x="40" y="166"/>
                    </a:cxn>
                    <a:cxn ang="0">
                      <a:pos x="35" y="129"/>
                    </a:cxn>
                  </a:cxnLst>
                  <a:rect l="0" t="0" r="r" b="b"/>
                  <a:pathLst>
                    <a:path w="658" h="754">
                      <a:moveTo>
                        <a:pt x="1" y="70"/>
                      </a:moveTo>
                      <a:lnTo>
                        <a:pt x="3" y="68"/>
                      </a:lnTo>
                      <a:lnTo>
                        <a:pt x="11" y="68"/>
                      </a:lnTo>
                      <a:lnTo>
                        <a:pt x="29" y="74"/>
                      </a:lnTo>
                      <a:lnTo>
                        <a:pt x="70" y="75"/>
                      </a:lnTo>
                      <a:lnTo>
                        <a:pt x="78" y="71"/>
                      </a:lnTo>
                      <a:lnTo>
                        <a:pt x="83" y="68"/>
                      </a:lnTo>
                      <a:lnTo>
                        <a:pt x="109" y="59"/>
                      </a:lnTo>
                      <a:lnTo>
                        <a:pt x="116" y="55"/>
                      </a:lnTo>
                      <a:lnTo>
                        <a:pt x="141" y="33"/>
                      </a:lnTo>
                      <a:lnTo>
                        <a:pt x="158" y="14"/>
                      </a:lnTo>
                      <a:lnTo>
                        <a:pt x="164" y="7"/>
                      </a:lnTo>
                      <a:lnTo>
                        <a:pt x="180" y="4"/>
                      </a:lnTo>
                      <a:lnTo>
                        <a:pt x="186" y="4"/>
                      </a:lnTo>
                      <a:lnTo>
                        <a:pt x="213" y="0"/>
                      </a:lnTo>
                      <a:lnTo>
                        <a:pt x="232" y="1"/>
                      </a:lnTo>
                      <a:lnTo>
                        <a:pt x="235" y="4"/>
                      </a:lnTo>
                      <a:lnTo>
                        <a:pt x="240" y="11"/>
                      </a:lnTo>
                      <a:lnTo>
                        <a:pt x="243" y="28"/>
                      </a:lnTo>
                      <a:lnTo>
                        <a:pt x="243" y="60"/>
                      </a:lnTo>
                      <a:lnTo>
                        <a:pt x="242" y="70"/>
                      </a:lnTo>
                      <a:lnTo>
                        <a:pt x="237" y="77"/>
                      </a:lnTo>
                      <a:lnTo>
                        <a:pt x="235" y="81"/>
                      </a:lnTo>
                      <a:lnTo>
                        <a:pt x="234" y="88"/>
                      </a:lnTo>
                      <a:lnTo>
                        <a:pt x="240" y="112"/>
                      </a:lnTo>
                      <a:lnTo>
                        <a:pt x="249" y="125"/>
                      </a:lnTo>
                      <a:lnTo>
                        <a:pt x="256" y="131"/>
                      </a:lnTo>
                      <a:lnTo>
                        <a:pt x="283" y="151"/>
                      </a:lnTo>
                      <a:lnTo>
                        <a:pt x="296" y="155"/>
                      </a:lnTo>
                      <a:lnTo>
                        <a:pt x="313" y="157"/>
                      </a:lnTo>
                      <a:lnTo>
                        <a:pt x="332" y="157"/>
                      </a:lnTo>
                      <a:lnTo>
                        <a:pt x="348" y="161"/>
                      </a:lnTo>
                      <a:lnTo>
                        <a:pt x="355" y="167"/>
                      </a:lnTo>
                      <a:lnTo>
                        <a:pt x="356" y="171"/>
                      </a:lnTo>
                      <a:lnTo>
                        <a:pt x="363" y="179"/>
                      </a:lnTo>
                      <a:lnTo>
                        <a:pt x="372" y="183"/>
                      </a:lnTo>
                      <a:lnTo>
                        <a:pt x="410" y="193"/>
                      </a:lnTo>
                      <a:lnTo>
                        <a:pt x="426" y="208"/>
                      </a:lnTo>
                      <a:lnTo>
                        <a:pt x="431" y="211"/>
                      </a:lnTo>
                      <a:lnTo>
                        <a:pt x="441" y="211"/>
                      </a:lnTo>
                      <a:lnTo>
                        <a:pt x="450" y="209"/>
                      </a:lnTo>
                      <a:lnTo>
                        <a:pt x="455" y="209"/>
                      </a:lnTo>
                      <a:lnTo>
                        <a:pt x="468" y="211"/>
                      </a:lnTo>
                      <a:lnTo>
                        <a:pt x="487" y="222"/>
                      </a:lnTo>
                      <a:lnTo>
                        <a:pt x="493" y="227"/>
                      </a:lnTo>
                      <a:lnTo>
                        <a:pt x="501" y="238"/>
                      </a:lnTo>
                      <a:lnTo>
                        <a:pt x="506" y="253"/>
                      </a:lnTo>
                      <a:lnTo>
                        <a:pt x="507" y="268"/>
                      </a:lnTo>
                      <a:lnTo>
                        <a:pt x="511" y="276"/>
                      </a:lnTo>
                      <a:lnTo>
                        <a:pt x="514" y="281"/>
                      </a:lnTo>
                      <a:lnTo>
                        <a:pt x="514" y="290"/>
                      </a:lnTo>
                      <a:lnTo>
                        <a:pt x="512" y="307"/>
                      </a:lnTo>
                      <a:lnTo>
                        <a:pt x="503" y="308"/>
                      </a:lnTo>
                      <a:lnTo>
                        <a:pt x="503" y="312"/>
                      </a:lnTo>
                      <a:lnTo>
                        <a:pt x="504" y="317"/>
                      </a:lnTo>
                      <a:lnTo>
                        <a:pt x="511" y="334"/>
                      </a:lnTo>
                      <a:lnTo>
                        <a:pt x="518" y="356"/>
                      </a:lnTo>
                      <a:lnTo>
                        <a:pt x="524" y="369"/>
                      </a:lnTo>
                      <a:lnTo>
                        <a:pt x="539" y="369"/>
                      </a:lnTo>
                      <a:lnTo>
                        <a:pt x="550" y="370"/>
                      </a:lnTo>
                      <a:lnTo>
                        <a:pt x="563" y="370"/>
                      </a:lnTo>
                      <a:lnTo>
                        <a:pt x="568" y="372"/>
                      </a:lnTo>
                      <a:lnTo>
                        <a:pt x="611" y="372"/>
                      </a:lnTo>
                      <a:lnTo>
                        <a:pt x="616" y="373"/>
                      </a:lnTo>
                      <a:lnTo>
                        <a:pt x="619" y="376"/>
                      </a:lnTo>
                      <a:lnTo>
                        <a:pt x="620" y="381"/>
                      </a:lnTo>
                      <a:lnTo>
                        <a:pt x="619" y="391"/>
                      </a:lnTo>
                      <a:lnTo>
                        <a:pt x="616" y="399"/>
                      </a:lnTo>
                      <a:lnTo>
                        <a:pt x="616" y="405"/>
                      </a:lnTo>
                      <a:lnTo>
                        <a:pt x="620" y="425"/>
                      </a:lnTo>
                      <a:lnTo>
                        <a:pt x="638" y="431"/>
                      </a:lnTo>
                      <a:lnTo>
                        <a:pt x="641" y="434"/>
                      </a:lnTo>
                      <a:lnTo>
                        <a:pt x="644" y="448"/>
                      </a:lnTo>
                      <a:lnTo>
                        <a:pt x="656" y="467"/>
                      </a:lnTo>
                      <a:lnTo>
                        <a:pt x="658" y="477"/>
                      </a:lnTo>
                      <a:lnTo>
                        <a:pt x="658" y="500"/>
                      </a:lnTo>
                      <a:lnTo>
                        <a:pt x="657" y="529"/>
                      </a:lnTo>
                      <a:lnTo>
                        <a:pt x="656" y="533"/>
                      </a:lnTo>
                      <a:lnTo>
                        <a:pt x="649" y="544"/>
                      </a:lnTo>
                      <a:lnTo>
                        <a:pt x="644" y="555"/>
                      </a:lnTo>
                      <a:lnTo>
                        <a:pt x="644" y="561"/>
                      </a:lnTo>
                      <a:lnTo>
                        <a:pt x="644" y="569"/>
                      </a:lnTo>
                      <a:lnTo>
                        <a:pt x="646" y="574"/>
                      </a:lnTo>
                      <a:lnTo>
                        <a:pt x="647" y="586"/>
                      </a:lnTo>
                      <a:lnTo>
                        <a:pt x="646" y="587"/>
                      </a:lnTo>
                      <a:lnTo>
                        <a:pt x="638" y="590"/>
                      </a:lnTo>
                      <a:lnTo>
                        <a:pt x="637" y="591"/>
                      </a:lnTo>
                      <a:lnTo>
                        <a:pt x="631" y="585"/>
                      </a:lnTo>
                      <a:lnTo>
                        <a:pt x="630" y="581"/>
                      </a:lnTo>
                      <a:lnTo>
                        <a:pt x="615" y="560"/>
                      </a:lnTo>
                      <a:lnTo>
                        <a:pt x="605" y="552"/>
                      </a:lnTo>
                      <a:lnTo>
                        <a:pt x="595" y="544"/>
                      </a:lnTo>
                      <a:lnTo>
                        <a:pt x="582" y="541"/>
                      </a:lnTo>
                      <a:lnTo>
                        <a:pt x="539" y="541"/>
                      </a:lnTo>
                      <a:lnTo>
                        <a:pt x="535" y="541"/>
                      </a:lnTo>
                      <a:lnTo>
                        <a:pt x="504" y="549"/>
                      </a:lnTo>
                      <a:lnTo>
                        <a:pt x="501" y="549"/>
                      </a:lnTo>
                      <a:lnTo>
                        <a:pt x="447" y="566"/>
                      </a:lnTo>
                      <a:lnTo>
                        <a:pt x="428" y="570"/>
                      </a:lnTo>
                      <a:lnTo>
                        <a:pt x="426" y="576"/>
                      </a:lnTo>
                      <a:lnTo>
                        <a:pt x="423" y="591"/>
                      </a:lnTo>
                      <a:lnTo>
                        <a:pt x="412" y="607"/>
                      </a:lnTo>
                      <a:lnTo>
                        <a:pt x="401" y="625"/>
                      </a:lnTo>
                      <a:lnTo>
                        <a:pt x="401" y="628"/>
                      </a:lnTo>
                      <a:lnTo>
                        <a:pt x="401" y="654"/>
                      </a:lnTo>
                      <a:lnTo>
                        <a:pt x="402" y="658"/>
                      </a:lnTo>
                      <a:lnTo>
                        <a:pt x="402" y="665"/>
                      </a:lnTo>
                      <a:lnTo>
                        <a:pt x="391" y="705"/>
                      </a:lnTo>
                      <a:lnTo>
                        <a:pt x="383" y="720"/>
                      </a:lnTo>
                      <a:lnTo>
                        <a:pt x="375" y="716"/>
                      </a:lnTo>
                      <a:lnTo>
                        <a:pt x="369" y="711"/>
                      </a:lnTo>
                      <a:lnTo>
                        <a:pt x="362" y="706"/>
                      </a:lnTo>
                      <a:lnTo>
                        <a:pt x="359" y="705"/>
                      </a:lnTo>
                      <a:lnTo>
                        <a:pt x="351" y="704"/>
                      </a:lnTo>
                      <a:lnTo>
                        <a:pt x="334" y="704"/>
                      </a:lnTo>
                      <a:lnTo>
                        <a:pt x="315" y="701"/>
                      </a:lnTo>
                      <a:lnTo>
                        <a:pt x="307" y="701"/>
                      </a:lnTo>
                      <a:lnTo>
                        <a:pt x="304" y="705"/>
                      </a:lnTo>
                      <a:lnTo>
                        <a:pt x="300" y="724"/>
                      </a:lnTo>
                      <a:lnTo>
                        <a:pt x="297" y="735"/>
                      </a:lnTo>
                      <a:lnTo>
                        <a:pt x="296" y="741"/>
                      </a:lnTo>
                      <a:lnTo>
                        <a:pt x="293" y="741"/>
                      </a:lnTo>
                      <a:lnTo>
                        <a:pt x="282" y="730"/>
                      </a:lnTo>
                      <a:lnTo>
                        <a:pt x="281" y="726"/>
                      </a:lnTo>
                      <a:lnTo>
                        <a:pt x="278" y="725"/>
                      </a:lnTo>
                      <a:lnTo>
                        <a:pt x="275" y="719"/>
                      </a:lnTo>
                      <a:lnTo>
                        <a:pt x="271" y="715"/>
                      </a:lnTo>
                      <a:lnTo>
                        <a:pt x="250" y="710"/>
                      </a:lnTo>
                      <a:lnTo>
                        <a:pt x="245" y="710"/>
                      </a:lnTo>
                      <a:lnTo>
                        <a:pt x="237" y="708"/>
                      </a:lnTo>
                      <a:lnTo>
                        <a:pt x="211" y="708"/>
                      </a:lnTo>
                      <a:lnTo>
                        <a:pt x="202" y="695"/>
                      </a:lnTo>
                      <a:lnTo>
                        <a:pt x="196" y="689"/>
                      </a:lnTo>
                      <a:lnTo>
                        <a:pt x="192" y="689"/>
                      </a:lnTo>
                      <a:lnTo>
                        <a:pt x="189" y="690"/>
                      </a:lnTo>
                      <a:lnTo>
                        <a:pt x="176" y="708"/>
                      </a:lnTo>
                      <a:lnTo>
                        <a:pt x="165" y="716"/>
                      </a:lnTo>
                      <a:lnTo>
                        <a:pt x="157" y="725"/>
                      </a:lnTo>
                      <a:lnTo>
                        <a:pt x="151" y="733"/>
                      </a:lnTo>
                      <a:lnTo>
                        <a:pt x="149" y="737"/>
                      </a:lnTo>
                      <a:lnTo>
                        <a:pt x="143" y="747"/>
                      </a:lnTo>
                      <a:lnTo>
                        <a:pt x="138" y="752"/>
                      </a:lnTo>
                      <a:lnTo>
                        <a:pt x="136" y="752"/>
                      </a:lnTo>
                      <a:lnTo>
                        <a:pt x="126" y="752"/>
                      </a:lnTo>
                      <a:lnTo>
                        <a:pt x="120" y="754"/>
                      </a:lnTo>
                      <a:lnTo>
                        <a:pt x="108" y="754"/>
                      </a:lnTo>
                      <a:lnTo>
                        <a:pt x="101" y="754"/>
                      </a:lnTo>
                      <a:lnTo>
                        <a:pt x="94" y="751"/>
                      </a:lnTo>
                      <a:lnTo>
                        <a:pt x="94" y="749"/>
                      </a:lnTo>
                      <a:lnTo>
                        <a:pt x="90" y="737"/>
                      </a:lnTo>
                      <a:lnTo>
                        <a:pt x="90" y="733"/>
                      </a:lnTo>
                      <a:lnTo>
                        <a:pt x="86" y="711"/>
                      </a:lnTo>
                      <a:lnTo>
                        <a:pt x="86" y="693"/>
                      </a:lnTo>
                      <a:lnTo>
                        <a:pt x="83" y="671"/>
                      </a:lnTo>
                      <a:lnTo>
                        <a:pt x="77" y="661"/>
                      </a:lnTo>
                      <a:lnTo>
                        <a:pt x="77" y="652"/>
                      </a:lnTo>
                      <a:lnTo>
                        <a:pt x="74" y="639"/>
                      </a:lnTo>
                      <a:lnTo>
                        <a:pt x="73" y="635"/>
                      </a:lnTo>
                      <a:lnTo>
                        <a:pt x="66" y="628"/>
                      </a:lnTo>
                      <a:lnTo>
                        <a:pt x="61" y="626"/>
                      </a:lnTo>
                      <a:lnTo>
                        <a:pt x="58" y="623"/>
                      </a:lnTo>
                      <a:lnTo>
                        <a:pt x="58" y="615"/>
                      </a:lnTo>
                      <a:lnTo>
                        <a:pt x="58" y="607"/>
                      </a:lnTo>
                      <a:lnTo>
                        <a:pt x="55" y="602"/>
                      </a:lnTo>
                      <a:lnTo>
                        <a:pt x="47" y="598"/>
                      </a:lnTo>
                      <a:lnTo>
                        <a:pt x="47" y="592"/>
                      </a:lnTo>
                      <a:lnTo>
                        <a:pt x="50" y="580"/>
                      </a:lnTo>
                      <a:lnTo>
                        <a:pt x="51" y="579"/>
                      </a:lnTo>
                      <a:lnTo>
                        <a:pt x="58" y="575"/>
                      </a:lnTo>
                      <a:lnTo>
                        <a:pt x="61" y="574"/>
                      </a:lnTo>
                      <a:lnTo>
                        <a:pt x="61" y="570"/>
                      </a:lnTo>
                      <a:lnTo>
                        <a:pt x="57" y="564"/>
                      </a:lnTo>
                      <a:lnTo>
                        <a:pt x="58" y="558"/>
                      </a:lnTo>
                      <a:lnTo>
                        <a:pt x="62" y="553"/>
                      </a:lnTo>
                      <a:lnTo>
                        <a:pt x="61" y="543"/>
                      </a:lnTo>
                      <a:lnTo>
                        <a:pt x="54" y="536"/>
                      </a:lnTo>
                      <a:lnTo>
                        <a:pt x="41" y="526"/>
                      </a:lnTo>
                      <a:lnTo>
                        <a:pt x="36" y="521"/>
                      </a:lnTo>
                      <a:lnTo>
                        <a:pt x="33" y="512"/>
                      </a:lnTo>
                      <a:lnTo>
                        <a:pt x="29" y="480"/>
                      </a:lnTo>
                      <a:lnTo>
                        <a:pt x="29" y="470"/>
                      </a:lnTo>
                      <a:lnTo>
                        <a:pt x="22" y="461"/>
                      </a:lnTo>
                      <a:lnTo>
                        <a:pt x="18" y="457"/>
                      </a:lnTo>
                      <a:lnTo>
                        <a:pt x="7" y="443"/>
                      </a:lnTo>
                      <a:lnTo>
                        <a:pt x="4" y="443"/>
                      </a:lnTo>
                      <a:lnTo>
                        <a:pt x="2" y="439"/>
                      </a:lnTo>
                      <a:lnTo>
                        <a:pt x="0" y="437"/>
                      </a:lnTo>
                      <a:lnTo>
                        <a:pt x="1" y="431"/>
                      </a:lnTo>
                      <a:lnTo>
                        <a:pt x="12" y="412"/>
                      </a:lnTo>
                      <a:lnTo>
                        <a:pt x="23" y="400"/>
                      </a:lnTo>
                      <a:lnTo>
                        <a:pt x="35" y="383"/>
                      </a:lnTo>
                      <a:lnTo>
                        <a:pt x="36" y="373"/>
                      </a:lnTo>
                      <a:lnTo>
                        <a:pt x="35" y="370"/>
                      </a:lnTo>
                      <a:lnTo>
                        <a:pt x="29" y="365"/>
                      </a:lnTo>
                      <a:lnTo>
                        <a:pt x="24" y="362"/>
                      </a:lnTo>
                      <a:lnTo>
                        <a:pt x="20" y="357"/>
                      </a:lnTo>
                      <a:lnTo>
                        <a:pt x="18" y="356"/>
                      </a:lnTo>
                      <a:lnTo>
                        <a:pt x="17" y="350"/>
                      </a:lnTo>
                      <a:lnTo>
                        <a:pt x="15" y="342"/>
                      </a:lnTo>
                      <a:lnTo>
                        <a:pt x="17" y="328"/>
                      </a:lnTo>
                      <a:lnTo>
                        <a:pt x="22" y="319"/>
                      </a:lnTo>
                      <a:lnTo>
                        <a:pt x="27" y="316"/>
                      </a:lnTo>
                      <a:lnTo>
                        <a:pt x="29" y="308"/>
                      </a:lnTo>
                      <a:lnTo>
                        <a:pt x="29" y="303"/>
                      </a:lnTo>
                      <a:lnTo>
                        <a:pt x="27" y="297"/>
                      </a:lnTo>
                      <a:lnTo>
                        <a:pt x="18" y="286"/>
                      </a:lnTo>
                      <a:lnTo>
                        <a:pt x="18" y="283"/>
                      </a:lnTo>
                      <a:lnTo>
                        <a:pt x="22" y="276"/>
                      </a:lnTo>
                      <a:lnTo>
                        <a:pt x="35" y="270"/>
                      </a:lnTo>
                      <a:lnTo>
                        <a:pt x="36" y="268"/>
                      </a:lnTo>
                      <a:lnTo>
                        <a:pt x="36" y="249"/>
                      </a:lnTo>
                      <a:lnTo>
                        <a:pt x="33" y="231"/>
                      </a:lnTo>
                      <a:lnTo>
                        <a:pt x="33" y="220"/>
                      </a:lnTo>
                      <a:lnTo>
                        <a:pt x="35" y="201"/>
                      </a:lnTo>
                      <a:lnTo>
                        <a:pt x="35" y="177"/>
                      </a:lnTo>
                      <a:lnTo>
                        <a:pt x="40" y="166"/>
                      </a:lnTo>
                      <a:lnTo>
                        <a:pt x="47" y="157"/>
                      </a:lnTo>
                      <a:lnTo>
                        <a:pt x="50" y="155"/>
                      </a:lnTo>
                      <a:lnTo>
                        <a:pt x="50" y="152"/>
                      </a:lnTo>
                      <a:lnTo>
                        <a:pt x="35" y="129"/>
                      </a:lnTo>
                      <a:lnTo>
                        <a:pt x="1" y="7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7" name="Freeform 257">
                  <a:extLst>
                    <a:ext uri="{FF2B5EF4-FFF2-40B4-BE49-F238E27FC236}">
                      <a16:creationId xmlns:a16="http://schemas.microsoft.com/office/drawing/2014/main" id="{15D2EE73-6EE2-15B2-90A2-F1941E1B19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4" y="2831"/>
                  <a:ext cx="59" cy="63"/>
                </a:xfrm>
                <a:custGeom>
                  <a:avLst/>
                  <a:gdLst/>
                  <a:ahLst/>
                  <a:cxnLst>
                    <a:cxn ang="0">
                      <a:pos x="2" y="252"/>
                    </a:cxn>
                    <a:cxn ang="0">
                      <a:pos x="26" y="272"/>
                    </a:cxn>
                    <a:cxn ang="0">
                      <a:pos x="56" y="283"/>
                    </a:cxn>
                    <a:cxn ang="0">
                      <a:pos x="91" y="297"/>
                    </a:cxn>
                    <a:cxn ang="0">
                      <a:pos x="115" y="304"/>
                    </a:cxn>
                    <a:cxn ang="0">
                      <a:pos x="129" y="310"/>
                    </a:cxn>
                    <a:cxn ang="0">
                      <a:pos x="162" y="307"/>
                    </a:cxn>
                    <a:cxn ang="0">
                      <a:pos x="197" y="314"/>
                    </a:cxn>
                    <a:cxn ang="0">
                      <a:pos x="225" y="303"/>
                    </a:cxn>
                    <a:cxn ang="0">
                      <a:pos x="246" y="283"/>
                    </a:cxn>
                    <a:cxn ang="0">
                      <a:pos x="253" y="272"/>
                    </a:cxn>
                    <a:cxn ang="0">
                      <a:pos x="268" y="253"/>
                    </a:cxn>
                    <a:cxn ang="0">
                      <a:pos x="276" y="236"/>
                    </a:cxn>
                    <a:cxn ang="0">
                      <a:pos x="271" y="229"/>
                    </a:cxn>
                    <a:cxn ang="0">
                      <a:pos x="274" y="199"/>
                    </a:cxn>
                    <a:cxn ang="0">
                      <a:pos x="281" y="184"/>
                    </a:cxn>
                    <a:cxn ang="0">
                      <a:pos x="286" y="175"/>
                    </a:cxn>
                    <a:cxn ang="0">
                      <a:pos x="292" y="172"/>
                    </a:cxn>
                    <a:cxn ang="0">
                      <a:pos x="267" y="148"/>
                    </a:cxn>
                    <a:cxn ang="0">
                      <a:pos x="260" y="126"/>
                    </a:cxn>
                    <a:cxn ang="0">
                      <a:pos x="242" y="113"/>
                    </a:cxn>
                    <a:cxn ang="0">
                      <a:pos x="228" y="108"/>
                    </a:cxn>
                    <a:cxn ang="0">
                      <a:pos x="215" y="91"/>
                    </a:cxn>
                    <a:cxn ang="0">
                      <a:pos x="200" y="86"/>
                    </a:cxn>
                    <a:cxn ang="0">
                      <a:pos x="185" y="77"/>
                    </a:cxn>
                    <a:cxn ang="0">
                      <a:pos x="178" y="73"/>
                    </a:cxn>
                    <a:cxn ang="0">
                      <a:pos x="166" y="55"/>
                    </a:cxn>
                    <a:cxn ang="0">
                      <a:pos x="160" y="48"/>
                    </a:cxn>
                    <a:cxn ang="0">
                      <a:pos x="142" y="60"/>
                    </a:cxn>
                    <a:cxn ang="0">
                      <a:pos x="133" y="50"/>
                    </a:cxn>
                    <a:cxn ang="0">
                      <a:pos x="119" y="27"/>
                    </a:cxn>
                    <a:cxn ang="0">
                      <a:pos x="103" y="12"/>
                    </a:cxn>
                    <a:cxn ang="0">
                      <a:pos x="85" y="0"/>
                    </a:cxn>
                    <a:cxn ang="0">
                      <a:pos x="75" y="2"/>
                    </a:cxn>
                    <a:cxn ang="0">
                      <a:pos x="64" y="12"/>
                    </a:cxn>
                    <a:cxn ang="0">
                      <a:pos x="44" y="16"/>
                    </a:cxn>
                    <a:cxn ang="0">
                      <a:pos x="33" y="27"/>
                    </a:cxn>
                    <a:cxn ang="0">
                      <a:pos x="31" y="72"/>
                    </a:cxn>
                    <a:cxn ang="0">
                      <a:pos x="29" y="97"/>
                    </a:cxn>
                    <a:cxn ang="0">
                      <a:pos x="20" y="172"/>
                    </a:cxn>
                    <a:cxn ang="0">
                      <a:pos x="16" y="188"/>
                    </a:cxn>
                    <a:cxn ang="0">
                      <a:pos x="5" y="210"/>
                    </a:cxn>
                    <a:cxn ang="0">
                      <a:pos x="0" y="252"/>
                    </a:cxn>
                  </a:cxnLst>
                  <a:rect l="0" t="0" r="r" b="b"/>
                  <a:pathLst>
                    <a:path w="292" h="314">
                      <a:moveTo>
                        <a:pt x="0" y="252"/>
                      </a:moveTo>
                      <a:lnTo>
                        <a:pt x="2" y="252"/>
                      </a:lnTo>
                      <a:lnTo>
                        <a:pt x="9" y="253"/>
                      </a:lnTo>
                      <a:lnTo>
                        <a:pt x="26" y="272"/>
                      </a:lnTo>
                      <a:lnTo>
                        <a:pt x="29" y="281"/>
                      </a:lnTo>
                      <a:lnTo>
                        <a:pt x="56" y="283"/>
                      </a:lnTo>
                      <a:lnTo>
                        <a:pt x="66" y="283"/>
                      </a:lnTo>
                      <a:lnTo>
                        <a:pt x="91" y="297"/>
                      </a:lnTo>
                      <a:lnTo>
                        <a:pt x="104" y="302"/>
                      </a:lnTo>
                      <a:lnTo>
                        <a:pt x="115" y="304"/>
                      </a:lnTo>
                      <a:lnTo>
                        <a:pt x="123" y="309"/>
                      </a:lnTo>
                      <a:lnTo>
                        <a:pt x="129" y="310"/>
                      </a:lnTo>
                      <a:lnTo>
                        <a:pt x="149" y="307"/>
                      </a:lnTo>
                      <a:lnTo>
                        <a:pt x="162" y="307"/>
                      </a:lnTo>
                      <a:lnTo>
                        <a:pt x="183" y="310"/>
                      </a:lnTo>
                      <a:lnTo>
                        <a:pt x="197" y="314"/>
                      </a:lnTo>
                      <a:lnTo>
                        <a:pt x="212" y="309"/>
                      </a:lnTo>
                      <a:lnTo>
                        <a:pt x="225" y="303"/>
                      </a:lnTo>
                      <a:lnTo>
                        <a:pt x="236" y="295"/>
                      </a:lnTo>
                      <a:lnTo>
                        <a:pt x="246" y="283"/>
                      </a:lnTo>
                      <a:lnTo>
                        <a:pt x="249" y="281"/>
                      </a:lnTo>
                      <a:lnTo>
                        <a:pt x="253" y="272"/>
                      </a:lnTo>
                      <a:lnTo>
                        <a:pt x="260" y="265"/>
                      </a:lnTo>
                      <a:lnTo>
                        <a:pt x="268" y="253"/>
                      </a:lnTo>
                      <a:lnTo>
                        <a:pt x="271" y="240"/>
                      </a:lnTo>
                      <a:lnTo>
                        <a:pt x="276" y="236"/>
                      </a:lnTo>
                      <a:lnTo>
                        <a:pt x="273" y="231"/>
                      </a:lnTo>
                      <a:lnTo>
                        <a:pt x="271" y="229"/>
                      </a:lnTo>
                      <a:lnTo>
                        <a:pt x="274" y="215"/>
                      </a:lnTo>
                      <a:lnTo>
                        <a:pt x="274" y="199"/>
                      </a:lnTo>
                      <a:lnTo>
                        <a:pt x="276" y="191"/>
                      </a:lnTo>
                      <a:lnTo>
                        <a:pt x="281" y="184"/>
                      </a:lnTo>
                      <a:lnTo>
                        <a:pt x="284" y="183"/>
                      </a:lnTo>
                      <a:lnTo>
                        <a:pt x="286" y="175"/>
                      </a:lnTo>
                      <a:lnTo>
                        <a:pt x="291" y="174"/>
                      </a:lnTo>
                      <a:lnTo>
                        <a:pt x="292" y="172"/>
                      </a:lnTo>
                      <a:lnTo>
                        <a:pt x="287" y="163"/>
                      </a:lnTo>
                      <a:lnTo>
                        <a:pt x="267" y="148"/>
                      </a:lnTo>
                      <a:lnTo>
                        <a:pt x="264" y="145"/>
                      </a:lnTo>
                      <a:lnTo>
                        <a:pt x="260" y="126"/>
                      </a:lnTo>
                      <a:lnTo>
                        <a:pt x="257" y="120"/>
                      </a:lnTo>
                      <a:lnTo>
                        <a:pt x="242" y="113"/>
                      </a:lnTo>
                      <a:lnTo>
                        <a:pt x="237" y="112"/>
                      </a:lnTo>
                      <a:lnTo>
                        <a:pt x="228" y="108"/>
                      </a:lnTo>
                      <a:lnTo>
                        <a:pt x="222" y="102"/>
                      </a:lnTo>
                      <a:lnTo>
                        <a:pt x="215" y="91"/>
                      </a:lnTo>
                      <a:lnTo>
                        <a:pt x="212" y="87"/>
                      </a:lnTo>
                      <a:lnTo>
                        <a:pt x="200" y="86"/>
                      </a:lnTo>
                      <a:lnTo>
                        <a:pt x="193" y="77"/>
                      </a:lnTo>
                      <a:lnTo>
                        <a:pt x="185" y="77"/>
                      </a:lnTo>
                      <a:lnTo>
                        <a:pt x="181" y="76"/>
                      </a:lnTo>
                      <a:lnTo>
                        <a:pt x="178" y="73"/>
                      </a:lnTo>
                      <a:lnTo>
                        <a:pt x="171" y="65"/>
                      </a:lnTo>
                      <a:lnTo>
                        <a:pt x="166" y="55"/>
                      </a:lnTo>
                      <a:lnTo>
                        <a:pt x="165" y="51"/>
                      </a:lnTo>
                      <a:lnTo>
                        <a:pt x="160" y="48"/>
                      </a:lnTo>
                      <a:lnTo>
                        <a:pt x="146" y="59"/>
                      </a:lnTo>
                      <a:lnTo>
                        <a:pt x="142" y="60"/>
                      </a:lnTo>
                      <a:lnTo>
                        <a:pt x="134" y="59"/>
                      </a:lnTo>
                      <a:lnTo>
                        <a:pt x="133" y="50"/>
                      </a:lnTo>
                      <a:lnTo>
                        <a:pt x="128" y="35"/>
                      </a:lnTo>
                      <a:lnTo>
                        <a:pt x="119" y="27"/>
                      </a:lnTo>
                      <a:lnTo>
                        <a:pt x="108" y="17"/>
                      </a:lnTo>
                      <a:lnTo>
                        <a:pt x="103" y="12"/>
                      </a:lnTo>
                      <a:lnTo>
                        <a:pt x="91" y="2"/>
                      </a:lnTo>
                      <a:lnTo>
                        <a:pt x="85" y="0"/>
                      </a:lnTo>
                      <a:lnTo>
                        <a:pt x="80" y="0"/>
                      </a:lnTo>
                      <a:lnTo>
                        <a:pt x="75" y="2"/>
                      </a:lnTo>
                      <a:lnTo>
                        <a:pt x="71" y="8"/>
                      </a:lnTo>
                      <a:lnTo>
                        <a:pt x="64" y="12"/>
                      </a:lnTo>
                      <a:lnTo>
                        <a:pt x="45" y="10"/>
                      </a:lnTo>
                      <a:lnTo>
                        <a:pt x="44" y="16"/>
                      </a:lnTo>
                      <a:lnTo>
                        <a:pt x="34" y="24"/>
                      </a:lnTo>
                      <a:lnTo>
                        <a:pt x="33" y="27"/>
                      </a:lnTo>
                      <a:lnTo>
                        <a:pt x="34" y="50"/>
                      </a:lnTo>
                      <a:lnTo>
                        <a:pt x="31" y="72"/>
                      </a:lnTo>
                      <a:lnTo>
                        <a:pt x="31" y="87"/>
                      </a:lnTo>
                      <a:lnTo>
                        <a:pt x="29" y="97"/>
                      </a:lnTo>
                      <a:lnTo>
                        <a:pt x="20" y="121"/>
                      </a:lnTo>
                      <a:lnTo>
                        <a:pt x="20" y="172"/>
                      </a:lnTo>
                      <a:lnTo>
                        <a:pt x="18" y="182"/>
                      </a:lnTo>
                      <a:lnTo>
                        <a:pt x="16" y="188"/>
                      </a:lnTo>
                      <a:lnTo>
                        <a:pt x="9" y="201"/>
                      </a:lnTo>
                      <a:lnTo>
                        <a:pt x="5" y="210"/>
                      </a:lnTo>
                      <a:lnTo>
                        <a:pt x="1" y="236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8" name="Freeform 258">
                  <a:extLst>
                    <a:ext uri="{FF2B5EF4-FFF2-40B4-BE49-F238E27FC236}">
                      <a16:creationId xmlns:a16="http://schemas.microsoft.com/office/drawing/2014/main" id="{DF28CC73-C6CD-4687-FFEC-48300244540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44" y="2396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141" y="41"/>
                    </a:cxn>
                    <a:cxn ang="0">
                      <a:pos x="152" y="83"/>
                    </a:cxn>
                    <a:cxn ang="0">
                      <a:pos x="172" y="84"/>
                    </a:cxn>
                    <a:cxn ang="0">
                      <a:pos x="195" y="94"/>
                    </a:cxn>
                    <a:cxn ang="0">
                      <a:pos x="211" y="112"/>
                    </a:cxn>
                    <a:cxn ang="0">
                      <a:pos x="232" y="139"/>
                    </a:cxn>
                    <a:cxn ang="0">
                      <a:pos x="217" y="159"/>
                    </a:cxn>
                    <a:cxn ang="0">
                      <a:pos x="220" y="165"/>
                    </a:cxn>
                    <a:cxn ang="0">
                      <a:pos x="212" y="182"/>
                    </a:cxn>
                    <a:cxn ang="0">
                      <a:pos x="189" y="186"/>
                    </a:cxn>
                    <a:cxn ang="0">
                      <a:pos x="183" y="193"/>
                    </a:cxn>
                    <a:cxn ang="0">
                      <a:pos x="174" y="228"/>
                    </a:cxn>
                    <a:cxn ang="0">
                      <a:pos x="189" y="255"/>
                    </a:cxn>
                    <a:cxn ang="0">
                      <a:pos x="200" y="268"/>
                    </a:cxn>
                    <a:cxn ang="0">
                      <a:pos x="217" y="273"/>
                    </a:cxn>
                    <a:cxn ang="0">
                      <a:pos x="226" y="289"/>
                    </a:cxn>
                    <a:cxn ang="0">
                      <a:pos x="233" y="311"/>
                    </a:cxn>
                    <a:cxn ang="0">
                      <a:pos x="263" y="347"/>
                    </a:cxn>
                    <a:cxn ang="0">
                      <a:pos x="254" y="350"/>
                    </a:cxn>
                    <a:cxn ang="0">
                      <a:pos x="233" y="348"/>
                    </a:cxn>
                    <a:cxn ang="0">
                      <a:pos x="213" y="353"/>
                    </a:cxn>
                    <a:cxn ang="0">
                      <a:pos x="183" y="366"/>
                    </a:cxn>
                    <a:cxn ang="0">
                      <a:pos x="158" y="374"/>
                    </a:cxn>
                    <a:cxn ang="0">
                      <a:pos x="134" y="386"/>
                    </a:cxn>
                    <a:cxn ang="0">
                      <a:pos x="102" y="369"/>
                    </a:cxn>
                    <a:cxn ang="0">
                      <a:pos x="91" y="357"/>
                    </a:cxn>
                    <a:cxn ang="0">
                      <a:pos x="89" y="332"/>
                    </a:cxn>
                    <a:cxn ang="0">
                      <a:pos x="77" y="288"/>
                    </a:cxn>
                    <a:cxn ang="0">
                      <a:pos x="86" y="257"/>
                    </a:cxn>
                    <a:cxn ang="0">
                      <a:pos x="95" y="234"/>
                    </a:cxn>
                    <a:cxn ang="0">
                      <a:pos x="79" y="209"/>
                    </a:cxn>
                    <a:cxn ang="0">
                      <a:pos x="72" y="193"/>
                    </a:cxn>
                    <a:cxn ang="0">
                      <a:pos x="67" y="171"/>
                    </a:cxn>
                    <a:cxn ang="0">
                      <a:pos x="37" y="174"/>
                    </a:cxn>
                    <a:cxn ang="0">
                      <a:pos x="27" y="163"/>
                    </a:cxn>
                    <a:cxn ang="0">
                      <a:pos x="0" y="128"/>
                    </a:cxn>
                    <a:cxn ang="0">
                      <a:pos x="1" y="121"/>
                    </a:cxn>
                    <a:cxn ang="0">
                      <a:pos x="11" y="91"/>
                    </a:cxn>
                    <a:cxn ang="0">
                      <a:pos x="40" y="75"/>
                    </a:cxn>
                    <a:cxn ang="0">
                      <a:pos x="38" y="64"/>
                    </a:cxn>
                    <a:cxn ang="0">
                      <a:pos x="24" y="52"/>
                    </a:cxn>
                    <a:cxn ang="0">
                      <a:pos x="29" y="35"/>
                    </a:cxn>
                    <a:cxn ang="0">
                      <a:pos x="46" y="26"/>
                    </a:cxn>
                    <a:cxn ang="0">
                      <a:pos x="72" y="13"/>
                    </a:cxn>
                    <a:cxn ang="0">
                      <a:pos x="81" y="2"/>
                    </a:cxn>
                  </a:cxnLst>
                  <a:rect l="0" t="0" r="r" b="b"/>
                  <a:pathLst>
                    <a:path w="265" h="386">
                      <a:moveTo>
                        <a:pt x="81" y="2"/>
                      </a:moveTo>
                      <a:lnTo>
                        <a:pt x="87" y="3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108" y="10"/>
                      </a:lnTo>
                      <a:lnTo>
                        <a:pt x="141" y="41"/>
                      </a:lnTo>
                      <a:lnTo>
                        <a:pt x="150" y="53"/>
                      </a:lnTo>
                      <a:lnTo>
                        <a:pt x="151" y="59"/>
                      </a:lnTo>
                      <a:lnTo>
                        <a:pt x="152" y="83"/>
                      </a:lnTo>
                      <a:lnTo>
                        <a:pt x="156" y="84"/>
                      </a:lnTo>
                      <a:lnTo>
                        <a:pt x="162" y="84"/>
                      </a:lnTo>
                      <a:lnTo>
                        <a:pt x="172" y="84"/>
                      </a:lnTo>
                      <a:lnTo>
                        <a:pt x="179" y="85"/>
                      </a:lnTo>
                      <a:lnTo>
                        <a:pt x="183" y="88"/>
                      </a:lnTo>
                      <a:lnTo>
                        <a:pt x="195" y="94"/>
                      </a:lnTo>
                      <a:lnTo>
                        <a:pt x="197" y="96"/>
                      </a:lnTo>
                      <a:lnTo>
                        <a:pt x="202" y="104"/>
                      </a:lnTo>
                      <a:lnTo>
                        <a:pt x="211" y="112"/>
                      </a:lnTo>
                      <a:lnTo>
                        <a:pt x="222" y="120"/>
                      </a:lnTo>
                      <a:lnTo>
                        <a:pt x="228" y="136"/>
                      </a:lnTo>
                      <a:lnTo>
                        <a:pt x="232" y="139"/>
                      </a:lnTo>
                      <a:lnTo>
                        <a:pt x="231" y="142"/>
                      </a:lnTo>
                      <a:lnTo>
                        <a:pt x="224" y="148"/>
                      </a:lnTo>
                      <a:lnTo>
                        <a:pt x="217" y="159"/>
                      </a:lnTo>
                      <a:lnTo>
                        <a:pt x="216" y="163"/>
                      </a:lnTo>
                      <a:lnTo>
                        <a:pt x="218" y="165"/>
                      </a:lnTo>
                      <a:lnTo>
                        <a:pt x="220" y="165"/>
                      </a:lnTo>
                      <a:lnTo>
                        <a:pt x="220" y="172"/>
                      </a:lnTo>
                      <a:lnTo>
                        <a:pt x="213" y="179"/>
                      </a:lnTo>
                      <a:lnTo>
                        <a:pt x="212" y="182"/>
                      </a:lnTo>
                      <a:lnTo>
                        <a:pt x="205" y="183"/>
                      </a:lnTo>
                      <a:lnTo>
                        <a:pt x="196" y="183"/>
                      </a:lnTo>
                      <a:lnTo>
                        <a:pt x="189" y="186"/>
                      </a:lnTo>
                      <a:lnTo>
                        <a:pt x="185" y="188"/>
                      </a:lnTo>
                      <a:lnTo>
                        <a:pt x="184" y="191"/>
                      </a:lnTo>
                      <a:lnTo>
                        <a:pt x="183" y="193"/>
                      </a:lnTo>
                      <a:lnTo>
                        <a:pt x="181" y="208"/>
                      </a:lnTo>
                      <a:lnTo>
                        <a:pt x="178" y="217"/>
                      </a:lnTo>
                      <a:lnTo>
                        <a:pt x="174" y="228"/>
                      </a:lnTo>
                      <a:lnTo>
                        <a:pt x="174" y="234"/>
                      </a:lnTo>
                      <a:lnTo>
                        <a:pt x="180" y="240"/>
                      </a:lnTo>
                      <a:lnTo>
                        <a:pt x="189" y="255"/>
                      </a:lnTo>
                      <a:lnTo>
                        <a:pt x="191" y="256"/>
                      </a:lnTo>
                      <a:lnTo>
                        <a:pt x="200" y="263"/>
                      </a:lnTo>
                      <a:lnTo>
                        <a:pt x="200" y="268"/>
                      </a:lnTo>
                      <a:lnTo>
                        <a:pt x="204" y="272"/>
                      </a:lnTo>
                      <a:lnTo>
                        <a:pt x="205" y="273"/>
                      </a:lnTo>
                      <a:lnTo>
                        <a:pt x="217" y="273"/>
                      </a:lnTo>
                      <a:lnTo>
                        <a:pt x="220" y="276"/>
                      </a:lnTo>
                      <a:lnTo>
                        <a:pt x="221" y="284"/>
                      </a:lnTo>
                      <a:lnTo>
                        <a:pt x="226" y="289"/>
                      </a:lnTo>
                      <a:lnTo>
                        <a:pt x="226" y="299"/>
                      </a:lnTo>
                      <a:lnTo>
                        <a:pt x="232" y="305"/>
                      </a:lnTo>
                      <a:lnTo>
                        <a:pt x="233" y="311"/>
                      </a:lnTo>
                      <a:lnTo>
                        <a:pt x="239" y="321"/>
                      </a:lnTo>
                      <a:lnTo>
                        <a:pt x="253" y="338"/>
                      </a:lnTo>
                      <a:lnTo>
                        <a:pt x="263" y="347"/>
                      </a:lnTo>
                      <a:lnTo>
                        <a:pt x="265" y="347"/>
                      </a:lnTo>
                      <a:lnTo>
                        <a:pt x="265" y="349"/>
                      </a:lnTo>
                      <a:lnTo>
                        <a:pt x="254" y="350"/>
                      </a:lnTo>
                      <a:lnTo>
                        <a:pt x="240" y="352"/>
                      </a:lnTo>
                      <a:lnTo>
                        <a:pt x="234" y="349"/>
                      </a:lnTo>
                      <a:lnTo>
                        <a:pt x="233" y="348"/>
                      </a:lnTo>
                      <a:lnTo>
                        <a:pt x="229" y="347"/>
                      </a:lnTo>
                      <a:lnTo>
                        <a:pt x="224" y="347"/>
                      </a:lnTo>
                      <a:lnTo>
                        <a:pt x="213" y="353"/>
                      </a:lnTo>
                      <a:lnTo>
                        <a:pt x="205" y="363"/>
                      </a:lnTo>
                      <a:lnTo>
                        <a:pt x="191" y="363"/>
                      </a:lnTo>
                      <a:lnTo>
                        <a:pt x="183" y="366"/>
                      </a:lnTo>
                      <a:lnTo>
                        <a:pt x="178" y="371"/>
                      </a:lnTo>
                      <a:lnTo>
                        <a:pt x="167" y="371"/>
                      </a:lnTo>
                      <a:lnTo>
                        <a:pt x="158" y="374"/>
                      </a:lnTo>
                      <a:lnTo>
                        <a:pt x="152" y="384"/>
                      </a:lnTo>
                      <a:lnTo>
                        <a:pt x="147" y="386"/>
                      </a:lnTo>
                      <a:lnTo>
                        <a:pt x="134" y="386"/>
                      </a:lnTo>
                      <a:lnTo>
                        <a:pt x="124" y="384"/>
                      </a:lnTo>
                      <a:lnTo>
                        <a:pt x="108" y="374"/>
                      </a:lnTo>
                      <a:lnTo>
                        <a:pt x="102" y="369"/>
                      </a:lnTo>
                      <a:lnTo>
                        <a:pt x="98" y="363"/>
                      </a:lnTo>
                      <a:lnTo>
                        <a:pt x="95" y="362"/>
                      </a:lnTo>
                      <a:lnTo>
                        <a:pt x="91" y="357"/>
                      </a:lnTo>
                      <a:lnTo>
                        <a:pt x="89" y="354"/>
                      </a:lnTo>
                      <a:lnTo>
                        <a:pt x="91" y="341"/>
                      </a:lnTo>
                      <a:lnTo>
                        <a:pt x="89" y="332"/>
                      </a:lnTo>
                      <a:lnTo>
                        <a:pt x="78" y="322"/>
                      </a:lnTo>
                      <a:lnTo>
                        <a:pt x="77" y="319"/>
                      </a:lnTo>
                      <a:lnTo>
                        <a:pt x="77" y="288"/>
                      </a:lnTo>
                      <a:lnTo>
                        <a:pt x="83" y="274"/>
                      </a:lnTo>
                      <a:lnTo>
                        <a:pt x="86" y="267"/>
                      </a:lnTo>
                      <a:lnTo>
                        <a:pt x="86" y="257"/>
                      </a:lnTo>
                      <a:lnTo>
                        <a:pt x="95" y="244"/>
                      </a:lnTo>
                      <a:lnTo>
                        <a:pt x="97" y="241"/>
                      </a:lnTo>
                      <a:lnTo>
                        <a:pt x="95" y="234"/>
                      </a:lnTo>
                      <a:lnTo>
                        <a:pt x="91" y="228"/>
                      </a:lnTo>
                      <a:lnTo>
                        <a:pt x="91" y="213"/>
                      </a:lnTo>
                      <a:lnTo>
                        <a:pt x="79" y="209"/>
                      </a:lnTo>
                      <a:lnTo>
                        <a:pt x="77" y="208"/>
                      </a:lnTo>
                      <a:lnTo>
                        <a:pt x="68" y="207"/>
                      </a:lnTo>
                      <a:lnTo>
                        <a:pt x="72" y="193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67" y="171"/>
                      </a:lnTo>
                      <a:lnTo>
                        <a:pt x="59" y="171"/>
                      </a:lnTo>
                      <a:lnTo>
                        <a:pt x="46" y="175"/>
                      </a:lnTo>
                      <a:lnTo>
                        <a:pt x="37" y="174"/>
                      </a:lnTo>
                      <a:lnTo>
                        <a:pt x="37" y="171"/>
                      </a:lnTo>
                      <a:lnTo>
                        <a:pt x="33" y="169"/>
                      </a:lnTo>
                      <a:lnTo>
                        <a:pt x="27" y="163"/>
                      </a:lnTo>
                      <a:lnTo>
                        <a:pt x="23" y="155"/>
                      </a:lnTo>
                      <a:lnTo>
                        <a:pt x="12" y="144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1" y="121"/>
                      </a:lnTo>
                      <a:lnTo>
                        <a:pt x="7" y="112"/>
                      </a:lnTo>
                      <a:lnTo>
                        <a:pt x="11" y="106"/>
                      </a:lnTo>
                      <a:lnTo>
                        <a:pt x="11" y="91"/>
                      </a:lnTo>
                      <a:lnTo>
                        <a:pt x="12" y="89"/>
                      </a:lnTo>
                      <a:lnTo>
                        <a:pt x="29" y="83"/>
                      </a:lnTo>
                      <a:lnTo>
                        <a:pt x="40" y="75"/>
                      </a:lnTo>
                      <a:lnTo>
                        <a:pt x="45" y="69"/>
                      </a:lnTo>
                      <a:lnTo>
                        <a:pt x="40" y="64"/>
                      </a:lnTo>
                      <a:lnTo>
                        <a:pt x="38" y="64"/>
                      </a:lnTo>
                      <a:lnTo>
                        <a:pt x="32" y="66"/>
                      </a:lnTo>
                      <a:lnTo>
                        <a:pt x="27" y="64"/>
                      </a:lnTo>
                      <a:lnTo>
                        <a:pt x="24" y="52"/>
                      </a:lnTo>
                      <a:lnTo>
                        <a:pt x="24" y="43"/>
                      </a:lnTo>
                      <a:lnTo>
                        <a:pt x="27" y="37"/>
                      </a:lnTo>
                      <a:lnTo>
                        <a:pt x="29" y="35"/>
                      </a:lnTo>
                      <a:lnTo>
                        <a:pt x="40" y="32"/>
                      </a:lnTo>
                      <a:lnTo>
                        <a:pt x="43" y="30"/>
                      </a:lnTo>
                      <a:lnTo>
                        <a:pt x="46" y="26"/>
                      </a:lnTo>
                      <a:lnTo>
                        <a:pt x="62" y="19"/>
                      </a:lnTo>
                      <a:lnTo>
                        <a:pt x="66" y="16"/>
                      </a:lnTo>
                      <a:lnTo>
                        <a:pt x="72" y="13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29" name="Freeform 259">
                  <a:extLst>
                    <a:ext uri="{FF2B5EF4-FFF2-40B4-BE49-F238E27FC236}">
                      <a16:creationId xmlns:a16="http://schemas.microsoft.com/office/drawing/2014/main" id="{F55EA46B-BC14-9DC5-60B6-9B6C965B3D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19" y="2425"/>
                  <a:ext cx="32" cy="40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13" y="169"/>
                    </a:cxn>
                    <a:cxn ang="0">
                      <a:pos x="15" y="166"/>
                    </a:cxn>
                    <a:cxn ang="0">
                      <a:pos x="17" y="147"/>
                    </a:cxn>
                    <a:cxn ang="0">
                      <a:pos x="22" y="125"/>
                    </a:cxn>
                    <a:cxn ang="0">
                      <a:pos x="23" y="110"/>
                    </a:cxn>
                    <a:cxn ang="0">
                      <a:pos x="18" y="102"/>
                    </a:cxn>
                    <a:cxn ang="0">
                      <a:pos x="17" y="101"/>
                    </a:cxn>
                    <a:cxn ang="0">
                      <a:pos x="17" y="99"/>
                    </a:cxn>
                    <a:cxn ang="0">
                      <a:pos x="8" y="86"/>
                    </a:cxn>
                    <a:cxn ang="0">
                      <a:pos x="5" y="75"/>
                    </a:cxn>
                    <a:cxn ang="0">
                      <a:pos x="3" y="56"/>
                    </a:cxn>
                    <a:cxn ang="0">
                      <a:pos x="3" y="34"/>
                    </a:cxn>
                    <a:cxn ang="0">
                      <a:pos x="7" y="24"/>
                    </a:cxn>
                    <a:cxn ang="0">
                      <a:pos x="15" y="18"/>
                    </a:cxn>
                    <a:cxn ang="0">
                      <a:pos x="19" y="12"/>
                    </a:cxn>
                    <a:cxn ang="0">
                      <a:pos x="19" y="10"/>
                    </a:cxn>
                    <a:cxn ang="0">
                      <a:pos x="22" y="7"/>
                    </a:cxn>
                    <a:cxn ang="0">
                      <a:pos x="28" y="5"/>
                    </a:cxn>
                    <a:cxn ang="0">
                      <a:pos x="32" y="1"/>
                    </a:cxn>
                    <a:cxn ang="0">
                      <a:pos x="35" y="0"/>
                    </a:cxn>
                    <a:cxn ang="0">
                      <a:pos x="49" y="8"/>
                    </a:cxn>
                    <a:cxn ang="0">
                      <a:pos x="61" y="13"/>
                    </a:cxn>
                    <a:cxn ang="0">
                      <a:pos x="73" y="19"/>
                    </a:cxn>
                    <a:cxn ang="0">
                      <a:pos x="85" y="21"/>
                    </a:cxn>
                    <a:cxn ang="0">
                      <a:pos x="98" y="28"/>
                    </a:cxn>
                    <a:cxn ang="0">
                      <a:pos x="113" y="39"/>
                    </a:cxn>
                    <a:cxn ang="0">
                      <a:pos x="116" y="40"/>
                    </a:cxn>
                    <a:cxn ang="0">
                      <a:pos x="130" y="53"/>
                    </a:cxn>
                    <a:cxn ang="0">
                      <a:pos x="135" y="59"/>
                    </a:cxn>
                    <a:cxn ang="0">
                      <a:pos x="146" y="65"/>
                    </a:cxn>
                    <a:cxn ang="0">
                      <a:pos x="156" y="75"/>
                    </a:cxn>
                    <a:cxn ang="0">
                      <a:pos x="156" y="86"/>
                    </a:cxn>
                    <a:cxn ang="0">
                      <a:pos x="157" y="86"/>
                    </a:cxn>
                    <a:cxn ang="0">
                      <a:pos x="144" y="99"/>
                    </a:cxn>
                    <a:cxn ang="0">
                      <a:pos x="141" y="107"/>
                    </a:cxn>
                    <a:cxn ang="0">
                      <a:pos x="128" y="125"/>
                    </a:cxn>
                    <a:cxn ang="0">
                      <a:pos x="118" y="137"/>
                    </a:cxn>
                    <a:cxn ang="0">
                      <a:pos x="114" y="144"/>
                    </a:cxn>
                    <a:cxn ang="0">
                      <a:pos x="105" y="166"/>
                    </a:cxn>
                    <a:cxn ang="0">
                      <a:pos x="78" y="190"/>
                    </a:cxn>
                    <a:cxn ang="0">
                      <a:pos x="76" y="193"/>
                    </a:cxn>
                    <a:cxn ang="0">
                      <a:pos x="71" y="195"/>
                    </a:cxn>
                    <a:cxn ang="0">
                      <a:pos x="61" y="195"/>
                    </a:cxn>
                    <a:cxn ang="0">
                      <a:pos x="54" y="191"/>
                    </a:cxn>
                    <a:cxn ang="0">
                      <a:pos x="48" y="191"/>
                    </a:cxn>
                    <a:cxn ang="0">
                      <a:pos x="44" y="193"/>
                    </a:cxn>
                    <a:cxn ang="0">
                      <a:pos x="28" y="200"/>
                    </a:cxn>
                    <a:cxn ang="0">
                      <a:pos x="22" y="200"/>
                    </a:cxn>
                    <a:cxn ang="0">
                      <a:pos x="19" y="199"/>
                    </a:cxn>
                    <a:cxn ang="0">
                      <a:pos x="10" y="193"/>
                    </a:cxn>
                    <a:cxn ang="0">
                      <a:pos x="0" y="182"/>
                    </a:cxn>
                  </a:cxnLst>
                  <a:rect l="0" t="0" r="r" b="b"/>
                  <a:pathLst>
                    <a:path w="157" h="200">
                      <a:moveTo>
                        <a:pt x="0" y="182"/>
                      </a:moveTo>
                      <a:lnTo>
                        <a:pt x="13" y="169"/>
                      </a:lnTo>
                      <a:lnTo>
                        <a:pt x="15" y="166"/>
                      </a:lnTo>
                      <a:lnTo>
                        <a:pt x="17" y="147"/>
                      </a:lnTo>
                      <a:lnTo>
                        <a:pt x="22" y="125"/>
                      </a:lnTo>
                      <a:lnTo>
                        <a:pt x="23" y="110"/>
                      </a:lnTo>
                      <a:lnTo>
                        <a:pt x="18" y="102"/>
                      </a:lnTo>
                      <a:lnTo>
                        <a:pt x="17" y="101"/>
                      </a:lnTo>
                      <a:lnTo>
                        <a:pt x="17" y="99"/>
                      </a:lnTo>
                      <a:lnTo>
                        <a:pt x="8" y="86"/>
                      </a:lnTo>
                      <a:lnTo>
                        <a:pt x="5" y="75"/>
                      </a:lnTo>
                      <a:lnTo>
                        <a:pt x="3" y="56"/>
                      </a:lnTo>
                      <a:lnTo>
                        <a:pt x="3" y="34"/>
                      </a:lnTo>
                      <a:lnTo>
                        <a:pt x="7" y="24"/>
                      </a:lnTo>
                      <a:lnTo>
                        <a:pt x="15" y="18"/>
                      </a:lnTo>
                      <a:lnTo>
                        <a:pt x="19" y="12"/>
                      </a:lnTo>
                      <a:lnTo>
                        <a:pt x="19" y="10"/>
                      </a:lnTo>
                      <a:lnTo>
                        <a:pt x="22" y="7"/>
                      </a:lnTo>
                      <a:lnTo>
                        <a:pt x="28" y="5"/>
                      </a:lnTo>
                      <a:lnTo>
                        <a:pt x="32" y="1"/>
                      </a:lnTo>
                      <a:lnTo>
                        <a:pt x="35" y="0"/>
                      </a:lnTo>
                      <a:lnTo>
                        <a:pt x="49" y="8"/>
                      </a:lnTo>
                      <a:lnTo>
                        <a:pt x="61" y="13"/>
                      </a:lnTo>
                      <a:lnTo>
                        <a:pt x="73" y="19"/>
                      </a:lnTo>
                      <a:lnTo>
                        <a:pt x="85" y="21"/>
                      </a:lnTo>
                      <a:lnTo>
                        <a:pt x="98" y="28"/>
                      </a:lnTo>
                      <a:lnTo>
                        <a:pt x="113" y="39"/>
                      </a:lnTo>
                      <a:lnTo>
                        <a:pt x="116" y="40"/>
                      </a:lnTo>
                      <a:lnTo>
                        <a:pt x="130" y="53"/>
                      </a:lnTo>
                      <a:lnTo>
                        <a:pt x="135" y="59"/>
                      </a:lnTo>
                      <a:lnTo>
                        <a:pt x="146" y="65"/>
                      </a:lnTo>
                      <a:lnTo>
                        <a:pt x="156" y="75"/>
                      </a:lnTo>
                      <a:lnTo>
                        <a:pt x="156" y="86"/>
                      </a:lnTo>
                      <a:lnTo>
                        <a:pt x="157" y="86"/>
                      </a:lnTo>
                      <a:lnTo>
                        <a:pt x="144" y="99"/>
                      </a:lnTo>
                      <a:lnTo>
                        <a:pt x="141" y="107"/>
                      </a:lnTo>
                      <a:lnTo>
                        <a:pt x="128" y="125"/>
                      </a:lnTo>
                      <a:lnTo>
                        <a:pt x="118" y="137"/>
                      </a:lnTo>
                      <a:lnTo>
                        <a:pt x="114" y="144"/>
                      </a:lnTo>
                      <a:lnTo>
                        <a:pt x="105" y="166"/>
                      </a:lnTo>
                      <a:lnTo>
                        <a:pt x="78" y="190"/>
                      </a:lnTo>
                      <a:lnTo>
                        <a:pt x="76" y="193"/>
                      </a:lnTo>
                      <a:lnTo>
                        <a:pt x="71" y="195"/>
                      </a:lnTo>
                      <a:lnTo>
                        <a:pt x="61" y="195"/>
                      </a:lnTo>
                      <a:lnTo>
                        <a:pt x="54" y="191"/>
                      </a:lnTo>
                      <a:lnTo>
                        <a:pt x="48" y="191"/>
                      </a:lnTo>
                      <a:lnTo>
                        <a:pt x="44" y="193"/>
                      </a:lnTo>
                      <a:lnTo>
                        <a:pt x="28" y="200"/>
                      </a:lnTo>
                      <a:lnTo>
                        <a:pt x="22" y="200"/>
                      </a:lnTo>
                      <a:lnTo>
                        <a:pt x="19" y="199"/>
                      </a:lnTo>
                      <a:lnTo>
                        <a:pt x="10" y="193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0" name="Freeform 260">
                  <a:extLst>
                    <a:ext uri="{FF2B5EF4-FFF2-40B4-BE49-F238E27FC236}">
                      <a16:creationId xmlns:a16="http://schemas.microsoft.com/office/drawing/2014/main" id="{94A7DF4F-39FE-E15A-E5B9-CA97890E446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4" y="2488"/>
                  <a:ext cx="137" cy="201"/>
                </a:xfrm>
                <a:custGeom>
                  <a:avLst/>
                  <a:gdLst/>
                  <a:ahLst/>
                  <a:cxnLst>
                    <a:cxn ang="0">
                      <a:pos x="319" y="13"/>
                    </a:cxn>
                    <a:cxn ang="0">
                      <a:pos x="335" y="50"/>
                    </a:cxn>
                    <a:cxn ang="0">
                      <a:pos x="284" y="110"/>
                    </a:cxn>
                    <a:cxn ang="0">
                      <a:pos x="204" y="156"/>
                    </a:cxn>
                    <a:cxn ang="0">
                      <a:pos x="170" y="190"/>
                    </a:cxn>
                    <a:cxn ang="0">
                      <a:pos x="159" y="190"/>
                    </a:cxn>
                    <a:cxn ang="0">
                      <a:pos x="138" y="253"/>
                    </a:cxn>
                    <a:cxn ang="0">
                      <a:pos x="97" y="260"/>
                    </a:cxn>
                    <a:cxn ang="0">
                      <a:pos x="72" y="242"/>
                    </a:cxn>
                    <a:cxn ang="0">
                      <a:pos x="43" y="242"/>
                    </a:cxn>
                    <a:cxn ang="0">
                      <a:pos x="52" y="214"/>
                    </a:cxn>
                    <a:cxn ang="0">
                      <a:pos x="51" y="188"/>
                    </a:cxn>
                    <a:cxn ang="0">
                      <a:pos x="3" y="231"/>
                    </a:cxn>
                    <a:cxn ang="0">
                      <a:pos x="9" y="271"/>
                    </a:cxn>
                    <a:cxn ang="0">
                      <a:pos x="21" y="308"/>
                    </a:cxn>
                    <a:cxn ang="0">
                      <a:pos x="51" y="350"/>
                    </a:cxn>
                    <a:cxn ang="0">
                      <a:pos x="89" y="387"/>
                    </a:cxn>
                    <a:cxn ang="0">
                      <a:pos x="140" y="478"/>
                    </a:cxn>
                    <a:cxn ang="0">
                      <a:pos x="188" y="578"/>
                    </a:cxn>
                    <a:cxn ang="0">
                      <a:pos x="212" y="632"/>
                    </a:cxn>
                    <a:cxn ang="0">
                      <a:pos x="256" y="711"/>
                    </a:cxn>
                    <a:cxn ang="0">
                      <a:pos x="267" y="764"/>
                    </a:cxn>
                    <a:cxn ang="0">
                      <a:pos x="298" y="807"/>
                    </a:cxn>
                    <a:cxn ang="0">
                      <a:pos x="391" y="874"/>
                    </a:cxn>
                    <a:cxn ang="0">
                      <a:pos x="481" y="922"/>
                    </a:cxn>
                    <a:cxn ang="0">
                      <a:pos x="532" y="957"/>
                    </a:cxn>
                    <a:cxn ang="0">
                      <a:pos x="584" y="1001"/>
                    </a:cxn>
                    <a:cxn ang="0">
                      <a:pos x="620" y="995"/>
                    </a:cxn>
                    <a:cxn ang="0">
                      <a:pos x="638" y="968"/>
                    </a:cxn>
                    <a:cxn ang="0">
                      <a:pos x="649" y="935"/>
                    </a:cxn>
                    <a:cxn ang="0">
                      <a:pos x="665" y="888"/>
                    </a:cxn>
                    <a:cxn ang="0">
                      <a:pos x="651" y="865"/>
                    </a:cxn>
                    <a:cxn ang="0">
                      <a:pos x="665" y="826"/>
                    </a:cxn>
                    <a:cxn ang="0">
                      <a:pos x="671" y="793"/>
                    </a:cxn>
                    <a:cxn ang="0">
                      <a:pos x="671" y="724"/>
                    </a:cxn>
                    <a:cxn ang="0">
                      <a:pos x="686" y="675"/>
                    </a:cxn>
                    <a:cxn ang="0">
                      <a:pos x="612" y="598"/>
                    </a:cxn>
                    <a:cxn ang="0">
                      <a:pos x="591" y="564"/>
                    </a:cxn>
                    <a:cxn ang="0">
                      <a:pos x="578" y="514"/>
                    </a:cxn>
                    <a:cxn ang="0">
                      <a:pos x="502" y="537"/>
                    </a:cxn>
                    <a:cxn ang="0">
                      <a:pos x="468" y="512"/>
                    </a:cxn>
                    <a:cxn ang="0">
                      <a:pos x="450" y="480"/>
                    </a:cxn>
                    <a:cxn ang="0">
                      <a:pos x="422" y="432"/>
                    </a:cxn>
                    <a:cxn ang="0">
                      <a:pos x="428" y="362"/>
                    </a:cxn>
                    <a:cxn ang="0">
                      <a:pos x="452" y="318"/>
                    </a:cxn>
                    <a:cxn ang="0">
                      <a:pos x="510" y="254"/>
                    </a:cxn>
                    <a:cxn ang="0">
                      <a:pos x="620" y="225"/>
                    </a:cxn>
                    <a:cxn ang="0">
                      <a:pos x="596" y="205"/>
                    </a:cxn>
                    <a:cxn ang="0">
                      <a:pos x="593" y="182"/>
                    </a:cxn>
                    <a:cxn ang="0">
                      <a:pos x="605" y="137"/>
                    </a:cxn>
                    <a:cxn ang="0">
                      <a:pos x="553" y="126"/>
                    </a:cxn>
                    <a:cxn ang="0">
                      <a:pos x="516" y="120"/>
                    </a:cxn>
                    <a:cxn ang="0">
                      <a:pos x="499" y="132"/>
                    </a:cxn>
                    <a:cxn ang="0">
                      <a:pos x="461" y="130"/>
                    </a:cxn>
                    <a:cxn ang="0">
                      <a:pos x="438" y="96"/>
                    </a:cxn>
                    <a:cxn ang="0">
                      <a:pos x="419" y="69"/>
                    </a:cxn>
                    <a:cxn ang="0">
                      <a:pos x="394" y="55"/>
                    </a:cxn>
                    <a:cxn ang="0">
                      <a:pos x="366" y="21"/>
                    </a:cxn>
                    <a:cxn ang="0">
                      <a:pos x="332" y="0"/>
                    </a:cxn>
                  </a:cxnLst>
                  <a:rect l="0" t="0" r="r" b="b"/>
                  <a:pathLst>
                    <a:path w="686" h="1005">
                      <a:moveTo>
                        <a:pt x="328" y="0"/>
                      </a:moveTo>
                      <a:lnTo>
                        <a:pt x="326" y="2"/>
                      </a:lnTo>
                      <a:lnTo>
                        <a:pt x="315" y="2"/>
                      </a:lnTo>
                      <a:lnTo>
                        <a:pt x="314" y="11"/>
                      </a:lnTo>
                      <a:lnTo>
                        <a:pt x="319" y="13"/>
                      </a:lnTo>
                      <a:lnTo>
                        <a:pt x="321" y="16"/>
                      </a:lnTo>
                      <a:lnTo>
                        <a:pt x="326" y="27"/>
                      </a:lnTo>
                      <a:lnTo>
                        <a:pt x="327" y="32"/>
                      </a:lnTo>
                      <a:lnTo>
                        <a:pt x="335" y="49"/>
                      </a:lnTo>
                      <a:lnTo>
                        <a:pt x="335" y="50"/>
                      </a:lnTo>
                      <a:lnTo>
                        <a:pt x="326" y="50"/>
                      </a:lnTo>
                      <a:lnTo>
                        <a:pt x="319" y="65"/>
                      </a:lnTo>
                      <a:lnTo>
                        <a:pt x="305" y="89"/>
                      </a:lnTo>
                      <a:lnTo>
                        <a:pt x="292" y="104"/>
                      </a:lnTo>
                      <a:lnTo>
                        <a:pt x="284" y="110"/>
                      </a:lnTo>
                      <a:lnTo>
                        <a:pt x="274" y="119"/>
                      </a:lnTo>
                      <a:lnTo>
                        <a:pt x="265" y="131"/>
                      </a:lnTo>
                      <a:lnTo>
                        <a:pt x="256" y="137"/>
                      </a:lnTo>
                      <a:lnTo>
                        <a:pt x="240" y="145"/>
                      </a:lnTo>
                      <a:lnTo>
                        <a:pt x="204" y="156"/>
                      </a:lnTo>
                      <a:lnTo>
                        <a:pt x="186" y="163"/>
                      </a:lnTo>
                      <a:lnTo>
                        <a:pt x="179" y="168"/>
                      </a:lnTo>
                      <a:lnTo>
                        <a:pt x="176" y="171"/>
                      </a:lnTo>
                      <a:lnTo>
                        <a:pt x="171" y="180"/>
                      </a:lnTo>
                      <a:lnTo>
                        <a:pt x="170" y="190"/>
                      </a:lnTo>
                      <a:lnTo>
                        <a:pt x="166" y="193"/>
                      </a:lnTo>
                      <a:lnTo>
                        <a:pt x="164" y="193"/>
                      </a:lnTo>
                      <a:lnTo>
                        <a:pt x="160" y="189"/>
                      </a:lnTo>
                      <a:lnTo>
                        <a:pt x="159" y="189"/>
                      </a:lnTo>
                      <a:lnTo>
                        <a:pt x="159" y="190"/>
                      </a:lnTo>
                      <a:lnTo>
                        <a:pt x="144" y="210"/>
                      </a:lnTo>
                      <a:lnTo>
                        <a:pt x="142" y="223"/>
                      </a:lnTo>
                      <a:lnTo>
                        <a:pt x="142" y="244"/>
                      </a:lnTo>
                      <a:lnTo>
                        <a:pt x="139" y="252"/>
                      </a:lnTo>
                      <a:lnTo>
                        <a:pt x="138" y="253"/>
                      </a:lnTo>
                      <a:lnTo>
                        <a:pt x="128" y="257"/>
                      </a:lnTo>
                      <a:lnTo>
                        <a:pt x="121" y="264"/>
                      </a:lnTo>
                      <a:lnTo>
                        <a:pt x="110" y="269"/>
                      </a:lnTo>
                      <a:lnTo>
                        <a:pt x="102" y="268"/>
                      </a:lnTo>
                      <a:lnTo>
                        <a:pt x="97" y="260"/>
                      </a:lnTo>
                      <a:lnTo>
                        <a:pt x="95" y="254"/>
                      </a:lnTo>
                      <a:lnTo>
                        <a:pt x="90" y="245"/>
                      </a:lnTo>
                      <a:lnTo>
                        <a:pt x="84" y="245"/>
                      </a:lnTo>
                      <a:lnTo>
                        <a:pt x="74" y="245"/>
                      </a:lnTo>
                      <a:lnTo>
                        <a:pt x="72" y="242"/>
                      </a:lnTo>
                      <a:lnTo>
                        <a:pt x="67" y="238"/>
                      </a:lnTo>
                      <a:lnTo>
                        <a:pt x="58" y="238"/>
                      </a:lnTo>
                      <a:lnTo>
                        <a:pt x="50" y="243"/>
                      </a:lnTo>
                      <a:lnTo>
                        <a:pt x="45" y="244"/>
                      </a:lnTo>
                      <a:lnTo>
                        <a:pt x="43" y="242"/>
                      </a:lnTo>
                      <a:lnTo>
                        <a:pt x="41" y="228"/>
                      </a:lnTo>
                      <a:lnTo>
                        <a:pt x="39" y="223"/>
                      </a:lnTo>
                      <a:lnTo>
                        <a:pt x="39" y="221"/>
                      </a:lnTo>
                      <a:lnTo>
                        <a:pt x="42" y="216"/>
                      </a:lnTo>
                      <a:lnTo>
                        <a:pt x="52" y="214"/>
                      </a:lnTo>
                      <a:lnTo>
                        <a:pt x="57" y="209"/>
                      </a:lnTo>
                      <a:lnTo>
                        <a:pt x="56" y="200"/>
                      </a:lnTo>
                      <a:lnTo>
                        <a:pt x="54" y="198"/>
                      </a:lnTo>
                      <a:lnTo>
                        <a:pt x="52" y="188"/>
                      </a:lnTo>
                      <a:lnTo>
                        <a:pt x="51" y="188"/>
                      </a:lnTo>
                      <a:lnTo>
                        <a:pt x="51" y="185"/>
                      </a:lnTo>
                      <a:lnTo>
                        <a:pt x="43" y="193"/>
                      </a:lnTo>
                      <a:lnTo>
                        <a:pt x="32" y="200"/>
                      </a:lnTo>
                      <a:lnTo>
                        <a:pt x="18" y="216"/>
                      </a:lnTo>
                      <a:lnTo>
                        <a:pt x="3" y="231"/>
                      </a:lnTo>
                      <a:lnTo>
                        <a:pt x="2" y="236"/>
                      </a:lnTo>
                      <a:lnTo>
                        <a:pt x="0" y="245"/>
                      </a:lnTo>
                      <a:lnTo>
                        <a:pt x="3" y="260"/>
                      </a:lnTo>
                      <a:lnTo>
                        <a:pt x="4" y="263"/>
                      </a:lnTo>
                      <a:lnTo>
                        <a:pt x="9" y="271"/>
                      </a:lnTo>
                      <a:lnTo>
                        <a:pt x="10" y="284"/>
                      </a:lnTo>
                      <a:lnTo>
                        <a:pt x="19" y="292"/>
                      </a:lnTo>
                      <a:lnTo>
                        <a:pt x="24" y="298"/>
                      </a:lnTo>
                      <a:lnTo>
                        <a:pt x="24" y="302"/>
                      </a:lnTo>
                      <a:lnTo>
                        <a:pt x="21" y="308"/>
                      </a:lnTo>
                      <a:lnTo>
                        <a:pt x="11" y="318"/>
                      </a:lnTo>
                      <a:lnTo>
                        <a:pt x="14" y="323"/>
                      </a:lnTo>
                      <a:lnTo>
                        <a:pt x="29" y="333"/>
                      </a:lnTo>
                      <a:lnTo>
                        <a:pt x="37" y="340"/>
                      </a:lnTo>
                      <a:lnTo>
                        <a:pt x="51" y="350"/>
                      </a:lnTo>
                      <a:lnTo>
                        <a:pt x="58" y="355"/>
                      </a:lnTo>
                      <a:lnTo>
                        <a:pt x="73" y="367"/>
                      </a:lnTo>
                      <a:lnTo>
                        <a:pt x="80" y="379"/>
                      </a:lnTo>
                      <a:lnTo>
                        <a:pt x="83" y="379"/>
                      </a:lnTo>
                      <a:lnTo>
                        <a:pt x="89" y="387"/>
                      </a:lnTo>
                      <a:lnTo>
                        <a:pt x="97" y="413"/>
                      </a:lnTo>
                      <a:lnTo>
                        <a:pt x="102" y="422"/>
                      </a:lnTo>
                      <a:lnTo>
                        <a:pt x="133" y="452"/>
                      </a:lnTo>
                      <a:lnTo>
                        <a:pt x="139" y="467"/>
                      </a:lnTo>
                      <a:lnTo>
                        <a:pt x="140" y="478"/>
                      </a:lnTo>
                      <a:lnTo>
                        <a:pt x="143" y="484"/>
                      </a:lnTo>
                      <a:lnTo>
                        <a:pt x="155" y="507"/>
                      </a:lnTo>
                      <a:lnTo>
                        <a:pt x="161" y="522"/>
                      </a:lnTo>
                      <a:lnTo>
                        <a:pt x="170" y="549"/>
                      </a:lnTo>
                      <a:lnTo>
                        <a:pt x="188" y="578"/>
                      </a:lnTo>
                      <a:lnTo>
                        <a:pt x="191" y="584"/>
                      </a:lnTo>
                      <a:lnTo>
                        <a:pt x="193" y="608"/>
                      </a:lnTo>
                      <a:lnTo>
                        <a:pt x="199" y="624"/>
                      </a:lnTo>
                      <a:lnTo>
                        <a:pt x="204" y="629"/>
                      </a:lnTo>
                      <a:lnTo>
                        <a:pt x="212" y="632"/>
                      </a:lnTo>
                      <a:lnTo>
                        <a:pt x="217" y="639"/>
                      </a:lnTo>
                      <a:lnTo>
                        <a:pt x="225" y="659"/>
                      </a:lnTo>
                      <a:lnTo>
                        <a:pt x="239" y="678"/>
                      </a:lnTo>
                      <a:lnTo>
                        <a:pt x="249" y="693"/>
                      </a:lnTo>
                      <a:lnTo>
                        <a:pt x="256" y="711"/>
                      </a:lnTo>
                      <a:lnTo>
                        <a:pt x="269" y="726"/>
                      </a:lnTo>
                      <a:lnTo>
                        <a:pt x="274" y="742"/>
                      </a:lnTo>
                      <a:lnTo>
                        <a:pt x="277" y="754"/>
                      </a:lnTo>
                      <a:lnTo>
                        <a:pt x="271" y="758"/>
                      </a:lnTo>
                      <a:lnTo>
                        <a:pt x="267" y="764"/>
                      </a:lnTo>
                      <a:lnTo>
                        <a:pt x="269" y="776"/>
                      </a:lnTo>
                      <a:lnTo>
                        <a:pt x="272" y="780"/>
                      </a:lnTo>
                      <a:lnTo>
                        <a:pt x="283" y="791"/>
                      </a:lnTo>
                      <a:lnTo>
                        <a:pt x="290" y="802"/>
                      </a:lnTo>
                      <a:lnTo>
                        <a:pt x="298" y="807"/>
                      </a:lnTo>
                      <a:lnTo>
                        <a:pt x="317" y="828"/>
                      </a:lnTo>
                      <a:lnTo>
                        <a:pt x="327" y="834"/>
                      </a:lnTo>
                      <a:lnTo>
                        <a:pt x="335" y="842"/>
                      </a:lnTo>
                      <a:lnTo>
                        <a:pt x="359" y="858"/>
                      </a:lnTo>
                      <a:lnTo>
                        <a:pt x="391" y="874"/>
                      </a:lnTo>
                      <a:lnTo>
                        <a:pt x="411" y="890"/>
                      </a:lnTo>
                      <a:lnTo>
                        <a:pt x="414" y="892"/>
                      </a:lnTo>
                      <a:lnTo>
                        <a:pt x="455" y="908"/>
                      </a:lnTo>
                      <a:lnTo>
                        <a:pt x="478" y="921"/>
                      </a:lnTo>
                      <a:lnTo>
                        <a:pt x="481" y="922"/>
                      </a:lnTo>
                      <a:lnTo>
                        <a:pt x="486" y="922"/>
                      </a:lnTo>
                      <a:lnTo>
                        <a:pt x="491" y="923"/>
                      </a:lnTo>
                      <a:lnTo>
                        <a:pt x="513" y="941"/>
                      </a:lnTo>
                      <a:lnTo>
                        <a:pt x="525" y="948"/>
                      </a:lnTo>
                      <a:lnTo>
                        <a:pt x="532" y="957"/>
                      </a:lnTo>
                      <a:lnTo>
                        <a:pt x="541" y="964"/>
                      </a:lnTo>
                      <a:lnTo>
                        <a:pt x="551" y="974"/>
                      </a:lnTo>
                      <a:lnTo>
                        <a:pt x="562" y="989"/>
                      </a:lnTo>
                      <a:lnTo>
                        <a:pt x="574" y="995"/>
                      </a:lnTo>
                      <a:lnTo>
                        <a:pt x="584" y="1001"/>
                      </a:lnTo>
                      <a:lnTo>
                        <a:pt x="585" y="1001"/>
                      </a:lnTo>
                      <a:lnTo>
                        <a:pt x="589" y="1005"/>
                      </a:lnTo>
                      <a:lnTo>
                        <a:pt x="599" y="996"/>
                      </a:lnTo>
                      <a:lnTo>
                        <a:pt x="601" y="996"/>
                      </a:lnTo>
                      <a:lnTo>
                        <a:pt x="620" y="995"/>
                      </a:lnTo>
                      <a:lnTo>
                        <a:pt x="626" y="992"/>
                      </a:lnTo>
                      <a:lnTo>
                        <a:pt x="627" y="991"/>
                      </a:lnTo>
                      <a:lnTo>
                        <a:pt x="628" y="982"/>
                      </a:lnTo>
                      <a:lnTo>
                        <a:pt x="634" y="973"/>
                      </a:lnTo>
                      <a:lnTo>
                        <a:pt x="638" y="968"/>
                      </a:lnTo>
                      <a:lnTo>
                        <a:pt x="642" y="966"/>
                      </a:lnTo>
                      <a:lnTo>
                        <a:pt x="638" y="960"/>
                      </a:lnTo>
                      <a:lnTo>
                        <a:pt x="636" y="960"/>
                      </a:lnTo>
                      <a:lnTo>
                        <a:pt x="637" y="954"/>
                      </a:lnTo>
                      <a:lnTo>
                        <a:pt x="649" y="935"/>
                      </a:lnTo>
                      <a:lnTo>
                        <a:pt x="659" y="923"/>
                      </a:lnTo>
                      <a:lnTo>
                        <a:pt x="671" y="906"/>
                      </a:lnTo>
                      <a:lnTo>
                        <a:pt x="672" y="896"/>
                      </a:lnTo>
                      <a:lnTo>
                        <a:pt x="671" y="893"/>
                      </a:lnTo>
                      <a:lnTo>
                        <a:pt x="665" y="888"/>
                      </a:lnTo>
                      <a:lnTo>
                        <a:pt x="660" y="885"/>
                      </a:lnTo>
                      <a:lnTo>
                        <a:pt x="656" y="880"/>
                      </a:lnTo>
                      <a:lnTo>
                        <a:pt x="654" y="879"/>
                      </a:lnTo>
                      <a:lnTo>
                        <a:pt x="653" y="873"/>
                      </a:lnTo>
                      <a:lnTo>
                        <a:pt x="651" y="865"/>
                      </a:lnTo>
                      <a:lnTo>
                        <a:pt x="653" y="851"/>
                      </a:lnTo>
                      <a:lnTo>
                        <a:pt x="658" y="842"/>
                      </a:lnTo>
                      <a:lnTo>
                        <a:pt x="663" y="839"/>
                      </a:lnTo>
                      <a:lnTo>
                        <a:pt x="665" y="831"/>
                      </a:lnTo>
                      <a:lnTo>
                        <a:pt x="665" y="826"/>
                      </a:lnTo>
                      <a:lnTo>
                        <a:pt x="664" y="820"/>
                      </a:lnTo>
                      <a:lnTo>
                        <a:pt x="654" y="809"/>
                      </a:lnTo>
                      <a:lnTo>
                        <a:pt x="654" y="806"/>
                      </a:lnTo>
                      <a:lnTo>
                        <a:pt x="658" y="799"/>
                      </a:lnTo>
                      <a:lnTo>
                        <a:pt x="671" y="793"/>
                      </a:lnTo>
                      <a:lnTo>
                        <a:pt x="672" y="791"/>
                      </a:lnTo>
                      <a:lnTo>
                        <a:pt x="672" y="772"/>
                      </a:lnTo>
                      <a:lnTo>
                        <a:pt x="669" y="754"/>
                      </a:lnTo>
                      <a:lnTo>
                        <a:pt x="669" y="743"/>
                      </a:lnTo>
                      <a:lnTo>
                        <a:pt x="671" y="724"/>
                      </a:lnTo>
                      <a:lnTo>
                        <a:pt x="671" y="700"/>
                      </a:lnTo>
                      <a:lnTo>
                        <a:pt x="676" y="689"/>
                      </a:lnTo>
                      <a:lnTo>
                        <a:pt x="683" y="680"/>
                      </a:lnTo>
                      <a:lnTo>
                        <a:pt x="686" y="678"/>
                      </a:lnTo>
                      <a:lnTo>
                        <a:pt x="686" y="675"/>
                      </a:lnTo>
                      <a:lnTo>
                        <a:pt x="671" y="652"/>
                      </a:lnTo>
                      <a:lnTo>
                        <a:pt x="637" y="593"/>
                      </a:lnTo>
                      <a:lnTo>
                        <a:pt x="620" y="594"/>
                      </a:lnTo>
                      <a:lnTo>
                        <a:pt x="612" y="598"/>
                      </a:lnTo>
                      <a:lnTo>
                        <a:pt x="612" y="598"/>
                      </a:lnTo>
                      <a:lnTo>
                        <a:pt x="605" y="600"/>
                      </a:lnTo>
                      <a:lnTo>
                        <a:pt x="600" y="600"/>
                      </a:lnTo>
                      <a:lnTo>
                        <a:pt x="594" y="597"/>
                      </a:lnTo>
                      <a:lnTo>
                        <a:pt x="591" y="593"/>
                      </a:lnTo>
                      <a:lnTo>
                        <a:pt x="591" y="564"/>
                      </a:lnTo>
                      <a:lnTo>
                        <a:pt x="591" y="560"/>
                      </a:lnTo>
                      <a:lnTo>
                        <a:pt x="591" y="506"/>
                      </a:lnTo>
                      <a:lnTo>
                        <a:pt x="591" y="503"/>
                      </a:lnTo>
                      <a:lnTo>
                        <a:pt x="588" y="505"/>
                      </a:lnTo>
                      <a:lnTo>
                        <a:pt x="578" y="514"/>
                      </a:lnTo>
                      <a:lnTo>
                        <a:pt x="556" y="530"/>
                      </a:lnTo>
                      <a:lnTo>
                        <a:pt x="538" y="540"/>
                      </a:lnTo>
                      <a:lnTo>
                        <a:pt x="530" y="541"/>
                      </a:lnTo>
                      <a:lnTo>
                        <a:pt x="515" y="540"/>
                      </a:lnTo>
                      <a:lnTo>
                        <a:pt x="502" y="537"/>
                      </a:lnTo>
                      <a:lnTo>
                        <a:pt x="499" y="533"/>
                      </a:lnTo>
                      <a:lnTo>
                        <a:pt x="497" y="522"/>
                      </a:lnTo>
                      <a:lnTo>
                        <a:pt x="493" y="517"/>
                      </a:lnTo>
                      <a:lnTo>
                        <a:pt x="488" y="513"/>
                      </a:lnTo>
                      <a:lnTo>
                        <a:pt x="468" y="512"/>
                      </a:lnTo>
                      <a:lnTo>
                        <a:pt x="456" y="508"/>
                      </a:lnTo>
                      <a:lnTo>
                        <a:pt x="455" y="505"/>
                      </a:lnTo>
                      <a:lnTo>
                        <a:pt x="461" y="495"/>
                      </a:lnTo>
                      <a:lnTo>
                        <a:pt x="460" y="486"/>
                      </a:lnTo>
                      <a:lnTo>
                        <a:pt x="450" y="480"/>
                      </a:lnTo>
                      <a:lnTo>
                        <a:pt x="438" y="467"/>
                      </a:lnTo>
                      <a:lnTo>
                        <a:pt x="434" y="459"/>
                      </a:lnTo>
                      <a:lnTo>
                        <a:pt x="425" y="448"/>
                      </a:lnTo>
                      <a:lnTo>
                        <a:pt x="424" y="444"/>
                      </a:lnTo>
                      <a:lnTo>
                        <a:pt x="422" y="432"/>
                      </a:lnTo>
                      <a:lnTo>
                        <a:pt x="411" y="409"/>
                      </a:lnTo>
                      <a:lnTo>
                        <a:pt x="411" y="405"/>
                      </a:lnTo>
                      <a:lnTo>
                        <a:pt x="412" y="401"/>
                      </a:lnTo>
                      <a:lnTo>
                        <a:pt x="424" y="379"/>
                      </a:lnTo>
                      <a:lnTo>
                        <a:pt x="428" y="362"/>
                      </a:lnTo>
                      <a:lnTo>
                        <a:pt x="432" y="357"/>
                      </a:lnTo>
                      <a:lnTo>
                        <a:pt x="441" y="355"/>
                      </a:lnTo>
                      <a:lnTo>
                        <a:pt x="450" y="354"/>
                      </a:lnTo>
                      <a:lnTo>
                        <a:pt x="450" y="324"/>
                      </a:lnTo>
                      <a:lnTo>
                        <a:pt x="452" y="318"/>
                      </a:lnTo>
                      <a:lnTo>
                        <a:pt x="461" y="302"/>
                      </a:lnTo>
                      <a:lnTo>
                        <a:pt x="470" y="290"/>
                      </a:lnTo>
                      <a:lnTo>
                        <a:pt x="483" y="274"/>
                      </a:lnTo>
                      <a:lnTo>
                        <a:pt x="494" y="265"/>
                      </a:lnTo>
                      <a:lnTo>
                        <a:pt x="510" y="254"/>
                      </a:lnTo>
                      <a:lnTo>
                        <a:pt x="529" y="247"/>
                      </a:lnTo>
                      <a:lnTo>
                        <a:pt x="580" y="232"/>
                      </a:lnTo>
                      <a:lnTo>
                        <a:pt x="593" y="227"/>
                      </a:lnTo>
                      <a:lnTo>
                        <a:pt x="613" y="228"/>
                      </a:lnTo>
                      <a:lnTo>
                        <a:pt x="620" y="225"/>
                      </a:lnTo>
                      <a:lnTo>
                        <a:pt x="621" y="222"/>
                      </a:lnTo>
                      <a:lnTo>
                        <a:pt x="613" y="221"/>
                      </a:lnTo>
                      <a:lnTo>
                        <a:pt x="605" y="210"/>
                      </a:lnTo>
                      <a:lnTo>
                        <a:pt x="600" y="206"/>
                      </a:lnTo>
                      <a:lnTo>
                        <a:pt x="596" y="205"/>
                      </a:lnTo>
                      <a:lnTo>
                        <a:pt x="591" y="206"/>
                      </a:lnTo>
                      <a:lnTo>
                        <a:pt x="586" y="205"/>
                      </a:lnTo>
                      <a:lnTo>
                        <a:pt x="585" y="202"/>
                      </a:lnTo>
                      <a:lnTo>
                        <a:pt x="585" y="193"/>
                      </a:lnTo>
                      <a:lnTo>
                        <a:pt x="593" y="182"/>
                      </a:lnTo>
                      <a:lnTo>
                        <a:pt x="605" y="169"/>
                      </a:lnTo>
                      <a:lnTo>
                        <a:pt x="611" y="162"/>
                      </a:lnTo>
                      <a:lnTo>
                        <a:pt x="615" y="155"/>
                      </a:lnTo>
                      <a:lnTo>
                        <a:pt x="615" y="150"/>
                      </a:lnTo>
                      <a:lnTo>
                        <a:pt x="605" y="137"/>
                      </a:lnTo>
                      <a:lnTo>
                        <a:pt x="588" y="128"/>
                      </a:lnTo>
                      <a:lnTo>
                        <a:pt x="572" y="121"/>
                      </a:lnTo>
                      <a:lnTo>
                        <a:pt x="564" y="120"/>
                      </a:lnTo>
                      <a:lnTo>
                        <a:pt x="562" y="120"/>
                      </a:lnTo>
                      <a:lnTo>
                        <a:pt x="553" y="126"/>
                      </a:lnTo>
                      <a:lnTo>
                        <a:pt x="545" y="128"/>
                      </a:lnTo>
                      <a:lnTo>
                        <a:pt x="537" y="126"/>
                      </a:lnTo>
                      <a:lnTo>
                        <a:pt x="532" y="121"/>
                      </a:lnTo>
                      <a:lnTo>
                        <a:pt x="525" y="120"/>
                      </a:lnTo>
                      <a:lnTo>
                        <a:pt x="516" y="120"/>
                      </a:lnTo>
                      <a:lnTo>
                        <a:pt x="513" y="121"/>
                      </a:lnTo>
                      <a:lnTo>
                        <a:pt x="509" y="125"/>
                      </a:lnTo>
                      <a:lnTo>
                        <a:pt x="505" y="126"/>
                      </a:lnTo>
                      <a:lnTo>
                        <a:pt x="503" y="130"/>
                      </a:lnTo>
                      <a:lnTo>
                        <a:pt x="499" y="132"/>
                      </a:lnTo>
                      <a:lnTo>
                        <a:pt x="492" y="134"/>
                      </a:lnTo>
                      <a:lnTo>
                        <a:pt x="488" y="134"/>
                      </a:lnTo>
                      <a:lnTo>
                        <a:pt x="480" y="130"/>
                      </a:lnTo>
                      <a:lnTo>
                        <a:pt x="466" y="129"/>
                      </a:lnTo>
                      <a:lnTo>
                        <a:pt x="461" y="130"/>
                      </a:lnTo>
                      <a:lnTo>
                        <a:pt x="451" y="129"/>
                      </a:lnTo>
                      <a:lnTo>
                        <a:pt x="446" y="124"/>
                      </a:lnTo>
                      <a:lnTo>
                        <a:pt x="443" y="119"/>
                      </a:lnTo>
                      <a:lnTo>
                        <a:pt x="443" y="97"/>
                      </a:lnTo>
                      <a:lnTo>
                        <a:pt x="438" y="96"/>
                      </a:lnTo>
                      <a:lnTo>
                        <a:pt x="429" y="96"/>
                      </a:lnTo>
                      <a:lnTo>
                        <a:pt x="425" y="93"/>
                      </a:lnTo>
                      <a:lnTo>
                        <a:pt x="424" y="89"/>
                      </a:lnTo>
                      <a:lnTo>
                        <a:pt x="421" y="81"/>
                      </a:lnTo>
                      <a:lnTo>
                        <a:pt x="419" y="69"/>
                      </a:lnTo>
                      <a:lnTo>
                        <a:pt x="416" y="62"/>
                      </a:lnTo>
                      <a:lnTo>
                        <a:pt x="411" y="59"/>
                      </a:lnTo>
                      <a:lnTo>
                        <a:pt x="405" y="56"/>
                      </a:lnTo>
                      <a:lnTo>
                        <a:pt x="400" y="56"/>
                      </a:lnTo>
                      <a:lnTo>
                        <a:pt x="394" y="55"/>
                      </a:lnTo>
                      <a:lnTo>
                        <a:pt x="391" y="50"/>
                      </a:lnTo>
                      <a:lnTo>
                        <a:pt x="385" y="46"/>
                      </a:lnTo>
                      <a:lnTo>
                        <a:pt x="380" y="38"/>
                      </a:lnTo>
                      <a:lnTo>
                        <a:pt x="375" y="24"/>
                      </a:lnTo>
                      <a:lnTo>
                        <a:pt x="366" y="21"/>
                      </a:lnTo>
                      <a:lnTo>
                        <a:pt x="362" y="17"/>
                      </a:lnTo>
                      <a:lnTo>
                        <a:pt x="357" y="8"/>
                      </a:lnTo>
                      <a:lnTo>
                        <a:pt x="352" y="6"/>
                      </a:lnTo>
                      <a:lnTo>
                        <a:pt x="342" y="3"/>
                      </a:lnTo>
                      <a:lnTo>
                        <a:pt x="332" y="0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1" name="Freeform 261">
                  <a:extLst>
                    <a:ext uri="{FF2B5EF4-FFF2-40B4-BE49-F238E27FC236}">
                      <a16:creationId xmlns:a16="http://schemas.microsoft.com/office/drawing/2014/main" id="{D81275B3-F034-75D8-F382-7EC7F907D52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1" y="2730"/>
                  <a:ext cx="216" cy="429"/>
                </a:xfrm>
                <a:custGeom>
                  <a:avLst/>
                  <a:gdLst/>
                  <a:ahLst/>
                  <a:cxnLst>
                    <a:cxn ang="0">
                      <a:pos x="150" y="2125"/>
                    </a:cxn>
                    <a:cxn ang="0">
                      <a:pos x="60" y="2037"/>
                    </a:cxn>
                    <a:cxn ang="0">
                      <a:pos x="17" y="2007"/>
                    </a:cxn>
                    <a:cxn ang="0">
                      <a:pos x="1" y="1952"/>
                    </a:cxn>
                    <a:cxn ang="0">
                      <a:pos x="49" y="1834"/>
                    </a:cxn>
                    <a:cxn ang="0">
                      <a:pos x="52" y="1773"/>
                    </a:cxn>
                    <a:cxn ang="0">
                      <a:pos x="93" y="1669"/>
                    </a:cxn>
                    <a:cxn ang="0">
                      <a:pos x="104" y="1561"/>
                    </a:cxn>
                    <a:cxn ang="0">
                      <a:pos x="113" y="1513"/>
                    </a:cxn>
                    <a:cxn ang="0">
                      <a:pos x="79" y="1432"/>
                    </a:cxn>
                    <a:cxn ang="0">
                      <a:pos x="86" y="1317"/>
                    </a:cxn>
                    <a:cxn ang="0">
                      <a:pos x="89" y="1194"/>
                    </a:cxn>
                    <a:cxn ang="0">
                      <a:pos x="128" y="1068"/>
                    </a:cxn>
                    <a:cxn ang="0">
                      <a:pos x="138" y="915"/>
                    </a:cxn>
                    <a:cxn ang="0">
                      <a:pos x="156" y="871"/>
                    </a:cxn>
                    <a:cxn ang="0">
                      <a:pos x="192" y="751"/>
                    </a:cxn>
                    <a:cxn ang="0">
                      <a:pos x="165" y="617"/>
                    </a:cxn>
                    <a:cxn ang="0">
                      <a:pos x="179" y="530"/>
                    </a:cxn>
                    <a:cxn ang="0">
                      <a:pos x="192" y="450"/>
                    </a:cxn>
                    <a:cxn ang="0">
                      <a:pos x="260" y="312"/>
                    </a:cxn>
                    <a:cxn ang="0">
                      <a:pos x="263" y="221"/>
                    </a:cxn>
                    <a:cxn ang="0">
                      <a:pos x="317" y="139"/>
                    </a:cxn>
                    <a:cxn ang="0">
                      <a:pos x="340" y="62"/>
                    </a:cxn>
                    <a:cxn ang="0">
                      <a:pos x="396" y="0"/>
                    </a:cxn>
                    <a:cxn ang="0">
                      <a:pos x="477" y="30"/>
                    </a:cxn>
                    <a:cxn ang="0">
                      <a:pos x="507" y="16"/>
                    </a:cxn>
                    <a:cxn ang="0">
                      <a:pos x="577" y="27"/>
                    </a:cxn>
                    <a:cxn ang="0">
                      <a:pos x="671" y="105"/>
                    </a:cxn>
                    <a:cxn ang="0">
                      <a:pos x="752" y="143"/>
                    </a:cxn>
                    <a:cxn ang="0">
                      <a:pos x="850" y="209"/>
                    </a:cxn>
                    <a:cxn ang="0">
                      <a:pos x="821" y="302"/>
                    </a:cxn>
                    <a:cxn ang="0">
                      <a:pos x="908" y="342"/>
                    </a:cxn>
                    <a:cxn ang="0">
                      <a:pos x="972" y="332"/>
                    </a:cxn>
                    <a:cxn ang="0">
                      <a:pos x="1025" y="280"/>
                    </a:cxn>
                    <a:cxn ang="0">
                      <a:pos x="1080" y="270"/>
                    </a:cxn>
                    <a:cxn ang="0">
                      <a:pos x="1023" y="344"/>
                    </a:cxn>
                    <a:cxn ang="0">
                      <a:pos x="914" y="467"/>
                    </a:cxn>
                    <a:cxn ang="0">
                      <a:pos x="851" y="528"/>
                    </a:cxn>
                    <a:cxn ang="0">
                      <a:pos x="835" y="686"/>
                    </a:cxn>
                    <a:cxn ang="0">
                      <a:pos x="813" y="776"/>
                    </a:cxn>
                    <a:cxn ang="0">
                      <a:pos x="878" y="892"/>
                    </a:cxn>
                    <a:cxn ang="0">
                      <a:pos x="877" y="1004"/>
                    </a:cxn>
                    <a:cxn ang="0">
                      <a:pos x="765" y="1080"/>
                    </a:cxn>
                    <a:cxn ang="0">
                      <a:pos x="604" y="1088"/>
                    </a:cxn>
                    <a:cxn ang="0">
                      <a:pos x="604" y="1169"/>
                    </a:cxn>
                    <a:cxn ang="0">
                      <a:pos x="526" y="1251"/>
                    </a:cxn>
                    <a:cxn ang="0">
                      <a:pos x="457" y="1270"/>
                    </a:cxn>
                    <a:cxn ang="0">
                      <a:pos x="505" y="1332"/>
                    </a:cxn>
                    <a:cxn ang="0">
                      <a:pos x="518" y="1376"/>
                    </a:cxn>
                    <a:cxn ang="0">
                      <a:pos x="463" y="1361"/>
                    </a:cxn>
                    <a:cxn ang="0">
                      <a:pos x="466" y="1407"/>
                    </a:cxn>
                    <a:cxn ang="0">
                      <a:pos x="445" y="1501"/>
                    </a:cxn>
                    <a:cxn ang="0">
                      <a:pos x="386" y="1547"/>
                    </a:cxn>
                    <a:cxn ang="0">
                      <a:pos x="318" y="1633"/>
                    </a:cxn>
                    <a:cxn ang="0">
                      <a:pos x="414" y="1705"/>
                    </a:cxn>
                    <a:cxn ang="0">
                      <a:pos x="410" y="1780"/>
                    </a:cxn>
                    <a:cxn ang="0">
                      <a:pos x="321" y="1862"/>
                    </a:cxn>
                    <a:cxn ang="0">
                      <a:pos x="276" y="1953"/>
                    </a:cxn>
                    <a:cxn ang="0">
                      <a:pos x="238" y="1983"/>
                    </a:cxn>
                    <a:cxn ang="0">
                      <a:pos x="225" y="2080"/>
                    </a:cxn>
                  </a:cxnLst>
                  <a:rect l="0" t="0" r="r" b="b"/>
                  <a:pathLst>
                    <a:path w="1080" h="2146">
                      <a:moveTo>
                        <a:pt x="275" y="2146"/>
                      </a:moveTo>
                      <a:lnTo>
                        <a:pt x="270" y="2145"/>
                      </a:lnTo>
                      <a:lnTo>
                        <a:pt x="256" y="2136"/>
                      </a:lnTo>
                      <a:lnTo>
                        <a:pt x="224" y="2131"/>
                      </a:lnTo>
                      <a:lnTo>
                        <a:pt x="198" y="2123"/>
                      </a:lnTo>
                      <a:lnTo>
                        <a:pt x="187" y="2121"/>
                      </a:lnTo>
                      <a:lnTo>
                        <a:pt x="170" y="2125"/>
                      </a:lnTo>
                      <a:lnTo>
                        <a:pt x="150" y="2125"/>
                      </a:lnTo>
                      <a:lnTo>
                        <a:pt x="145" y="2125"/>
                      </a:lnTo>
                      <a:lnTo>
                        <a:pt x="140" y="2124"/>
                      </a:lnTo>
                      <a:lnTo>
                        <a:pt x="85" y="2124"/>
                      </a:lnTo>
                      <a:lnTo>
                        <a:pt x="71" y="2118"/>
                      </a:lnTo>
                      <a:lnTo>
                        <a:pt x="66" y="2113"/>
                      </a:lnTo>
                      <a:lnTo>
                        <a:pt x="60" y="2099"/>
                      </a:lnTo>
                      <a:lnTo>
                        <a:pt x="59" y="2094"/>
                      </a:lnTo>
                      <a:lnTo>
                        <a:pt x="60" y="2037"/>
                      </a:lnTo>
                      <a:lnTo>
                        <a:pt x="59" y="2022"/>
                      </a:lnTo>
                      <a:lnTo>
                        <a:pt x="57" y="2003"/>
                      </a:lnTo>
                      <a:lnTo>
                        <a:pt x="55" y="2001"/>
                      </a:lnTo>
                      <a:lnTo>
                        <a:pt x="50" y="2000"/>
                      </a:lnTo>
                      <a:lnTo>
                        <a:pt x="49" y="2000"/>
                      </a:lnTo>
                      <a:lnTo>
                        <a:pt x="44" y="2006"/>
                      </a:lnTo>
                      <a:lnTo>
                        <a:pt x="26" y="2002"/>
                      </a:lnTo>
                      <a:lnTo>
                        <a:pt x="17" y="2007"/>
                      </a:lnTo>
                      <a:lnTo>
                        <a:pt x="14" y="2015"/>
                      </a:lnTo>
                      <a:lnTo>
                        <a:pt x="10" y="2018"/>
                      </a:lnTo>
                      <a:lnTo>
                        <a:pt x="6" y="2016"/>
                      </a:lnTo>
                      <a:lnTo>
                        <a:pt x="4" y="2010"/>
                      </a:lnTo>
                      <a:lnTo>
                        <a:pt x="1" y="1995"/>
                      </a:lnTo>
                      <a:lnTo>
                        <a:pt x="0" y="1992"/>
                      </a:lnTo>
                      <a:lnTo>
                        <a:pt x="0" y="1962"/>
                      </a:lnTo>
                      <a:lnTo>
                        <a:pt x="1" y="1952"/>
                      </a:lnTo>
                      <a:lnTo>
                        <a:pt x="1" y="1940"/>
                      </a:lnTo>
                      <a:lnTo>
                        <a:pt x="9" y="1908"/>
                      </a:lnTo>
                      <a:lnTo>
                        <a:pt x="14" y="1897"/>
                      </a:lnTo>
                      <a:lnTo>
                        <a:pt x="18" y="1893"/>
                      </a:lnTo>
                      <a:lnTo>
                        <a:pt x="32" y="1866"/>
                      </a:lnTo>
                      <a:lnTo>
                        <a:pt x="43" y="1852"/>
                      </a:lnTo>
                      <a:lnTo>
                        <a:pt x="46" y="1847"/>
                      </a:lnTo>
                      <a:lnTo>
                        <a:pt x="49" y="1834"/>
                      </a:lnTo>
                      <a:lnTo>
                        <a:pt x="52" y="1813"/>
                      </a:lnTo>
                      <a:lnTo>
                        <a:pt x="53" y="1809"/>
                      </a:lnTo>
                      <a:lnTo>
                        <a:pt x="57" y="1807"/>
                      </a:lnTo>
                      <a:lnTo>
                        <a:pt x="57" y="1798"/>
                      </a:lnTo>
                      <a:lnTo>
                        <a:pt x="55" y="1787"/>
                      </a:lnTo>
                      <a:lnTo>
                        <a:pt x="52" y="1781"/>
                      </a:lnTo>
                      <a:lnTo>
                        <a:pt x="52" y="1773"/>
                      </a:lnTo>
                      <a:lnTo>
                        <a:pt x="52" y="1773"/>
                      </a:lnTo>
                      <a:lnTo>
                        <a:pt x="52" y="1758"/>
                      </a:lnTo>
                      <a:lnTo>
                        <a:pt x="53" y="1752"/>
                      </a:lnTo>
                      <a:lnTo>
                        <a:pt x="57" y="1746"/>
                      </a:lnTo>
                      <a:lnTo>
                        <a:pt x="70" y="1727"/>
                      </a:lnTo>
                      <a:lnTo>
                        <a:pt x="80" y="1709"/>
                      </a:lnTo>
                      <a:lnTo>
                        <a:pt x="81" y="1699"/>
                      </a:lnTo>
                      <a:lnTo>
                        <a:pt x="89" y="1684"/>
                      </a:lnTo>
                      <a:lnTo>
                        <a:pt x="93" y="1669"/>
                      </a:lnTo>
                      <a:lnTo>
                        <a:pt x="95" y="1631"/>
                      </a:lnTo>
                      <a:lnTo>
                        <a:pt x="93" y="1624"/>
                      </a:lnTo>
                      <a:lnTo>
                        <a:pt x="93" y="1612"/>
                      </a:lnTo>
                      <a:lnTo>
                        <a:pt x="95" y="1607"/>
                      </a:lnTo>
                      <a:lnTo>
                        <a:pt x="95" y="1580"/>
                      </a:lnTo>
                      <a:lnTo>
                        <a:pt x="96" y="1571"/>
                      </a:lnTo>
                      <a:lnTo>
                        <a:pt x="100" y="1566"/>
                      </a:lnTo>
                      <a:lnTo>
                        <a:pt x="104" y="1561"/>
                      </a:lnTo>
                      <a:lnTo>
                        <a:pt x="104" y="1550"/>
                      </a:lnTo>
                      <a:lnTo>
                        <a:pt x="95" y="1539"/>
                      </a:lnTo>
                      <a:lnTo>
                        <a:pt x="81" y="1533"/>
                      </a:lnTo>
                      <a:lnTo>
                        <a:pt x="77" y="1523"/>
                      </a:lnTo>
                      <a:lnTo>
                        <a:pt x="81" y="1521"/>
                      </a:lnTo>
                      <a:lnTo>
                        <a:pt x="97" y="1523"/>
                      </a:lnTo>
                      <a:lnTo>
                        <a:pt x="111" y="1522"/>
                      </a:lnTo>
                      <a:lnTo>
                        <a:pt x="113" y="1513"/>
                      </a:lnTo>
                      <a:lnTo>
                        <a:pt x="112" y="1505"/>
                      </a:lnTo>
                      <a:lnTo>
                        <a:pt x="104" y="1496"/>
                      </a:lnTo>
                      <a:lnTo>
                        <a:pt x="90" y="1491"/>
                      </a:lnTo>
                      <a:lnTo>
                        <a:pt x="82" y="1491"/>
                      </a:lnTo>
                      <a:lnTo>
                        <a:pt x="82" y="1486"/>
                      </a:lnTo>
                      <a:lnTo>
                        <a:pt x="86" y="1457"/>
                      </a:lnTo>
                      <a:lnTo>
                        <a:pt x="85" y="1442"/>
                      </a:lnTo>
                      <a:lnTo>
                        <a:pt x="79" y="1432"/>
                      </a:lnTo>
                      <a:lnTo>
                        <a:pt x="77" y="1427"/>
                      </a:lnTo>
                      <a:lnTo>
                        <a:pt x="79" y="1400"/>
                      </a:lnTo>
                      <a:lnTo>
                        <a:pt x="77" y="1395"/>
                      </a:lnTo>
                      <a:lnTo>
                        <a:pt x="74" y="1392"/>
                      </a:lnTo>
                      <a:lnTo>
                        <a:pt x="71" y="1387"/>
                      </a:lnTo>
                      <a:lnTo>
                        <a:pt x="71" y="1351"/>
                      </a:lnTo>
                      <a:lnTo>
                        <a:pt x="77" y="1329"/>
                      </a:lnTo>
                      <a:lnTo>
                        <a:pt x="86" y="1317"/>
                      </a:lnTo>
                      <a:lnTo>
                        <a:pt x="90" y="1308"/>
                      </a:lnTo>
                      <a:lnTo>
                        <a:pt x="91" y="1303"/>
                      </a:lnTo>
                      <a:lnTo>
                        <a:pt x="91" y="1291"/>
                      </a:lnTo>
                      <a:lnTo>
                        <a:pt x="90" y="1287"/>
                      </a:lnTo>
                      <a:lnTo>
                        <a:pt x="81" y="1279"/>
                      </a:lnTo>
                      <a:lnTo>
                        <a:pt x="77" y="1264"/>
                      </a:lnTo>
                      <a:lnTo>
                        <a:pt x="80" y="1235"/>
                      </a:lnTo>
                      <a:lnTo>
                        <a:pt x="89" y="1194"/>
                      </a:lnTo>
                      <a:lnTo>
                        <a:pt x="89" y="1178"/>
                      </a:lnTo>
                      <a:lnTo>
                        <a:pt x="89" y="1173"/>
                      </a:lnTo>
                      <a:lnTo>
                        <a:pt x="106" y="1112"/>
                      </a:lnTo>
                      <a:lnTo>
                        <a:pt x="108" y="1097"/>
                      </a:lnTo>
                      <a:lnTo>
                        <a:pt x="111" y="1091"/>
                      </a:lnTo>
                      <a:lnTo>
                        <a:pt x="116" y="1086"/>
                      </a:lnTo>
                      <a:lnTo>
                        <a:pt x="124" y="1077"/>
                      </a:lnTo>
                      <a:lnTo>
                        <a:pt x="128" y="1068"/>
                      </a:lnTo>
                      <a:lnTo>
                        <a:pt x="128" y="1055"/>
                      </a:lnTo>
                      <a:lnTo>
                        <a:pt x="123" y="1043"/>
                      </a:lnTo>
                      <a:lnTo>
                        <a:pt x="119" y="1016"/>
                      </a:lnTo>
                      <a:lnTo>
                        <a:pt x="119" y="979"/>
                      </a:lnTo>
                      <a:lnTo>
                        <a:pt x="123" y="940"/>
                      </a:lnTo>
                      <a:lnTo>
                        <a:pt x="128" y="926"/>
                      </a:lnTo>
                      <a:lnTo>
                        <a:pt x="134" y="918"/>
                      </a:lnTo>
                      <a:lnTo>
                        <a:pt x="138" y="915"/>
                      </a:lnTo>
                      <a:lnTo>
                        <a:pt x="144" y="915"/>
                      </a:lnTo>
                      <a:lnTo>
                        <a:pt x="146" y="913"/>
                      </a:lnTo>
                      <a:lnTo>
                        <a:pt x="147" y="905"/>
                      </a:lnTo>
                      <a:lnTo>
                        <a:pt x="150" y="902"/>
                      </a:lnTo>
                      <a:lnTo>
                        <a:pt x="156" y="898"/>
                      </a:lnTo>
                      <a:lnTo>
                        <a:pt x="159" y="896"/>
                      </a:lnTo>
                      <a:lnTo>
                        <a:pt x="159" y="888"/>
                      </a:lnTo>
                      <a:lnTo>
                        <a:pt x="156" y="871"/>
                      </a:lnTo>
                      <a:lnTo>
                        <a:pt x="155" y="842"/>
                      </a:lnTo>
                      <a:lnTo>
                        <a:pt x="166" y="832"/>
                      </a:lnTo>
                      <a:lnTo>
                        <a:pt x="167" y="829"/>
                      </a:lnTo>
                      <a:lnTo>
                        <a:pt x="171" y="806"/>
                      </a:lnTo>
                      <a:lnTo>
                        <a:pt x="173" y="799"/>
                      </a:lnTo>
                      <a:lnTo>
                        <a:pt x="179" y="786"/>
                      </a:lnTo>
                      <a:lnTo>
                        <a:pt x="192" y="767"/>
                      </a:lnTo>
                      <a:lnTo>
                        <a:pt x="192" y="751"/>
                      </a:lnTo>
                      <a:lnTo>
                        <a:pt x="190" y="733"/>
                      </a:lnTo>
                      <a:lnTo>
                        <a:pt x="187" y="714"/>
                      </a:lnTo>
                      <a:lnTo>
                        <a:pt x="186" y="709"/>
                      </a:lnTo>
                      <a:lnTo>
                        <a:pt x="178" y="701"/>
                      </a:lnTo>
                      <a:lnTo>
                        <a:pt x="178" y="689"/>
                      </a:lnTo>
                      <a:lnTo>
                        <a:pt x="178" y="679"/>
                      </a:lnTo>
                      <a:lnTo>
                        <a:pt x="165" y="646"/>
                      </a:lnTo>
                      <a:lnTo>
                        <a:pt x="165" y="617"/>
                      </a:lnTo>
                      <a:lnTo>
                        <a:pt x="155" y="607"/>
                      </a:lnTo>
                      <a:lnTo>
                        <a:pt x="155" y="595"/>
                      </a:lnTo>
                      <a:lnTo>
                        <a:pt x="157" y="579"/>
                      </a:lnTo>
                      <a:lnTo>
                        <a:pt x="161" y="568"/>
                      </a:lnTo>
                      <a:lnTo>
                        <a:pt x="162" y="565"/>
                      </a:lnTo>
                      <a:lnTo>
                        <a:pt x="171" y="550"/>
                      </a:lnTo>
                      <a:lnTo>
                        <a:pt x="173" y="536"/>
                      </a:lnTo>
                      <a:lnTo>
                        <a:pt x="179" y="530"/>
                      </a:lnTo>
                      <a:lnTo>
                        <a:pt x="182" y="523"/>
                      </a:lnTo>
                      <a:lnTo>
                        <a:pt x="182" y="520"/>
                      </a:lnTo>
                      <a:lnTo>
                        <a:pt x="186" y="516"/>
                      </a:lnTo>
                      <a:lnTo>
                        <a:pt x="189" y="503"/>
                      </a:lnTo>
                      <a:lnTo>
                        <a:pt x="189" y="493"/>
                      </a:lnTo>
                      <a:lnTo>
                        <a:pt x="188" y="482"/>
                      </a:lnTo>
                      <a:lnTo>
                        <a:pt x="189" y="458"/>
                      </a:lnTo>
                      <a:lnTo>
                        <a:pt x="192" y="450"/>
                      </a:lnTo>
                      <a:lnTo>
                        <a:pt x="198" y="436"/>
                      </a:lnTo>
                      <a:lnTo>
                        <a:pt x="200" y="429"/>
                      </a:lnTo>
                      <a:lnTo>
                        <a:pt x="204" y="408"/>
                      </a:lnTo>
                      <a:lnTo>
                        <a:pt x="210" y="382"/>
                      </a:lnTo>
                      <a:lnTo>
                        <a:pt x="235" y="354"/>
                      </a:lnTo>
                      <a:lnTo>
                        <a:pt x="242" y="329"/>
                      </a:lnTo>
                      <a:lnTo>
                        <a:pt x="245" y="327"/>
                      </a:lnTo>
                      <a:lnTo>
                        <a:pt x="260" y="312"/>
                      </a:lnTo>
                      <a:lnTo>
                        <a:pt x="270" y="308"/>
                      </a:lnTo>
                      <a:lnTo>
                        <a:pt x="275" y="305"/>
                      </a:lnTo>
                      <a:lnTo>
                        <a:pt x="276" y="302"/>
                      </a:lnTo>
                      <a:lnTo>
                        <a:pt x="274" y="288"/>
                      </a:lnTo>
                      <a:lnTo>
                        <a:pt x="270" y="273"/>
                      </a:lnTo>
                      <a:lnTo>
                        <a:pt x="268" y="262"/>
                      </a:lnTo>
                      <a:lnTo>
                        <a:pt x="268" y="236"/>
                      </a:lnTo>
                      <a:lnTo>
                        <a:pt x="263" y="221"/>
                      </a:lnTo>
                      <a:lnTo>
                        <a:pt x="263" y="205"/>
                      </a:lnTo>
                      <a:lnTo>
                        <a:pt x="264" y="203"/>
                      </a:lnTo>
                      <a:lnTo>
                        <a:pt x="270" y="195"/>
                      </a:lnTo>
                      <a:lnTo>
                        <a:pt x="270" y="186"/>
                      </a:lnTo>
                      <a:lnTo>
                        <a:pt x="268" y="176"/>
                      </a:lnTo>
                      <a:lnTo>
                        <a:pt x="268" y="168"/>
                      </a:lnTo>
                      <a:lnTo>
                        <a:pt x="269" y="161"/>
                      </a:lnTo>
                      <a:lnTo>
                        <a:pt x="317" y="139"/>
                      </a:lnTo>
                      <a:lnTo>
                        <a:pt x="335" y="132"/>
                      </a:lnTo>
                      <a:lnTo>
                        <a:pt x="344" y="85"/>
                      </a:lnTo>
                      <a:lnTo>
                        <a:pt x="344" y="73"/>
                      </a:lnTo>
                      <a:lnTo>
                        <a:pt x="339" y="68"/>
                      </a:lnTo>
                      <a:lnTo>
                        <a:pt x="339" y="65"/>
                      </a:lnTo>
                      <a:lnTo>
                        <a:pt x="338" y="65"/>
                      </a:lnTo>
                      <a:lnTo>
                        <a:pt x="338" y="63"/>
                      </a:lnTo>
                      <a:lnTo>
                        <a:pt x="340" y="62"/>
                      </a:lnTo>
                      <a:lnTo>
                        <a:pt x="345" y="58"/>
                      </a:lnTo>
                      <a:lnTo>
                        <a:pt x="351" y="48"/>
                      </a:lnTo>
                      <a:lnTo>
                        <a:pt x="353" y="44"/>
                      </a:lnTo>
                      <a:lnTo>
                        <a:pt x="359" y="36"/>
                      </a:lnTo>
                      <a:lnTo>
                        <a:pt x="367" y="27"/>
                      </a:lnTo>
                      <a:lnTo>
                        <a:pt x="378" y="19"/>
                      </a:lnTo>
                      <a:lnTo>
                        <a:pt x="392" y="1"/>
                      </a:lnTo>
                      <a:lnTo>
                        <a:pt x="396" y="0"/>
                      </a:lnTo>
                      <a:lnTo>
                        <a:pt x="399" y="0"/>
                      </a:lnTo>
                      <a:lnTo>
                        <a:pt x="404" y="6"/>
                      </a:lnTo>
                      <a:lnTo>
                        <a:pt x="413" y="19"/>
                      </a:lnTo>
                      <a:lnTo>
                        <a:pt x="439" y="19"/>
                      </a:lnTo>
                      <a:lnTo>
                        <a:pt x="447" y="21"/>
                      </a:lnTo>
                      <a:lnTo>
                        <a:pt x="452" y="21"/>
                      </a:lnTo>
                      <a:lnTo>
                        <a:pt x="473" y="26"/>
                      </a:lnTo>
                      <a:lnTo>
                        <a:pt x="477" y="30"/>
                      </a:lnTo>
                      <a:lnTo>
                        <a:pt x="480" y="36"/>
                      </a:lnTo>
                      <a:lnTo>
                        <a:pt x="483" y="37"/>
                      </a:lnTo>
                      <a:lnTo>
                        <a:pt x="484" y="41"/>
                      </a:lnTo>
                      <a:lnTo>
                        <a:pt x="495" y="52"/>
                      </a:lnTo>
                      <a:lnTo>
                        <a:pt x="498" y="52"/>
                      </a:lnTo>
                      <a:lnTo>
                        <a:pt x="499" y="46"/>
                      </a:lnTo>
                      <a:lnTo>
                        <a:pt x="504" y="35"/>
                      </a:lnTo>
                      <a:lnTo>
                        <a:pt x="507" y="16"/>
                      </a:lnTo>
                      <a:lnTo>
                        <a:pt x="509" y="12"/>
                      </a:lnTo>
                      <a:lnTo>
                        <a:pt x="517" y="12"/>
                      </a:lnTo>
                      <a:lnTo>
                        <a:pt x="536" y="15"/>
                      </a:lnTo>
                      <a:lnTo>
                        <a:pt x="553" y="15"/>
                      </a:lnTo>
                      <a:lnTo>
                        <a:pt x="561" y="16"/>
                      </a:lnTo>
                      <a:lnTo>
                        <a:pt x="564" y="17"/>
                      </a:lnTo>
                      <a:lnTo>
                        <a:pt x="571" y="22"/>
                      </a:lnTo>
                      <a:lnTo>
                        <a:pt x="577" y="27"/>
                      </a:lnTo>
                      <a:lnTo>
                        <a:pt x="585" y="31"/>
                      </a:lnTo>
                      <a:lnTo>
                        <a:pt x="601" y="36"/>
                      </a:lnTo>
                      <a:lnTo>
                        <a:pt x="607" y="41"/>
                      </a:lnTo>
                      <a:lnTo>
                        <a:pt x="618" y="62"/>
                      </a:lnTo>
                      <a:lnTo>
                        <a:pt x="631" y="75"/>
                      </a:lnTo>
                      <a:lnTo>
                        <a:pt x="634" y="80"/>
                      </a:lnTo>
                      <a:lnTo>
                        <a:pt x="659" y="98"/>
                      </a:lnTo>
                      <a:lnTo>
                        <a:pt x="671" y="105"/>
                      </a:lnTo>
                      <a:lnTo>
                        <a:pt x="674" y="108"/>
                      </a:lnTo>
                      <a:lnTo>
                        <a:pt x="686" y="127"/>
                      </a:lnTo>
                      <a:lnTo>
                        <a:pt x="687" y="128"/>
                      </a:lnTo>
                      <a:lnTo>
                        <a:pt x="692" y="132"/>
                      </a:lnTo>
                      <a:lnTo>
                        <a:pt x="703" y="135"/>
                      </a:lnTo>
                      <a:lnTo>
                        <a:pt x="711" y="136"/>
                      </a:lnTo>
                      <a:lnTo>
                        <a:pt x="740" y="139"/>
                      </a:lnTo>
                      <a:lnTo>
                        <a:pt x="752" y="143"/>
                      </a:lnTo>
                      <a:lnTo>
                        <a:pt x="758" y="145"/>
                      </a:lnTo>
                      <a:lnTo>
                        <a:pt x="784" y="163"/>
                      </a:lnTo>
                      <a:lnTo>
                        <a:pt x="799" y="171"/>
                      </a:lnTo>
                      <a:lnTo>
                        <a:pt x="815" y="179"/>
                      </a:lnTo>
                      <a:lnTo>
                        <a:pt x="823" y="191"/>
                      </a:lnTo>
                      <a:lnTo>
                        <a:pt x="838" y="194"/>
                      </a:lnTo>
                      <a:lnTo>
                        <a:pt x="845" y="200"/>
                      </a:lnTo>
                      <a:lnTo>
                        <a:pt x="850" y="209"/>
                      </a:lnTo>
                      <a:lnTo>
                        <a:pt x="854" y="210"/>
                      </a:lnTo>
                      <a:lnTo>
                        <a:pt x="856" y="214"/>
                      </a:lnTo>
                      <a:lnTo>
                        <a:pt x="858" y="224"/>
                      </a:lnTo>
                      <a:lnTo>
                        <a:pt x="858" y="234"/>
                      </a:lnTo>
                      <a:lnTo>
                        <a:pt x="849" y="247"/>
                      </a:lnTo>
                      <a:lnTo>
                        <a:pt x="834" y="269"/>
                      </a:lnTo>
                      <a:lnTo>
                        <a:pt x="823" y="294"/>
                      </a:lnTo>
                      <a:lnTo>
                        <a:pt x="821" y="302"/>
                      </a:lnTo>
                      <a:lnTo>
                        <a:pt x="819" y="311"/>
                      </a:lnTo>
                      <a:lnTo>
                        <a:pt x="819" y="317"/>
                      </a:lnTo>
                      <a:lnTo>
                        <a:pt x="821" y="321"/>
                      </a:lnTo>
                      <a:lnTo>
                        <a:pt x="843" y="321"/>
                      </a:lnTo>
                      <a:lnTo>
                        <a:pt x="875" y="326"/>
                      </a:lnTo>
                      <a:lnTo>
                        <a:pt x="881" y="328"/>
                      </a:lnTo>
                      <a:lnTo>
                        <a:pt x="898" y="339"/>
                      </a:lnTo>
                      <a:lnTo>
                        <a:pt x="908" y="342"/>
                      </a:lnTo>
                      <a:lnTo>
                        <a:pt x="918" y="340"/>
                      </a:lnTo>
                      <a:lnTo>
                        <a:pt x="923" y="343"/>
                      </a:lnTo>
                      <a:lnTo>
                        <a:pt x="930" y="343"/>
                      </a:lnTo>
                      <a:lnTo>
                        <a:pt x="937" y="340"/>
                      </a:lnTo>
                      <a:lnTo>
                        <a:pt x="941" y="335"/>
                      </a:lnTo>
                      <a:lnTo>
                        <a:pt x="948" y="332"/>
                      </a:lnTo>
                      <a:lnTo>
                        <a:pt x="963" y="333"/>
                      </a:lnTo>
                      <a:lnTo>
                        <a:pt x="972" y="332"/>
                      </a:lnTo>
                      <a:lnTo>
                        <a:pt x="973" y="331"/>
                      </a:lnTo>
                      <a:lnTo>
                        <a:pt x="975" y="327"/>
                      </a:lnTo>
                      <a:lnTo>
                        <a:pt x="990" y="315"/>
                      </a:lnTo>
                      <a:lnTo>
                        <a:pt x="994" y="313"/>
                      </a:lnTo>
                      <a:lnTo>
                        <a:pt x="996" y="310"/>
                      </a:lnTo>
                      <a:lnTo>
                        <a:pt x="1010" y="299"/>
                      </a:lnTo>
                      <a:lnTo>
                        <a:pt x="1018" y="290"/>
                      </a:lnTo>
                      <a:lnTo>
                        <a:pt x="1025" y="280"/>
                      </a:lnTo>
                      <a:lnTo>
                        <a:pt x="1028" y="272"/>
                      </a:lnTo>
                      <a:lnTo>
                        <a:pt x="1031" y="256"/>
                      </a:lnTo>
                      <a:lnTo>
                        <a:pt x="1034" y="225"/>
                      </a:lnTo>
                      <a:lnTo>
                        <a:pt x="1043" y="225"/>
                      </a:lnTo>
                      <a:lnTo>
                        <a:pt x="1047" y="224"/>
                      </a:lnTo>
                      <a:lnTo>
                        <a:pt x="1061" y="224"/>
                      </a:lnTo>
                      <a:lnTo>
                        <a:pt x="1068" y="231"/>
                      </a:lnTo>
                      <a:lnTo>
                        <a:pt x="1080" y="270"/>
                      </a:lnTo>
                      <a:lnTo>
                        <a:pt x="1080" y="302"/>
                      </a:lnTo>
                      <a:lnTo>
                        <a:pt x="1079" y="313"/>
                      </a:lnTo>
                      <a:lnTo>
                        <a:pt x="1076" y="317"/>
                      </a:lnTo>
                      <a:lnTo>
                        <a:pt x="1074" y="321"/>
                      </a:lnTo>
                      <a:lnTo>
                        <a:pt x="1050" y="337"/>
                      </a:lnTo>
                      <a:lnTo>
                        <a:pt x="1043" y="339"/>
                      </a:lnTo>
                      <a:lnTo>
                        <a:pt x="1031" y="340"/>
                      </a:lnTo>
                      <a:lnTo>
                        <a:pt x="1023" y="344"/>
                      </a:lnTo>
                      <a:lnTo>
                        <a:pt x="1014" y="356"/>
                      </a:lnTo>
                      <a:lnTo>
                        <a:pt x="1005" y="366"/>
                      </a:lnTo>
                      <a:lnTo>
                        <a:pt x="961" y="404"/>
                      </a:lnTo>
                      <a:lnTo>
                        <a:pt x="959" y="408"/>
                      </a:lnTo>
                      <a:lnTo>
                        <a:pt x="955" y="415"/>
                      </a:lnTo>
                      <a:lnTo>
                        <a:pt x="935" y="440"/>
                      </a:lnTo>
                      <a:lnTo>
                        <a:pt x="932" y="446"/>
                      </a:lnTo>
                      <a:lnTo>
                        <a:pt x="914" y="467"/>
                      </a:lnTo>
                      <a:lnTo>
                        <a:pt x="899" y="479"/>
                      </a:lnTo>
                      <a:lnTo>
                        <a:pt x="892" y="488"/>
                      </a:lnTo>
                      <a:lnTo>
                        <a:pt x="883" y="494"/>
                      </a:lnTo>
                      <a:lnTo>
                        <a:pt x="881" y="499"/>
                      </a:lnTo>
                      <a:lnTo>
                        <a:pt x="872" y="509"/>
                      </a:lnTo>
                      <a:lnTo>
                        <a:pt x="862" y="514"/>
                      </a:lnTo>
                      <a:lnTo>
                        <a:pt x="861" y="520"/>
                      </a:lnTo>
                      <a:lnTo>
                        <a:pt x="851" y="528"/>
                      </a:lnTo>
                      <a:lnTo>
                        <a:pt x="850" y="531"/>
                      </a:lnTo>
                      <a:lnTo>
                        <a:pt x="853" y="554"/>
                      </a:lnTo>
                      <a:lnTo>
                        <a:pt x="848" y="576"/>
                      </a:lnTo>
                      <a:lnTo>
                        <a:pt x="848" y="591"/>
                      </a:lnTo>
                      <a:lnTo>
                        <a:pt x="846" y="601"/>
                      </a:lnTo>
                      <a:lnTo>
                        <a:pt x="838" y="625"/>
                      </a:lnTo>
                      <a:lnTo>
                        <a:pt x="838" y="676"/>
                      </a:lnTo>
                      <a:lnTo>
                        <a:pt x="835" y="686"/>
                      </a:lnTo>
                      <a:lnTo>
                        <a:pt x="834" y="692"/>
                      </a:lnTo>
                      <a:lnTo>
                        <a:pt x="826" y="705"/>
                      </a:lnTo>
                      <a:lnTo>
                        <a:pt x="823" y="714"/>
                      </a:lnTo>
                      <a:lnTo>
                        <a:pt x="818" y="740"/>
                      </a:lnTo>
                      <a:lnTo>
                        <a:pt x="817" y="756"/>
                      </a:lnTo>
                      <a:lnTo>
                        <a:pt x="818" y="765"/>
                      </a:lnTo>
                      <a:lnTo>
                        <a:pt x="817" y="774"/>
                      </a:lnTo>
                      <a:lnTo>
                        <a:pt x="813" y="776"/>
                      </a:lnTo>
                      <a:lnTo>
                        <a:pt x="822" y="796"/>
                      </a:lnTo>
                      <a:lnTo>
                        <a:pt x="846" y="810"/>
                      </a:lnTo>
                      <a:lnTo>
                        <a:pt x="856" y="817"/>
                      </a:lnTo>
                      <a:lnTo>
                        <a:pt x="869" y="828"/>
                      </a:lnTo>
                      <a:lnTo>
                        <a:pt x="885" y="845"/>
                      </a:lnTo>
                      <a:lnTo>
                        <a:pt x="886" y="855"/>
                      </a:lnTo>
                      <a:lnTo>
                        <a:pt x="875" y="880"/>
                      </a:lnTo>
                      <a:lnTo>
                        <a:pt x="878" y="892"/>
                      </a:lnTo>
                      <a:lnTo>
                        <a:pt x="889" y="907"/>
                      </a:lnTo>
                      <a:lnTo>
                        <a:pt x="903" y="913"/>
                      </a:lnTo>
                      <a:lnTo>
                        <a:pt x="913" y="912"/>
                      </a:lnTo>
                      <a:lnTo>
                        <a:pt x="914" y="921"/>
                      </a:lnTo>
                      <a:lnTo>
                        <a:pt x="914" y="950"/>
                      </a:lnTo>
                      <a:lnTo>
                        <a:pt x="908" y="963"/>
                      </a:lnTo>
                      <a:lnTo>
                        <a:pt x="889" y="991"/>
                      </a:lnTo>
                      <a:lnTo>
                        <a:pt x="877" y="1004"/>
                      </a:lnTo>
                      <a:lnTo>
                        <a:pt x="870" y="1015"/>
                      </a:lnTo>
                      <a:lnTo>
                        <a:pt x="865" y="1039"/>
                      </a:lnTo>
                      <a:lnTo>
                        <a:pt x="854" y="1049"/>
                      </a:lnTo>
                      <a:lnTo>
                        <a:pt x="840" y="1056"/>
                      </a:lnTo>
                      <a:lnTo>
                        <a:pt x="815" y="1065"/>
                      </a:lnTo>
                      <a:lnTo>
                        <a:pt x="805" y="1065"/>
                      </a:lnTo>
                      <a:lnTo>
                        <a:pt x="790" y="1072"/>
                      </a:lnTo>
                      <a:lnTo>
                        <a:pt x="765" y="1080"/>
                      </a:lnTo>
                      <a:lnTo>
                        <a:pt x="753" y="1082"/>
                      </a:lnTo>
                      <a:lnTo>
                        <a:pt x="733" y="1083"/>
                      </a:lnTo>
                      <a:lnTo>
                        <a:pt x="711" y="1091"/>
                      </a:lnTo>
                      <a:lnTo>
                        <a:pt x="677" y="1096"/>
                      </a:lnTo>
                      <a:lnTo>
                        <a:pt x="650" y="1096"/>
                      </a:lnTo>
                      <a:lnTo>
                        <a:pt x="620" y="1091"/>
                      </a:lnTo>
                      <a:lnTo>
                        <a:pt x="607" y="1079"/>
                      </a:lnTo>
                      <a:lnTo>
                        <a:pt x="604" y="1088"/>
                      </a:lnTo>
                      <a:lnTo>
                        <a:pt x="607" y="1113"/>
                      </a:lnTo>
                      <a:lnTo>
                        <a:pt x="616" y="1122"/>
                      </a:lnTo>
                      <a:lnTo>
                        <a:pt x="619" y="1130"/>
                      </a:lnTo>
                      <a:lnTo>
                        <a:pt x="617" y="1147"/>
                      </a:lnTo>
                      <a:lnTo>
                        <a:pt x="614" y="1155"/>
                      </a:lnTo>
                      <a:lnTo>
                        <a:pt x="611" y="1157"/>
                      </a:lnTo>
                      <a:lnTo>
                        <a:pt x="609" y="1156"/>
                      </a:lnTo>
                      <a:lnTo>
                        <a:pt x="604" y="1169"/>
                      </a:lnTo>
                      <a:lnTo>
                        <a:pt x="602" y="1184"/>
                      </a:lnTo>
                      <a:lnTo>
                        <a:pt x="607" y="1214"/>
                      </a:lnTo>
                      <a:lnTo>
                        <a:pt x="607" y="1221"/>
                      </a:lnTo>
                      <a:lnTo>
                        <a:pt x="603" y="1230"/>
                      </a:lnTo>
                      <a:lnTo>
                        <a:pt x="597" y="1237"/>
                      </a:lnTo>
                      <a:lnTo>
                        <a:pt x="580" y="1241"/>
                      </a:lnTo>
                      <a:lnTo>
                        <a:pt x="564" y="1252"/>
                      </a:lnTo>
                      <a:lnTo>
                        <a:pt x="526" y="1251"/>
                      </a:lnTo>
                      <a:lnTo>
                        <a:pt x="517" y="1247"/>
                      </a:lnTo>
                      <a:lnTo>
                        <a:pt x="507" y="1241"/>
                      </a:lnTo>
                      <a:lnTo>
                        <a:pt x="487" y="1232"/>
                      </a:lnTo>
                      <a:lnTo>
                        <a:pt x="472" y="1227"/>
                      </a:lnTo>
                      <a:lnTo>
                        <a:pt x="462" y="1216"/>
                      </a:lnTo>
                      <a:lnTo>
                        <a:pt x="451" y="1230"/>
                      </a:lnTo>
                      <a:lnTo>
                        <a:pt x="451" y="1251"/>
                      </a:lnTo>
                      <a:lnTo>
                        <a:pt x="457" y="1270"/>
                      </a:lnTo>
                      <a:lnTo>
                        <a:pt x="458" y="1302"/>
                      </a:lnTo>
                      <a:lnTo>
                        <a:pt x="459" y="1317"/>
                      </a:lnTo>
                      <a:lnTo>
                        <a:pt x="473" y="1329"/>
                      </a:lnTo>
                      <a:lnTo>
                        <a:pt x="487" y="1333"/>
                      </a:lnTo>
                      <a:lnTo>
                        <a:pt x="482" y="1340"/>
                      </a:lnTo>
                      <a:lnTo>
                        <a:pt x="489" y="1345"/>
                      </a:lnTo>
                      <a:lnTo>
                        <a:pt x="509" y="1340"/>
                      </a:lnTo>
                      <a:lnTo>
                        <a:pt x="505" y="1332"/>
                      </a:lnTo>
                      <a:lnTo>
                        <a:pt x="499" y="1328"/>
                      </a:lnTo>
                      <a:lnTo>
                        <a:pt x="515" y="1325"/>
                      </a:lnTo>
                      <a:lnTo>
                        <a:pt x="527" y="1317"/>
                      </a:lnTo>
                      <a:lnTo>
                        <a:pt x="534" y="1329"/>
                      </a:lnTo>
                      <a:lnTo>
                        <a:pt x="538" y="1355"/>
                      </a:lnTo>
                      <a:lnTo>
                        <a:pt x="536" y="1367"/>
                      </a:lnTo>
                      <a:lnTo>
                        <a:pt x="528" y="1372"/>
                      </a:lnTo>
                      <a:lnTo>
                        <a:pt x="518" y="1376"/>
                      </a:lnTo>
                      <a:lnTo>
                        <a:pt x="509" y="1376"/>
                      </a:lnTo>
                      <a:lnTo>
                        <a:pt x="501" y="1372"/>
                      </a:lnTo>
                      <a:lnTo>
                        <a:pt x="500" y="1360"/>
                      </a:lnTo>
                      <a:lnTo>
                        <a:pt x="495" y="1354"/>
                      </a:lnTo>
                      <a:lnTo>
                        <a:pt x="484" y="1351"/>
                      </a:lnTo>
                      <a:lnTo>
                        <a:pt x="475" y="1354"/>
                      </a:lnTo>
                      <a:lnTo>
                        <a:pt x="469" y="1360"/>
                      </a:lnTo>
                      <a:lnTo>
                        <a:pt x="463" y="1361"/>
                      </a:lnTo>
                      <a:lnTo>
                        <a:pt x="458" y="1366"/>
                      </a:lnTo>
                      <a:lnTo>
                        <a:pt x="458" y="1372"/>
                      </a:lnTo>
                      <a:lnTo>
                        <a:pt x="475" y="1381"/>
                      </a:lnTo>
                      <a:lnTo>
                        <a:pt x="487" y="1382"/>
                      </a:lnTo>
                      <a:lnTo>
                        <a:pt x="494" y="1384"/>
                      </a:lnTo>
                      <a:lnTo>
                        <a:pt x="500" y="1387"/>
                      </a:lnTo>
                      <a:lnTo>
                        <a:pt x="499" y="1389"/>
                      </a:lnTo>
                      <a:lnTo>
                        <a:pt x="466" y="1407"/>
                      </a:lnTo>
                      <a:lnTo>
                        <a:pt x="461" y="1414"/>
                      </a:lnTo>
                      <a:lnTo>
                        <a:pt x="457" y="1423"/>
                      </a:lnTo>
                      <a:lnTo>
                        <a:pt x="448" y="1432"/>
                      </a:lnTo>
                      <a:lnTo>
                        <a:pt x="446" y="1445"/>
                      </a:lnTo>
                      <a:lnTo>
                        <a:pt x="450" y="1461"/>
                      </a:lnTo>
                      <a:lnTo>
                        <a:pt x="448" y="1474"/>
                      </a:lnTo>
                      <a:lnTo>
                        <a:pt x="448" y="1490"/>
                      </a:lnTo>
                      <a:lnTo>
                        <a:pt x="445" y="1501"/>
                      </a:lnTo>
                      <a:lnTo>
                        <a:pt x="440" y="1506"/>
                      </a:lnTo>
                      <a:lnTo>
                        <a:pt x="432" y="1508"/>
                      </a:lnTo>
                      <a:lnTo>
                        <a:pt x="426" y="1520"/>
                      </a:lnTo>
                      <a:lnTo>
                        <a:pt x="431" y="1533"/>
                      </a:lnTo>
                      <a:lnTo>
                        <a:pt x="432" y="1538"/>
                      </a:lnTo>
                      <a:lnTo>
                        <a:pt x="429" y="1544"/>
                      </a:lnTo>
                      <a:lnTo>
                        <a:pt x="396" y="1542"/>
                      </a:lnTo>
                      <a:lnTo>
                        <a:pt x="386" y="1547"/>
                      </a:lnTo>
                      <a:lnTo>
                        <a:pt x="378" y="1556"/>
                      </a:lnTo>
                      <a:lnTo>
                        <a:pt x="369" y="1556"/>
                      </a:lnTo>
                      <a:lnTo>
                        <a:pt x="359" y="1561"/>
                      </a:lnTo>
                      <a:lnTo>
                        <a:pt x="342" y="1580"/>
                      </a:lnTo>
                      <a:lnTo>
                        <a:pt x="335" y="1588"/>
                      </a:lnTo>
                      <a:lnTo>
                        <a:pt x="333" y="1597"/>
                      </a:lnTo>
                      <a:lnTo>
                        <a:pt x="322" y="1615"/>
                      </a:lnTo>
                      <a:lnTo>
                        <a:pt x="318" y="1633"/>
                      </a:lnTo>
                      <a:lnTo>
                        <a:pt x="321" y="1640"/>
                      </a:lnTo>
                      <a:lnTo>
                        <a:pt x="327" y="1653"/>
                      </a:lnTo>
                      <a:lnTo>
                        <a:pt x="333" y="1664"/>
                      </a:lnTo>
                      <a:lnTo>
                        <a:pt x="343" y="1672"/>
                      </a:lnTo>
                      <a:lnTo>
                        <a:pt x="365" y="1696"/>
                      </a:lnTo>
                      <a:lnTo>
                        <a:pt x="389" y="1706"/>
                      </a:lnTo>
                      <a:lnTo>
                        <a:pt x="402" y="1707"/>
                      </a:lnTo>
                      <a:lnTo>
                        <a:pt x="414" y="1705"/>
                      </a:lnTo>
                      <a:lnTo>
                        <a:pt x="421" y="1712"/>
                      </a:lnTo>
                      <a:lnTo>
                        <a:pt x="424" y="1723"/>
                      </a:lnTo>
                      <a:lnTo>
                        <a:pt x="424" y="1739"/>
                      </a:lnTo>
                      <a:lnTo>
                        <a:pt x="417" y="1752"/>
                      </a:lnTo>
                      <a:lnTo>
                        <a:pt x="413" y="1754"/>
                      </a:lnTo>
                      <a:lnTo>
                        <a:pt x="417" y="1766"/>
                      </a:lnTo>
                      <a:lnTo>
                        <a:pt x="418" y="1776"/>
                      </a:lnTo>
                      <a:lnTo>
                        <a:pt x="410" y="1780"/>
                      </a:lnTo>
                      <a:lnTo>
                        <a:pt x="409" y="1791"/>
                      </a:lnTo>
                      <a:lnTo>
                        <a:pt x="402" y="1791"/>
                      </a:lnTo>
                      <a:lnTo>
                        <a:pt x="393" y="1796"/>
                      </a:lnTo>
                      <a:lnTo>
                        <a:pt x="376" y="1813"/>
                      </a:lnTo>
                      <a:lnTo>
                        <a:pt x="358" y="1829"/>
                      </a:lnTo>
                      <a:lnTo>
                        <a:pt x="350" y="1833"/>
                      </a:lnTo>
                      <a:lnTo>
                        <a:pt x="335" y="1849"/>
                      </a:lnTo>
                      <a:lnTo>
                        <a:pt x="321" y="1862"/>
                      </a:lnTo>
                      <a:lnTo>
                        <a:pt x="312" y="1882"/>
                      </a:lnTo>
                      <a:lnTo>
                        <a:pt x="310" y="1894"/>
                      </a:lnTo>
                      <a:lnTo>
                        <a:pt x="318" y="1887"/>
                      </a:lnTo>
                      <a:lnTo>
                        <a:pt x="310" y="1924"/>
                      </a:lnTo>
                      <a:lnTo>
                        <a:pt x="305" y="1940"/>
                      </a:lnTo>
                      <a:lnTo>
                        <a:pt x="296" y="1948"/>
                      </a:lnTo>
                      <a:lnTo>
                        <a:pt x="286" y="1953"/>
                      </a:lnTo>
                      <a:lnTo>
                        <a:pt x="276" y="1953"/>
                      </a:lnTo>
                      <a:lnTo>
                        <a:pt x="269" y="1946"/>
                      </a:lnTo>
                      <a:lnTo>
                        <a:pt x="258" y="1925"/>
                      </a:lnTo>
                      <a:lnTo>
                        <a:pt x="260" y="1945"/>
                      </a:lnTo>
                      <a:lnTo>
                        <a:pt x="268" y="1948"/>
                      </a:lnTo>
                      <a:lnTo>
                        <a:pt x="270" y="1954"/>
                      </a:lnTo>
                      <a:lnTo>
                        <a:pt x="270" y="1959"/>
                      </a:lnTo>
                      <a:lnTo>
                        <a:pt x="248" y="1974"/>
                      </a:lnTo>
                      <a:lnTo>
                        <a:pt x="238" y="1983"/>
                      </a:lnTo>
                      <a:lnTo>
                        <a:pt x="226" y="2026"/>
                      </a:lnTo>
                      <a:lnTo>
                        <a:pt x="219" y="2037"/>
                      </a:lnTo>
                      <a:lnTo>
                        <a:pt x="225" y="2037"/>
                      </a:lnTo>
                      <a:lnTo>
                        <a:pt x="230" y="2033"/>
                      </a:lnTo>
                      <a:lnTo>
                        <a:pt x="237" y="2058"/>
                      </a:lnTo>
                      <a:lnTo>
                        <a:pt x="241" y="2074"/>
                      </a:lnTo>
                      <a:lnTo>
                        <a:pt x="237" y="2081"/>
                      </a:lnTo>
                      <a:lnTo>
                        <a:pt x="225" y="2080"/>
                      </a:lnTo>
                      <a:lnTo>
                        <a:pt x="220" y="2082"/>
                      </a:lnTo>
                      <a:lnTo>
                        <a:pt x="229" y="2089"/>
                      </a:lnTo>
                      <a:lnTo>
                        <a:pt x="233" y="2088"/>
                      </a:lnTo>
                      <a:lnTo>
                        <a:pt x="240" y="2089"/>
                      </a:lnTo>
                      <a:lnTo>
                        <a:pt x="256" y="2120"/>
                      </a:lnTo>
                      <a:lnTo>
                        <a:pt x="275" y="2145"/>
                      </a:lnTo>
                      <a:lnTo>
                        <a:pt x="275" y="21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2" name="Freeform 262">
                  <a:extLst>
                    <a:ext uri="{FF2B5EF4-FFF2-40B4-BE49-F238E27FC236}">
                      <a16:creationId xmlns:a16="http://schemas.microsoft.com/office/drawing/2014/main" id="{97BE3CDC-0CAF-C02A-B885-1809FA9CAD9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63" y="3165"/>
                  <a:ext cx="38" cy="45"/>
                </a:xfrm>
                <a:custGeom>
                  <a:avLst/>
                  <a:gdLst/>
                  <a:ahLst/>
                  <a:cxnLst>
                    <a:cxn ang="0">
                      <a:pos x="4" y="208"/>
                    </a:cxn>
                    <a:cxn ang="0">
                      <a:pos x="4" y="196"/>
                    </a:cxn>
                    <a:cxn ang="0">
                      <a:pos x="3" y="191"/>
                    </a:cxn>
                    <a:cxn ang="0">
                      <a:pos x="0" y="0"/>
                    </a:cxn>
                    <a:cxn ang="0">
                      <a:pos x="6" y="5"/>
                    </a:cxn>
                    <a:cxn ang="0">
                      <a:pos x="11" y="14"/>
                    </a:cxn>
                    <a:cxn ang="0">
                      <a:pos x="29" y="43"/>
                    </a:cxn>
                    <a:cxn ang="0">
                      <a:pos x="29" y="48"/>
                    </a:cxn>
                    <a:cxn ang="0">
                      <a:pos x="25" y="42"/>
                    </a:cxn>
                    <a:cxn ang="0">
                      <a:pos x="17" y="40"/>
                    </a:cxn>
                    <a:cxn ang="0">
                      <a:pos x="11" y="42"/>
                    </a:cxn>
                    <a:cxn ang="0">
                      <a:pos x="10" y="50"/>
                    </a:cxn>
                    <a:cxn ang="0">
                      <a:pos x="14" y="58"/>
                    </a:cxn>
                    <a:cxn ang="0">
                      <a:pos x="20" y="61"/>
                    </a:cxn>
                    <a:cxn ang="0">
                      <a:pos x="26" y="67"/>
                    </a:cxn>
                    <a:cxn ang="0">
                      <a:pos x="31" y="74"/>
                    </a:cxn>
                    <a:cxn ang="0">
                      <a:pos x="37" y="94"/>
                    </a:cxn>
                    <a:cxn ang="0">
                      <a:pos x="42" y="99"/>
                    </a:cxn>
                    <a:cxn ang="0">
                      <a:pos x="59" y="111"/>
                    </a:cxn>
                    <a:cxn ang="0">
                      <a:pos x="74" y="129"/>
                    </a:cxn>
                    <a:cxn ang="0">
                      <a:pos x="81" y="132"/>
                    </a:cxn>
                    <a:cxn ang="0">
                      <a:pos x="86" y="136"/>
                    </a:cxn>
                    <a:cxn ang="0">
                      <a:pos x="94" y="138"/>
                    </a:cxn>
                    <a:cxn ang="0">
                      <a:pos x="97" y="144"/>
                    </a:cxn>
                    <a:cxn ang="0">
                      <a:pos x="108" y="148"/>
                    </a:cxn>
                    <a:cxn ang="0">
                      <a:pos x="119" y="161"/>
                    </a:cxn>
                    <a:cxn ang="0">
                      <a:pos x="142" y="179"/>
                    </a:cxn>
                    <a:cxn ang="0">
                      <a:pos x="156" y="187"/>
                    </a:cxn>
                    <a:cxn ang="0">
                      <a:pos x="182" y="190"/>
                    </a:cxn>
                    <a:cxn ang="0">
                      <a:pos x="192" y="187"/>
                    </a:cxn>
                    <a:cxn ang="0">
                      <a:pos x="193" y="193"/>
                    </a:cxn>
                    <a:cxn ang="0">
                      <a:pos x="191" y="206"/>
                    </a:cxn>
                    <a:cxn ang="0">
                      <a:pos x="187" y="210"/>
                    </a:cxn>
                    <a:cxn ang="0">
                      <a:pos x="175" y="215"/>
                    </a:cxn>
                    <a:cxn ang="0">
                      <a:pos x="155" y="212"/>
                    </a:cxn>
                    <a:cxn ang="0">
                      <a:pos x="129" y="220"/>
                    </a:cxn>
                    <a:cxn ang="0">
                      <a:pos x="127" y="224"/>
                    </a:cxn>
                    <a:cxn ang="0">
                      <a:pos x="118" y="222"/>
                    </a:cxn>
                    <a:cxn ang="0">
                      <a:pos x="102" y="212"/>
                    </a:cxn>
                    <a:cxn ang="0">
                      <a:pos x="74" y="206"/>
                    </a:cxn>
                    <a:cxn ang="0">
                      <a:pos x="48" y="206"/>
                    </a:cxn>
                    <a:cxn ang="0">
                      <a:pos x="40" y="202"/>
                    </a:cxn>
                    <a:cxn ang="0">
                      <a:pos x="33" y="201"/>
                    </a:cxn>
                    <a:cxn ang="0">
                      <a:pos x="25" y="199"/>
                    </a:cxn>
                    <a:cxn ang="0">
                      <a:pos x="9" y="208"/>
                    </a:cxn>
                    <a:cxn ang="0">
                      <a:pos x="4" y="208"/>
                    </a:cxn>
                  </a:cxnLst>
                  <a:rect l="0" t="0" r="r" b="b"/>
                  <a:pathLst>
                    <a:path w="193" h="224">
                      <a:moveTo>
                        <a:pt x="4" y="208"/>
                      </a:moveTo>
                      <a:lnTo>
                        <a:pt x="4" y="196"/>
                      </a:lnTo>
                      <a:lnTo>
                        <a:pt x="3" y="191"/>
                      </a:lnTo>
                      <a:lnTo>
                        <a:pt x="0" y="0"/>
                      </a:lnTo>
                      <a:lnTo>
                        <a:pt x="6" y="5"/>
                      </a:lnTo>
                      <a:lnTo>
                        <a:pt x="11" y="14"/>
                      </a:lnTo>
                      <a:lnTo>
                        <a:pt x="29" y="43"/>
                      </a:lnTo>
                      <a:lnTo>
                        <a:pt x="29" y="48"/>
                      </a:lnTo>
                      <a:lnTo>
                        <a:pt x="25" y="42"/>
                      </a:lnTo>
                      <a:lnTo>
                        <a:pt x="17" y="40"/>
                      </a:lnTo>
                      <a:lnTo>
                        <a:pt x="11" y="42"/>
                      </a:lnTo>
                      <a:lnTo>
                        <a:pt x="10" y="50"/>
                      </a:lnTo>
                      <a:lnTo>
                        <a:pt x="14" y="58"/>
                      </a:lnTo>
                      <a:lnTo>
                        <a:pt x="20" y="61"/>
                      </a:lnTo>
                      <a:lnTo>
                        <a:pt x="26" y="67"/>
                      </a:lnTo>
                      <a:lnTo>
                        <a:pt x="31" y="74"/>
                      </a:lnTo>
                      <a:lnTo>
                        <a:pt x="37" y="94"/>
                      </a:lnTo>
                      <a:lnTo>
                        <a:pt x="42" y="99"/>
                      </a:lnTo>
                      <a:lnTo>
                        <a:pt x="59" y="111"/>
                      </a:lnTo>
                      <a:lnTo>
                        <a:pt x="74" y="129"/>
                      </a:lnTo>
                      <a:lnTo>
                        <a:pt x="81" y="132"/>
                      </a:lnTo>
                      <a:lnTo>
                        <a:pt x="86" y="136"/>
                      </a:lnTo>
                      <a:lnTo>
                        <a:pt x="94" y="138"/>
                      </a:lnTo>
                      <a:lnTo>
                        <a:pt x="97" y="144"/>
                      </a:lnTo>
                      <a:lnTo>
                        <a:pt x="108" y="148"/>
                      </a:lnTo>
                      <a:lnTo>
                        <a:pt x="119" y="161"/>
                      </a:lnTo>
                      <a:lnTo>
                        <a:pt x="142" y="179"/>
                      </a:lnTo>
                      <a:lnTo>
                        <a:pt x="156" y="187"/>
                      </a:lnTo>
                      <a:lnTo>
                        <a:pt x="182" y="190"/>
                      </a:lnTo>
                      <a:lnTo>
                        <a:pt x="192" y="187"/>
                      </a:lnTo>
                      <a:lnTo>
                        <a:pt x="193" y="193"/>
                      </a:lnTo>
                      <a:lnTo>
                        <a:pt x="191" y="206"/>
                      </a:lnTo>
                      <a:lnTo>
                        <a:pt x="187" y="210"/>
                      </a:lnTo>
                      <a:lnTo>
                        <a:pt x="175" y="215"/>
                      </a:lnTo>
                      <a:lnTo>
                        <a:pt x="155" y="212"/>
                      </a:lnTo>
                      <a:lnTo>
                        <a:pt x="129" y="220"/>
                      </a:lnTo>
                      <a:lnTo>
                        <a:pt x="127" y="224"/>
                      </a:lnTo>
                      <a:lnTo>
                        <a:pt x="118" y="222"/>
                      </a:lnTo>
                      <a:lnTo>
                        <a:pt x="102" y="212"/>
                      </a:lnTo>
                      <a:lnTo>
                        <a:pt x="74" y="206"/>
                      </a:lnTo>
                      <a:lnTo>
                        <a:pt x="48" y="206"/>
                      </a:lnTo>
                      <a:lnTo>
                        <a:pt x="40" y="202"/>
                      </a:lnTo>
                      <a:lnTo>
                        <a:pt x="33" y="201"/>
                      </a:lnTo>
                      <a:lnTo>
                        <a:pt x="25" y="199"/>
                      </a:lnTo>
                      <a:lnTo>
                        <a:pt x="9" y="208"/>
                      </a:lnTo>
                      <a:lnTo>
                        <a:pt x="4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3" name="Freeform 263">
                  <a:extLst>
                    <a:ext uri="{FF2B5EF4-FFF2-40B4-BE49-F238E27FC236}">
                      <a16:creationId xmlns:a16="http://schemas.microsoft.com/office/drawing/2014/main" id="{290D95CC-8DCA-85F3-9449-B4689EEC98B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9" y="2422"/>
                  <a:ext cx="45" cy="45"/>
                </a:xfrm>
                <a:custGeom>
                  <a:avLst/>
                  <a:gdLst/>
                  <a:ahLst/>
                  <a:cxnLst>
                    <a:cxn ang="0">
                      <a:pos x="197" y="195"/>
                    </a:cxn>
                    <a:cxn ang="0">
                      <a:pos x="172" y="187"/>
                    </a:cxn>
                    <a:cxn ang="0">
                      <a:pos x="146" y="193"/>
                    </a:cxn>
                    <a:cxn ang="0">
                      <a:pos x="129" y="190"/>
                    </a:cxn>
                    <a:cxn ang="0">
                      <a:pos x="124" y="217"/>
                    </a:cxn>
                    <a:cxn ang="0">
                      <a:pos x="103" y="221"/>
                    </a:cxn>
                    <a:cxn ang="0">
                      <a:pos x="91" y="214"/>
                    </a:cxn>
                    <a:cxn ang="0">
                      <a:pos x="79" y="205"/>
                    </a:cxn>
                    <a:cxn ang="0">
                      <a:pos x="59" y="178"/>
                    </a:cxn>
                    <a:cxn ang="0">
                      <a:pos x="52" y="166"/>
                    </a:cxn>
                    <a:cxn ang="0">
                      <a:pos x="47" y="151"/>
                    </a:cxn>
                    <a:cxn ang="0">
                      <a:pos x="43" y="140"/>
                    </a:cxn>
                    <a:cxn ang="0">
                      <a:pos x="30" y="139"/>
                    </a:cxn>
                    <a:cxn ang="0">
                      <a:pos x="26" y="130"/>
                    </a:cxn>
                    <a:cxn ang="0">
                      <a:pos x="15" y="122"/>
                    </a:cxn>
                    <a:cxn ang="0">
                      <a:pos x="0" y="101"/>
                    </a:cxn>
                    <a:cxn ang="0">
                      <a:pos x="4" y="84"/>
                    </a:cxn>
                    <a:cxn ang="0">
                      <a:pos x="9" y="60"/>
                    </a:cxn>
                    <a:cxn ang="0">
                      <a:pos x="11" y="55"/>
                    </a:cxn>
                    <a:cxn ang="0">
                      <a:pos x="22" y="50"/>
                    </a:cxn>
                    <a:cxn ang="0">
                      <a:pos x="38" y="49"/>
                    </a:cxn>
                    <a:cxn ang="0">
                      <a:pos x="46" y="39"/>
                    </a:cxn>
                    <a:cxn ang="0">
                      <a:pos x="44" y="32"/>
                    </a:cxn>
                    <a:cxn ang="0">
                      <a:pos x="43" y="26"/>
                    </a:cxn>
                    <a:cxn ang="0">
                      <a:pos x="57" y="9"/>
                    </a:cxn>
                    <a:cxn ang="0">
                      <a:pos x="62" y="5"/>
                    </a:cxn>
                    <a:cxn ang="0">
                      <a:pos x="71" y="0"/>
                    </a:cxn>
                    <a:cxn ang="0">
                      <a:pos x="114" y="6"/>
                    </a:cxn>
                    <a:cxn ang="0">
                      <a:pos x="154" y="3"/>
                    </a:cxn>
                    <a:cxn ang="0">
                      <a:pos x="168" y="0"/>
                    </a:cxn>
                    <a:cxn ang="0">
                      <a:pos x="200" y="3"/>
                    </a:cxn>
                    <a:cxn ang="0">
                      <a:pos x="225" y="11"/>
                    </a:cxn>
                    <a:cxn ang="0">
                      <a:pos x="222" y="25"/>
                    </a:cxn>
                    <a:cxn ang="0">
                      <a:pos x="218" y="33"/>
                    </a:cxn>
                    <a:cxn ang="0">
                      <a:pos x="206" y="49"/>
                    </a:cxn>
                    <a:cxn ang="0">
                      <a:pos x="208" y="90"/>
                    </a:cxn>
                    <a:cxn ang="0">
                      <a:pos x="220" y="114"/>
                    </a:cxn>
                    <a:cxn ang="0">
                      <a:pos x="221" y="117"/>
                    </a:cxn>
                    <a:cxn ang="0">
                      <a:pos x="225" y="140"/>
                    </a:cxn>
                    <a:cxn ang="0">
                      <a:pos x="218" y="181"/>
                    </a:cxn>
                    <a:cxn ang="0">
                      <a:pos x="203" y="197"/>
                    </a:cxn>
                  </a:cxnLst>
                  <a:rect l="0" t="0" r="r" b="b"/>
                  <a:pathLst>
                    <a:path w="226" h="221">
                      <a:moveTo>
                        <a:pt x="203" y="197"/>
                      </a:moveTo>
                      <a:lnTo>
                        <a:pt x="197" y="195"/>
                      </a:lnTo>
                      <a:lnTo>
                        <a:pt x="193" y="193"/>
                      </a:lnTo>
                      <a:lnTo>
                        <a:pt x="172" y="187"/>
                      </a:lnTo>
                      <a:lnTo>
                        <a:pt x="150" y="193"/>
                      </a:lnTo>
                      <a:lnTo>
                        <a:pt x="146" y="193"/>
                      </a:lnTo>
                      <a:lnTo>
                        <a:pt x="136" y="190"/>
                      </a:lnTo>
                      <a:lnTo>
                        <a:pt x="129" y="190"/>
                      </a:lnTo>
                      <a:lnTo>
                        <a:pt x="123" y="193"/>
                      </a:lnTo>
                      <a:lnTo>
                        <a:pt x="124" y="217"/>
                      </a:lnTo>
                      <a:lnTo>
                        <a:pt x="120" y="221"/>
                      </a:lnTo>
                      <a:lnTo>
                        <a:pt x="103" y="221"/>
                      </a:lnTo>
                      <a:lnTo>
                        <a:pt x="91" y="216"/>
                      </a:lnTo>
                      <a:lnTo>
                        <a:pt x="91" y="214"/>
                      </a:lnTo>
                      <a:lnTo>
                        <a:pt x="89" y="214"/>
                      </a:lnTo>
                      <a:lnTo>
                        <a:pt x="79" y="205"/>
                      </a:lnTo>
                      <a:lnTo>
                        <a:pt x="65" y="188"/>
                      </a:lnTo>
                      <a:lnTo>
                        <a:pt x="59" y="178"/>
                      </a:lnTo>
                      <a:lnTo>
                        <a:pt x="58" y="172"/>
                      </a:lnTo>
                      <a:lnTo>
                        <a:pt x="52" y="166"/>
                      </a:lnTo>
                      <a:lnTo>
                        <a:pt x="52" y="156"/>
                      </a:lnTo>
                      <a:lnTo>
                        <a:pt x="47" y="151"/>
                      </a:lnTo>
                      <a:lnTo>
                        <a:pt x="46" y="143"/>
                      </a:lnTo>
                      <a:lnTo>
                        <a:pt x="43" y="140"/>
                      </a:lnTo>
                      <a:lnTo>
                        <a:pt x="32" y="140"/>
                      </a:lnTo>
                      <a:lnTo>
                        <a:pt x="30" y="139"/>
                      </a:lnTo>
                      <a:lnTo>
                        <a:pt x="26" y="135"/>
                      </a:lnTo>
                      <a:lnTo>
                        <a:pt x="26" y="130"/>
                      </a:lnTo>
                      <a:lnTo>
                        <a:pt x="17" y="123"/>
                      </a:lnTo>
                      <a:lnTo>
                        <a:pt x="15" y="122"/>
                      </a:lnTo>
                      <a:lnTo>
                        <a:pt x="6" y="107"/>
                      </a:lnTo>
                      <a:lnTo>
                        <a:pt x="0" y="101"/>
                      </a:lnTo>
                      <a:lnTo>
                        <a:pt x="0" y="95"/>
                      </a:lnTo>
                      <a:lnTo>
                        <a:pt x="4" y="84"/>
                      </a:lnTo>
                      <a:lnTo>
                        <a:pt x="9" y="75"/>
                      </a:lnTo>
                      <a:lnTo>
                        <a:pt x="9" y="60"/>
                      </a:lnTo>
                      <a:lnTo>
                        <a:pt x="10" y="58"/>
                      </a:lnTo>
                      <a:lnTo>
                        <a:pt x="11" y="55"/>
                      </a:lnTo>
                      <a:lnTo>
                        <a:pt x="15" y="53"/>
                      </a:lnTo>
                      <a:lnTo>
                        <a:pt x="22" y="50"/>
                      </a:lnTo>
                      <a:lnTo>
                        <a:pt x="32" y="50"/>
                      </a:lnTo>
                      <a:lnTo>
                        <a:pt x="38" y="49"/>
                      </a:lnTo>
                      <a:lnTo>
                        <a:pt x="39" y="46"/>
                      </a:lnTo>
                      <a:lnTo>
                        <a:pt x="46" y="39"/>
                      </a:lnTo>
                      <a:lnTo>
                        <a:pt x="46" y="32"/>
                      </a:lnTo>
                      <a:lnTo>
                        <a:pt x="44" y="32"/>
                      </a:lnTo>
                      <a:lnTo>
                        <a:pt x="42" y="30"/>
                      </a:lnTo>
                      <a:lnTo>
                        <a:pt x="43" y="26"/>
                      </a:lnTo>
                      <a:lnTo>
                        <a:pt x="50" y="15"/>
                      </a:lnTo>
                      <a:lnTo>
                        <a:pt x="57" y="9"/>
                      </a:lnTo>
                      <a:lnTo>
                        <a:pt x="58" y="6"/>
                      </a:lnTo>
                      <a:lnTo>
                        <a:pt x="62" y="5"/>
                      </a:lnTo>
                      <a:lnTo>
                        <a:pt x="66" y="0"/>
                      </a:lnTo>
                      <a:lnTo>
                        <a:pt x="71" y="0"/>
                      </a:lnTo>
                      <a:lnTo>
                        <a:pt x="95" y="6"/>
                      </a:lnTo>
                      <a:lnTo>
                        <a:pt x="114" y="6"/>
                      </a:lnTo>
                      <a:lnTo>
                        <a:pt x="139" y="1"/>
                      </a:lnTo>
                      <a:lnTo>
                        <a:pt x="154" y="3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75" y="0"/>
                      </a:lnTo>
                      <a:lnTo>
                        <a:pt x="200" y="3"/>
                      </a:lnTo>
                      <a:lnTo>
                        <a:pt x="225" y="10"/>
                      </a:lnTo>
                      <a:lnTo>
                        <a:pt x="225" y="11"/>
                      </a:lnTo>
                      <a:lnTo>
                        <a:pt x="225" y="22"/>
                      </a:lnTo>
                      <a:lnTo>
                        <a:pt x="222" y="25"/>
                      </a:lnTo>
                      <a:lnTo>
                        <a:pt x="222" y="27"/>
                      </a:lnTo>
                      <a:lnTo>
                        <a:pt x="218" y="33"/>
                      </a:lnTo>
                      <a:lnTo>
                        <a:pt x="210" y="39"/>
                      </a:lnTo>
                      <a:lnTo>
                        <a:pt x="206" y="49"/>
                      </a:lnTo>
                      <a:lnTo>
                        <a:pt x="206" y="71"/>
                      </a:lnTo>
                      <a:lnTo>
                        <a:pt x="208" y="90"/>
                      </a:lnTo>
                      <a:lnTo>
                        <a:pt x="211" y="101"/>
                      </a:lnTo>
                      <a:lnTo>
                        <a:pt x="220" y="114"/>
                      </a:lnTo>
                      <a:lnTo>
                        <a:pt x="220" y="116"/>
                      </a:lnTo>
                      <a:lnTo>
                        <a:pt x="221" y="117"/>
                      </a:lnTo>
                      <a:lnTo>
                        <a:pt x="226" y="125"/>
                      </a:lnTo>
                      <a:lnTo>
                        <a:pt x="225" y="140"/>
                      </a:lnTo>
                      <a:lnTo>
                        <a:pt x="220" y="162"/>
                      </a:lnTo>
                      <a:lnTo>
                        <a:pt x="218" y="181"/>
                      </a:lnTo>
                      <a:lnTo>
                        <a:pt x="216" y="184"/>
                      </a:lnTo>
                      <a:lnTo>
                        <a:pt x="203" y="1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4" name="Freeform 264">
                  <a:extLst>
                    <a:ext uri="{FF2B5EF4-FFF2-40B4-BE49-F238E27FC236}">
                      <a16:creationId xmlns:a16="http://schemas.microsoft.com/office/drawing/2014/main" id="{9C0B1ABC-69C0-56BD-199F-793F42880AA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90" y="235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48" y="0"/>
                    </a:cxn>
                    <a:cxn ang="0">
                      <a:pos x="169" y="17"/>
                    </a:cxn>
                    <a:cxn ang="0">
                      <a:pos x="183" y="54"/>
                    </a:cxn>
                    <a:cxn ang="0">
                      <a:pos x="114" y="93"/>
                    </a:cxn>
                    <a:cxn ang="0">
                      <a:pos x="86" y="86"/>
                    </a:cxn>
                    <a:cxn ang="0">
                      <a:pos x="66" y="72"/>
                    </a:cxn>
                    <a:cxn ang="0">
                      <a:pos x="14" y="72"/>
                    </a:cxn>
                    <a:cxn ang="0">
                      <a:pos x="0" y="41"/>
                    </a:cxn>
                    <a:cxn ang="0">
                      <a:pos x="24" y="24"/>
                    </a:cxn>
                    <a:cxn ang="0">
                      <a:pos x="54" y="24"/>
                    </a:cxn>
                    <a:cxn ang="0">
                      <a:pos x="83" y="44"/>
                    </a:cxn>
                    <a:cxn ang="0">
                      <a:pos x="148" y="0"/>
                    </a:cxn>
                  </a:cxnLst>
                  <a:rect l="0" t="0" r="r" b="b"/>
                  <a:pathLst>
                    <a:path w="183" h="93">
                      <a:moveTo>
                        <a:pt x="148" y="0"/>
                      </a:moveTo>
                      <a:lnTo>
                        <a:pt x="169" y="17"/>
                      </a:lnTo>
                      <a:lnTo>
                        <a:pt x="183" y="54"/>
                      </a:lnTo>
                      <a:lnTo>
                        <a:pt x="114" y="93"/>
                      </a:lnTo>
                      <a:lnTo>
                        <a:pt x="86" y="86"/>
                      </a:lnTo>
                      <a:lnTo>
                        <a:pt x="66" y="72"/>
                      </a:lnTo>
                      <a:lnTo>
                        <a:pt x="14" y="72"/>
                      </a:lnTo>
                      <a:lnTo>
                        <a:pt x="0" y="41"/>
                      </a:lnTo>
                      <a:lnTo>
                        <a:pt x="24" y="24"/>
                      </a:lnTo>
                      <a:lnTo>
                        <a:pt x="54" y="24"/>
                      </a:lnTo>
                      <a:lnTo>
                        <a:pt x="83" y="4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5" name="Freeform 265">
                  <a:extLst>
                    <a:ext uri="{FF2B5EF4-FFF2-40B4-BE49-F238E27FC236}">
                      <a16:creationId xmlns:a16="http://schemas.microsoft.com/office/drawing/2014/main" id="{6FB85BB5-9BFB-A953-4E56-13A0BC1BB6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3" y="23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24" y="37"/>
                    </a:cxn>
                    <a:cxn ang="0">
                      <a:pos x="0" y="0"/>
                    </a:cxn>
                    <a:cxn ang="0">
                      <a:pos x="0" y="10"/>
                    </a:cxn>
                    <a:cxn ang="0">
                      <a:pos x="5" y="41"/>
                    </a:cxn>
                    <a:cxn ang="0">
                      <a:pos x="24" y="72"/>
                    </a:cxn>
                    <a:cxn ang="0">
                      <a:pos x="101" y="102"/>
                    </a:cxn>
                    <a:cxn ang="0">
                      <a:pos x="101" y="85"/>
                    </a:cxn>
                    <a:cxn ang="0">
                      <a:pos x="59" y="68"/>
                    </a:cxn>
                    <a:cxn ang="0">
                      <a:pos x="24" y="37"/>
                    </a:cxn>
                  </a:cxnLst>
                  <a:rect l="0" t="0" r="r" b="b"/>
                  <a:pathLst>
                    <a:path w="101" h="102">
                      <a:moveTo>
                        <a:pt x="24" y="37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5" y="41"/>
                      </a:lnTo>
                      <a:lnTo>
                        <a:pt x="24" y="72"/>
                      </a:lnTo>
                      <a:lnTo>
                        <a:pt x="101" y="102"/>
                      </a:lnTo>
                      <a:lnTo>
                        <a:pt x="101" y="85"/>
                      </a:lnTo>
                      <a:lnTo>
                        <a:pt x="59" y="68"/>
                      </a:lnTo>
                      <a:lnTo>
                        <a:pt x="24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36" name="Freeform 266">
                  <a:extLst>
                    <a:ext uri="{FF2B5EF4-FFF2-40B4-BE49-F238E27FC236}">
                      <a16:creationId xmlns:a16="http://schemas.microsoft.com/office/drawing/2014/main" id="{280AFC2C-5B94-8503-F9EC-31053499204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8" y="235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0" y="17"/>
                    </a:cxn>
                    <a:cxn ang="0">
                      <a:pos x="0" y="0"/>
                    </a:cxn>
                    <a:cxn ang="0">
                      <a:pos x="13" y="26"/>
                    </a:cxn>
                    <a:cxn ang="0">
                      <a:pos x="38" y="51"/>
                    </a:cxn>
                    <a:cxn ang="0">
                      <a:pos x="52" y="82"/>
                    </a:cxn>
                    <a:cxn ang="0">
                      <a:pos x="62" y="85"/>
                    </a:cxn>
                    <a:cxn ang="0">
                      <a:pos x="69" y="38"/>
                    </a:cxn>
                    <a:cxn ang="0">
                      <a:pos x="52" y="23"/>
                    </a:cxn>
                    <a:cxn ang="0">
                      <a:pos x="20" y="17"/>
                    </a:cxn>
                  </a:cxnLst>
                  <a:rect l="0" t="0" r="r" b="b"/>
                  <a:pathLst>
                    <a:path w="69" h="85">
                      <a:moveTo>
                        <a:pt x="20" y="17"/>
                      </a:moveTo>
                      <a:lnTo>
                        <a:pt x="0" y="0"/>
                      </a:lnTo>
                      <a:lnTo>
                        <a:pt x="13" y="26"/>
                      </a:lnTo>
                      <a:lnTo>
                        <a:pt x="38" y="51"/>
                      </a:lnTo>
                      <a:lnTo>
                        <a:pt x="52" y="82"/>
                      </a:lnTo>
                      <a:lnTo>
                        <a:pt x="62" y="85"/>
                      </a:lnTo>
                      <a:lnTo>
                        <a:pt x="69" y="38"/>
                      </a:lnTo>
                      <a:lnTo>
                        <a:pt x="52" y="23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65" name="Freeform 267">
                <a:extLst>
                  <a:ext uri="{FF2B5EF4-FFF2-40B4-BE49-F238E27FC236}">
                    <a16:creationId xmlns:a16="http://schemas.microsoft.com/office/drawing/2014/main" id="{00B43B3F-FB33-9D26-99EA-AD36695EC91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93" y="2534"/>
                <a:ext cx="55" cy="55"/>
              </a:xfrm>
              <a:custGeom>
                <a:avLst/>
                <a:gdLst/>
                <a:ahLst/>
                <a:cxnLst>
                  <a:cxn ang="0">
                    <a:pos x="223" y="0"/>
                  </a:cxn>
                  <a:cxn ang="0">
                    <a:pos x="206" y="11"/>
                  </a:cxn>
                  <a:cxn ang="0">
                    <a:pos x="187" y="16"/>
                  </a:cxn>
                  <a:cxn ang="0">
                    <a:pos x="163" y="21"/>
                  </a:cxn>
                  <a:cxn ang="0">
                    <a:pos x="156" y="14"/>
                  </a:cxn>
                  <a:cxn ang="0">
                    <a:pos x="149" y="16"/>
                  </a:cxn>
                  <a:cxn ang="0">
                    <a:pos x="143" y="18"/>
                  </a:cxn>
                  <a:cxn ang="0">
                    <a:pos x="136" y="38"/>
                  </a:cxn>
                  <a:cxn ang="0">
                    <a:pos x="123" y="43"/>
                  </a:cxn>
                  <a:cxn ang="0">
                    <a:pos x="117" y="50"/>
                  </a:cxn>
                  <a:cxn ang="0">
                    <a:pos x="110" y="58"/>
                  </a:cxn>
                  <a:cxn ang="0">
                    <a:pos x="101" y="61"/>
                  </a:cxn>
                  <a:cxn ang="0">
                    <a:pos x="93" y="63"/>
                  </a:cxn>
                  <a:cxn ang="0">
                    <a:pos x="78" y="54"/>
                  </a:cxn>
                  <a:cxn ang="0">
                    <a:pos x="68" y="72"/>
                  </a:cxn>
                  <a:cxn ang="0">
                    <a:pos x="46" y="72"/>
                  </a:cxn>
                  <a:cxn ang="0">
                    <a:pos x="43" y="95"/>
                  </a:cxn>
                  <a:cxn ang="0">
                    <a:pos x="35" y="101"/>
                  </a:cxn>
                  <a:cxn ang="0">
                    <a:pos x="29" y="111"/>
                  </a:cxn>
                  <a:cxn ang="0">
                    <a:pos x="2" y="112"/>
                  </a:cxn>
                  <a:cxn ang="0">
                    <a:pos x="2" y="120"/>
                  </a:cxn>
                  <a:cxn ang="0">
                    <a:pos x="20" y="141"/>
                  </a:cxn>
                  <a:cxn ang="0">
                    <a:pos x="57" y="181"/>
                  </a:cxn>
                  <a:cxn ang="0">
                    <a:pos x="70" y="194"/>
                  </a:cxn>
                  <a:cxn ang="0">
                    <a:pos x="95" y="211"/>
                  </a:cxn>
                  <a:cxn ang="0">
                    <a:pos x="98" y="221"/>
                  </a:cxn>
                  <a:cxn ang="0">
                    <a:pos x="105" y="215"/>
                  </a:cxn>
                  <a:cxn ang="0">
                    <a:pos x="120" y="220"/>
                  </a:cxn>
                  <a:cxn ang="0">
                    <a:pos x="152" y="226"/>
                  </a:cxn>
                  <a:cxn ang="0">
                    <a:pos x="165" y="224"/>
                  </a:cxn>
                  <a:cxn ang="0">
                    <a:pos x="182" y="235"/>
                  </a:cxn>
                  <a:cxn ang="0">
                    <a:pos x="197" y="236"/>
                  </a:cxn>
                  <a:cxn ang="0">
                    <a:pos x="214" y="231"/>
                  </a:cxn>
                  <a:cxn ang="0">
                    <a:pos x="212" y="224"/>
                  </a:cxn>
                  <a:cxn ang="0">
                    <a:pos x="204" y="200"/>
                  </a:cxn>
                  <a:cxn ang="0">
                    <a:pos x="212" y="181"/>
                  </a:cxn>
                  <a:cxn ang="0">
                    <a:pos x="219" y="117"/>
                  </a:cxn>
                  <a:cxn ang="0">
                    <a:pos x="231" y="43"/>
                  </a:cxn>
                  <a:cxn ang="0">
                    <a:pos x="234" y="0"/>
                  </a:cxn>
                </a:cxnLst>
                <a:rect l="0" t="0" r="r" b="b"/>
                <a:pathLst>
                  <a:path w="234" h="236">
                    <a:moveTo>
                      <a:pt x="234" y="0"/>
                    </a:moveTo>
                    <a:lnTo>
                      <a:pt x="223" y="0"/>
                    </a:lnTo>
                    <a:lnTo>
                      <a:pt x="209" y="6"/>
                    </a:lnTo>
                    <a:lnTo>
                      <a:pt x="206" y="11"/>
                    </a:lnTo>
                    <a:lnTo>
                      <a:pt x="197" y="16"/>
                    </a:lnTo>
                    <a:lnTo>
                      <a:pt x="187" y="16"/>
                    </a:lnTo>
                    <a:lnTo>
                      <a:pt x="180" y="21"/>
                    </a:lnTo>
                    <a:lnTo>
                      <a:pt x="163" y="21"/>
                    </a:lnTo>
                    <a:lnTo>
                      <a:pt x="160" y="18"/>
                    </a:lnTo>
                    <a:lnTo>
                      <a:pt x="156" y="14"/>
                    </a:lnTo>
                    <a:lnTo>
                      <a:pt x="150" y="12"/>
                    </a:lnTo>
                    <a:lnTo>
                      <a:pt x="149" y="16"/>
                    </a:lnTo>
                    <a:lnTo>
                      <a:pt x="147" y="17"/>
                    </a:lnTo>
                    <a:lnTo>
                      <a:pt x="143" y="18"/>
                    </a:lnTo>
                    <a:lnTo>
                      <a:pt x="139" y="25"/>
                    </a:lnTo>
                    <a:lnTo>
                      <a:pt x="136" y="38"/>
                    </a:lnTo>
                    <a:lnTo>
                      <a:pt x="133" y="41"/>
                    </a:lnTo>
                    <a:lnTo>
                      <a:pt x="123" y="43"/>
                    </a:lnTo>
                    <a:lnTo>
                      <a:pt x="118" y="48"/>
                    </a:lnTo>
                    <a:lnTo>
                      <a:pt x="117" y="50"/>
                    </a:lnTo>
                    <a:lnTo>
                      <a:pt x="113" y="52"/>
                    </a:lnTo>
                    <a:lnTo>
                      <a:pt x="110" y="58"/>
                    </a:lnTo>
                    <a:lnTo>
                      <a:pt x="101" y="59"/>
                    </a:lnTo>
                    <a:lnTo>
                      <a:pt x="101" y="61"/>
                    </a:lnTo>
                    <a:lnTo>
                      <a:pt x="99" y="63"/>
                    </a:lnTo>
                    <a:lnTo>
                      <a:pt x="93" y="63"/>
                    </a:lnTo>
                    <a:lnTo>
                      <a:pt x="85" y="57"/>
                    </a:lnTo>
                    <a:lnTo>
                      <a:pt x="78" y="54"/>
                    </a:lnTo>
                    <a:lnTo>
                      <a:pt x="72" y="64"/>
                    </a:lnTo>
                    <a:lnTo>
                      <a:pt x="68" y="72"/>
                    </a:lnTo>
                    <a:lnTo>
                      <a:pt x="51" y="74"/>
                    </a:lnTo>
                    <a:lnTo>
                      <a:pt x="46" y="72"/>
                    </a:lnTo>
                    <a:lnTo>
                      <a:pt x="43" y="80"/>
                    </a:lnTo>
                    <a:lnTo>
                      <a:pt x="43" y="95"/>
                    </a:lnTo>
                    <a:lnTo>
                      <a:pt x="41" y="96"/>
                    </a:lnTo>
                    <a:lnTo>
                      <a:pt x="35" y="101"/>
                    </a:lnTo>
                    <a:lnTo>
                      <a:pt x="32" y="108"/>
                    </a:lnTo>
                    <a:lnTo>
                      <a:pt x="29" y="111"/>
                    </a:lnTo>
                    <a:lnTo>
                      <a:pt x="12" y="112"/>
                    </a:lnTo>
                    <a:lnTo>
                      <a:pt x="2" y="112"/>
                    </a:lnTo>
                    <a:lnTo>
                      <a:pt x="0" y="118"/>
                    </a:lnTo>
                    <a:lnTo>
                      <a:pt x="2" y="120"/>
                    </a:lnTo>
                    <a:lnTo>
                      <a:pt x="16" y="136"/>
                    </a:lnTo>
                    <a:lnTo>
                      <a:pt x="20" y="141"/>
                    </a:lnTo>
                    <a:lnTo>
                      <a:pt x="42" y="162"/>
                    </a:lnTo>
                    <a:lnTo>
                      <a:pt x="57" y="181"/>
                    </a:lnTo>
                    <a:lnTo>
                      <a:pt x="66" y="189"/>
                    </a:lnTo>
                    <a:lnTo>
                      <a:pt x="70" y="194"/>
                    </a:lnTo>
                    <a:lnTo>
                      <a:pt x="77" y="197"/>
                    </a:lnTo>
                    <a:lnTo>
                      <a:pt x="95" y="211"/>
                    </a:lnTo>
                    <a:lnTo>
                      <a:pt x="98" y="217"/>
                    </a:lnTo>
                    <a:lnTo>
                      <a:pt x="98" y="221"/>
                    </a:lnTo>
                    <a:lnTo>
                      <a:pt x="99" y="221"/>
                    </a:lnTo>
                    <a:lnTo>
                      <a:pt x="105" y="215"/>
                    </a:lnTo>
                    <a:lnTo>
                      <a:pt x="110" y="215"/>
                    </a:lnTo>
                    <a:lnTo>
                      <a:pt x="120" y="220"/>
                    </a:lnTo>
                    <a:lnTo>
                      <a:pt x="143" y="226"/>
                    </a:lnTo>
                    <a:lnTo>
                      <a:pt x="152" y="226"/>
                    </a:lnTo>
                    <a:lnTo>
                      <a:pt x="160" y="224"/>
                    </a:lnTo>
                    <a:lnTo>
                      <a:pt x="165" y="224"/>
                    </a:lnTo>
                    <a:lnTo>
                      <a:pt x="174" y="227"/>
                    </a:lnTo>
                    <a:lnTo>
                      <a:pt x="182" y="235"/>
                    </a:lnTo>
                    <a:lnTo>
                      <a:pt x="187" y="236"/>
                    </a:lnTo>
                    <a:lnTo>
                      <a:pt x="197" y="236"/>
                    </a:lnTo>
                    <a:lnTo>
                      <a:pt x="209" y="233"/>
                    </a:lnTo>
                    <a:lnTo>
                      <a:pt x="214" y="231"/>
                    </a:lnTo>
                    <a:lnTo>
                      <a:pt x="214" y="230"/>
                    </a:lnTo>
                    <a:lnTo>
                      <a:pt x="212" y="224"/>
                    </a:lnTo>
                    <a:lnTo>
                      <a:pt x="204" y="211"/>
                    </a:lnTo>
                    <a:lnTo>
                      <a:pt x="204" y="200"/>
                    </a:lnTo>
                    <a:lnTo>
                      <a:pt x="209" y="190"/>
                    </a:lnTo>
                    <a:lnTo>
                      <a:pt x="212" y="181"/>
                    </a:lnTo>
                    <a:lnTo>
                      <a:pt x="213" y="156"/>
                    </a:lnTo>
                    <a:lnTo>
                      <a:pt x="219" y="117"/>
                    </a:lnTo>
                    <a:lnTo>
                      <a:pt x="219" y="82"/>
                    </a:lnTo>
                    <a:lnTo>
                      <a:pt x="231" y="43"/>
                    </a:lnTo>
                    <a:lnTo>
                      <a:pt x="234" y="23"/>
                    </a:lnTo>
                    <a:lnTo>
                      <a:pt x="23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6" name="Freeform 268">
                <a:extLst>
                  <a:ext uri="{FF2B5EF4-FFF2-40B4-BE49-F238E27FC236}">
                    <a16:creationId xmlns:a16="http://schemas.microsoft.com/office/drawing/2014/main" id="{53D09DBD-3591-6FF3-0941-7551F6CFF8D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2" y="2604"/>
                <a:ext cx="75" cy="32"/>
              </a:xfrm>
              <a:custGeom>
                <a:avLst/>
                <a:gdLst/>
                <a:ahLst/>
                <a:cxnLst>
                  <a:cxn ang="0">
                    <a:pos x="19" y="1"/>
                  </a:cxn>
                  <a:cxn ang="0">
                    <a:pos x="6" y="9"/>
                  </a:cxn>
                  <a:cxn ang="0">
                    <a:pos x="16" y="32"/>
                  </a:cxn>
                  <a:cxn ang="0">
                    <a:pos x="10" y="44"/>
                  </a:cxn>
                  <a:cxn ang="0">
                    <a:pos x="1" y="71"/>
                  </a:cxn>
                  <a:cxn ang="0">
                    <a:pos x="7" y="82"/>
                  </a:cxn>
                  <a:cxn ang="0">
                    <a:pos x="22" y="72"/>
                  </a:cxn>
                  <a:cxn ang="0">
                    <a:pos x="58" y="80"/>
                  </a:cxn>
                  <a:cxn ang="0">
                    <a:pos x="75" y="87"/>
                  </a:cxn>
                  <a:cxn ang="0">
                    <a:pos x="92" y="112"/>
                  </a:cxn>
                  <a:cxn ang="0">
                    <a:pos x="109" y="103"/>
                  </a:cxn>
                  <a:cxn ang="0">
                    <a:pos x="117" y="131"/>
                  </a:cxn>
                  <a:cxn ang="0">
                    <a:pos x="135" y="134"/>
                  </a:cxn>
                  <a:cxn ang="0">
                    <a:pos x="157" y="110"/>
                  </a:cxn>
                  <a:cxn ang="0">
                    <a:pos x="139" y="95"/>
                  </a:cxn>
                  <a:cxn ang="0">
                    <a:pos x="140" y="81"/>
                  </a:cxn>
                  <a:cxn ang="0">
                    <a:pos x="160" y="72"/>
                  </a:cxn>
                  <a:cxn ang="0">
                    <a:pos x="187" y="43"/>
                  </a:cxn>
                  <a:cxn ang="0">
                    <a:pos x="201" y="34"/>
                  </a:cxn>
                  <a:cxn ang="0">
                    <a:pos x="222" y="45"/>
                  </a:cxn>
                  <a:cxn ang="0">
                    <a:pos x="260" y="63"/>
                  </a:cxn>
                  <a:cxn ang="0">
                    <a:pos x="273" y="71"/>
                  </a:cxn>
                  <a:cxn ang="0">
                    <a:pos x="258" y="85"/>
                  </a:cxn>
                  <a:cxn ang="0">
                    <a:pos x="261" y="110"/>
                  </a:cxn>
                  <a:cxn ang="0">
                    <a:pos x="281" y="128"/>
                  </a:cxn>
                  <a:cxn ang="0">
                    <a:pos x="290" y="109"/>
                  </a:cxn>
                  <a:cxn ang="0">
                    <a:pos x="302" y="109"/>
                  </a:cxn>
                  <a:cxn ang="0">
                    <a:pos x="318" y="87"/>
                  </a:cxn>
                  <a:cxn ang="0">
                    <a:pos x="313" y="77"/>
                  </a:cxn>
                  <a:cxn ang="0">
                    <a:pos x="304" y="66"/>
                  </a:cxn>
                  <a:cxn ang="0">
                    <a:pos x="297" y="48"/>
                  </a:cxn>
                  <a:cxn ang="0">
                    <a:pos x="266" y="18"/>
                  </a:cxn>
                  <a:cxn ang="0">
                    <a:pos x="231" y="11"/>
                  </a:cxn>
                  <a:cxn ang="0">
                    <a:pos x="189" y="1"/>
                  </a:cxn>
                  <a:cxn ang="0">
                    <a:pos x="176" y="11"/>
                  </a:cxn>
                  <a:cxn ang="0">
                    <a:pos x="164" y="31"/>
                  </a:cxn>
                  <a:cxn ang="0">
                    <a:pos x="156" y="20"/>
                  </a:cxn>
                  <a:cxn ang="0">
                    <a:pos x="118" y="36"/>
                  </a:cxn>
                  <a:cxn ang="0">
                    <a:pos x="101" y="44"/>
                  </a:cxn>
                  <a:cxn ang="0">
                    <a:pos x="71" y="34"/>
                  </a:cxn>
                  <a:cxn ang="0">
                    <a:pos x="45" y="23"/>
                  </a:cxn>
                  <a:cxn ang="0">
                    <a:pos x="35" y="7"/>
                  </a:cxn>
                </a:cxnLst>
                <a:rect l="0" t="0" r="r" b="b"/>
                <a:pathLst>
                  <a:path w="318" h="135">
                    <a:moveTo>
                      <a:pt x="23" y="0"/>
                    </a:moveTo>
                    <a:lnTo>
                      <a:pt x="22" y="1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9"/>
                    </a:lnTo>
                    <a:lnTo>
                      <a:pt x="5" y="23"/>
                    </a:lnTo>
                    <a:lnTo>
                      <a:pt x="12" y="28"/>
                    </a:lnTo>
                    <a:lnTo>
                      <a:pt x="16" y="32"/>
                    </a:lnTo>
                    <a:lnTo>
                      <a:pt x="15" y="37"/>
                    </a:lnTo>
                    <a:lnTo>
                      <a:pt x="11" y="40"/>
                    </a:lnTo>
                    <a:lnTo>
                      <a:pt x="10" y="44"/>
                    </a:lnTo>
                    <a:lnTo>
                      <a:pt x="10" y="56"/>
                    </a:lnTo>
                    <a:lnTo>
                      <a:pt x="8" y="61"/>
                    </a:lnTo>
                    <a:lnTo>
                      <a:pt x="1" y="71"/>
                    </a:lnTo>
                    <a:lnTo>
                      <a:pt x="0" y="71"/>
                    </a:lnTo>
                    <a:lnTo>
                      <a:pt x="6" y="82"/>
                    </a:lnTo>
                    <a:lnTo>
                      <a:pt x="7" y="82"/>
                    </a:lnTo>
                    <a:lnTo>
                      <a:pt x="10" y="75"/>
                    </a:lnTo>
                    <a:lnTo>
                      <a:pt x="12" y="72"/>
                    </a:lnTo>
                    <a:lnTo>
                      <a:pt x="22" y="72"/>
                    </a:lnTo>
                    <a:lnTo>
                      <a:pt x="40" y="75"/>
                    </a:lnTo>
                    <a:lnTo>
                      <a:pt x="48" y="76"/>
                    </a:lnTo>
                    <a:lnTo>
                      <a:pt x="58" y="80"/>
                    </a:lnTo>
                    <a:lnTo>
                      <a:pt x="67" y="81"/>
                    </a:lnTo>
                    <a:lnTo>
                      <a:pt x="70" y="82"/>
                    </a:lnTo>
                    <a:lnTo>
                      <a:pt x="75" y="87"/>
                    </a:lnTo>
                    <a:lnTo>
                      <a:pt x="78" y="96"/>
                    </a:lnTo>
                    <a:lnTo>
                      <a:pt x="85" y="103"/>
                    </a:lnTo>
                    <a:lnTo>
                      <a:pt x="92" y="112"/>
                    </a:lnTo>
                    <a:lnTo>
                      <a:pt x="98" y="112"/>
                    </a:lnTo>
                    <a:lnTo>
                      <a:pt x="103" y="106"/>
                    </a:lnTo>
                    <a:lnTo>
                      <a:pt x="109" y="103"/>
                    </a:lnTo>
                    <a:lnTo>
                      <a:pt x="113" y="112"/>
                    </a:lnTo>
                    <a:lnTo>
                      <a:pt x="113" y="122"/>
                    </a:lnTo>
                    <a:lnTo>
                      <a:pt x="117" y="131"/>
                    </a:lnTo>
                    <a:lnTo>
                      <a:pt x="118" y="134"/>
                    </a:lnTo>
                    <a:lnTo>
                      <a:pt x="130" y="135"/>
                    </a:lnTo>
                    <a:lnTo>
                      <a:pt x="135" y="134"/>
                    </a:lnTo>
                    <a:lnTo>
                      <a:pt x="152" y="124"/>
                    </a:lnTo>
                    <a:lnTo>
                      <a:pt x="160" y="117"/>
                    </a:lnTo>
                    <a:lnTo>
                      <a:pt x="157" y="110"/>
                    </a:lnTo>
                    <a:lnTo>
                      <a:pt x="152" y="107"/>
                    </a:lnTo>
                    <a:lnTo>
                      <a:pt x="148" y="102"/>
                    </a:lnTo>
                    <a:lnTo>
                      <a:pt x="139" y="95"/>
                    </a:lnTo>
                    <a:lnTo>
                      <a:pt x="137" y="91"/>
                    </a:lnTo>
                    <a:lnTo>
                      <a:pt x="137" y="87"/>
                    </a:lnTo>
                    <a:lnTo>
                      <a:pt x="140" y="81"/>
                    </a:lnTo>
                    <a:lnTo>
                      <a:pt x="148" y="75"/>
                    </a:lnTo>
                    <a:lnTo>
                      <a:pt x="156" y="72"/>
                    </a:lnTo>
                    <a:lnTo>
                      <a:pt x="160" y="72"/>
                    </a:lnTo>
                    <a:lnTo>
                      <a:pt x="168" y="68"/>
                    </a:lnTo>
                    <a:lnTo>
                      <a:pt x="177" y="58"/>
                    </a:lnTo>
                    <a:lnTo>
                      <a:pt x="187" y="43"/>
                    </a:lnTo>
                    <a:lnTo>
                      <a:pt x="189" y="39"/>
                    </a:lnTo>
                    <a:lnTo>
                      <a:pt x="190" y="38"/>
                    </a:lnTo>
                    <a:lnTo>
                      <a:pt x="201" y="34"/>
                    </a:lnTo>
                    <a:lnTo>
                      <a:pt x="205" y="34"/>
                    </a:lnTo>
                    <a:lnTo>
                      <a:pt x="209" y="36"/>
                    </a:lnTo>
                    <a:lnTo>
                      <a:pt x="222" y="45"/>
                    </a:lnTo>
                    <a:lnTo>
                      <a:pt x="241" y="54"/>
                    </a:lnTo>
                    <a:lnTo>
                      <a:pt x="252" y="66"/>
                    </a:lnTo>
                    <a:lnTo>
                      <a:pt x="260" y="63"/>
                    </a:lnTo>
                    <a:lnTo>
                      <a:pt x="266" y="63"/>
                    </a:lnTo>
                    <a:lnTo>
                      <a:pt x="273" y="68"/>
                    </a:lnTo>
                    <a:lnTo>
                      <a:pt x="273" y="71"/>
                    </a:lnTo>
                    <a:lnTo>
                      <a:pt x="269" y="71"/>
                    </a:lnTo>
                    <a:lnTo>
                      <a:pt x="259" y="80"/>
                    </a:lnTo>
                    <a:lnTo>
                      <a:pt x="258" y="85"/>
                    </a:lnTo>
                    <a:lnTo>
                      <a:pt x="257" y="93"/>
                    </a:lnTo>
                    <a:lnTo>
                      <a:pt x="258" y="104"/>
                    </a:lnTo>
                    <a:lnTo>
                      <a:pt x="261" y="110"/>
                    </a:lnTo>
                    <a:lnTo>
                      <a:pt x="273" y="123"/>
                    </a:lnTo>
                    <a:lnTo>
                      <a:pt x="280" y="128"/>
                    </a:lnTo>
                    <a:lnTo>
                      <a:pt x="281" y="128"/>
                    </a:lnTo>
                    <a:lnTo>
                      <a:pt x="281" y="123"/>
                    </a:lnTo>
                    <a:lnTo>
                      <a:pt x="290" y="117"/>
                    </a:lnTo>
                    <a:lnTo>
                      <a:pt x="290" y="109"/>
                    </a:lnTo>
                    <a:lnTo>
                      <a:pt x="293" y="108"/>
                    </a:lnTo>
                    <a:lnTo>
                      <a:pt x="298" y="112"/>
                    </a:lnTo>
                    <a:lnTo>
                      <a:pt x="302" y="109"/>
                    </a:lnTo>
                    <a:lnTo>
                      <a:pt x="312" y="96"/>
                    </a:lnTo>
                    <a:lnTo>
                      <a:pt x="318" y="91"/>
                    </a:lnTo>
                    <a:lnTo>
                      <a:pt x="318" y="87"/>
                    </a:lnTo>
                    <a:lnTo>
                      <a:pt x="314" y="85"/>
                    </a:lnTo>
                    <a:lnTo>
                      <a:pt x="313" y="83"/>
                    </a:lnTo>
                    <a:lnTo>
                      <a:pt x="313" y="77"/>
                    </a:lnTo>
                    <a:lnTo>
                      <a:pt x="309" y="71"/>
                    </a:lnTo>
                    <a:lnTo>
                      <a:pt x="304" y="68"/>
                    </a:lnTo>
                    <a:lnTo>
                      <a:pt x="304" y="66"/>
                    </a:lnTo>
                    <a:lnTo>
                      <a:pt x="306" y="58"/>
                    </a:lnTo>
                    <a:lnTo>
                      <a:pt x="307" y="54"/>
                    </a:lnTo>
                    <a:lnTo>
                      <a:pt x="297" y="48"/>
                    </a:lnTo>
                    <a:lnTo>
                      <a:pt x="287" y="37"/>
                    </a:lnTo>
                    <a:lnTo>
                      <a:pt x="284" y="33"/>
                    </a:lnTo>
                    <a:lnTo>
                      <a:pt x="266" y="18"/>
                    </a:lnTo>
                    <a:lnTo>
                      <a:pt x="257" y="15"/>
                    </a:lnTo>
                    <a:lnTo>
                      <a:pt x="244" y="11"/>
                    </a:lnTo>
                    <a:lnTo>
                      <a:pt x="231" y="11"/>
                    </a:lnTo>
                    <a:lnTo>
                      <a:pt x="218" y="7"/>
                    </a:lnTo>
                    <a:lnTo>
                      <a:pt x="209" y="1"/>
                    </a:lnTo>
                    <a:lnTo>
                      <a:pt x="189" y="1"/>
                    </a:lnTo>
                    <a:lnTo>
                      <a:pt x="184" y="2"/>
                    </a:lnTo>
                    <a:lnTo>
                      <a:pt x="182" y="4"/>
                    </a:lnTo>
                    <a:lnTo>
                      <a:pt x="176" y="11"/>
                    </a:lnTo>
                    <a:lnTo>
                      <a:pt x="174" y="27"/>
                    </a:lnTo>
                    <a:lnTo>
                      <a:pt x="167" y="31"/>
                    </a:lnTo>
                    <a:lnTo>
                      <a:pt x="164" y="31"/>
                    </a:lnTo>
                    <a:lnTo>
                      <a:pt x="164" y="21"/>
                    </a:lnTo>
                    <a:lnTo>
                      <a:pt x="160" y="20"/>
                    </a:lnTo>
                    <a:lnTo>
                      <a:pt x="156" y="20"/>
                    </a:lnTo>
                    <a:lnTo>
                      <a:pt x="137" y="31"/>
                    </a:lnTo>
                    <a:lnTo>
                      <a:pt x="121" y="33"/>
                    </a:lnTo>
                    <a:lnTo>
                      <a:pt x="118" y="36"/>
                    </a:lnTo>
                    <a:lnTo>
                      <a:pt x="110" y="43"/>
                    </a:lnTo>
                    <a:lnTo>
                      <a:pt x="105" y="44"/>
                    </a:lnTo>
                    <a:lnTo>
                      <a:pt x="101" y="44"/>
                    </a:lnTo>
                    <a:lnTo>
                      <a:pt x="92" y="43"/>
                    </a:lnTo>
                    <a:lnTo>
                      <a:pt x="75" y="36"/>
                    </a:lnTo>
                    <a:lnTo>
                      <a:pt x="71" y="34"/>
                    </a:lnTo>
                    <a:lnTo>
                      <a:pt x="48" y="34"/>
                    </a:lnTo>
                    <a:lnTo>
                      <a:pt x="45" y="28"/>
                    </a:lnTo>
                    <a:lnTo>
                      <a:pt x="45" y="23"/>
                    </a:lnTo>
                    <a:lnTo>
                      <a:pt x="39" y="20"/>
                    </a:lnTo>
                    <a:lnTo>
                      <a:pt x="37" y="9"/>
                    </a:lnTo>
                    <a:lnTo>
                      <a:pt x="35" y="7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7" name="Freeform 269">
                <a:extLst>
                  <a:ext uri="{FF2B5EF4-FFF2-40B4-BE49-F238E27FC236}">
                    <a16:creationId xmlns:a16="http://schemas.microsoft.com/office/drawing/2014/main" id="{F73A644A-EAF3-3ECA-F6BA-6185591AE17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33" y="2496"/>
                <a:ext cx="50" cy="55"/>
              </a:xfrm>
              <a:custGeom>
                <a:avLst/>
                <a:gdLst/>
                <a:ahLst/>
                <a:cxnLst>
                  <a:cxn ang="0">
                    <a:pos x="71" y="1"/>
                  </a:cxn>
                  <a:cxn ang="0">
                    <a:pos x="39" y="28"/>
                  </a:cxn>
                  <a:cxn ang="0">
                    <a:pos x="63" y="52"/>
                  </a:cxn>
                  <a:cxn ang="0">
                    <a:pos x="82" y="71"/>
                  </a:cxn>
                  <a:cxn ang="0">
                    <a:pos x="95" y="84"/>
                  </a:cxn>
                  <a:cxn ang="0">
                    <a:pos x="93" y="100"/>
                  </a:cxn>
                  <a:cxn ang="0">
                    <a:pos x="69" y="99"/>
                  </a:cxn>
                  <a:cxn ang="0">
                    <a:pos x="16" y="138"/>
                  </a:cxn>
                  <a:cxn ang="0">
                    <a:pos x="9" y="152"/>
                  </a:cxn>
                  <a:cxn ang="0">
                    <a:pos x="5" y="158"/>
                  </a:cxn>
                  <a:cxn ang="0">
                    <a:pos x="6" y="168"/>
                  </a:cxn>
                  <a:cxn ang="0">
                    <a:pos x="2" y="186"/>
                  </a:cxn>
                  <a:cxn ang="0">
                    <a:pos x="2" y="191"/>
                  </a:cxn>
                  <a:cxn ang="0">
                    <a:pos x="9" y="196"/>
                  </a:cxn>
                  <a:cxn ang="0">
                    <a:pos x="17" y="204"/>
                  </a:cxn>
                  <a:cxn ang="0">
                    <a:pos x="37" y="217"/>
                  </a:cxn>
                  <a:cxn ang="0">
                    <a:pos x="55" y="226"/>
                  </a:cxn>
                  <a:cxn ang="0">
                    <a:pos x="86" y="227"/>
                  </a:cxn>
                  <a:cxn ang="0">
                    <a:pos x="112" y="232"/>
                  </a:cxn>
                  <a:cxn ang="0">
                    <a:pos x="119" y="232"/>
                  </a:cxn>
                  <a:cxn ang="0">
                    <a:pos x="134" y="220"/>
                  </a:cxn>
                  <a:cxn ang="0">
                    <a:pos x="145" y="211"/>
                  </a:cxn>
                  <a:cxn ang="0">
                    <a:pos x="149" y="199"/>
                  </a:cxn>
                  <a:cxn ang="0">
                    <a:pos x="155" y="194"/>
                  </a:cxn>
                  <a:cxn ang="0">
                    <a:pos x="165" y="184"/>
                  </a:cxn>
                  <a:cxn ang="0">
                    <a:pos x="163" y="175"/>
                  </a:cxn>
                  <a:cxn ang="0">
                    <a:pos x="162" y="169"/>
                  </a:cxn>
                  <a:cxn ang="0">
                    <a:pos x="172" y="159"/>
                  </a:cxn>
                  <a:cxn ang="0">
                    <a:pos x="177" y="157"/>
                  </a:cxn>
                  <a:cxn ang="0">
                    <a:pos x="208" y="134"/>
                  </a:cxn>
                  <a:cxn ang="0">
                    <a:pos x="212" y="124"/>
                  </a:cxn>
                  <a:cxn ang="0">
                    <a:pos x="211" y="121"/>
                  </a:cxn>
                  <a:cxn ang="0">
                    <a:pos x="209" y="118"/>
                  </a:cxn>
                  <a:cxn ang="0">
                    <a:pos x="195" y="121"/>
                  </a:cxn>
                  <a:cxn ang="0">
                    <a:pos x="187" y="116"/>
                  </a:cxn>
                  <a:cxn ang="0">
                    <a:pos x="184" y="111"/>
                  </a:cxn>
                  <a:cxn ang="0">
                    <a:pos x="163" y="108"/>
                  </a:cxn>
                  <a:cxn ang="0">
                    <a:pos x="166" y="72"/>
                  </a:cxn>
                </a:cxnLst>
                <a:rect l="0" t="0" r="r" b="b"/>
                <a:pathLst>
                  <a:path w="212" h="235">
                    <a:moveTo>
                      <a:pt x="166" y="0"/>
                    </a:moveTo>
                    <a:lnTo>
                      <a:pt x="71" y="1"/>
                    </a:lnTo>
                    <a:lnTo>
                      <a:pt x="71" y="28"/>
                    </a:lnTo>
                    <a:lnTo>
                      <a:pt x="39" y="28"/>
                    </a:lnTo>
                    <a:lnTo>
                      <a:pt x="37" y="27"/>
                    </a:lnTo>
                    <a:lnTo>
                      <a:pt x="63" y="52"/>
                    </a:lnTo>
                    <a:lnTo>
                      <a:pt x="79" y="62"/>
                    </a:lnTo>
                    <a:lnTo>
                      <a:pt x="82" y="71"/>
                    </a:lnTo>
                    <a:lnTo>
                      <a:pt x="92" y="79"/>
                    </a:lnTo>
                    <a:lnTo>
                      <a:pt x="95" y="84"/>
                    </a:lnTo>
                    <a:lnTo>
                      <a:pt x="93" y="99"/>
                    </a:lnTo>
                    <a:lnTo>
                      <a:pt x="93" y="100"/>
                    </a:lnTo>
                    <a:lnTo>
                      <a:pt x="92" y="99"/>
                    </a:lnTo>
                    <a:lnTo>
                      <a:pt x="69" y="99"/>
                    </a:lnTo>
                    <a:lnTo>
                      <a:pt x="39" y="102"/>
                    </a:lnTo>
                    <a:lnTo>
                      <a:pt x="16" y="138"/>
                    </a:lnTo>
                    <a:lnTo>
                      <a:pt x="15" y="142"/>
                    </a:lnTo>
                    <a:lnTo>
                      <a:pt x="9" y="152"/>
                    </a:lnTo>
                    <a:lnTo>
                      <a:pt x="6" y="157"/>
                    </a:lnTo>
                    <a:lnTo>
                      <a:pt x="5" y="158"/>
                    </a:lnTo>
                    <a:lnTo>
                      <a:pt x="7" y="165"/>
                    </a:lnTo>
                    <a:lnTo>
                      <a:pt x="6" y="168"/>
                    </a:lnTo>
                    <a:lnTo>
                      <a:pt x="4" y="170"/>
                    </a:lnTo>
                    <a:lnTo>
                      <a:pt x="2" y="186"/>
                    </a:lnTo>
                    <a:lnTo>
                      <a:pt x="0" y="188"/>
                    </a:lnTo>
                    <a:lnTo>
                      <a:pt x="2" y="191"/>
                    </a:lnTo>
                    <a:lnTo>
                      <a:pt x="7" y="195"/>
                    </a:lnTo>
                    <a:lnTo>
                      <a:pt x="9" y="196"/>
                    </a:lnTo>
                    <a:lnTo>
                      <a:pt x="16" y="201"/>
                    </a:lnTo>
                    <a:lnTo>
                      <a:pt x="17" y="204"/>
                    </a:lnTo>
                    <a:lnTo>
                      <a:pt x="31" y="213"/>
                    </a:lnTo>
                    <a:lnTo>
                      <a:pt x="37" y="217"/>
                    </a:lnTo>
                    <a:lnTo>
                      <a:pt x="47" y="222"/>
                    </a:lnTo>
                    <a:lnTo>
                      <a:pt x="55" y="226"/>
                    </a:lnTo>
                    <a:lnTo>
                      <a:pt x="66" y="227"/>
                    </a:lnTo>
                    <a:lnTo>
                      <a:pt x="86" y="227"/>
                    </a:lnTo>
                    <a:lnTo>
                      <a:pt x="96" y="228"/>
                    </a:lnTo>
                    <a:lnTo>
                      <a:pt x="112" y="232"/>
                    </a:lnTo>
                    <a:lnTo>
                      <a:pt x="119" y="235"/>
                    </a:lnTo>
                    <a:lnTo>
                      <a:pt x="119" y="232"/>
                    </a:lnTo>
                    <a:lnTo>
                      <a:pt x="125" y="222"/>
                    </a:lnTo>
                    <a:lnTo>
                      <a:pt x="134" y="220"/>
                    </a:lnTo>
                    <a:lnTo>
                      <a:pt x="138" y="213"/>
                    </a:lnTo>
                    <a:lnTo>
                      <a:pt x="145" y="211"/>
                    </a:lnTo>
                    <a:lnTo>
                      <a:pt x="147" y="206"/>
                    </a:lnTo>
                    <a:lnTo>
                      <a:pt x="149" y="199"/>
                    </a:lnTo>
                    <a:lnTo>
                      <a:pt x="152" y="195"/>
                    </a:lnTo>
                    <a:lnTo>
                      <a:pt x="155" y="194"/>
                    </a:lnTo>
                    <a:lnTo>
                      <a:pt x="156" y="189"/>
                    </a:lnTo>
                    <a:lnTo>
                      <a:pt x="165" y="184"/>
                    </a:lnTo>
                    <a:lnTo>
                      <a:pt x="165" y="180"/>
                    </a:lnTo>
                    <a:lnTo>
                      <a:pt x="163" y="175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3" y="165"/>
                    </a:lnTo>
                    <a:lnTo>
                      <a:pt x="172" y="159"/>
                    </a:lnTo>
                    <a:lnTo>
                      <a:pt x="173" y="158"/>
                    </a:lnTo>
                    <a:lnTo>
                      <a:pt x="177" y="157"/>
                    </a:lnTo>
                    <a:lnTo>
                      <a:pt x="189" y="146"/>
                    </a:lnTo>
                    <a:lnTo>
                      <a:pt x="208" y="134"/>
                    </a:lnTo>
                    <a:lnTo>
                      <a:pt x="211" y="127"/>
                    </a:lnTo>
                    <a:lnTo>
                      <a:pt x="212" y="124"/>
                    </a:lnTo>
                    <a:lnTo>
                      <a:pt x="212" y="121"/>
                    </a:lnTo>
                    <a:lnTo>
                      <a:pt x="211" y="121"/>
                    </a:lnTo>
                    <a:lnTo>
                      <a:pt x="210" y="121"/>
                    </a:lnTo>
                    <a:lnTo>
                      <a:pt x="209" y="118"/>
                    </a:lnTo>
                    <a:lnTo>
                      <a:pt x="203" y="116"/>
                    </a:lnTo>
                    <a:lnTo>
                      <a:pt x="195" y="121"/>
                    </a:lnTo>
                    <a:lnTo>
                      <a:pt x="193" y="121"/>
                    </a:lnTo>
                    <a:lnTo>
                      <a:pt x="187" y="116"/>
                    </a:lnTo>
                    <a:lnTo>
                      <a:pt x="183" y="110"/>
                    </a:lnTo>
                    <a:lnTo>
                      <a:pt x="184" y="111"/>
                    </a:lnTo>
                    <a:lnTo>
                      <a:pt x="172" y="110"/>
                    </a:lnTo>
                    <a:lnTo>
                      <a:pt x="163" y="108"/>
                    </a:lnTo>
                    <a:lnTo>
                      <a:pt x="163" y="107"/>
                    </a:lnTo>
                    <a:lnTo>
                      <a:pt x="166" y="72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8" name="Freeform 270">
                <a:extLst>
                  <a:ext uri="{FF2B5EF4-FFF2-40B4-BE49-F238E27FC236}">
                    <a16:creationId xmlns:a16="http://schemas.microsoft.com/office/drawing/2014/main" id="{6BC45599-E250-859C-B9C7-8891A122A98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72" y="2488"/>
                <a:ext cx="14" cy="34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1" y="0"/>
                  </a:cxn>
                  <a:cxn ang="0">
                    <a:pos x="36" y="3"/>
                  </a:cxn>
                  <a:cxn ang="0">
                    <a:pos x="21" y="31"/>
                  </a:cxn>
                  <a:cxn ang="0">
                    <a:pos x="16" y="31"/>
                  </a:cxn>
                  <a:cxn ang="0">
                    <a:pos x="3" y="34"/>
                  </a:cxn>
                  <a:cxn ang="0">
                    <a:pos x="3" y="106"/>
                  </a:cxn>
                  <a:cxn ang="0">
                    <a:pos x="2" y="141"/>
                  </a:cxn>
                  <a:cxn ang="0">
                    <a:pos x="0" y="142"/>
                  </a:cxn>
                  <a:cxn ang="0">
                    <a:pos x="9" y="144"/>
                  </a:cxn>
                  <a:cxn ang="0">
                    <a:pos x="21" y="145"/>
                  </a:cxn>
                  <a:cxn ang="0">
                    <a:pos x="20" y="144"/>
                  </a:cxn>
                  <a:cxn ang="0">
                    <a:pos x="20" y="136"/>
                  </a:cxn>
                  <a:cxn ang="0">
                    <a:pos x="21" y="132"/>
                  </a:cxn>
                  <a:cxn ang="0">
                    <a:pos x="27" y="126"/>
                  </a:cxn>
                  <a:cxn ang="0">
                    <a:pos x="38" y="118"/>
                  </a:cxn>
                  <a:cxn ang="0">
                    <a:pos x="45" y="110"/>
                  </a:cxn>
                  <a:cxn ang="0">
                    <a:pos x="47" y="102"/>
                  </a:cxn>
                  <a:cxn ang="0">
                    <a:pos x="48" y="102"/>
                  </a:cxn>
                  <a:cxn ang="0">
                    <a:pos x="51" y="89"/>
                  </a:cxn>
                  <a:cxn ang="0">
                    <a:pos x="52" y="77"/>
                  </a:cxn>
                  <a:cxn ang="0">
                    <a:pos x="51" y="56"/>
                  </a:cxn>
                  <a:cxn ang="0">
                    <a:pos x="53" y="41"/>
                  </a:cxn>
                  <a:cxn ang="0">
                    <a:pos x="57" y="28"/>
                  </a:cxn>
                  <a:cxn ang="0">
                    <a:pos x="62" y="18"/>
                  </a:cxn>
                  <a:cxn ang="0">
                    <a:pos x="62" y="13"/>
                  </a:cxn>
                  <a:cxn ang="0">
                    <a:pos x="58" y="8"/>
                  </a:cxn>
                  <a:cxn ang="0">
                    <a:pos x="47" y="3"/>
                  </a:cxn>
                  <a:cxn ang="0">
                    <a:pos x="46" y="2"/>
                  </a:cxn>
                </a:cxnLst>
                <a:rect l="0" t="0" r="r" b="b"/>
                <a:pathLst>
                  <a:path w="62" h="145">
                    <a:moveTo>
                      <a:pt x="46" y="2"/>
                    </a:moveTo>
                    <a:lnTo>
                      <a:pt x="41" y="0"/>
                    </a:lnTo>
                    <a:lnTo>
                      <a:pt x="36" y="3"/>
                    </a:lnTo>
                    <a:lnTo>
                      <a:pt x="21" y="31"/>
                    </a:lnTo>
                    <a:lnTo>
                      <a:pt x="16" y="31"/>
                    </a:lnTo>
                    <a:lnTo>
                      <a:pt x="3" y="34"/>
                    </a:lnTo>
                    <a:lnTo>
                      <a:pt x="3" y="106"/>
                    </a:lnTo>
                    <a:lnTo>
                      <a:pt x="2" y="141"/>
                    </a:lnTo>
                    <a:lnTo>
                      <a:pt x="0" y="142"/>
                    </a:lnTo>
                    <a:lnTo>
                      <a:pt x="9" y="144"/>
                    </a:lnTo>
                    <a:lnTo>
                      <a:pt x="21" y="145"/>
                    </a:lnTo>
                    <a:lnTo>
                      <a:pt x="20" y="144"/>
                    </a:lnTo>
                    <a:lnTo>
                      <a:pt x="20" y="136"/>
                    </a:lnTo>
                    <a:lnTo>
                      <a:pt x="21" y="132"/>
                    </a:lnTo>
                    <a:lnTo>
                      <a:pt x="27" y="126"/>
                    </a:lnTo>
                    <a:lnTo>
                      <a:pt x="38" y="118"/>
                    </a:lnTo>
                    <a:lnTo>
                      <a:pt x="45" y="110"/>
                    </a:lnTo>
                    <a:lnTo>
                      <a:pt x="47" y="102"/>
                    </a:lnTo>
                    <a:lnTo>
                      <a:pt x="48" y="102"/>
                    </a:lnTo>
                    <a:lnTo>
                      <a:pt x="51" y="89"/>
                    </a:lnTo>
                    <a:lnTo>
                      <a:pt x="52" y="77"/>
                    </a:lnTo>
                    <a:lnTo>
                      <a:pt x="51" y="56"/>
                    </a:lnTo>
                    <a:lnTo>
                      <a:pt x="53" y="41"/>
                    </a:lnTo>
                    <a:lnTo>
                      <a:pt x="57" y="28"/>
                    </a:lnTo>
                    <a:lnTo>
                      <a:pt x="62" y="18"/>
                    </a:lnTo>
                    <a:lnTo>
                      <a:pt x="62" y="13"/>
                    </a:lnTo>
                    <a:lnTo>
                      <a:pt x="58" y="8"/>
                    </a:lnTo>
                    <a:lnTo>
                      <a:pt x="47" y="3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9" name="Freeform 271">
                <a:extLst>
                  <a:ext uri="{FF2B5EF4-FFF2-40B4-BE49-F238E27FC236}">
                    <a16:creationId xmlns:a16="http://schemas.microsoft.com/office/drawing/2014/main" id="{9C9F4105-A130-5C55-986A-1A3E6D8D5EF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61" y="2542"/>
                <a:ext cx="29" cy="16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1" y="4"/>
                  </a:cxn>
                  <a:cxn ang="0">
                    <a:pos x="28" y="11"/>
                  </a:cxn>
                  <a:cxn ang="0">
                    <a:pos x="26" y="16"/>
                  </a:cxn>
                  <a:cxn ang="0">
                    <a:pos x="19" y="18"/>
                  </a:cxn>
                  <a:cxn ang="0">
                    <a:pos x="15" y="25"/>
                  </a:cxn>
                  <a:cxn ang="0">
                    <a:pos x="6" y="27"/>
                  </a:cxn>
                  <a:cxn ang="0">
                    <a:pos x="0" y="37"/>
                  </a:cxn>
                  <a:cxn ang="0">
                    <a:pos x="0" y="40"/>
                  </a:cxn>
                  <a:cxn ang="0">
                    <a:pos x="9" y="48"/>
                  </a:cxn>
                  <a:cxn ang="0">
                    <a:pos x="21" y="53"/>
                  </a:cxn>
                  <a:cxn ang="0">
                    <a:pos x="36" y="55"/>
                  </a:cxn>
                  <a:cxn ang="0">
                    <a:pos x="46" y="56"/>
                  </a:cxn>
                  <a:cxn ang="0">
                    <a:pos x="58" y="65"/>
                  </a:cxn>
                  <a:cxn ang="0">
                    <a:pos x="76" y="70"/>
                  </a:cxn>
                  <a:cxn ang="0">
                    <a:pos x="103" y="71"/>
                  </a:cxn>
                  <a:cxn ang="0">
                    <a:pos x="120" y="64"/>
                  </a:cxn>
                  <a:cxn ang="0">
                    <a:pos x="125" y="59"/>
                  </a:cxn>
                  <a:cxn ang="0">
                    <a:pos x="123" y="56"/>
                  </a:cxn>
                  <a:cxn ang="0">
                    <a:pos x="123" y="38"/>
                  </a:cxn>
                  <a:cxn ang="0">
                    <a:pos x="123" y="37"/>
                  </a:cxn>
                  <a:cxn ang="0">
                    <a:pos x="118" y="32"/>
                  </a:cxn>
                  <a:cxn ang="0">
                    <a:pos x="109" y="29"/>
                  </a:cxn>
                  <a:cxn ang="0">
                    <a:pos x="107" y="27"/>
                  </a:cxn>
                  <a:cxn ang="0">
                    <a:pos x="100" y="28"/>
                  </a:cxn>
                  <a:cxn ang="0">
                    <a:pos x="95" y="33"/>
                  </a:cxn>
                  <a:cxn ang="0">
                    <a:pos x="90" y="33"/>
                  </a:cxn>
                  <a:cxn ang="0">
                    <a:pos x="85" y="31"/>
                  </a:cxn>
                  <a:cxn ang="0">
                    <a:pos x="82" y="28"/>
                  </a:cxn>
                  <a:cxn ang="0">
                    <a:pos x="82" y="26"/>
                  </a:cxn>
                  <a:cxn ang="0">
                    <a:pos x="75" y="26"/>
                  </a:cxn>
                  <a:cxn ang="0">
                    <a:pos x="73" y="23"/>
                  </a:cxn>
                  <a:cxn ang="0">
                    <a:pos x="71" y="20"/>
                  </a:cxn>
                  <a:cxn ang="0">
                    <a:pos x="66" y="20"/>
                  </a:cxn>
                  <a:cxn ang="0">
                    <a:pos x="59" y="15"/>
                  </a:cxn>
                  <a:cxn ang="0">
                    <a:pos x="57" y="10"/>
                  </a:cxn>
                  <a:cxn ang="0">
                    <a:pos x="52" y="4"/>
                  </a:cxn>
                  <a:cxn ang="0">
                    <a:pos x="39" y="4"/>
                  </a:cxn>
                  <a:cxn ang="0">
                    <a:pos x="33" y="0"/>
                  </a:cxn>
                </a:cxnLst>
                <a:rect l="0" t="0" r="r" b="b"/>
                <a:pathLst>
                  <a:path w="125" h="71">
                    <a:moveTo>
                      <a:pt x="33" y="0"/>
                    </a:moveTo>
                    <a:lnTo>
                      <a:pt x="31" y="4"/>
                    </a:lnTo>
                    <a:lnTo>
                      <a:pt x="28" y="11"/>
                    </a:lnTo>
                    <a:lnTo>
                      <a:pt x="26" y="16"/>
                    </a:lnTo>
                    <a:lnTo>
                      <a:pt x="19" y="18"/>
                    </a:lnTo>
                    <a:lnTo>
                      <a:pt x="15" y="25"/>
                    </a:lnTo>
                    <a:lnTo>
                      <a:pt x="6" y="27"/>
                    </a:lnTo>
                    <a:lnTo>
                      <a:pt x="0" y="37"/>
                    </a:lnTo>
                    <a:lnTo>
                      <a:pt x="0" y="40"/>
                    </a:lnTo>
                    <a:lnTo>
                      <a:pt x="9" y="48"/>
                    </a:lnTo>
                    <a:lnTo>
                      <a:pt x="21" y="53"/>
                    </a:lnTo>
                    <a:lnTo>
                      <a:pt x="36" y="55"/>
                    </a:lnTo>
                    <a:lnTo>
                      <a:pt x="46" y="56"/>
                    </a:lnTo>
                    <a:lnTo>
                      <a:pt x="58" y="65"/>
                    </a:lnTo>
                    <a:lnTo>
                      <a:pt x="76" y="70"/>
                    </a:lnTo>
                    <a:lnTo>
                      <a:pt x="103" y="71"/>
                    </a:lnTo>
                    <a:lnTo>
                      <a:pt x="120" y="64"/>
                    </a:lnTo>
                    <a:lnTo>
                      <a:pt x="125" y="59"/>
                    </a:lnTo>
                    <a:lnTo>
                      <a:pt x="123" y="56"/>
                    </a:lnTo>
                    <a:lnTo>
                      <a:pt x="123" y="38"/>
                    </a:lnTo>
                    <a:lnTo>
                      <a:pt x="123" y="37"/>
                    </a:lnTo>
                    <a:lnTo>
                      <a:pt x="118" y="32"/>
                    </a:lnTo>
                    <a:lnTo>
                      <a:pt x="109" y="29"/>
                    </a:lnTo>
                    <a:lnTo>
                      <a:pt x="107" y="27"/>
                    </a:lnTo>
                    <a:lnTo>
                      <a:pt x="100" y="28"/>
                    </a:lnTo>
                    <a:lnTo>
                      <a:pt x="95" y="33"/>
                    </a:lnTo>
                    <a:lnTo>
                      <a:pt x="90" y="33"/>
                    </a:lnTo>
                    <a:lnTo>
                      <a:pt x="85" y="31"/>
                    </a:lnTo>
                    <a:lnTo>
                      <a:pt x="82" y="28"/>
                    </a:lnTo>
                    <a:lnTo>
                      <a:pt x="82" y="26"/>
                    </a:lnTo>
                    <a:lnTo>
                      <a:pt x="75" y="26"/>
                    </a:lnTo>
                    <a:lnTo>
                      <a:pt x="73" y="23"/>
                    </a:lnTo>
                    <a:lnTo>
                      <a:pt x="71" y="20"/>
                    </a:lnTo>
                    <a:lnTo>
                      <a:pt x="66" y="20"/>
                    </a:lnTo>
                    <a:lnTo>
                      <a:pt x="59" y="15"/>
                    </a:lnTo>
                    <a:lnTo>
                      <a:pt x="57" y="10"/>
                    </a:lnTo>
                    <a:lnTo>
                      <a:pt x="52" y="4"/>
                    </a:lnTo>
                    <a:lnTo>
                      <a:pt x="39" y="4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0" name="Freeform 272">
                <a:extLst>
                  <a:ext uri="{FF2B5EF4-FFF2-40B4-BE49-F238E27FC236}">
                    <a16:creationId xmlns:a16="http://schemas.microsoft.com/office/drawing/2014/main" id="{A050EF94-58C8-14E4-E636-D54B8F00527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5" y="2584"/>
                <a:ext cx="43" cy="38"/>
              </a:xfrm>
              <a:custGeom>
                <a:avLst/>
                <a:gdLst/>
                <a:ahLst/>
                <a:cxnLst>
                  <a:cxn ang="0">
                    <a:pos x="118" y="18"/>
                  </a:cxn>
                  <a:cxn ang="0">
                    <a:pos x="94" y="21"/>
                  </a:cxn>
                  <a:cxn ang="0">
                    <a:pos x="81" y="12"/>
                  </a:cxn>
                  <a:cxn ang="0">
                    <a:pos x="67" y="9"/>
                  </a:cxn>
                  <a:cxn ang="0">
                    <a:pos x="50" y="11"/>
                  </a:cxn>
                  <a:cxn ang="0">
                    <a:pos x="17" y="0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6" y="21"/>
                  </a:cxn>
                  <a:cxn ang="0">
                    <a:pos x="2" y="36"/>
                  </a:cxn>
                  <a:cxn ang="0">
                    <a:pos x="3" y="53"/>
                  </a:cxn>
                  <a:cxn ang="0">
                    <a:pos x="11" y="66"/>
                  </a:cxn>
                  <a:cxn ang="0">
                    <a:pos x="23" y="71"/>
                  </a:cxn>
                  <a:cxn ang="0">
                    <a:pos x="39" y="82"/>
                  </a:cxn>
                  <a:cxn ang="0">
                    <a:pos x="45" y="85"/>
                  </a:cxn>
                  <a:cxn ang="0">
                    <a:pos x="49" y="69"/>
                  </a:cxn>
                  <a:cxn ang="0">
                    <a:pos x="39" y="61"/>
                  </a:cxn>
                  <a:cxn ang="0">
                    <a:pos x="51" y="60"/>
                  </a:cxn>
                  <a:cxn ang="0">
                    <a:pos x="65" y="77"/>
                  </a:cxn>
                  <a:cxn ang="0">
                    <a:pos x="76" y="92"/>
                  </a:cxn>
                  <a:cxn ang="0">
                    <a:pos x="106" y="104"/>
                  </a:cxn>
                  <a:cxn ang="0">
                    <a:pos x="121" y="142"/>
                  </a:cxn>
                  <a:cxn ang="0">
                    <a:pos x="130" y="149"/>
                  </a:cxn>
                  <a:cxn ang="0">
                    <a:pos x="141" y="150"/>
                  </a:cxn>
                  <a:cxn ang="0">
                    <a:pos x="140" y="136"/>
                  </a:cxn>
                  <a:cxn ang="0">
                    <a:pos x="145" y="139"/>
                  </a:cxn>
                  <a:cxn ang="0">
                    <a:pos x="154" y="156"/>
                  </a:cxn>
                  <a:cxn ang="0">
                    <a:pos x="158" y="157"/>
                  </a:cxn>
                  <a:cxn ang="0">
                    <a:pos x="168" y="142"/>
                  </a:cxn>
                  <a:cxn ang="0">
                    <a:pos x="168" y="126"/>
                  </a:cxn>
                  <a:cxn ang="0">
                    <a:pos x="173" y="118"/>
                  </a:cxn>
                  <a:cxn ang="0">
                    <a:pos x="162" y="109"/>
                  </a:cxn>
                  <a:cxn ang="0">
                    <a:pos x="170" y="86"/>
                  </a:cxn>
                  <a:cxn ang="0">
                    <a:pos x="176" y="87"/>
                  </a:cxn>
                  <a:cxn ang="0">
                    <a:pos x="180" y="86"/>
                  </a:cxn>
                  <a:cxn ang="0">
                    <a:pos x="161" y="72"/>
                  </a:cxn>
                  <a:cxn ang="0">
                    <a:pos x="133" y="43"/>
                  </a:cxn>
                  <a:cxn ang="0">
                    <a:pos x="125" y="25"/>
                  </a:cxn>
                  <a:cxn ang="0">
                    <a:pos x="121" y="16"/>
                  </a:cxn>
                </a:cxnLst>
                <a:rect l="0" t="0" r="r" b="b"/>
                <a:pathLst>
                  <a:path w="180" h="157">
                    <a:moveTo>
                      <a:pt x="121" y="16"/>
                    </a:moveTo>
                    <a:lnTo>
                      <a:pt x="118" y="18"/>
                    </a:lnTo>
                    <a:lnTo>
                      <a:pt x="104" y="21"/>
                    </a:lnTo>
                    <a:lnTo>
                      <a:pt x="94" y="21"/>
                    </a:lnTo>
                    <a:lnTo>
                      <a:pt x="89" y="20"/>
                    </a:lnTo>
                    <a:lnTo>
                      <a:pt x="81" y="12"/>
                    </a:lnTo>
                    <a:lnTo>
                      <a:pt x="72" y="9"/>
                    </a:lnTo>
                    <a:lnTo>
                      <a:pt x="67" y="9"/>
                    </a:lnTo>
                    <a:lnTo>
                      <a:pt x="59" y="11"/>
                    </a:lnTo>
                    <a:lnTo>
                      <a:pt x="50" y="11"/>
                    </a:lnTo>
                    <a:lnTo>
                      <a:pt x="27" y="5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6" y="21"/>
                    </a:lnTo>
                    <a:lnTo>
                      <a:pt x="6" y="33"/>
                    </a:lnTo>
                    <a:lnTo>
                      <a:pt x="2" y="36"/>
                    </a:lnTo>
                    <a:lnTo>
                      <a:pt x="0" y="42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6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33" y="76"/>
                    </a:lnTo>
                    <a:lnTo>
                      <a:pt x="39" y="82"/>
                    </a:lnTo>
                    <a:lnTo>
                      <a:pt x="44" y="85"/>
                    </a:lnTo>
                    <a:lnTo>
                      <a:pt x="45" y="85"/>
                    </a:lnTo>
                    <a:lnTo>
                      <a:pt x="50" y="74"/>
                    </a:lnTo>
                    <a:lnTo>
                      <a:pt x="49" y="69"/>
                    </a:lnTo>
                    <a:lnTo>
                      <a:pt x="40" y="65"/>
                    </a:lnTo>
                    <a:lnTo>
                      <a:pt x="39" y="61"/>
                    </a:lnTo>
                    <a:lnTo>
                      <a:pt x="45" y="59"/>
                    </a:lnTo>
                    <a:lnTo>
                      <a:pt x="51" y="60"/>
                    </a:lnTo>
                    <a:lnTo>
                      <a:pt x="59" y="68"/>
                    </a:lnTo>
                    <a:lnTo>
                      <a:pt x="65" y="77"/>
                    </a:lnTo>
                    <a:lnTo>
                      <a:pt x="68" y="83"/>
                    </a:lnTo>
                    <a:lnTo>
                      <a:pt x="76" y="92"/>
                    </a:lnTo>
                    <a:lnTo>
                      <a:pt x="78" y="92"/>
                    </a:lnTo>
                    <a:lnTo>
                      <a:pt x="106" y="104"/>
                    </a:lnTo>
                    <a:lnTo>
                      <a:pt x="119" y="115"/>
                    </a:lnTo>
                    <a:lnTo>
                      <a:pt x="121" y="142"/>
                    </a:lnTo>
                    <a:lnTo>
                      <a:pt x="122" y="144"/>
                    </a:lnTo>
                    <a:lnTo>
                      <a:pt x="130" y="149"/>
                    </a:lnTo>
                    <a:lnTo>
                      <a:pt x="138" y="151"/>
                    </a:lnTo>
                    <a:lnTo>
                      <a:pt x="141" y="150"/>
                    </a:lnTo>
                    <a:lnTo>
                      <a:pt x="136" y="139"/>
                    </a:lnTo>
                    <a:lnTo>
                      <a:pt x="140" y="136"/>
                    </a:lnTo>
                    <a:lnTo>
                      <a:pt x="141" y="136"/>
                    </a:lnTo>
                    <a:lnTo>
                      <a:pt x="145" y="139"/>
                    </a:lnTo>
                    <a:lnTo>
                      <a:pt x="151" y="145"/>
                    </a:lnTo>
                    <a:lnTo>
                      <a:pt x="154" y="156"/>
                    </a:lnTo>
                    <a:lnTo>
                      <a:pt x="157" y="157"/>
                    </a:lnTo>
                    <a:lnTo>
                      <a:pt x="158" y="157"/>
                    </a:lnTo>
                    <a:lnTo>
                      <a:pt x="165" y="147"/>
                    </a:lnTo>
                    <a:lnTo>
                      <a:pt x="168" y="142"/>
                    </a:lnTo>
                    <a:lnTo>
                      <a:pt x="167" y="130"/>
                    </a:lnTo>
                    <a:lnTo>
                      <a:pt x="168" y="126"/>
                    </a:lnTo>
                    <a:lnTo>
                      <a:pt x="172" y="123"/>
                    </a:lnTo>
                    <a:lnTo>
                      <a:pt x="173" y="118"/>
                    </a:lnTo>
                    <a:lnTo>
                      <a:pt x="169" y="114"/>
                    </a:lnTo>
                    <a:lnTo>
                      <a:pt x="162" y="109"/>
                    </a:lnTo>
                    <a:lnTo>
                      <a:pt x="164" y="95"/>
                    </a:lnTo>
                    <a:lnTo>
                      <a:pt x="170" y="86"/>
                    </a:lnTo>
                    <a:lnTo>
                      <a:pt x="174" y="86"/>
                    </a:lnTo>
                    <a:lnTo>
                      <a:pt x="176" y="87"/>
                    </a:lnTo>
                    <a:lnTo>
                      <a:pt x="179" y="87"/>
                    </a:lnTo>
                    <a:lnTo>
                      <a:pt x="180" y="86"/>
                    </a:lnTo>
                    <a:lnTo>
                      <a:pt x="174" y="81"/>
                    </a:lnTo>
                    <a:lnTo>
                      <a:pt x="161" y="72"/>
                    </a:lnTo>
                    <a:lnTo>
                      <a:pt x="141" y="54"/>
                    </a:lnTo>
                    <a:lnTo>
                      <a:pt x="133" y="43"/>
                    </a:lnTo>
                    <a:lnTo>
                      <a:pt x="127" y="27"/>
                    </a:lnTo>
                    <a:lnTo>
                      <a:pt x="125" y="25"/>
                    </a:lnTo>
                    <a:lnTo>
                      <a:pt x="122" y="16"/>
                    </a:lnTo>
                    <a:lnTo>
                      <a:pt x="12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1" name="Freeform 273">
                <a:extLst>
                  <a:ext uri="{FF2B5EF4-FFF2-40B4-BE49-F238E27FC236}">
                    <a16:creationId xmlns:a16="http://schemas.microsoft.com/office/drawing/2014/main" id="{8E82D467-0029-95B6-7787-85F3F8A25C1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69" y="2521"/>
                <a:ext cx="79" cy="40"/>
              </a:xfrm>
              <a:custGeom>
                <a:avLst/>
                <a:gdLst/>
                <a:ahLst/>
                <a:cxnLst>
                  <a:cxn ang="0">
                    <a:pos x="326" y="54"/>
                  </a:cxn>
                  <a:cxn ang="0">
                    <a:pos x="309" y="65"/>
                  </a:cxn>
                  <a:cxn ang="0">
                    <a:pos x="290" y="70"/>
                  </a:cxn>
                  <a:cxn ang="0">
                    <a:pos x="266" y="75"/>
                  </a:cxn>
                  <a:cxn ang="0">
                    <a:pos x="259" y="68"/>
                  </a:cxn>
                  <a:cxn ang="0">
                    <a:pos x="252" y="70"/>
                  </a:cxn>
                  <a:cxn ang="0">
                    <a:pos x="246" y="72"/>
                  </a:cxn>
                  <a:cxn ang="0">
                    <a:pos x="239" y="92"/>
                  </a:cxn>
                  <a:cxn ang="0">
                    <a:pos x="226" y="97"/>
                  </a:cxn>
                  <a:cxn ang="0">
                    <a:pos x="220" y="104"/>
                  </a:cxn>
                  <a:cxn ang="0">
                    <a:pos x="213" y="112"/>
                  </a:cxn>
                  <a:cxn ang="0">
                    <a:pos x="205" y="115"/>
                  </a:cxn>
                  <a:cxn ang="0">
                    <a:pos x="196" y="117"/>
                  </a:cxn>
                  <a:cxn ang="0">
                    <a:pos x="181" y="108"/>
                  </a:cxn>
                  <a:cxn ang="0">
                    <a:pos x="171" y="126"/>
                  </a:cxn>
                  <a:cxn ang="0">
                    <a:pos x="149" y="126"/>
                  </a:cxn>
                  <a:cxn ang="0">
                    <a:pos x="148" y="149"/>
                  </a:cxn>
                  <a:cxn ang="0">
                    <a:pos x="139" y="155"/>
                  </a:cxn>
                  <a:cxn ang="0">
                    <a:pos x="132" y="165"/>
                  </a:cxn>
                  <a:cxn ang="0">
                    <a:pos x="115" y="163"/>
                  </a:cxn>
                  <a:cxn ang="0">
                    <a:pos x="107" y="152"/>
                  </a:cxn>
                  <a:cxn ang="0">
                    <a:pos x="99" y="144"/>
                  </a:cxn>
                  <a:cxn ang="0">
                    <a:pos x="90" y="142"/>
                  </a:cxn>
                  <a:cxn ang="0">
                    <a:pos x="90" y="123"/>
                  </a:cxn>
                  <a:cxn ang="0">
                    <a:pos x="76" y="115"/>
                  </a:cxn>
                  <a:cxn ang="0">
                    <a:pos x="67" y="114"/>
                  </a:cxn>
                  <a:cxn ang="0">
                    <a:pos x="57" y="119"/>
                  </a:cxn>
                  <a:cxn ang="0">
                    <a:pos x="49" y="114"/>
                  </a:cxn>
                  <a:cxn ang="0">
                    <a:pos x="42" y="112"/>
                  </a:cxn>
                  <a:cxn ang="0">
                    <a:pos x="38" y="106"/>
                  </a:cxn>
                  <a:cxn ang="0">
                    <a:pos x="26" y="101"/>
                  </a:cxn>
                  <a:cxn ang="0">
                    <a:pos x="19" y="90"/>
                  </a:cxn>
                  <a:cxn ang="0">
                    <a:pos x="0" y="86"/>
                  </a:cxn>
                  <a:cxn ang="0">
                    <a:pos x="5" y="80"/>
                  </a:cxn>
                  <a:cxn ang="0">
                    <a:pos x="13" y="71"/>
                  </a:cxn>
                  <a:cxn ang="0">
                    <a:pos x="10" y="65"/>
                  </a:cxn>
                  <a:cxn ang="0">
                    <a:pos x="11" y="56"/>
                  </a:cxn>
                  <a:cxn ang="0">
                    <a:pos x="21" y="49"/>
                  </a:cxn>
                  <a:cxn ang="0">
                    <a:pos x="38" y="37"/>
                  </a:cxn>
                  <a:cxn ang="0">
                    <a:pos x="59" y="18"/>
                  </a:cxn>
                  <a:cxn ang="0">
                    <a:pos x="74" y="13"/>
                  </a:cxn>
                  <a:cxn ang="0">
                    <a:pos x="92" y="7"/>
                  </a:cxn>
                  <a:cxn ang="0">
                    <a:pos x="124" y="11"/>
                  </a:cxn>
                  <a:cxn ang="0">
                    <a:pos x="166" y="7"/>
                  </a:cxn>
                  <a:cxn ang="0">
                    <a:pos x="183" y="5"/>
                  </a:cxn>
                  <a:cxn ang="0">
                    <a:pos x="199" y="0"/>
                  </a:cxn>
                  <a:cxn ang="0">
                    <a:pos x="209" y="5"/>
                  </a:cxn>
                  <a:cxn ang="0">
                    <a:pos x="231" y="1"/>
                  </a:cxn>
                  <a:cxn ang="0">
                    <a:pos x="245" y="2"/>
                  </a:cxn>
                  <a:cxn ang="0">
                    <a:pos x="271" y="9"/>
                  </a:cxn>
                  <a:cxn ang="0">
                    <a:pos x="293" y="16"/>
                  </a:cxn>
                  <a:cxn ang="0">
                    <a:pos x="327" y="38"/>
                  </a:cxn>
                  <a:cxn ang="0">
                    <a:pos x="337" y="52"/>
                  </a:cxn>
                </a:cxnLst>
                <a:rect l="0" t="0" r="r" b="b"/>
                <a:pathLst>
                  <a:path w="337" h="166">
                    <a:moveTo>
                      <a:pt x="337" y="54"/>
                    </a:moveTo>
                    <a:lnTo>
                      <a:pt x="326" y="54"/>
                    </a:lnTo>
                    <a:lnTo>
                      <a:pt x="312" y="60"/>
                    </a:lnTo>
                    <a:lnTo>
                      <a:pt x="309" y="65"/>
                    </a:lnTo>
                    <a:lnTo>
                      <a:pt x="300" y="70"/>
                    </a:lnTo>
                    <a:lnTo>
                      <a:pt x="290" y="70"/>
                    </a:lnTo>
                    <a:lnTo>
                      <a:pt x="283" y="75"/>
                    </a:lnTo>
                    <a:lnTo>
                      <a:pt x="266" y="75"/>
                    </a:lnTo>
                    <a:lnTo>
                      <a:pt x="263" y="72"/>
                    </a:lnTo>
                    <a:lnTo>
                      <a:pt x="259" y="68"/>
                    </a:lnTo>
                    <a:lnTo>
                      <a:pt x="253" y="66"/>
                    </a:lnTo>
                    <a:lnTo>
                      <a:pt x="252" y="70"/>
                    </a:lnTo>
                    <a:lnTo>
                      <a:pt x="250" y="71"/>
                    </a:lnTo>
                    <a:lnTo>
                      <a:pt x="246" y="72"/>
                    </a:lnTo>
                    <a:lnTo>
                      <a:pt x="242" y="79"/>
                    </a:lnTo>
                    <a:lnTo>
                      <a:pt x="239" y="92"/>
                    </a:lnTo>
                    <a:lnTo>
                      <a:pt x="236" y="95"/>
                    </a:lnTo>
                    <a:lnTo>
                      <a:pt x="226" y="97"/>
                    </a:lnTo>
                    <a:lnTo>
                      <a:pt x="221" y="102"/>
                    </a:lnTo>
                    <a:lnTo>
                      <a:pt x="220" y="104"/>
                    </a:lnTo>
                    <a:lnTo>
                      <a:pt x="216" y="106"/>
                    </a:lnTo>
                    <a:lnTo>
                      <a:pt x="213" y="112"/>
                    </a:lnTo>
                    <a:lnTo>
                      <a:pt x="205" y="113"/>
                    </a:lnTo>
                    <a:lnTo>
                      <a:pt x="205" y="115"/>
                    </a:lnTo>
                    <a:lnTo>
                      <a:pt x="202" y="117"/>
                    </a:lnTo>
                    <a:lnTo>
                      <a:pt x="196" y="117"/>
                    </a:lnTo>
                    <a:lnTo>
                      <a:pt x="188" y="111"/>
                    </a:lnTo>
                    <a:lnTo>
                      <a:pt x="181" y="108"/>
                    </a:lnTo>
                    <a:lnTo>
                      <a:pt x="175" y="118"/>
                    </a:lnTo>
                    <a:lnTo>
                      <a:pt x="171" y="126"/>
                    </a:lnTo>
                    <a:lnTo>
                      <a:pt x="154" y="128"/>
                    </a:lnTo>
                    <a:lnTo>
                      <a:pt x="149" y="126"/>
                    </a:lnTo>
                    <a:lnTo>
                      <a:pt x="146" y="134"/>
                    </a:lnTo>
                    <a:lnTo>
                      <a:pt x="148" y="149"/>
                    </a:lnTo>
                    <a:lnTo>
                      <a:pt x="144" y="150"/>
                    </a:lnTo>
                    <a:lnTo>
                      <a:pt x="139" y="155"/>
                    </a:lnTo>
                    <a:lnTo>
                      <a:pt x="135" y="162"/>
                    </a:lnTo>
                    <a:lnTo>
                      <a:pt x="132" y="165"/>
                    </a:lnTo>
                    <a:lnTo>
                      <a:pt x="115" y="166"/>
                    </a:lnTo>
                    <a:lnTo>
                      <a:pt x="115" y="163"/>
                    </a:lnTo>
                    <a:lnTo>
                      <a:pt x="107" y="156"/>
                    </a:lnTo>
                    <a:lnTo>
                      <a:pt x="107" y="152"/>
                    </a:lnTo>
                    <a:lnTo>
                      <a:pt x="106" y="147"/>
                    </a:lnTo>
                    <a:lnTo>
                      <a:pt x="99" y="144"/>
                    </a:lnTo>
                    <a:lnTo>
                      <a:pt x="92" y="145"/>
                    </a:lnTo>
                    <a:lnTo>
                      <a:pt x="90" y="142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85" y="118"/>
                    </a:lnTo>
                    <a:lnTo>
                      <a:pt x="76" y="115"/>
                    </a:lnTo>
                    <a:lnTo>
                      <a:pt x="74" y="113"/>
                    </a:lnTo>
                    <a:lnTo>
                      <a:pt x="67" y="114"/>
                    </a:lnTo>
                    <a:lnTo>
                      <a:pt x="62" y="119"/>
                    </a:lnTo>
                    <a:lnTo>
                      <a:pt x="57" y="119"/>
                    </a:lnTo>
                    <a:lnTo>
                      <a:pt x="52" y="117"/>
                    </a:lnTo>
                    <a:lnTo>
                      <a:pt x="49" y="114"/>
                    </a:lnTo>
                    <a:lnTo>
                      <a:pt x="49" y="112"/>
                    </a:lnTo>
                    <a:lnTo>
                      <a:pt x="42" y="112"/>
                    </a:lnTo>
                    <a:lnTo>
                      <a:pt x="40" y="109"/>
                    </a:lnTo>
                    <a:lnTo>
                      <a:pt x="38" y="106"/>
                    </a:lnTo>
                    <a:lnTo>
                      <a:pt x="33" y="106"/>
                    </a:lnTo>
                    <a:lnTo>
                      <a:pt x="26" y="101"/>
                    </a:lnTo>
                    <a:lnTo>
                      <a:pt x="24" y="96"/>
                    </a:lnTo>
                    <a:lnTo>
                      <a:pt x="19" y="90"/>
                    </a:lnTo>
                    <a:lnTo>
                      <a:pt x="6" y="90"/>
                    </a:lnTo>
                    <a:lnTo>
                      <a:pt x="0" y="86"/>
                    </a:lnTo>
                    <a:lnTo>
                      <a:pt x="3" y="85"/>
                    </a:lnTo>
                    <a:lnTo>
                      <a:pt x="5" y="80"/>
                    </a:lnTo>
                    <a:lnTo>
                      <a:pt x="13" y="75"/>
                    </a:lnTo>
                    <a:lnTo>
                      <a:pt x="13" y="71"/>
                    </a:lnTo>
                    <a:lnTo>
                      <a:pt x="11" y="66"/>
                    </a:lnTo>
                    <a:lnTo>
                      <a:pt x="10" y="65"/>
                    </a:lnTo>
                    <a:lnTo>
                      <a:pt x="10" y="60"/>
                    </a:lnTo>
                    <a:lnTo>
                      <a:pt x="11" y="56"/>
                    </a:lnTo>
                    <a:lnTo>
                      <a:pt x="20" y="50"/>
                    </a:lnTo>
                    <a:lnTo>
                      <a:pt x="21" y="49"/>
                    </a:lnTo>
                    <a:lnTo>
                      <a:pt x="25" y="48"/>
                    </a:lnTo>
                    <a:lnTo>
                      <a:pt x="38" y="37"/>
                    </a:lnTo>
                    <a:lnTo>
                      <a:pt x="56" y="25"/>
                    </a:lnTo>
                    <a:lnTo>
                      <a:pt x="59" y="18"/>
                    </a:lnTo>
                    <a:lnTo>
                      <a:pt x="60" y="15"/>
                    </a:lnTo>
                    <a:lnTo>
                      <a:pt x="74" y="13"/>
                    </a:lnTo>
                    <a:lnTo>
                      <a:pt x="85" y="9"/>
                    </a:lnTo>
                    <a:lnTo>
                      <a:pt x="92" y="7"/>
                    </a:lnTo>
                    <a:lnTo>
                      <a:pt x="110" y="9"/>
                    </a:lnTo>
                    <a:lnTo>
                      <a:pt x="124" y="11"/>
                    </a:lnTo>
                    <a:lnTo>
                      <a:pt x="148" y="11"/>
                    </a:lnTo>
                    <a:lnTo>
                      <a:pt x="166" y="7"/>
                    </a:lnTo>
                    <a:lnTo>
                      <a:pt x="178" y="6"/>
                    </a:lnTo>
                    <a:lnTo>
                      <a:pt x="183" y="5"/>
                    </a:lnTo>
                    <a:lnTo>
                      <a:pt x="188" y="1"/>
                    </a:lnTo>
                    <a:lnTo>
                      <a:pt x="199" y="0"/>
                    </a:lnTo>
                    <a:lnTo>
                      <a:pt x="207" y="2"/>
                    </a:lnTo>
                    <a:lnTo>
                      <a:pt x="209" y="5"/>
                    </a:lnTo>
                    <a:lnTo>
                      <a:pt x="223" y="5"/>
                    </a:lnTo>
                    <a:lnTo>
                      <a:pt x="231" y="1"/>
                    </a:lnTo>
                    <a:lnTo>
                      <a:pt x="240" y="1"/>
                    </a:lnTo>
                    <a:lnTo>
                      <a:pt x="245" y="2"/>
                    </a:lnTo>
                    <a:lnTo>
                      <a:pt x="257" y="9"/>
                    </a:lnTo>
                    <a:lnTo>
                      <a:pt x="271" y="9"/>
                    </a:lnTo>
                    <a:lnTo>
                      <a:pt x="283" y="11"/>
                    </a:lnTo>
                    <a:lnTo>
                      <a:pt x="293" y="16"/>
                    </a:lnTo>
                    <a:lnTo>
                      <a:pt x="304" y="27"/>
                    </a:lnTo>
                    <a:lnTo>
                      <a:pt x="327" y="38"/>
                    </a:lnTo>
                    <a:lnTo>
                      <a:pt x="332" y="43"/>
                    </a:lnTo>
                    <a:lnTo>
                      <a:pt x="337" y="52"/>
                    </a:lnTo>
                    <a:lnTo>
                      <a:pt x="337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2" name="Freeform 274">
                <a:extLst>
                  <a:ext uri="{FF2B5EF4-FFF2-40B4-BE49-F238E27FC236}">
                    <a16:creationId xmlns:a16="http://schemas.microsoft.com/office/drawing/2014/main" id="{44C341D7-E47D-A08F-6C8B-1A90ED4F127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12" y="2285"/>
                <a:ext cx="390" cy="254"/>
              </a:xfrm>
              <a:custGeom>
                <a:avLst/>
                <a:gdLst/>
                <a:ahLst/>
                <a:cxnLst>
                  <a:cxn ang="0">
                    <a:pos x="183" y="77"/>
                  </a:cxn>
                  <a:cxn ang="0">
                    <a:pos x="233" y="144"/>
                  </a:cxn>
                  <a:cxn ang="0">
                    <a:pos x="260" y="212"/>
                  </a:cxn>
                  <a:cxn ang="0">
                    <a:pos x="324" y="292"/>
                  </a:cxn>
                  <a:cxn ang="0">
                    <a:pos x="367" y="342"/>
                  </a:cxn>
                  <a:cxn ang="0">
                    <a:pos x="433" y="395"/>
                  </a:cxn>
                  <a:cxn ang="0">
                    <a:pos x="432" y="445"/>
                  </a:cxn>
                  <a:cxn ang="0">
                    <a:pos x="501" y="481"/>
                  </a:cxn>
                  <a:cxn ang="0">
                    <a:pos x="567" y="558"/>
                  </a:cxn>
                  <a:cxn ang="0">
                    <a:pos x="630" y="627"/>
                  </a:cxn>
                  <a:cxn ang="0">
                    <a:pos x="658" y="703"/>
                  </a:cxn>
                  <a:cxn ang="0">
                    <a:pos x="635" y="752"/>
                  </a:cxn>
                  <a:cxn ang="0">
                    <a:pos x="683" y="821"/>
                  </a:cxn>
                  <a:cxn ang="0">
                    <a:pos x="740" y="858"/>
                  </a:cxn>
                  <a:cxn ang="0">
                    <a:pos x="782" y="884"/>
                  </a:cxn>
                  <a:cxn ang="0">
                    <a:pos x="860" y="913"/>
                  </a:cxn>
                  <a:cxn ang="0">
                    <a:pos x="905" y="941"/>
                  </a:cxn>
                  <a:cxn ang="0">
                    <a:pos x="1019" y="983"/>
                  </a:cxn>
                  <a:cxn ang="0">
                    <a:pos x="1120" y="1020"/>
                  </a:cxn>
                  <a:cxn ang="0">
                    <a:pos x="1202" y="995"/>
                  </a:cxn>
                  <a:cxn ang="0">
                    <a:pos x="1336" y="1060"/>
                  </a:cxn>
                  <a:cxn ang="0">
                    <a:pos x="1371" y="1047"/>
                  </a:cxn>
                  <a:cxn ang="0">
                    <a:pos x="1454" y="974"/>
                  </a:cxn>
                  <a:cxn ang="0">
                    <a:pos x="1541" y="892"/>
                  </a:cxn>
                  <a:cxn ang="0">
                    <a:pos x="1593" y="859"/>
                  </a:cxn>
                  <a:cxn ang="0">
                    <a:pos x="1616" y="810"/>
                  </a:cxn>
                  <a:cxn ang="0">
                    <a:pos x="1641" y="736"/>
                  </a:cxn>
                  <a:cxn ang="0">
                    <a:pos x="1588" y="675"/>
                  </a:cxn>
                  <a:cxn ang="0">
                    <a:pos x="1464" y="708"/>
                  </a:cxn>
                  <a:cxn ang="0">
                    <a:pos x="1411" y="830"/>
                  </a:cxn>
                  <a:cxn ang="0">
                    <a:pos x="1345" y="848"/>
                  </a:cxn>
                  <a:cxn ang="0">
                    <a:pos x="1215" y="853"/>
                  </a:cxn>
                  <a:cxn ang="0">
                    <a:pos x="1154" y="822"/>
                  </a:cxn>
                  <a:cxn ang="0">
                    <a:pos x="1103" y="741"/>
                  </a:cxn>
                  <a:cxn ang="0">
                    <a:pos x="1063" y="634"/>
                  </a:cxn>
                  <a:cxn ang="0">
                    <a:pos x="1057" y="498"/>
                  </a:cxn>
                  <a:cxn ang="0">
                    <a:pos x="1098" y="444"/>
                  </a:cxn>
                  <a:cxn ang="0">
                    <a:pos x="1078" y="424"/>
                  </a:cxn>
                  <a:cxn ang="0">
                    <a:pos x="930" y="288"/>
                  </a:cxn>
                  <a:cxn ang="0">
                    <a:pos x="785" y="185"/>
                  </a:cxn>
                  <a:cxn ang="0">
                    <a:pos x="615" y="93"/>
                  </a:cxn>
                  <a:cxn ang="0">
                    <a:pos x="334" y="84"/>
                  </a:cxn>
                  <a:cxn ang="0">
                    <a:pos x="22" y="52"/>
                  </a:cxn>
                  <a:cxn ang="0">
                    <a:pos x="57" y="120"/>
                  </a:cxn>
                  <a:cxn ang="0">
                    <a:pos x="84" y="191"/>
                  </a:cxn>
                  <a:cxn ang="0">
                    <a:pos x="147" y="241"/>
                  </a:cxn>
                  <a:cxn ang="0">
                    <a:pos x="164" y="300"/>
                  </a:cxn>
                  <a:cxn ang="0">
                    <a:pos x="126" y="315"/>
                  </a:cxn>
                  <a:cxn ang="0">
                    <a:pos x="179" y="358"/>
                  </a:cxn>
                  <a:cxn ang="0">
                    <a:pos x="239" y="397"/>
                  </a:cxn>
                  <a:cxn ang="0">
                    <a:pos x="272" y="491"/>
                  </a:cxn>
                  <a:cxn ang="0">
                    <a:pos x="305" y="509"/>
                  </a:cxn>
                  <a:cxn ang="0">
                    <a:pos x="394" y="606"/>
                  </a:cxn>
                  <a:cxn ang="0">
                    <a:pos x="412" y="557"/>
                  </a:cxn>
                  <a:cxn ang="0">
                    <a:pos x="353" y="507"/>
                  </a:cxn>
                  <a:cxn ang="0">
                    <a:pos x="323" y="424"/>
                  </a:cxn>
                  <a:cxn ang="0">
                    <a:pos x="298" y="387"/>
                  </a:cxn>
                  <a:cxn ang="0">
                    <a:pos x="266" y="330"/>
                  </a:cxn>
                  <a:cxn ang="0">
                    <a:pos x="231" y="271"/>
                  </a:cxn>
                  <a:cxn ang="0">
                    <a:pos x="195" y="218"/>
                  </a:cxn>
                  <a:cxn ang="0">
                    <a:pos x="143" y="164"/>
                  </a:cxn>
                  <a:cxn ang="0">
                    <a:pos x="127" y="56"/>
                  </a:cxn>
                </a:cxnLst>
                <a:rect l="0" t="0" r="r" b="b"/>
                <a:pathLst>
                  <a:path w="1657" h="1083">
                    <a:moveTo>
                      <a:pt x="127" y="56"/>
                    </a:moveTo>
                    <a:lnTo>
                      <a:pt x="136" y="59"/>
                    </a:lnTo>
                    <a:lnTo>
                      <a:pt x="140" y="61"/>
                    </a:lnTo>
                    <a:lnTo>
                      <a:pt x="148" y="68"/>
                    </a:lnTo>
                    <a:lnTo>
                      <a:pt x="151" y="67"/>
                    </a:lnTo>
                    <a:lnTo>
                      <a:pt x="152" y="72"/>
                    </a:lnTo>
                    <a:lnTo>
                      <a:pt x="162" y="77"/>
                    </a:lnTo>
                    <a:lnTo>
                      <a:pt x="168" y="79"/>
                    </a:lnTo>
                    <a:lnTo>
                      <a:pt x="183" y="77"/>
                    </a:lnTo>
                    <a:lnTo>
                      <a:pt x="191" y="82"/>
                    </a:lnTo>
                    <a:lnTo>
                      <a:pt x="191" y="88"/>
                    </a:lnTo>
                    <a:lnTo>
                      <a:pt x="196" y="90"/>
                    </a:lnTo>
                    <a:lnTo>
                      <a:pt x="215" y="95"/>
                    </a:lnTo>
                    <a:lnTo>
                      <a:pt x="219" y="99"/>
                    </a:lnTo>
                    <a:lnTo>
                      <a:pt x="223" y="105"/>
                    </a:lnTo>
                    <a:lnTo>
                      <a:pt x="223" y="125"/>
                    </a:lnTo>
                    <a:lnTo>
                      <a:pt x="226" y="131"/>
                    </a:lnTo>
                    <a:lnTo>
                      <a:pt x="233" y="144"/>
                    </a:lnTo>
                    <a:lnTo>
                      <a:pt x="234" y="152"/>
                    </a:lnTo>
                    <a:lnTo>
                      <a:pt x="237" y="154"/>
                    </a:lnTo>
                    <a:lnTo>
                      <a:pt x="240" y="161"/>
                    </a:lnTo>
                    <a:lnTo>
                      <a:pt x="243" y="177"/>
                    </a:lnTo>
                    <a:lnTo>
                      <a:pt x="248" y="183"/>
                    </a:lnTo>
                    <a:lnTo>
                      <a:pt x="251" y="185"/>
                    </a:lnTo>
                    <a:lnTo>
                      <a:pt x="254" y="188"/>
                    </a:lnTo>
                    <a:lnTo>
                      <a:pt x="258" y="207"/>
                    </a:lnTo>
                    <a:lnTo>
                      <a:pt x="260" y="212"/>
                    </a:lnTo>
                    <a:lnTo>
                      <a:pt x="262" y="215"/>
                    </a:lnTo>
                    <a:lnTo>
                      <a:pt x="269" y="219"/>
                    </a:lnTo>
                    <a:lnTo>
                      <a:pt x="272" y="224"/>
                    </a:lnTo>
                    <a:lnTo>
                      <a:pt x="277" y="239"/>
                    </a:lnTo>
                    <a:lnTo>
                      <a:pt x="286" y="245"/>
                    </a:lnTo>
                    <a:lnTo>
                      <a:pt x="290" y="257"/>
                    </a:lnTo>
                    <a:lnTo>
                      <a:pt x="299" y="268"/>
                    </a:lnTo>
                    <a:lnTo>
                      <a:pt x="310" y="272"/>
                    </a:lnTo>
                    <a:lnTo>
                      <a:pt x="324" y="292"/>
                    </a:lnTo>
                    <a:lnTo>
                      <a:pt x="334" y="299"/>
                    </a:lnTo>
                    <a:lnTo>
                      <a:pt x="351" y="303"/>
                    </a:lnTo>
                    <a:lnTo>
                      <a:pt x="357" y="304"/>
                    </a:lnTo>
                    <a:lnTo>
                      <a:pt x="360" y="306"/>
                    </a:lnTo>
                    <a:lnTo>
                      <a:pt x="361" y="320"/>
                    </a:lnTo>
                    <a:lnTo>
                      <a:pt x="358" y="325"/>
                    </a:lnTo>
                    <a:lnTo>
                      <a:pt x="361" y="330"/>
                    </a:lnTo>
                    <a:lnTo>
                      <a:pt x="361" y="335"/>
                    </a:lnTo>
                    <a:lnTo>
                      <a:pt x="367" y="342"/>
                    </a:lnTo>
                    <a:lnTo>
                      <a:pt x="374" y="348"/>
                    </a:lnTo>
                    <a:lnTo>
                      <a:pt x="390" y="355"/>
                    </a:lnTo>
                    <a:lnTo>
                      <a:pt x="398" y="364"/>
                    </a:lnTo>
                    <a:lnTo>
                      <a:pt x="401" y="374"/>
                    </a:lnTo>
                    <a:lnTo>
                      <a:pt x="406" y="376"/>
                    </a:lnTo>
                    <a:lnTo>
                      <a:pt x="407" y="379"/>
                    </a:lnTo>
                    <a:lnTo>
                      <a:pt x="421" y="379"/>
                    </a:lnTo>
                    <a:lnTo>
                      <a:pt x="428" y="384"/>
                    </a:lnTo>
                    <a:lnTo>
                      <a:pt x="433" y="395"/>
                    </a:lnTo>
                    <a:lnTo>
                      <a:pt x="439" y="397"/>
                    </a:lnTo>
                    <a:lnTo>
                      <a:pt x="439" y="402"/>
                    </a:lnTo>
                    <a:lnTo>
                      <a:pt x="433" y="412"/>
                    </a:lnTo>
                    <a:lnTo>
                      <a:pt x="430" y="414"/>
                    </a:lnTo>
                    <a:lnTo>
                      <a:pt x="428" y="421"/>
                    </a:lnTo>
                    <a:lnTo>
                      <a:pt x="427" y="425"/>
                    </a:lnTo>
                    <a:lnTo>
                      <a:pt x="426" y="433"/>
                    </a:lnTo>
                    <a:lnTo>
                      <a:pt x="427" y="438"/>
                    </a:lnTo>
                    <a:lnTo>
                      <a:pt x="432" y="445"/>
                    </a:lnTo>
                    <a:lnTo>
                      <a:pt x="444" y="445"/>
                    </a:lnTo>
                    <a:lnTo>
                      <a:pt x="452" y="439"/>
                    </a:lnTo>
                    <a:lnTo>
                      <a:pt x="454" y="443"/>
                    </a:lnTo>
                    <a:lnTo>
                      <a:pt x="450" y="451"/>
                    </a:lnTo>
                    <a:lnTo>
                      <a:pt x="453" y="456"/>
                    </a:lnTo>
                    <a:lnTo>
                      <a:pt x="476" y="468"/>
                    </a:lnTo>
                    <a:lnTo>
                      <a:pt x="482" y="470"/>
                    </a:lnTo>
                    <a:lnTo>
                      <a:pt x="487" y="466"/>
                    </a:lnTo>
                    <a:lnTo>
                      <a:pt x="501" y="481"/>
                    </a:lnTo>
                    <a:lnTo>
                      <a:pt x="506" y="484"/>
                    </a:lnTo>
                    <a:lnTo>
                      <a:pt x="507" y="492"/>
                    </a:lnTo>
                    <a:lnTo>
                      <a:pt x="507" y="503"/>
                    </a:lnTo>
                    <a:lnTo>
                      <a:pt x="509" y="507"/>
                    </a:lnTo>
                    <a:lnTo>
                      <a:pt x="543" y="535"/>
                    </a:lnTo>
                    <a:lnTo>
                      <a:pt x="554" y="545"/>
                    </a:lnTo>
                    <a:lnTo>
                      <a:pt x="561" y="548"/>
                    </a:lnTo>
                    <a:lnTo>
                      <a:pt x="565" y="553"/>
                    </a:lnTo>
                    <a:lnTo>
                      <a:pt x="567" y="558"/>
                    </a:lnTo>
                    <a:lnTo>
                      <a:pt x="567" y="564"/>
                    </a:lnTo>
                    <a:lnTo>
                      <a:pt x="570" y="568"/>
                    </a:lnTo>
                    <a:lnTo>
                      <a:pt x="576" y="568"/>
                    </a:lnTo>
                    <a:lnTo>
                      <a:pt x="582" y="577"/>
                    </a:lnTo>
                    <a:lnTo>
                      <a:pt x="588" y="589"/>
                    </a:lnTo>
                    <a:lnTo>
                      <a:pt x="592" y="595"/>
                    </a:lnTo>
                    <a:lnTo>
                      <a:pt x="604" y="604"/>
                    </a:lnTo>
                    <a:lnTo>
                      <a:pt x="615" y="617"/>
                    </a:lnTo>
                    <a:lnTo>
                      <a:pt x="630" y="627"/>
                    </a:lnTo>
                    <a:lnTo>
                      <a:pt x="632" y="633"/>
                    </a:lnTo>
                    <a:lnTo>
                      <a:pt x="631" y="635"/>
                    </a:lnTo>
                    <a:lnTo>
                      <a:pt x="631" y="640"/>
                    </a:lnTo>
                    <a:lnTo>
                      <a:pt x="638" y="664"/>
                    </a:lnTo>
                    <a:lnTo>
                      <a:pt x="645" y="672"/>
                    </a:lnTo>
                    <a:lnTo>
                      <a:pt x="646" y="681"/>
                    </a:lnTo>
                    <a:lnTo>
                      <a:pt x="652" y="687"/>
                    </a:lnTo>
                    <a:lnTo>
                      <a:pt x="656" y="694"/>
                    </a:lnTo>
                    <a:lnTo>
                      <a:pt x="658" y="703"/>
                    </a:lnTo>
                    <a:lnTo>
                      <a:pt x="658" y="712"/>
                    </a:lnTo>
                    <a:lnTo>
                      <a:pt x="656" y="717"/>
                    </a:lnTo>
                    <a:lnTo>
                      <a:pt x="646" y="728"/>
                    </a:lnTo>
                    <a:lnTo>
                      <a:pt x="645" y="729"/>
                    </a:lnTo>
                    <a:lnTo>
                      <a:pt x="646" y="733"/>
                    </a:lnTo>
                    <a:lnTo>
                      <a:pt x="653" y="739"/>
                    </a:lnTo>
                    <a:lnTo>
                      <a:pt x="654" y="742"/>
                    </a:lnTo>
                    <a:lnTo>
                      <a:pt x="640" y="748"/>
                    </a:lnTo>
                    <a:lnTo>
                      <a:pt x="635" y="752"/>
                    </a:lnTo>
                    <a:lnTo>
                      <a:pt x="635" y="756"/>
                    </a:lnTo>
                    <a:lnTo>
                      <a:pt x="637" y="758"/>
                    </a:lnTo>
                    <a:lnTo>
                      <a:pt x="642" y="771"/>
                    </a:lnTo>
                    <a:lnTo>
                      <a:pt x="643" y="779"/>
                    </a:lnTo>
                    <a:lnTo>
                      <a:pt x="646" y="788"/>
                    </a:lnTo>
                    <a:lnTo>
                      <a:pt x="656" y="793"/>
                    </a:lnTo>
                    <a:lnTo>
                      <a:pt x="670" y="810"/>
                    </a:lnTo>
                    <a:lnTo>
                      <a:pt x="675" y="815"/>
                    </a:lnTo>
                    <a:lnTo>
                      <a:pt x="683" y="821"/>
                    </a:lnTo>
                    <a:lnTo>
                      <a:pt x="689" y="823"/>
                    </a:lnTo>
                    <a:lnTo>
                      <a:pt x="699" y="827"/>
                    </a:lnTo>
                    <a:lnTo>
                      <a:pt x="706" y="827"/>
                    </a:lnTo>
                    <a:lnTo>
                      <a:pt x="710" y="830"/>
                    </a:lnTo>
                    <a:lnTo>
                      <a:pt x="722" y="841"/>
                    </a:lnTo>
                    <a:lnTo>
                      <a:pt x="731" y="843"/>
                    </a:lnTo>
                    <a:lnTo>
                      <a:pt x="738" y="850"/>
                    </a:lnTo>
                    <a:lnTo>
                      <a:pt x="740" y="855"/>
                    </a:lnTo>
                    <a:lnTo>
                      <a:pt x="740" y="858"/>
                    </a:lnTo>
                    <a:lnTo>
                      <a:pt x="744" y="859"/>
                    </a:lnTo>
                    <a:lnTo>
                      <a:pt x="746" y="861"/>
                    </a:lnTo>
                    <a:lnTo>
                      <a:pt x="748" y="865"/>
                    </a:lnTo>
                    <a:lnTo>
                      <a:pt x="750" y="870"/>
                    </a:lnTo>
                    <a:lnTo>
                      <a:pt x="755" y="874"/>
                    </a:lnTo>
                    <a:lnTo>
                      <a:pt x="769" y="875"/>
                    </a:lnTo>
                    <a:lnTo>
                      <a:pt x="775" y="879"/>
                    </a:lnTo>
                    <a:lnTo>
                      <a:pt x="780" y="880"/>
                    </a:lnTo>
                    <a:lnTo>
                      <a:pt x="782" y="884"/>
                    </a:lnTo>
                    <a:lnTo>
                      <a:pt x="814" y="892"/>
                    </a:lnTo>
                    <a:lnTo>
                      <a:pt x="820" y="895"/>
                    </a:lnTo>
                    <a:lnTo>
                      <a:pt x="828" y="895"/>
                    </a:lnTo>
                    <a:lnTo>
                      <a:pt x="832" y="892"/>
                    </a:lnTo>
                    <a:lnTo>
                      <a:pt x="836" y="895"/>
                    </a:lnTo>
                    <a:lnTo>
                      <a:pt x="850" y="902"/>
                    </a:lnTo>
                    <a:lnTo>
                      <a:pt x="855" y="909"/>
                    </a:lnTo>
                    <a:lnTo>
                      <a:pt x="856" y="912"/>
                    </a:lnTo>
                    <a:lnTo>
                      <a:pt x="860" y="913"/>
                    </a:lnTo>
                    <a:lnTo>
                      <a:pt x="862" y="917"/>
                    </a:lnTo>
                    <a:lnTo>
                      <a:pt x="869" y="919"/>
                    </a:lnTo>
                    <a:lnTo>
                      <a:pt x="875" y="924"/>
                    </a:lnTo>
                    <a:lnTo>
                      <a:pt x="884" y="928"/>
                    </a:lnTo>
                    <a:lnTo>
                      <a:pt x="884" y="931"/>
                    </a:lnTo>
                    <a:lnTo>
                      <a:pt x="890" y="936"/>
                    </a:lnTo>
                    <a:lnTo>
                      <a:pt x="894" y="935"/>
                    </a:lnTo>
                    <a:lnTo>
                      <a:pt x="900" y="939"/>
                    </a:lnTo>
                    <a:lnTo>
                      <a:pt x="905" y="941"/>
                    </a:lnTo>
                    <a:lnTo>
                      <a:pt x="916" y="945"/>
                    </a:lnTo>
                    <a:lnTo>
                      <a:pt x="926" y="946"/>
                    </a:lnTo>
                    <a:lnTo>
                      <a:pt x="943" y="951"/>
                    </a:lnTo>
                    <a:lnTo>
                      <a:pt x="953" y="959"/>
                    </a:lnTo>
                    <a:lnTo>
                      <a:pt x="960" y="961"/>
                    </a:lnTo>
                    <a:lnTo>
                      <a:pt x="985" y="968"/>
                    </a:lnTo>
                    <a:lnTo>
                      <a:pt x="1000" y="974"/>
                    </a:lnTo>
                    <a:lnTo>
                      <a:pt x="1009" y="973"/>
                    </a:lnTo>
                    <a:lnTo>
                      <a:pt x="1019" y="983"/>
                    </a:lnTo>
                    <a:lnTo>
                      <a:pt x="1043" y="998"/>
                    </a:lnTo>
                    <a:lnTo>
                      <a:pt x="1049" y="999"/>
                    </a:lnTo>
                    <a:lnTo>
                      <a:pt x="1052" y="999"/>
                    </a:lnTo>
                    <a:lnTo>
                      <a:pt x="1057" y="1003"/>
                    </a:lnTo>
                    <a:lnTo>
                      <a:pt x="1063" y="1005"/>
                    </a:lnTo>
                    <a:lnTo>
                      <a:pt x="1074" y="1009"/>
                    </a:lnTo>
                    <a:lnTo>
                      <a:pt x="1103" y="1011"/>
                    </a:lnTo>
                    <a:lnTo>
                      <a:pt x="1113" y="1017"/>
                    </a:lnTo>
                    <a:lnTo>
                      <a:pt x="1120" y="1020"/>
                    </a:lnTo>
                    <a:lnTo>
                      <a:pt x="1122" y="1020"/>
                    </a:lnTo>
                    <a:lnTo>
                      <a:pt x="1130" y="1024"/>
                    </a:lnTo>
                    <a:lnTo>
                      <a:pt x="1145" y="1025"/>
                    </a:lnTo>
                    <a:lnTo>
                      <a:pt x="1152" y="1024"/>
                    </a:lnTo>
                    <a:lnTo>
                      <a:pt x="1158" y="1021"/>
                    </a:lnTo>
                    <a:lnTo>
                      <a:pt x="1162" y="1017"/>
                    </a:lnTo>
                    <a:lnTo>
                      <a:pt x="1173" y="1013"/>
                    </a:lnTo>
                    <a:lnTo>
                      <a:pt x="1181" y="1010"/>
                    </a:lnTo>
                    <a:lnTo>
                      <a:pt x="1202" y="995"/>
                    </a:lnTo>
                    <a:lnTo>
                      <a:pt x="1207" y="994"/>
                    </a:lnTo>
                    <a:lnTo>
                      <a:pt x="1215" y="992"/>
                    </a:lnTo>
                    <a:lnTo>
                      <a:pt x="1232" y="992"/>
                    </a:lnTo>
                    <a:lnTo>
                      <a:pt x="1244" y="995"/>
                    </a:lnTo>
                    <a:lnTo>
                      <a:pt x="1266" y="1004"/>
                    </a:lnTo>
                    <a:lnTo>
                      <a:pt x="1291" y="1015"/>
                    </a:lnTo>
                    <a:lnTo>
                      <a:pt x="1309" y="1033"/>
                    </a:lnTo>
                    <a:lnTo>
                      <a:pt x="1316" y="1042"/>
                    </a:lnTo>
                    <a:lnTo>
                      <a:pt x="1336" y="1060"/>
                    </a:lnTo>
                    <a:lnTo>
                      <a:pt x="1345" y="1070"/>
                    </a:lnTo>
                    <a:lnTo>
                      <a:pt x="1362" y="1083"/>
                    </a:lnTo>
                    <a:lnTo>
                      <a:pt x="1364" y="1081"/>
                    </a:lnTo>
                    <a:lnTo>
                      <a:pt x="1366" y="1065"/>
                    </a:lnTo>
                    <a:lnTo>
                      <a:pt x="1368" y="1063"/>
                    </a:lnTo>
                    <a:lnTo>
                      <a:pt x="1369" y="1060"/>
                    </a:lnTo>
                    <a:lnTo>
                      <a:pt x="1367" y="1053"/>
                    </a:lnTo>
                    <a:lnTo>
                      <a:pt x="1368" y="1052"/>
                    </a:lnTo>
                    <a:lnTo>
                      <a:pt x="1371" y="1047"/>
                    </a:lnTo>
                    <a:lnTo>
                      <a:pt x="1377" y="1037"/>
                    </a:lnTo>
                    <a:lnTo>
                      <a:pt x="1378" y="1033"/>
                    </a:lnTo>
                    <a:lnTo>
                      <a:pt x="1401" y="997"/>
                    </a:lnTo>
                    <a:lnTo>
                      <a:pt x="1431" y="994"/>
                    </a:lnTo>
                    <a:lnTo>
                      <a:pt x="1454" y="994"/>
                    </a:lnTo>
                    <a:lnTo>
                      <a:pt x="1455" y="995"/>
                    </a:lnTo>
                    <a:lnTo>
                      <a:pt x="1455" y="994"/>
                    </a:lnTo>
                    <a:lnTo>
                      <a:pt x="1457" y="979"/>
                    </a:lnTo>
                    <a:lnTo>
                      <a:pt x="1454" y="974"/>
                    </a:lnTo>
                    <a:lnTo>
                      <a:pt x="1444" y="966"/>
                    </a:lnTo>
                    <a:lnTo>
                      <a:pt x="1441" y="957"/>
                    </a:lnTo>
                    <a:lnTo>
                      <a:pt x="1425" y="947"/>
                    </a:lnTo>
                    <a:lnTo>
                      <a:pt x="1399" y="922"/>
                    </a:lnTo>
                    <a:lnTo>
                      <a:pt x="1401" y="923"/>
                    </a:lnTo>
                    <a:lnTo>
                      <a:pt x="1433" y="923"/>
                    </a:lnTo>
                    <a:lnTo>
                      <a:pt x="1433" y="896"/>
                    </a:lnTo>
                    <a:lnTo>
                      <a:pt x="1528" y="895"/>
                    </a:lnTo>
                    <a:lnTo>
                      <a:pt x="1541" y="892"/>
                    </a:lnTo>
                    <a:lnTo>
                      <a:pt x="1546" y="892"/>
                    </a:lnTo>
                    <a:lnTo>
                      <a:pt x="1561" y="864"/>
                    </a:lnTo>
                    <a:lnTo>
                      <a:pt x="1565" y="861"/>
                    </a:lnTo>
                    <a:lnTo>
                      <a:pt x="1571" y="863"/>
                    </a:lnTo>
                    <a:lnTo>
                      <a:pt x="1572" y="855"/>
                    </a:lnTo>
                    <a:lnTo>
                      <a:pt x="1583" y="839"/>
                    </a:lnTo>
                    <a:lnTo>
                      <a:pt x="1590" y="842"/>
                    </a:lnTo>
                    <a:lnTo>
                      <a:pt x="1588" y="858"/>
                    </a:lnTo>
                    <a:lnTo>
                      <a:pt x="1593" y="859"/>
                    </a:lnTo>
                    <a:lnTo>
                      <a:pt x="1595" y="861"/>
                    </a:lnTo>
                    <a:lnTo>
                      <a:pt x="1594" y="876"/>
                    </a:lnTo>
                    <a:lnTo>
                      <a:pt x="1597" y="886"/>
                    </a:lnTo>
                    <a:lnTo>
                      <a:pt x="1600" y="881"/>
                    </a:lnTo>
                    <a:lnTo>
                      <a:pt x="1606" y="860"/>
                    </a:lnTo>
                    <a:lnTo>
                      <a:pt x="1608" y="849"/>
                    </a:lnTo>
                    <a:lnTo>
                      <a:pt x="1616" y="825"/>
                    </a:lnTo>
                    <a:lnTo>
                      <a:pt x="1619" y="815"/>
                    </a:lnTo>
                    <a:lnTo>
                      <a:pt x="1616" y="810"/>
                    </a:lnTo>
                    <a:lnTo>
                      <a:pt x="1611" y="806"/>
                    </a:lnTo>
                    <a:lnTo>
                      <a:pt x="1620" y="801"/>
                    </a:lnTo>
                    <a:lnTo>
                      <a:pt x="1619" y="794"/>
                    </a:lnTo>
                    <a:lnTo>
                      <a:pt x="1611" y="790"/>
                    </a:lnTo>
                    <a:lnTo>
                      <a:pt x="1617" y="782"/>
                    </a:lnTo>
                    <a:lnTo>
                      <a:pt x="1622" y="772"/>
                    </a:lnTo>
                    <a:lnTo>
                      <a:pt x="1622" y="763"/>
                    </a:lnTo>
                    <a:lnTo>
                      <a:pt x="1632" y="744"/>
                    </a:lnTo>
                    <a:lnTo>
                      <a:pt x="1641" y="736"/>
                    </a:lnTo>
                    <a:lnTo>
                      <a:pt x="1653" y="723"/>
                    </a:lnTo>
                    <a:lnTo>
                      <a:pt x="1656" y="714"/>
                    </a:lnTo>
                    <a:lnTo>
                      <a:pt x="1657" y="703"/>
                    </a:lnTo>
                    <a:lnTo>
                      <a:pt x="1654" y="692"/>
                    </a:lnTo>
                    <a:lnTo>
                      <a:pt x="1648" y="683"/>
                    </a:lnTo>
                    <a:lnTo>
                      <a:pt x="1617" y="680"/>
                    </a:lnTo>
                    <a:lnTo>
                      <a:pt x="1605" y="691"/>
                    </a:lnTo>
                    <a:lnTo>
                      <a:pt x="1605" y="678"/>
                    </a:lnTo>
                    <a:lnTo>
                      <a:pt x="1588" y="675"/>
                    </a:lnTo>
                    <a:lnTo>
                      <a:pt x="1576" y="676"/>
                    </a:lnTo>
                    <a:lnTo>
                      <a:pt x="1555" y="682"/>
                    </a:lnTo>
                    <a:lnTo>
                      <a:pt x="1544" y="690"/>
                    </a:lnTo>
                    <a:lnTo>
                      <a:pt x="1519" y="691"/>
                    </a:lnTo>
                    <a:lnTo>
                      <a:pt x="1504" y="691"/>
                    </a:lnTo>
                    <a:lnTo>
                      <a:pt x="1495" y="692"/>
                    </a:lnTo>
                    <a:lnTo>
                      <a:pt x="1484" y="697"/>
                    </a:lnTo>
                    <a:lnTo>
                      <a:pt x="1474" y="699"/>
                    </a:lnTo>
                    <a:lnTo>
                      <a:pt x="1464" y="708"/>
                    </a:lnTo>
                    <a:lnTo>
                      <a:pt x="1459" y="720"/>
                    </a:lnTo>
                    <a:lnTo>
                      <a:pt x="1457" y="750"/>
                    </a:lnTo>
                    <a:lnTo>
                      <a:pt x="1453" y="767"/>
                    </a:lnTo>
                    <a:lnTo>
                      <a:pt x="1449" y="779"/>
                    </a:lnTo>
                    <a:lnTo>
                      <a:pt x="1443" y="788"/>
                    </a:lnTo>
                    <a:lnTo>
                      <a:pt x="1441" y="801"/>
                    </a:lnTo>
                    <a:lnTo>
                      <a:pt x="1436" y="812"/>
                    </a:lnTo>
                    <a:lnTo>
                      <a:pt x="1426" y="823"/>
                    </a:lnTo>
                    <a:lnTo>
                      <a:pt x="1411" y="830"/>
                    </a:lnTo>
                    <a:lnTo>
                      <a:pt x="1414" y="849"/>
                    </a:lnTo>
                    <a:lnTo>
                      <a:pt x="1395" y="859"/>
                    </a:lnTo>
                    <a:lnTo>
                      <a:pt x="1387" y="860"/>
                    </a:lnTo>
                    <a:lnTo>
                      <a:pt x="1380" y="859"/>
                    </a:lnTo>
                    <a:lnTo>
                      <a:pt x="1377" y="854"/>
                    </a:lnTo>
                    <a:lnTo>
                      <a:pt x="1377" y="848"/>
                    </a:lnTo>
                    <a:lnTo>
                      <a:pt x="1368" y="846"/>
                    </a:lnTo>
                    <a:lnTo>
                      <a:pt x="1351" y="846"/>
                    </a:lnTo>
                    <a:lnTo>
                      <a:pt x="1345" y="848"/>
                    </a:lnTo>
                    <a:lnTo>
                      <a:pt x="1335" y="850"/>
                    </a:lnTo>
                    <a:lnTo>
                      <a:pt x="1321" y="858"/>
                    </a:lnTo>
                    <a:lnTo>
                      <a:pt x="1312" y="860"/>
                    </a:lnTo>
                    <a:lnTo>
                      <a:pt x="1303" y="859"/>
                    </a:lnTo>
                    <a:lnTo>
                      <a:pt x="1275" y="864"/>
                    </a:lnTo>
                    <a:lnTo>
                      <a:pt x="1251" y="876"/>
                    </a:lnTo>
                    <a:lnTo>
                      <a:pt x="1238" y="876"/>
                    </a:lnTo>
                    <a:lnTo>
                      <a:pt x="1226" y="868"/>
                    </a:lnTo>
                    <a:lnTo>
                      <a:pt x="1215" y="853"/>
                    </a:lnTo>
                    <a:lnTo>
                      <a:pt x="1210" y="849"/>
                    </a:lnTo>
                    <a:lnTo>
                      <a:pt x="1210" y="852"/>
                    </a:lnTo>
                    <a:lnTo>
                      <a:pt x="1195" y="850"/>
                    </a:lnTo>
                    <a:lnTo>
                      <a:pt x="1183" y="846"/>
                    </a:lnTo>
                    <a:lnTo>
                      <a:pt x="1175" y="843"/>
                    </a:lnTo>
                    <a:lnTo>
                      <a:pt x="1169" y="839"/>
                    </a:lnTo>
                    <a:lnTo>
                      <a:pt x="1164" y="832"/>
                    </a:lnTo>
                    <a:lnTo>
                      <a:pt x="1160" y="830"/>
                    </a:lnTo>
                    <a:lnTo>
                      <a:pt x="1154" y="822"/>
                    </a:lnTo>
                    <a:lnTo>
                      <a:pt x="1152" y="820"/>
                    </a:lnTo>
                    <a:lnTo>
                      <a:pt x="1149" y="820"/>
                    </a:lnTo>
                    <a:lnTo>
                      <a:pt x="1148" y="818"/>
                    </a:lnTo>
                    <a:lnTo>
                      <a:pt x="1146" y="809"/>
                    </a:lnTo>
                    <a:lnTo>
                      <a:pt x="1130" y="773"/>
                    </a:lnTo>
                    <a:lnTo>
                      <a:pt x="1126" y="766"/>
                    </a:lnTo>
                    <a:lnTo>
                      <a:pt x="1120" y="761"/>
                    </a:lnTo>
                    <a:lnTo>
                      <a:pt x="1108" y="747"/>
                    </a:lnTo>
                    <a:lnTo>
                      <a:pt x="1103" y="741"/>
                    </a:lnTo>
                    <a:lnTo>
                      <a:pt x="1088" y="717"/>
                    </a:lnTo>
                    <a:lnTo>
                      <a:pt x="1084" y="705"/>
                    </a:lnTo>
                    <a:lnTo>
                      <a:pt x="1086" y="703"/>
                    </a:lnTo>
                    <a:lnTo>
                      <a:pt x="1090" y="696"/>
                    </a:lnTo>
                    <a:lnTo>
                      <a:pt x="1090" y="690"/>
                    </a:lnTo>
                    <a:lnTo>
                      <a:pt x="1089" y="686"/>
                    </a:lnTo>
                    <a:lnTo>
                      <a:pt x="1071" y="664"/>
                    </a:lnTo>
                    <a:lnTo>
                      <a:pt x="1063" y="645"/>
                    </a:lnTo>
                    <a:lnTo>
                      <a:pt x="1063" y="634"/>
                    </a:lnTo>
                    <a:lnTo>
                      <a:pt x="1068" y="611"/>
                    </a:lnTo>
                    <a:lnTo>
                      <a:pt x="1067" y="574"/>
                    </a:lnTo>
                    <a:lnTo>
                      <a:pt x="1067" y="562"/>
                    </a:lnTo>
                    <a:lnTo>
                      <a:pt x="1065" y="552"/>
                    </a:lnTo>
                    <a:lnTo>
                      <a:pt x="1061" y="547"/>
                    </a:lnTo>
                    <a:lnTo>
                      <a:pt x="1060" y="529"/>
                    </a:lnTo>
                    <a:lnTo>
                      <a:pt x="1060" y="505"/>
                    </a:lnTo>
                    <a:lnTo>
                      <a:pt x="1057" y="502"/>
                    </a:lnTo>
                    <a:lnTo>
                      <a:pt x="1057" y="498"/>
                    </a:lnTo>
                    <a:lnTo>
                      <a:pt x="1062" y="484"/>
                    </a:lnTo>
                    <a:lnTo>
                      <a:pt x="1068" y="479"/>
                    </a:lnTo>
                    <a:lnTo>
                      <a:pt x="1071" y="467"/>
                    </a:lnTo>
                    <a:lnTo>
                      <a:pt x="1071" y="459"/>
                    </a:lnTo>
                    <a:lnTo>
                      <a:pt x="1073" y="455"/>
                    </a:lnTo>
                    <a:lnTo>
                      <a:pt x="1086" y="459"/>
                    </a:lnTo>
                    <a:lnTo>
                      <a:pt x="1089" y="457"/>
                    </a:lnTo>
                    <a:lnTo>
                      <a:pt x="1095" y="450"/>
                    </a:lnTo>
                    <a:lnTo>
                      <a:pt x="1098" y="444"/>
                    </a:lnTo>
                    <a:lnTo>
                      <a:pt x="1099" y="434"/>
                    </a:lnTo>
                    <a:lnTo>
                      <a:pt x="1098" y="433"/>
                    </a:lnTo>
                    <a:lnTo>
                      <a:pt x="1095" y="439"/>
                    </a:lnTo>
                    <a:lnTo>
                      <a:pt x="1093" y="443"/>
                    </a:lnTo>
                    <a:lnTo>
                      <a:pt x="1090" y="444"/>
                    </a:lnTo>
                    <a:lnTo>
                      <a:pt x="1089" y="444"/>
                    </a:lnTo>
                    <a:lnTo>
                      <a:pt x="1090" y="438"/>
                    </a:lnTo>
                    <a:lnTo>
                      <a:pt x="1095" y="425"/>
                    </a:lnTo>
                    <a:lnTo>
                      <a:pt x="1078" y="424"/>
                    </a:lnTo>
                    <a:lnTo>
                      <a:pt x="1060" y="416"/>
                    </a:lnTo>
                    <a:lnTo>
                      <a:pt x="1033" y="413"/>
                    </a:lnTo>
                    <a:lnTo>
                      <a:pt x="1018" y="405"/>
                    </a:lnTo>
                    <a:lnTo>
                      <a:pt x="1004" y="403"/>
                    </a:lnTo>
                    <a:lnTo>
                      <a:pt x="987" y="392"/>
                    </a:lnTo>
                    <a:lnTo>
                      <a:pt x="970" y="366"/>
                    </a:lnTo>
                    <a:lnTo>
                      <a:pt x="955" y="319"/>
                    </a:lnTo>
                    <a:lnTo>
                      <a:pt x="938" y="308"/>
                    </a:lnTo>
                    <a:lnTo>
                      <a:pt x="930" y="288"/>
                    </a:lnTo>
                    <a:lnTo>
                      <a:pt x="914" y="271"/>
                    </a:lnTo>
                    <a:lnTo>
                      <a:pt x="894" y="225"/>
                    </a:lnTo>
                    <a:lnTo>
                      <a:pt x="883" y="217"/>
                    </a:lnTo>
                    <a:lnTo>
                      <a:pt x="877" y="207"/>
                    </a:lnTo>
                    <a:lnTo>
                      <a:pt x="860" y="191"/>
                    </a:lnTo>
                    <a:lnTo>
                      <a:pt x="852" y="181"/>
                    </a:lnTo>
                    <a:lnTo>
                      <a:pt x="807" y="183"/>
                    </a:lnTo>
                    <a:lnTo>
                      <a:pt x="796" y="180"/>
                    </a:lnTo>
                    <a:lnTo>
                      <a:pt x="785" y="185"/>
                    </a:lnTo>
                    <a:lnTo>
                      <a:pt x="782" y="188"/>
                    </a:lnTo>
                    <a:lnTo>
                      <a:pt x="759" y="235"/>
                    </a:lnTo>
                    <a:lnTo>
                      <a:pt x="735" y="230"/>
                    </a:lnTo>
                    <a:lnTo>
                      <a:pt x="711" y="214"/>
                    </a:lnTo>
                    <a:lnTo>
                      <a:pt x="692" y="198"/>
                    </a:lnTo>
                    <a:lnTo>
                      <a:pt x="678" y="180"/>
                    </a:lnTo>
                    <a:lnTo>
                      <a:pt x="664" y="129"/>
                    </a:lnTo>
                    <a:lnTo>
                      <a:pt x="635" y="110"/>
                    </a:lnTo>
                    <a:lnTo>
                      <a:pt x="615" y="93"/>
                    </a:lnTo>
                    <a:lnTo>
                      <a:pt x="606" y="80"/>
                    </a:lnTo>
                    <a:lnTo>
                      <a:pt x="594" y="74"/>
                    </a:lnTo>
                    <a:lnTo>
                      <a:pt x="587" y="62"/>
                    </a:lnTo>
                    <a:lnTo>
                      <a:pt x="582" y="59"/>
                    </a:lnTo>
                    <a:lnTo>
                      <a:pt x="572" y="53"/>
                    </a:lnTo>
                    <a:lnTo>
                      <a:pt x="482" y="54"/>
                    </a:lnTo>
                    <a:lnTo>
                      <a:pt x="481" y="84"/>
                    </a:lnTo>
                    <a:lnTo>
                      <a:pt x="437" y="84"/>
                    </a:lnTo>
                    <a:lnTo>
                      <a:pt x="334" y="84"/>
                    </a:lnTo>
                    <a:lnTo>
                      <a:pt x="125" y="7"/>
                    </a:lnTo>
                    <a:lnTo>
                      <a:pt x="124" y="0"/>
                    </a:lnTo>
                    <a:lnTo>
                      <a:pt x="0" y="10"/>
                    </a:lnTo>
                    <a:lnTo>
                      <a:pt x="7" y="18"/>
                    </a:lnTo>
                    <a:lnTo>
                      <a:pt x="8" y="25"/>
                    </a:lnTo>
                    <a:lnTo>
                      <a:pt x="12" y="31"/>
                    </a:lnTo>
                    <a:lnTo>
                      <a:pt x="16" y="41"/>
                    </a:lnTo>
                    <a:lnTo>
                      <a:pt x="22" y="47"/>
                    </a:lnTo>
                    <a:lnTo>
                      <a:pt x="22" y="52"/>
                    </a:lnTo>
                    <a:lnTo>
                      <a:pt x="25" y="52"/>
                    </a:lnTo>
                    <a:lnTo>
                      <a:pt x="29" y="57"/>
                    </a:lnTo>
                    <a:lnTo>
                      <a:pt x="30" y="73"/>
                    </a:lnTo>
                    <a:lnTo>
                      <a:pt x="48" y="99"/>
                    </a:lnTo>
                    <a:lnTo>
                      <a:pt x="50" y="106"/>
                    </a:lnTo>
                    <a:lnTo>
                      <a:pt x="50" y="111"/>
                    </a:lnTo>
                    <a:lnTo>
                      <a:pt x="52" y="112"/>
                    </a:lnTo>
                    <a:lnTo>
                      <a:pt x="54" y="117"/>
                    </a:lnTo>
                    <a:lnTo>
                      <a:pt x="57" y="120"/>
                    </a:lnTo>
                    <a:lnTo>
                      <a:pt x="65" y="137"/>
                    </a:lnTo>
                    <a:lnTo>
                      <a:pt x="65" y="147"/>
                    </a:lnTo>
                    <a:lnTo>
                      <a:pt x="66" y="149"/>
                    </a:lnTo>
                    <a:lnTo>
                      <a:pt x="70" y="145"/>
                    </a:lnTo>
                    <a:lnTo>
                      <a:pt x="72" y="147"/>
                    </a:lnTo>
                    <a:lnTo>
                      <a:pt x="75" y="155"/>
                    </a:lnTo>
                    <a:lnTo>
                      <a:pt x="78" y="176"/>
                    </a:lnTo>
                    <a:lnTo>
                      <a:pt x="82" y="187"/>
                    </a:lnTo>
                    <a:lnTo>
                      <a:pt x="84" y="191"/>
                    </a:lnTo>
                    <a:lnTo>
                      <a:pt x="94" y="195"/>
                    </a:lnTo>
                    <a:lnTo>
                      <a:pt x="98" y="197"/>
                    </a:lnTo>
                    <a:lnTo>
                      <a:pt x="104" y="198"/>
                    </a:lnTo>
                    <a:lnTo>
                      <a:pt x="111" y="208"/>
                    </a:lnTo>
                    <a:lnTo>
                      <a:pt x="121" y="209"/>
                    </a:lnTo>
                    <a:lnTo>
                      <a:pt x="126" y="217"/>
                    </a:lnTo>
                    <a:lnTo>
                      <a:pt x="132" y="228"/>
                    </a:lnTo>
                    <a:lnTo>
                      <a:pt x="136" y="230"/>
                    </a:lnTo>
                    <a:lnTo>
                      <a:pt x="147" y="241"/>
                    </a:lnTo>
                    <a:lnTo>
                      <a:pt x="151" y="244"/>
                    </a:lnTo>
                    <a:lnTo>
                      <a:pt x="170" y="268"/>
                    </a:lnTo>
                    <a:lnTo>
                      <a:pt x="172" y="276"/>
                    </a:lnTo>
                    <a:lnTo>
                      <a:pt x="172" y="284"/>
                    </a:lnTo>
                    <a:lnTo>
                      <a:pt x="173" y="287"/>
                    </a:lnTo>
                    <a:lnTo>
                      <a:pt x="172" y="290"/>
                    </a:lnTo>
                    <a:lnTo>
                      <a:pt x="173" y="295"/>
                    </a:lnTo>
                    <a:lnTo>
                      <a:pt x="168" y="296"/>
                    </a:lnTo>
                    <a:lnTo>
                      <a:pt x="164" y="300"/>
                    </a:lnTo>
                    <a:lnTo>
                      <a:pt x="164" y="305"/>
                    </a:lnTo>
                    <a:lnTo>
                      <a:pt x="167" y="306"/>
                    </a:lnTo>
                    <a:lnTo>
                      <a:pt x="165" y="311"/>
                    </a:lnTo>
                    <a:lnTo>
                      <a:pt x="159" y="306"/>
                    </a:lnTo>
                    <a:lnTo>
                      <a:pt x="142" y="311"/>
                    </a:lnTo>
                    <a:lnTo>
                      <a:pt x="120" y="309"/>
                    </a:lnTo>
                    <a:lnTo>
                      <a:pt x="120" y="317"/>
                    </a:lnTo>
                    <a:lnTo>
                      <a:pt x="122" y="319"/>
                    </a:lnTo>
                    <a:lnTo>
                      <a:pt x="126" y="315"/>
                    </a:lnTo>
                    <a:lnTo>
                      <a:pt x="137" y="326"/>
                    </a:lnTo>
                    <a:lnTo>
                      <a:pt x="147" y="330"/>
                    </a:lnTo>
                    <a:lnTo>
                      <a:pt x="149" y="333"/>
                    </a:lnTo>
                    <a:lnTo>
                      <a:pt x="152" y="344"/>
                    </a:lnTo>
                    <a:lnTo>
                      <a:pt x="156" y="347"/>
                    </a:lnTo>
                    <a:lnTo>
                      <a:pt x="165" y="348"/>
                    </a:lnTo>
                    <a:lnTo>
                      <a:pt x="170" y="351"/>
                    </a:lnTo>
                    <a:lnTo>
                      <a:pt x="173" y="357"/>
                    </a:lnTo>
                    <a:lnTo>
                      <a:pt x="179" y="358"/>
                    </a:lnTo>
                    <a:lnTo>
                      <a:pt x="188" y="363"/>
                    </a:lnTo>
                    <a:lnTo>
                      <a:pt x="192" y="369"/>
                    </a:lnTo>
                    <a:lnTo>
                      <a:pt x="199" y="373"/>
                    </a:lnTo>
                    <a:lnTo>
                      <a:pt x="212" y="375"/>
                    </a:lnTo>
                    <a:lnTo>
                      <a:pt x="222" y="363"/>
                    </a:lnTo>
                    <a:lnTo>
                      <a:pt x="224" y="368"/>
                    </a:lnTo>
                    <a:lnTo>
                      <a:pt x="223" y="375"/>
                    </a:lnTo>
                    <a:lnTo>
                      <a:pt x="227" y="380"/>
                    </a:lnTo>
                    <a:lnTo>
                      <a:pt x="239" y="397"/>
                    </a:lnTo>
                    <a:lnTo>
                      <a:pt x="251" y="405"/>
                    </a:lnTo>
                    <a:lnTo>
                      <a:pt x="258" y="408"/>
                    </a:lnTo>
                    <a:lnTo>
                      <a:pt x="264" y="408"/>
                    </a:lnTo>
                    <a:lnTo>
                      <a:pt x="267" y="414"/>
                    </a:lnTo>
                    <a:lnTo>
                      <a:pt x="277" y="436"/>
                    </a:lnTo>
                    <a:lnTo>
                      <a:pt x="278" y="444"/>
                    </a:lnTo>
                    <a:lnTo>
                      <a:pt x="280" y="466"/>
                    </a:lnTo>
                    <a:lnTo>
                      <a:pt x="276" y="483"/>
                    </a:lnTo>
                    <a:lnTo>
                      <a:pt x="272" y="491"/>
                    </a:lnTo>
                    <a:lnTo>
                      <a:pt x="272" y="497"/>
                    </a:lnTo>
                    <a:lnTo>
                      <a:pt x="275" y="492"/>
                    </a:lnTo>
                    <a:lnTo>
                      <a:pt x="277" y="491"/>
                    </a:lnTo>
                    <a:lnTo>
                      <a:pt x="280" y="495"/>
                    </a:lnTo>
                    <a:lnTo>
                      <a:pt x="286" y="494"/>
                    </a:lnTo>
                    <a:lnTo>
                      <a:pt x="291" y="498"/>
                    </a:lnTo>
                    <a:lnTo>
                      <a:pt x="292" y="504"/>
                    </a:lnTo>
                    <a:lnTo>
                      <a:pt x="294" y="508"/>
                    </a:lnTo>
                    <a:lnTo>
                      <a:pt x="305" y="509"/>
                    </a:lnTo>
                    <a:lnTo>
                      <a:pt x="305" y="514"/>
                    </a:lnTo>
                    <a:lnTo>
                      <a:pt x="315" y="524"/>
                    </a:lnTo>
                    <a:lnTo>
                      <a:pt x="334" y="534"/>
                    </a:lnTo>
                    <a:lnTo>
                      <a:pt x="340" y="541"/>
                    </a:lnTo>
                    <a:lnTo>
                      <a:pt x="361" y="559"/>
                    </a:lnTo>
                    <a:lnTo>
                      <a:pt x="368" y="562"/>
                    </a:lnTo>
                    <a:lnTo>
                      <a:pt x="379" y="575"/>
                    </a:lnTo>
                    <a:lnTo>
                      <a:pt x="388" y="600"/>
                    </a:lnTo>
                    <a:lnTo>
                      <a:pt x="394" y="606"/>
                    </a:lnTo>
                    <a:lnTo>
                      <a:pt x="399" y="607"/>
                    </a:lnTo>
                    <a:lnTo>
                      <a:pt x="404" y="601"/>
                    </a:lnTo>
                    <a:lnTo>
                      <a:pt x="412" y="597"/>
                    </a:lnTo>
                    <a:lnTo>
                      <a:pt x="419" y="590"/>
                    </a:lnTo>
                    <a:lnTo>
                      <a:pt x="422" y="584"/>
                    </a:lnTo>
                    <a:lnTo>
                      <a:pt x="423" y="575"/>
                    </a:lnTo>
                    <a:lnTo>
                      <a:pt x="421" y="569"/>
                    </a:lnTo>
                    <a:lnTo>
                      <a:pt x="415" y="563"/>
                    </a:lnTo>
                    <a:lnTo>
                      <a:pt x="412" y="557"/>
                    </a:lnTo>
                    <a:lnTo>
                      <a:pt x="404" y="546"/>
                    </a:lnTo>
                    <a:lnTo>
                      <a:pt x="404" y="541"/>
                    </a:lnTo>
                    <a:lnTo>
                      <a:pt x="390" y="532"/>
                    </a:lnTo>
                    <a:lnTo>
                      <a:pt x="382" y="524"/>
                    </a:lnTo>
                    <a:lnTo>
                      <a:pt x="373" y="531"/>
                    </a:lnTo>
                    <a:lnTo>
                      <a:pt x="367" y="529"/>
                    </a:lnTo>
                    <a:lnTo>
                      <a:pt x="362" y="524"/>
                    </a:lnTo>
                    <a:lnTo>
                      <a:pt x="355" y="511"/>
                    </a:lnTo>
                    <a:lnTo>
                      <a:pt x="353" y="507"/>
                    </a:lnTo>
                    <a:lnTo>
                      <a:pt x="353" y="488"/>
                    </a:lnTo>
                    <a:lnTo>
                      <a:pt x="346" y="475"/>
                    </a:lnTo>
                    <a:lnTo>
                      <a:pt x="342" y="468"/>
                    </a:lnTo>
                    <a:lnTo>
                      <a:pt x="341" y="470"/>
                    </a:lnTo>
                    <a:lnTo>
                      <a:pt x="341" y="451"/>
                    </a:lnTo>
                    <a:lnTo>
                      <a:pt x="333" y="445"/>
                    </a:lnTo>
                    <a:lnTo>
                      <a:pt x="330" y="441"/>
                    </a:lnTo>
                    <a:lnTo>
                      <a:pt x="324" y="434"/>
                    </a:lnTo>
                    <a:lnTo>
                      <a:pt x="323" y="424"/>
                    </a:lnTo>
                    <a:lnTo>
                      <a:pt x="320" y="405"/>
                    </a:lnTo>
                    <a:lnTo>
                      <a:pt x="317" y="402"/>
                    </a:lnTo>
                    <a:lnTo>
                      <a:pt x="315" y="395"/>
                    </a:lnTo>
                    <a:lnTo>
                      <a:pt x="308" y="379"/>
                    </a:lnTo>
                    <a:lnTo>
                      <a:pt x="299" y="370"/>
                    </a:lnTo>
                    <a:lnTo>
                      <a:pt x="294" y="370"/>
                    </a:lnTo>
                    <a:lnTo>
                      <a:pt x="296" y="382"/>
                    </a:lnTo>
                    <a:lnTo>
                      <a:pt x="299" y="387"/>
                    </a:lnTo>
                    <a:lnTo>
                      <a:pt x="298" y="387"/>
                    </a:lnTo>
                    <a:lnTo>
                      <a:pt x="292" y="380"/>
                    </a:lnTo>
                    <a:lnTo>
                      <a:pt x="292" y="375"/>
                    </a:lnTo>
                    <a:lnTo>
                      <a:pt x="287" y="368"/>
                    </a:lnTo>
                    <a:lnTo>
                      <a:pt x="285" y="360"/>
                    </a:lnTo>
                    <a:lnTo>
                      <a:pt x="285" y="358"/>
                    </a:lnTo>
                    <a:lnTo>
                      <a:pt x="282" y="353"/>
                    </a:lnTo>
                    <a:lnTo>
                      <a:pt x="274" y="349"/>
                    </a:lnTo>
                    <a:lnTo>
                      <a:pt x="272" y="341"/>
                    </a:lnTo>
                    <a:lnTo>
                      <a:pt x="266" y="330"/>
                    </a:lnTo>
                    <a:lnTo>
                      <a:pt x="247" y="309"/>
                    </a:lnTo>
                    <a:lnTo>
                      <a:pt x="244" y="298"/>
                    </a:lnTo>
                    <a:lnTo>
                      <a:pt x="243" y="289"/>
                    </a:lnTo>
                    <a:lnTo>
                      <a:pt x="240" y="282"/>
                    </a:lnTo>
                    <a:lnTo>
                      <a:pt x="239" y="274"/>
                    </a:lnTo>
                    <a:lnTo>
                      <a:pt x="238" y="274"/>
                    </a:lnTo>
                    <a:lnTo>
                      <a:pt x="237" y="271"/>
                    </a:lnTo>
                    <a:lnTo>
                      <a:pt x="234" y="269"/>
                    </a:lnTo>
                    <a:lnTo>
                      <a:pt x="231" y="271"/>
                    </a:lnTo>
                    <a:lnTo>
                      <a:pt x="229" y="269"/>
                    </a:lnTo>
                    <a:lnTo>
                      <a:pt x="224" y="261"/>
                    </a:lnTo>
                    <a:lnTo>
                      <a:pt x="219" y="246"/>
                    </a:lnTo>
                    <a:lnTo>
                      <a:pt x="217" y="247"/>
                    </a:lnTo>
                    <a:lnTo>
                      <a:pt x="215" y="246"/>
                    </a:lnTo>
                    <a:lnTo>
                      <a:pt x="208" y="241"/>
                    </a:lnTo>
                    <a:lnTo>
                      <a:pt x="204" y="242"/>
                    </a:lnTo>
                    <a:lnTo>
                      <a:pt x="197" y="229"/>
                    </a:lnTo>
                    <a:lnTo>
                      <a:pt x="195" y="218"/>
                    </a:lnTo>
                    <a:lnTo>
                      <a:pt x="175" y="202"/>
                    </a:lnTo>
                    <a:lnTo>
                      <a:pt x="170" y="197"/>
                    </a:lnTo>
                    <a:lnTo>
                      <a:pt x="168" y="192"/>
                    </a:lnTo>
                    <a:lnTo>
                      <a:pt x="164" y="190"/>
                    </a:lnTo>
                    <a:lnTo>
                      <a:pt x="157" y="188"/>
                    </a:lnTo>
                    <a:lnTo>
                      <a:pt x="156" y="183"/>
                    </a:lnTo>
                    <a:lnTo>
                      <a:pt x="152" y="176"/>
                    </a:lnTo>
                    <a:lnTo>
                      <a:pt x="148" y="169"/>
                    </a:lnTo>
                    <a:lnTo>
                      <a:pt x="143" y="164"/>
                    </a:lnTo>
                    <a:lnTo>
                      <a:pt x="140" y="143"/>
                    </a:lnTo>
                    <a:lnTo>
                      <a:pt x="138" y="125"/>
                    </a:lnTo>
                    <a:lnTo>
                      <a:pt x="137" y="115"/>
                    </a:lnTo>
                    <a:lnTo>
                      <a:pt x="132" y="107"/>
                    </a:lnTo>
                    <a:lnTo>
                      <a:pt x="130" y="100"/>
                    </a:lnTo>
                    <a:lnTo>
                      <a:pt x="127" y="82"/>
                    </a:lnTo>
                    <a:lnTo>
                      <a:pt x="127" y="72"/>
                    </a:lnTo>
                    <a:lnTo>
                      <a:pt x="129" y="64"/>
                    </a:lnTo>
                    <a:lnTo>
                      <a:pt x="127" y="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3" name="Freeform 275">
                <a:extLst>
                  <a:ext uri="{FF2B5EF4-FFF2-40B4-BE49-F238E27FC236}">
                    <a16:creationId xmlns:a16="http://schemas.microsoft.com/office/drawing/2014/main" id="{4F700E04-14F7-F3F0-30FB-E6227E2A15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15" y="2353"/>
                <a:ext cx="10" cy="5"/>
              </a:xfrm>
              <a:custGeom>
                <a:avLst/>
                <a:gdLst/>
                <a:ahLst/>
                <a:cxnLst>
                  <a:cxn ang="0">
                    <a:pos x="291" y="10"/>
                  </a:cxn>
                  <a:cxn ang="0">
                    <a:pos x="281" y="6"/>
                  </a:cxn>
                  <a:cxn ang="0">
                    <a:pos x="289" y="25"/>
                  </a:cxn>
                  <a:cxn ang="0">
                    <a:pos x="298" y="25"/>
                  </a:cxn>
                  <a:cxn ang="0">
                    <a:pos x="326" y="50"/>
                  </a:cxn>
                  <a:cxn ang="0">
                    <a:pos x="336" y="96"/>
                  </a:cxn>
                  <a:cxn ang="0">
                    <a:pos x="312" y="69"/>
                  </a:cxn>
                  <a:cxn ang="0">
                    <a:pos x="274" y="50"/>
                  </a:cxn>
                  <a:cxn ang="0">
                    <a:pos x="230" y="52"/>
                  </a:cxn>
                  <a:cxn ang="0">
                    <a:pos x="98" y="96"/>
                  </a:cxn>
                  <a:cxn ang="0">
                    <a:pos x="21" y="93"/>
                  </a:cxn>
                  <a:cxn ang="0">
                    <a:pos x="0" y="52"/>
                  </a:cxn>
                  <a:cxn ang="0">
                    <a:pos x="87" y="45"/>
                  </a:cxn>
                  <a:cxn ang="0">
                    <a:pos x="208" y="0"/>
                  </a:cxn>
                  <a:cxn ang="0">
                    <a:pos x="257" y="0"/>
                  </a:cxn>
                  <a:cxn ang="0">
                    <a:pos x="291" y="10"/>
                  </a:cxn>
                </a:cxnLst>
                <a:rect l="0" t="0" r="r" b="b"/>
                <a:pathLst>
                  <a:path w="336" h="96">
                    <a:moveTo>
                      <a:pt x="291" y="10"/>
                    </a:moveTo>
                    <a:lnTo>
                      <a:pt x="281" y="6"/>
                    </a:lnTo>
                    <a:lnTo>
                      <a:pt x="289" y="25"/>
                    </a:lnTo>
                    <a:lnTo>
                      <a:pt x="298" y="25"/>
                    </a:lnTo>
                    <a:lnTo>
                      <a:pt x="326" y="50"/>
                    </a:lnTo>
                    <a:lnTo>
                      <a:pt x="336" y="96"/>
                    </a:lnTo>
                    <a:lnTo>
                      <a:pt x="312" y="69"/>
                    </a:lnTo>
                    <a:lnTo>
                      <a:pt x="274" y="50"/>
                    </a:lnTo>
                    <a:lnTo>
                      <a:pt x="230" y="52"/>
                    </a:lnTo>
                    <a:lnTo>
                      <a:pt x="98" y="96"/>
                    </a:lnTo>
                    <a:lnTo>
                      <a:pt x="21" y="93"/>
                    </a:lnTo>
                    <a:lnTo>
                      <a:pt x="0" y="52"/>
                    </a:lnTo>
                    <a:lnTo>
                      <a:pt x="87" y="45"/>
                    </a:lnTo>
                    <a:lnTo>
                      <a:pt x="208" y="0"/>
                    </a:lnTo>
                    <a:lnTo>
                      <a:pt x="257" y="0"/>
                    </a:lnTo>
                    <a:lnTo>
                      <a:pt x="291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4" name="Freeform 276">
                <a:extLst>
                  <a:ext uri="{FF2B5EF4-FFF2-40B4-BE49-F238E27FC236}">
                    <a16:creationId xmlns:a16="http://schemas.microsoft.com/office/drawing/2014/main" id="{DC5A6AD0-8E48-307C-FA0B-8B686FD7935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54"/>
                <a:ext cx="1" cy="12"/>
              </a:xfrm>
              <a:custGeom>
                <a:avLst/>
                <a:gdLst/>
                <a:ahLst/>
                <a:cxnLst>
                  <a:cxn ang="0">
                    <a:pos x="76" y="83"/>
                  </a:cxn>
                  <a:cxn ang="0">
                    <a:pos x="86" y="6"/>
                  </a:cxn>
                  <a:cxn ang="0">
                    <a:pos x="86" y="62"/>
                  </a:cxn>
                  <a:cxn ang="0">
                    <a:pos x="53" y="146"/>
                  </a:cxn>
                  <a:cxn ang="0">
                    <a:pos x="39" y="232"/>
                  </a:cxn>
                  <a:cxn ang="0">
                    <a:pos x="0" y="173"/>
                  </a:cxn>
                  <a:cxn ang="0">
                    <a:pos x="14" y="159"/>
                  </a:cxn>
                  <a:cxn ang="0">
                    <a:pos x="21" y="135"/>
                  </a:cxn>
                  <a:cxn ang="0">
                    <a:pos x="18" y="95"/>
                  </a:cxn>
                  <a:cxn ang="0">
                    <a:pos x="42" y="6"/>
                  </a:cxn>
                  <a:cxn ang="0">
                    <a:pos x="53" y="0"/>
                  </a:cxn>
                  <a:cxn ang="0">
                    <a:pos x="72" y="41"/>
                  </a:cxn>
                  <a:cxn ang="0">
                    <a:pos x="76" y="83"/>
                  </a:cxn>
                </a:cxnLst>
                <a:rect l="0" t="0" r="r" b="b"/>
                <a:pathLst>
                  <a:path w="86" h="232">
                    <a:moveTo>
                      <a:pt x="76" y="83"/>
                    </a:moveTo>
                    <a:lnTo>
                      <a:pt x="86" y="6"/>
                    </a:lnTo>
                    <a:lnTo>
                      <a:pt x="86" y="62"/>
                    </a:lnTo>
                    <a:lnTo>
                      <a:pt x="53" y="146"/>
                    </a:lnTo>
                    <a:lnTo>
                      <a:pt x="39" y="232"/>
                    </a:lnTo>
                    <a:lnTo>
                      <a:pt x="0" y="173"/>
                    </a:lnTo>
                    <a:lnTo>
                      <a:pt x="14" y="159"/>
                    </a:lnTo>
                    <a:lnTo>
                      <a:pt x="21" y="135"/>
                    </a:lnTo>
                    <a:lnTo>
                      <a:pt x="18" y="95"/>
                    </a:lnTo>
                    <a:lnTo>
                      <a:pt x="42" y="6"/>
                    </a:lnTo>
                    <a:lnTo>
                      <a:pt x="53" y="0"/>
                    </a:lnTo>
                    <a:lnTo>
                      <a:pt x="72" y="41"/>
                    </a:lnTo>
                    <a:lnTo>
                      <a:pt x="76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5" name="Freeform 277">
                <a:extLst>
                  <a:ext uri="{FF2B5EF4-FFF2-40B4-BE49-F238E27FC236}">
                    <a16:creationId xmlns:a16="http://schemas.microsoft.com/office/drawing/2014/main" id="{B16418B8-7E92-4896-BC4D-19774E15A24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82"/>
                <a:ext cx="2" cy="1"/>
              </a:xfrm>
              <a:custGeom>
                <a:avLst/>
                <a:gdLst/>
                <a:ahLst/>
                <a:cxnLst>
                  <a:cxn ang="0">
                    <a:pos x="55" y="25"/>
                  </a:cxn>
                  <a:cxn ang="0">
                    <a:pos x="73" y="7"/>
                  </a:cxn>
                  <a:cxn ang="0">
                    <a:pos x="73" y="0"/>
                  </a:cxn>
                  <a:cxn ang="0">
                    <a:pos x="48" y="0"/>
                  </a:cxn>
                  <a:cxn ang="0">
                    <a:pos x="8" y="4"/>
                  </a:cxn>
                  <a:cxn ang="0">
                    <a:pos x="0" y="28"/>
                  </a:cxn>
                  <a:cxn ang="0">
                    <a:pos x="55" y="25"/>
                  </a:cxn>
                </a:cxnLst>
                <a:rect l="0" t="0" r="r" b="b"/>
                <a:pathLst>
                  <a:path w="73" h="28">
                    <a:moveTo>
                      <a:pt x="55" y="25"/>
                    </a:moveTo>
                    <a:lnTo>
                      <a:pt x="73" y="7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8" y="4"/>
                    </a:lnTo>
                    <a:lnTo>
                      <a:pt x="0" y="28"/>
                    </a:lnTo>
                    <a:lnTo>
                      <a:pt x="55" y="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6" name="Freeform 278">
                <a:extLst>
                  <a:ext uri="{FF2B5EF4-FFF2-40B4-BE49-F238E27FC236}">
                    <a16:creationId xmlns:a16="http://schemas.microsoft.com/office/drawing/2014/main" id="{88F608E0-3DDC-74EA-E4BD-3647C5EE85F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25" y="2380"/>
                <a:ext cx="4" cy="15"/>
              </a:xfrm>
              <a:custGeom>
                <a:avLst/>
                <a:gdLst/>
                <a:ahLst/>
                <a:cxnLst>
                  <a:cxn ang="0">
                    <a:pos x="93" y="46"/>
                  </a:cxn>
                  <a:cxn ang="0">
                    <a:pos x="107" y="50"/>
                  </a:cxn>
                  <a:cxn ang="0">
                    <a:pos x="114" y="81"/>
                  </a:cxn>
                  <a:cxn ang="0">
                    <a:pos x="175" y="163"/>
                  </a:cxn>
                  <a:cxn ang="0">
                    <a:pos x="175" y="244"/>
                  </a:cxn>
                  <a:cxn ang="0">
                    <a:pos x="168" y="268"/>
                  </a:cxn>
                  <a:cxn ang="0">
                    <a:pos x="141" y="288"/>
                  </a:cxn>
                  <a:cxn ang="0">
                    <a:pos x="101" y="291"/>
                  </a:cxn>
                  <a:cxn ang="0">
                    <a:pos x="59" y="244"/>
                  </a:cxn>
                  <a:cxn ang="0">
                    <a:pos x="10" y="212"/>
                  </a:cxn>
                  <a:cxn ang="0">
                    <a:pos x="0" y="167"/>
                  </a:cxn>
                  <a:cxn ang="0">
                    <a:pos x="28" y="84"/>
                  </a:cxn>
                  <a:cxn ang="0">
                    <a:pos x="35" y="39"/>
                  </a:cxn>
                  <a:cxn ang="0">
                    <a:pos x="30" y="8"/>
                  </a:cxn>
                  <a:cxn ang="0">
                    <a:pos x="79" y="0"/>
                  </a:cxn>
                  <a:cxn ang="0">
                    <a:pos x="93" y="46"/>
                  </a:cxn>
                </a:cxnLst>
                <a:rect l="0" t="0" r="r" b="b"/>
                <a:pathLst>
                  <a:path w="175" h="291">
                    <a:moveTo>
                      <a:pt x="93" y="46"/>
                    </a:moveTo>
                    <a:lnTo>
                      <a:pt x="107" y="50"/>
                    </a:lnTo>
                    <a:lnTo>
                      <a:pt x="114" y="81"/>
                    </a:lnTo>
                    <a:lnTo>
                      <a:pt x="175" y="163"/>
                    </a:lnTo>
                    <a:lnTo>
                      <a:pt x="175" y="244"/>
                    </a:lnTo>
                    <a:lnTo>
                      <a:pt x="168" y="268"/>
                    </a:lnTo>
                    <a:lnTo>
                      <a:pt x="141" y="288"/>
                    </a:lnTo>
                    <a:lnTo>
                      <a:pt x="101" y="291"/>
                    </a:lnTo>
                    <a:lnTo>
                      <a:pt x="59" y="244"/>
                    </a:lnTo>
                    <a:lnTo>
                      <a:pt x="10" y="212"/>
                    </a:lnTo>
                    <a:lnTo>
                      <a:pt x="0" y="167"/>
                    </a:lnTo>
                    <a:lnTo>
                      <a:pt x="28" y="84"/>
                    </a:lnTo>
                    <a:lnTo>
                      <a:pt x="35" y="39"/>
                    </a:lnTo>
                    <a:lnTo>
                      <a:pt x="30" y="8"/>
                    </a:lnTo>
                    <a:lnTo>
                      <a:pt x="79" y="0"/>
                    </a:lnTo>
                    <a:lnTo>
                      <a:pt x="93" y="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7" name="Freeform 279">
                <a:extLst>
                  <a:ext uri="{FF2B5EF4-FFF2-40B4-BE49-F238E27FC236}">
                    <a16:creationId xmlns:a16="http://schemas.microsoft.com/office/drawing/2014/main" id="{223E9A35-1CBB-C86A-CD2D-2E8A92BE0DB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31" y="2397"/>
                <a:ext cx="1" cy="7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" y="0"/>
                  </a:cxn>
                  <a:cxn ang="0">
                    <a:pos x="69" y="118"/>
                  </a:cxn>
                  <a:cxn ang="0">
                    <a:pos x="59" y="144"/>
                  </a:cxn>
                  <a:cxn ang="0">
                    <a:pos x="17" y="128"/>
                  </a:cxn>
                  <a:cxn ang="0">
                    <a:pos x="0" y="70"/>
                  </a:cxn>
                </a:cxnLst>
                <a:rect l="0" t="0" r="r" b="b"/>
                <a:pathLst>
                  <a:path w="69" h="144">
                    <a:moveTo>
                      <a:pt x="0" y="70"/>
                    </a:moveTo>
                    <a:lnTo>
                      <a:pt x="47" y="0"/>
                    </a:lnTo>
                    <a:lnTo>
                      <a:pt x="69" y="118"/>
                    </a:lnTo>
                    <a:lnTo>
                      <a:pt x="59" y="144"/>
                    </a:lnTo>
                    <a:lnTo>
                      <a:pt x="17" y="128"/>
                    </a:lnTo>
                    <a:lnTo>
                      <a:pt x="0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8" name="Freeform 280">
                <a:extLst>
                  <a:ext uri="{FF2B5EF4-FFF2-40B4-BE49-F238E27FC236}">
                    <a16:creationId xmlns:a16="http://schemas.microsoft.com/office/drawing/2014/main" id="{E7378144-F9AE-FB54-48D4-4BA5F885EBD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41" y="2377"/>
                <a:ext cx="1" cy="9"/>
              </a:xfrm>
              <a:custGeom>
                <a:avLst/>
                <a:gdLst/>
                <a:ahLst/>
                <a:cxnLst>
                  <a:cxn ang="0">
                    <a:pos x="37" y="20"/>
                  </a:cxn>
                  <a:cxn ang="0">
                    <a:pos x="37" y="0"/>
                  </a:cxn>
                  <a:cxn ang="0">
                    <a:pos x="52" y="45"/>
                  </a:cxn>
                  <a:cxn ang="0">
                    <a:pos x="47" y="192"/>
                  </a:cxn>
                  <a:cxn ang="0">
                    <a:pos x="10" y="160"/>
                  </a:cxn>
                  <a:cxn ang="0">
                    <a:pos x="0" y="120"/>
                  </a:cxn>
                  <a:cxn ang="0">
                    <a:pos x="20" y="99"/>
                  </a:cxn>
                  <a:cxn ang="0">
                    <a:pos x="37" y="20"/>
                  </a:cxn>
                </a:cxnLst>
                <a:rect l="0" t="0" r="r" b="b"/>
                <a:pathLst>
                  <a:path w="52" h="192">
                    <a:moveTo>
                      <a:pt x="37" y="20"/>
                    </a:moveTo>
                    <a:lnTo>
                      <a:pt x="37" y="0"/>
                    </a:lnTo>
                    <a:lnTo>
                      <a:pt x="52" y="45"/>
                    </a:lnTo>
                    <a:lnTo>
                      <a:pt x="47" y="192"/>
                    </a:lnTo>
                    <a:lnTo>
                      <a:pt x="10" y="160"/>
                    </a:lnTo>
                    <a:lnTo>
                      <a:pt x="0" y="120"/>
                    </a:lnTo>
                    <a:lnTo>
                      <a:pt x="20" y="99"/>
                    </a:lnTo>
                    <a:lnTo>
                      <a:pt x="37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9" name="Freeform 281">
                <a:extLst>
                  <a:ext uri="{FF2B5EF4-FFF2-40B4-BE49-F238E27FC236}">
                    <a16:creationId xmlns:a16="http://schemas.microsoft.com/office/drawing/2014/main" id="{21B01071-3924-EB11-D397-5B49D8EAD6B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47" y="2385"/>
                <a:ext cx="4" cy="11"/>
              </a:xfrm>
              <a:custGeom>
                <a:avLst/>
                <a:gdLst/>
                <a:ahLst/>
                <a:cxnLst>
                  <a:cxn ang="0">
                    <a:pos x="115" y="147"/>
                  </a:cxn>
                  <a:cxn ang="0">
                    <a:pos x="132" y="142"/>
                  </a:cxn>
                  <a:cxn ang="0">
                    <a:pos x="146" y="205"/>
                  </a:cxn>
                  <a:cxn ang="0">
                    <a:pos x="121" y="212"/>
                  </a:cxn>
                  <a:cxn ang="0">
                    <a:pos x="87" y="202"/>
                  </a:cxn>
                  <a:cxn ang="0">
                    <a:pos x="101" y="157"/>
                  </a:cxn>
                  <a:cxn ang="0">
                    <a:pos x="56" y="76"/>
                  </a:cxn>
                  <a:cxn ang="0">
                    <a:pos x="0" y="0"/>
                  </a:cxn>
                  <a:cxn ang="0">
                    <a:pos x="24" y="4"/>
                  </a:cxn>
                  <a:cxn ang="0">
                    <a:pos x="52" y="35"/>
                  </a:cxn>
                  <a:cxn ang="0">
                    <a:pos x="115" y="147"/>
                  </a:cxn>
                </a:cxnLst>
                <a:rect l="0" t="0" r="r" b="b"/>
                <a:pathLst>
                  <a:path w="146" h="212">
                    <a:moveTo>
                      <a:pt x="115" y="147"/>
                    </a:moveTo>
                    <a:lnTo>
                      <a:pt x="132" y="142"/>
                    </a:lnTo>
                    <a:lnTo>
                      <a:pt x="146" y="205"/>
                    </a:lnTo>
                    <a:lnTo>
                      <a:pt x="121" y="212"/>
                    </a:lnTo>
                    <a:lnTo>
                      <a:pt x="87" y="202"/>
                    </a:lnTo>
                    <a:lnTo>
                      <a:pt x="101" y="157"/>
                    </a:lnTo>
                    <a:lnTo>
                      <a:pt x="56" y="76"/>
                    </a:lnTo>
                    <a:lnTo>
                      <a:pt x="0" y="0"/>
                    </a:lnTo>
                    <a:lnTo>
                      <a:pt x="24" y="4"/>
                    </a:lnTo>
                    <a:lnTo>
                      <a:pt x="52" y="35"/>
                    </a:lnTo>
                    <a:lnTo>
                      <a:pt x="115" y="1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0" name="Freeform 282">
                <a:extLst>
                  <a:ext uri="{FF2B5EF4-FFF2-40B4-BE49-F238E27FC236}">
                    <a16:creationId xmlns:a16="http://schemas.microsoft.com/office/drawing/2014/main" id="{BE789466-C1A6-9488-BAB9-610303A0AEA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58" y="2393"/>
                <a:ext cx="2" cy="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" y="28"/>
                  </a:cxn>
                  <a:cxn ang="0">
                    <a:pos x="0" y="55"/>
                  </a:cxn>
                  <a:cxn ang="0">
                    <a:pos x="35" y="52"/>
                  </a:cxn>
                  <a:cxn ang="0">
                    <a:pos x="52" y="0"/>
                  </a:cxn>
                  <a:cxn ang="0">
                    <a:pos x="20" y="0"/>
                  </a:cxn>
                </a:cxnLst>
                <a:rect l="0" t="0" r="r" b="b"/>
                <a:pathLst>
                  <a:path w="52" h="55">
                    <a:moveTo>
                      <a:pt x="20" y="0"/>
                    </a:moveTo>
                    <a:lnTo>
                      <a:pt x="3" y="28"/>
                    </a:lnTo>
                    <a:lnTo>
                      <a:pt x="0" y="55"/>
                    </a:lnTo>
                    <a:lnTo>
                      <a:pt x="35" y="52"/>
                    </a:lnTo>
                    <a:lnTo>
                      <a:pt x="52" y="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1" name="Freeform 283">
                <a:extLst>
                  <a:ext uri="{FF2B5EF4-FFF2-40B4-BE49-F238E27FC236}">
                    <a16:creationId xmlns:a16="http://schemas.microsoft.com/office/drawing/2014/main" id="{7B4270F0-CCD4-F523-AE43-FB619F85C92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53" y="2404"/>
                <a:ext cx="4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17"/>
                  </a:cxn>
                  <a:cxn ang="0">
                    <a:pos x="37" y="105"/>
                  </a:cxn>
                  <a:cxn ang="0">
                    <a:pos x="55" y="135"/>
                  </a:cxn>
                  <a:cxn ang="0">
                    <a:pos x="93" y="149"/>
                  </a:cxn>
                  <a:cxn ang="0">
                    <a:pos x="117" y="204"/>
                  </a:cxn>
                  <a:cxn ang="0">
                    <a:pos x="117" y="232"/>
                  </a:cxn>
                  <a:cxn ang="0">
                    <a:pos x="96" y="191"/>
                  </a:cxn>
                  <a:cxn ang="0">
                    <a:pos x="52" y="162"/>
                  </a:cxn>
                  <a:cxn ang="0">
                    <a:pos x="35" y="118"/>
                  </a:cxn>
                  <a:cxn ang="0">
                    <a:pos x="24" y="44"/>
                  </a:cxn>
                  <a:cxn ang="0">
                    <a:pos x="0" y="0"/>
                  </a:cxn>
                </a:cxnLst>
                <a:rect l="0" t="0" r="r" b="b"/>
                <a:pathLst>
                  <a:path w="117" h="232">
                    <a:moveTo>
                      <a:pt x="0" y="0"/>
                    </a:moveTo>
                    <a:lnTo>
                      <a:pt x="10" y="17"/>
                    </a:lnTo>
                    <a:lnTo>
                      <a:pt x="37" y="105"/>
                    </a:lnTo>
                    <a:lnTo>
                      <a:pt x="55" y="135"/>
                    </a:lnTo>
                    <a:lnTo>
                      <a:pt x="93" y="149"/>
                    </a:lnTo>
                    <a:lnTo>
                      <a:pt x="117" y="204"/>
                    </a:lnTo>
                    <a:lnTo>
                      <a:pt x="117" y="232"/>
                    </a:lnTo>
                    <a:lnTo>
                      <a:pt x="96" y="191"/>
                    </a:lnTo>
                    <a:lnTo>
                      <a:pt x="52" y="162"/>
                    </a:lnTo>
                    <a:lnTo>
                      <a:pt x="35" y="118"/>
                    </a:lnTo>
                    <a:lnTo>
                      <a:pt x="2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2" name="Freeform 284">
                <a:extLst>
                  <a:ext uri="{FF2B5EF4-FFF2-40B4-BE49-F238E27FC236}">
                    <a16:creationId xmlns:a16="http://schemas.microsoft.com/office/drawing/2014/main" id="{756C25A1-7D95-4EB9-FD6A-CF30B942D4F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64" y="2415"/>
                <a:ext cx="3" cy="10"/>
              </a:xfrm>
              <a:custGeom>
                <a:avLst/>
                <a:gdLst/>
                <a:ahLst/>
                <a:cxnLst>
                  <a:cxn ang="0">
                    <a:pos x="101" y="73"/>
                  </a:cxn>
                  <a:cxn ang="0">
                    <a:pos x="101" y="48"/>
                  </a:cxn>
                  <a:cxn ang="0">
                    <a:pos x="101" y="56"/>
                  </a:cxn>
                  <a:cxn ang="0">
                    <a:pos x="90" y="48"/>
                  </a:cxn>
                  <a:cxn ang="0">
                    <a:pos x="31" y="48"/>
                  </a:cxn>
                  <a:cxn ang="0">
                    <a:pos x="4" y="27"/>
                  </a:cxn>
                  <a:cxn ang="0">
                    <a:pos x="0" y="14"/>
                  </a:cxn>
                  <a:cxn ang="0">
                    <a:pos x="11" y="0"/>
                  </a:cxn>
                  <a:cxn ang="0">
                    <a:pos x="46" y="14"/>
                  </a:cxn>
                  <a:cxn ang="0">
                    <a:pos x="83" y="41"/>
                  </a:cxn>
                  <a:cxn ang="0">
                    <a:pos x="125" y="41"/>
                  </a:cxn>
                  <a:cxn ang="0">
                    <a:pos x="145" y="61"/>
                  </a:cxn>
                  <a:cxn ang="0">
                    <a:pos x="149" y="113"/>
                  </a:cxn>
                  <a:cxn ang="0">
                    <a:pos x="103" y="172"/>
                  </a:cxn>
                  <a:cxn ang="0">
                    <a:pos x="49" y="218"/>
                  </a:cxn>
                  <a:cxn ang="0">
                    <a:pos x="35" y="182"/>
                  </a:cxn>
                  <a:cxn ang="0">
                    <a:pos x="111" y="100"/>
                  </a:cxn>
                  <a:cxn ang="0">
                    <a:pos x="101" y="73"/>
                  </a:cxn>
                </a:cxnLst>
                <a:rect l="0" t="0" r="r" b="b"/>
                <a:pathLst>
                  <a:path w="149" h="218">
                    <a:moveTo>
                      <a:pt x="101" y="73"/>
                    </a:moveTo>
                    <a:lnTo>
                      <a:pt x="101" y="48"/>
                    </a:lnTo>
                    <a:lnTo>
                      <a:pt x="101" y="56"/>
                    </a:lnTo>
                    <a:lnTo>
                      <a:pt x="90" y="48"/>
                    </a:lnTo>
                    <a:lnTo>
                      <a:pt x="31" y="48"/>
                    </a:lnTo>
                    <a:lnTo>
                      <a:pt x="4" y="27"/>
                    </a:lnTo>
                    <a:lnTo>
                      <a:pt x="0" y="14"/>
                    </a:lnTo>
                    <a:lnTo>
                      <a:pt x="11" y="0"/>
                    </a:lnTo>
                    <a:lnTo>
                      <a:pt x="46" y="14"/>
                    </a:lnTo>
                    <a:lnTo>
                      <a:pt x="83" y="41"/>
                    </a:lnTo>
                    <a:lnTo>
                      <a:pt x="125" y="41"/>
                    </a:lnTo>
                    <a:lnTo>
                      <a:pt x="145" y="61"/>
                    </a:lnTo>
                    <a:lnTo>
                      <a:pt x="149" y="113"/>
                    </a:lnTo>
                    <a:lnTo>
                      <a:pt x="103" y="172"/>
                    </a:lnTo>
                    <a:lnTo>
                      <a:pt x="49" y="218"/>
                    </a:lnTo>
                    <a:lnTo>
                      <a:pt x="35" y="182"/>
                    </a:lnTo>
                    <a:lnTo>
                      <a:pt x="111" y="100"/>
                    </a:lnTo>
                    <a:lnTo>
                      <a:pt x="101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3" name="Freeform 285">
                <a:extLst>
                  <a:ext uri="{FF2B5EF4-FFF2-40B4-BE49-F238E27FC236}">
                    <a16:creationId xmlns:a16="http://schemas.microsoft.com/office/drawing/2014/main" id="{FA2A7524-F3C4-CD3F-415E-EDA65510EC4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73" y="2422"/>
                <a:ext cx="4" cy="1"/>
              </a:xfrm>
              <a:custGeom>
                <a:avLst/>
                <a:gdLst/>
                <a:ahLst/>
                <a:cxnLst>
                  <a:cxn ang="0">
                    <a:pos x="118" y="34"/>
                  </a:cxn>
                  <a:cxn ang="0">
                    <a:pos x="100" y="3"/>
                  </a:cxn>
                  <a:cxn ang="0">
                    <a:pos x="56" y="0"/>
                  </a:cxn>
                  <a:cxn ang="0">
                    <a:pos x="0" y="24"/>
                  </a:cxn>
                  <a:cxn ang="0">
                    <a:pos x="52" y="17"/>
                  </a:cxn>
                  <a:cxn ang="0">
                    <a:pos x="90" y="34"/>
                  </a:cxn>
                  <a:cxn ang="0">
                    <a:pos x="118" y="34"/>
                  </a:cxn>
                </a:cxnLst>
                <a:rect l="0" t="0" r="r" b="b"/>
                <a:pathLst>
                  <a:path w="118" h="34">
                    <a:moveTo>
                      <a:pt x="118" y="34"/>
                    </a:moveTo>
                    <a:lnTo>
                      <a:pt x="100" y="3"/>
                    </a:lnTo>
                    <a:lnTo>
                      <a:pt x="56" y="0"/>
                    </a:lnTo>
                    <a:lnTo>
                      <a:pt x="0" y="24"/>
                    </a:lnTo>
                    <a:lnTo>
                      <a:pt x="52" y="17"/>
                    </a:lnTo>
                    <a:lnTo>
                      <a:pt x="90" y="34"/>
                    </a:lnTo>
                    <a:lnTo>
                      <a:pt x="11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4" name="Freeform 286">
                <a:extLst>
                  <a:ext uri="{FF2B5EF4-FFF2-40B4-BE49-F238E27FC236}">
                    <a16:creationId xmlns:a16="http://schemas.microsoft.com/office/drawing/2014/main" id="{BC79A9CB-768A-EC2B-E9DC-DAF5CA5D668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81" y="2426"/>
                <a:ext cx="7" cy="5"/>
              </a:xfrm>
              <a:custGeom>
                <a:avLst/>
                <a:gdLst/>
                <a:ahLst/>
                <a:cxnLst>
                  <a:cxn ang="0">
                    <a:pos x="48" y="19"/>
                  </a:cxn>
                  <a:cxn ang="0">
                    <a:pos x="86" y="0"/>
                  </a:cxn>
                  <a:cxn ang="0">
                    <a:pos x="114" y="25"/>
                  </a:cxn>
                  <a:cxn ang="0">
                    <a:pos x="192" y="61"/>
                  </a:cxn>
                  <a:cxn ang="0">
                    <a:pos x="241" y="92"/>
                  </a:cxn>
                  <a:cxn ang="0">
                    <a:pos x="248" y="103"/>
                  </a:cxn>
                  <a:cxn ang="0">
                    <a:pos x="210" y="98"/>
                  </a:cxn>
                  <a:cxn ang="0">
                    <a:pos x="148" y="52"/>
                  </a:cxn>
                  <a:cxn ang="0">
                    <a:pos x="100" y="34"/>
                  </a:cxn>
                  <a:cxn ang="0">
                    <a:pos x="41" y="73"/>
                  </a:cxn>
                  <a:cxn ang="0">
                    <a:pos x="0" y="76"/>
                  </a:cxn>
                  <a:cxn ang="0">
                    <a:pos x="13" y="48"/>
                  </a:cxn>
                  <a:cxn ang="0">
                    <a:pos x="48" y="19"/>
                  </a:cxn>
                </a:cxnLst>
                <a:rect l="0" t="0" r="r" b="b"/>
                <a:pathLst>
                  <a:path w="248" h="103">
                    <a:moveTo>
                      <a:pt x="48" y="19"/>
                    </a:moveTo>
                    <a:lnTo>
                      <a:pt x="86" y="0"/>
                    </a:lnTo>
                    <a:lnTo>
                      <a:pt x="114" y="25"/>
                    </a:lnTo>
                    <a:lnTo>
                      <a:pt x="192" y="61"/>
                    </a:lnTo>
                    <a:lnTo>
                      <a:pt x="241" y="92"/>
                    </a:lnTo>
                    <a:lnTo>
                      <a:pt x="248" y="103"/>
                    </a:lnTo>
                    <a:lnTo>
                      <a:pt x="210" y="98"/>
                    </a:lnTo>
                    <a:lnTo>
                      <a:pt x="148" y="52"/>
                    </a:lnTo>
                    <a:lnTo>
                      <a:pt x="100" y="34"/>
                    </a:lnTo>
                    <a:lnTo>
                      <a:pt x="41" y="73"/>
                    </a:lnTo>
                    <a:lnTo>
                      <a:pt x="0" y="76"/>
                    </a:lnTo>
                    <a:lnTo>
                      <a:pt x="13" y="48"/>
                    </a:lnTo>
                    <a:lnTo>
                      <a:pt x="48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5" name="Freeform 287">
                <a:extLst>
                  <a:ext uri="{FF2B5EF4-FFF2-40B4-BE49-F238E27FC236}">
                    <a16:creationId xmlns:a16="http://schemas.microsoft.com/office/drawing/2014/main" id="{8C3AA445-3562-A015-7FDF-86B2F681BB8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72" y="2439"/>
                <a:ext cx="5" cy="7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84" y="0"/>
                  </a:cxn>
                  <a:cxn ang="0">
                    <a:pos x="184" y="56"/>
                  </a:cxn>
                  <a:cxn ang="0">
                    <a:pos x="175" y="104"/>
                  </a:cxn>
                  <a:cxn ang="0">
                    <a:pos x="132" y="132"/>
                  </a:cxn>
                  <a:cxn ang="0">
                    <a:pos x="0" y="146"/>
                  </a:cxn>
                  <a:cxn ang="0">
                    <a:pos x="4" y="76"/>
                  </a:cxn>
                  <a:cxn ang="0">
                    <a:pos x="62" y="49"/>
                  </a:cxn>
                  <a:cxn ang="0">
                    <a:pos x="114" y="67"/>
                  </a:cxn>
                  <a:cxn ang="0">
                    <a:pos x="192" y="0"/>
                  </a:cxn>
                </a:cxnLst>
                <a:rect l="0" t="0" r="r" b="b"/>
                <a:pathLst>
                  <a:path w="192" h="146">
                    <a:moveTo>
                      <a:pt x="192" y="0"/>
                    </a:moveTo>
                    <a:lnTo>
                      <a:pt x="184" y="0"/>
                    </a:lnTo>
                    <a:lnTo>
                      <a:pt x="184" y="56"/>
                    </a:lnTo>
                    <a:lnTo>
                      <a:pt x="175" y="104"/>
                    </a:lnTo>
                    <a:lnTo>
                      <a:pt x="132" y="132"/>
                    </a:lnTo>
                    <a:lnTo>
                      <a:pt x="0" y="146"/>
                    </a:lnTo>
                    <a:lnTo>
                      <a:pt x="4" y="76"/>
                    </a:lnTo>
                    <a:lnTo>
                      <a:pt x="62" y="49"/>
                    </a:lnTo>
                    <a:lnTo>
                      <a:pt x="114" y="67"/>
                    </a:lnTo>
                    <a:lnTo>
                      <a:pt x="19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6" name="Freeform 288">
                <a:extLst>
                  <a:ext uri="{FF2B5EF4-FFF2-40B4-BE49-F238E27FC236}">
                    <a16:creationId xmlns:a16="http://schemas.microsoft.com/office/drawing/2014/main" id="{6967B919-8CCD-75DB-D442-5D34EEA529A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29" y="2396"/>
                <a:ext cx="3" cy="3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55"/>
                  </a:cxn>
                  <a:cxn ang="0">
                    <a:pos x="4" y="80"/>
                  </a:cxn>
                  <a:cxn ang="0">
                    <a:pos x="42" y="57"/>
                  </a:cxn>
                  <a:cxn ang="0">
                    <a:pos x="70" y="9"/>
                  </a:cxn>
                  <a:cxn ang="0">
                    <a:pos x="42" y="0"/>
                  </a:cxn>
                </a:cxnLst>
                <a:rect l="0" t="0" r="r" b="b"/>
                <a:pathLst>
                  <a:path w="70" h="80">
                    <a:moveTo>
                      <a:pt x="42" y="0"/>
                    </a:moveTo>
                    <a:lnTo>
                      <a:pt x="0" y="55"/>
                    </a:lnTo>
                    <a:lnTo>
                      <a:pt x="4" y="80"/>
                    </a:lnTo>
                    <a:lnTo>
                      <a:pt x="42" y="57"/>
                    </a:lnTo>
                    <a:lnTo>
                      <a:pt x="70" y="9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7" name="Freeform 289">
                <a:extLst>
                  <a:ext uri="{FF2B5EF4-FFF2-40B4-BE49-F238E27FC236}">
                    <a16:creationId xmlns:a16="http://schemas.microsoft.com/office/drawing/2014/main" id="{77D007C9-67EC-3BC7-1E04-7A9A704B363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06" y="2384"/>
                <a:ext cx="1" cy="5"/>
              </a:xfrm>
              <a:custGeom>
                <a:avLst/>
                <a:gdLst/>
                <a:ahLst/>
                <a:cxnLst>
                  <a:cxn ang="0">
                    <a:pos x="72" y="7"/>
                  </a:cxn>
                  <a:cxn ang="0">
                    <a:pos x="57" y="0"/>
                  </a:cxn>
                  <a:cxn ang="0">
                    <a:pos x="0" y="79"/>
                  </a:cxn>
                  <a:cxn ang="0">
                    <a:pos x="7" y="93"/>
                  </a:cxn>
                  <a:cxn ang="0">
                    <a:pos x="72" y="7"/>
                  </a:cxn>
                </a:cxnLst>
                <a:rect l="0" t="0" r="r" b="b"/>
                <a:pathLst>
                  <a:path w="72" h="93">
                    <a:moveTo>
                      <a:pt x="72" y="7"/>
                    </a:moveTo>
                    <a:lnTo>
                      <a:pt x="57" y="0"/>
                    </a:lnTo>
                    <a:lnTo>
                      <a:pt x="0" y="79"/>
                    </a:lnTo>
                    <a:lnTo>
                      <a:pt x="7" y="93"/>
                    </a:lnTo>
                    <a:lnTo>
                      <a:pt x="72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8" name="Freeform 290">
                <a:extLst>
                  <a:ext uri="{FF2B5EF4-FFF2-40B4-BE49-F238E27FC236}">
                    <a16:creationId xmlns:a16="http://schemas.microsoft.com/office/drawing/2014/main" id="{D050C1BD-EE21-7354-17C8-70FF1D05CE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604" y="2390"/>
                <a:ext cx="2" cy="2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0" y="26"/>
                  </a:cxn>
                  <a:cxn ang="0">
                    <a:pos x="4" y="36"/>
                  </a:cxn>
                  <a:cxn ang="0">
                    <a:pos x="53" y="18"/>
                  </a:cxn>
                  <a:cxn ang="0">
                    <a:pos x="56" y="0"/>
                  </a:cxn>
                </a:cxnLst>
                <a:rect l="0" t="0" r="r" b="b"/>
                <a:pathLst>
                  <a:path w="56" h="36">
                    <a:moveTo>
                      <a:pt x="56" y="0"/>
                    </a:moveTo>
                    <a:lnTo>
                      <a:pt x="0" y="26"/>
                    </a:lnTo>
                    <a:lnTo>
                      <a:pt x="4" y="36"/>
                    </a:lnTo>
                    <a:lnTo>
                      <a:pt x="53" y="18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89" name="Freeform 291">
                <a:extLst>
                  <a:ext uri="{FF2B5EF4-FFF2-40B4-BE49-F238E27FC236}">
                    <a16:creationId xmlns:a16="http://schemas.microsoft.com/office/drawing/2014/main" id="{F4802E5C-D743-EBC4-51B4-E2FE52C0891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514390">
                <a:off x="2596" y="2392"/>
                <a:ext cx="5" cy="5"/>
              </a:xfrm>
              <a:custGeom>
                <a:avLst/>
                <a:gdLst/>
                <a:ahLst/>
                <a:cxnLst>
                  <a:cxn ang="0">
                    <a:pos x="152" y="40"/>
                  </a:cxn>
                  <a:cxn ang="0">
                    <a:pos x="109" y="36"/>
                  </a:cxn>
                  <a:cxn ang="0">
                    <a:pos x="44" y="67"/>
                  </a:cxn>
                  <a:cxn ang="0">
                    <a:pos x="0" y="70"/>
                  </a:cxn>
                  <a:cxn ang="0">
                    <a:pos x="9" y="50"/>
                  </a:cxn>
                  <a:cxn ang="0">
                    <a:pos x="59" y="36"/>
                  </a:cxn>
                  <a:cxn ang="0">
                    <a:pos x="119" y="0"/>
                  </a:cxn>
                  <a:cxn ang="0">
                    <a:pos x="155" y="9"/>
                  </a:cxn>
                  <a:cxn ang="0">
                    <a:pos x="152" y="40"/>
                  </a:cxn>
                </a:cxnLst>
                <a:rect l="0" t="0" r="r" b="b"/>
                <a:pathLst>
                  <a:path w="155" h="70">
                    <a:moveTo>
                      <a:pt x="152" y="40"/>
                    </a:moveTo>
                    <a:lnTo>
                      <a:pt x="109" y="36"/>
                    </a:lnTo>
                    <a:lnTo>
                      <a:pt x="44" y="67"/>
                    </a:lnTo>
                    <a:lnTo>
                      <a:pt x="0" y="70"/>
                    </a:lnTo>
                    <a:lnTo>
                      <a:pt x="9" y="50"/>
                    </a:lnTo>
                    <a:lnTo>
                      <a:pt x="59" y="36"/>
                    </a:lnTo>
                    <a:lnTo>
                      <a:pt x="119" y="0"/>
                    </a:lnTo>
                    <a:lnTo>
                      <a:pt x="155" y="9"/>
                    </a:lnTo>
                    <a:lnTo>
                      <a:pt x="152" y="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0" name="Freeform 292">
                <a:extLst>
                  <a:ext uri="{FF2B5EF4-FFF2-40B4-BE49-F238E27FC236}">
                    <a16:creationId xmlns:a16="http://schemas.microsoft.com/office/drawing/2014/main" id="{E70D55D2-CD11-B6FB-C375-F0FE28575DA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28" y="2494"/>
                <a:ext cx="18" cy="12"/>
              </a:xfrm>
              <a:custGeom>
                <a:avLst/>
                <a:gdLst/>
                <a:ahLst/>
                <a:cxnLst>
                  <a:cxn ang="0">
                    <a:pos x="373" y="31"/>
                  </a:cxn>
                  <a:cxn ang="0">
                    <a:pos x="397" y="35"/>
                  </a:cxn>
                  <a:cxn ang="0">
                    <a:pos x="450" y="63"/>
                  </a:cxn>
                  <a:cxn ang="0">
                    <a:pos x="483" y="101"/>
                  </a:cxn>
                  <a:cxn ang="0">
                    <a:pos x="600" y="104"/>
                  </a:cxn>
                  <a:cxn ang="0">
                    <a:pos x="642" y="212"/>
                  </a:cxn>
                  <a:cxn ang="0">
                    <a:pos x="588" y="222"/>
                  </a:cxn>
                  <a:cxn ang="0">
                    <a:pos x="504" y="197"/>
                  </a:cxn>
                  <a:cxn ang="0">
                    <a:pos x="442" y="222"/>
                  </a:cxn>
                  <a:cxn ang="0">
                    <a:pos x="390" y="222"/>
                  </a:cxn>
                  <a:cxn ang="0">
                    <a:pos x="369" y="260"/>
                  </a:cxn>
                  <a:cxn ang="0">
                    <a:pos x="304" y="256"/>
                  </a:cxn>
                  <a:cxn ang="0">
                    <a:pos x="273" y="228"/>
                  </a:cxn>
                  <a:cxn ang="0">
                    <a:pos x="194" y="222"/>
                  </a:cxn>
                  <a:cxn ang="0">
                    <a:pos x="101" y="135"/>
                  </a:cxn>
                  <a:cxn ang="0">
                    <a:pos x="39" y="115"/>
                  </a:cxn>
                  <a:cxn ang="0">
                    <a:pos x="0" y="73"/>
                  </a:cxn>
                  <a:cxn ang="0">
                    <a:pos x="10" y="44"/>
                  </a:cxn>
                  <a:cxn ang="0">
                    <a:pos x="138" y="0"/>
                  </a:cxn>
                  <a:cxn ang="0">
                    <a:pos x="194" y="4"/>
                  </a:cxn>
                  <a:cxn ang="0">
                    <a:pos x="279" y="21"/>
                  </a:cxn>
                  <a:cxn ang="0">
                    <a:pos x="373" y="31"/>
                  </a:cxn>
                </a:cxnLst>
                <a:rect l="0" t="0" r="r" b="b"/>
                <a:pathLst>
                  <a:path w="642" h="260">
                    <a:moveTo>
                      <a:pt x="373" y="31"/>
                    </a:moveTo>
                    <a:lnTo>
                      <a:pt x="397" y="35"/>
                    </a:lnTo>
                    <a:lnTo>
                      <a:pt x="450" y="63"/>
                    </a:lnTo>
                    <a:lnTo>
                      <a:pt x="483" y="101"/>
                    </a:lnTo>
                    <a:lnTo>
                      <a:pt x="600" y="104"/>
                    </a:lnTo>
                    <a:lnTo>
                      <a:pt x="642" y="212"/>
                    </a:lnTo>
                    <a:lnTo>
                      <a:pt x="588" y="222"/>
                    </a:lnTo>
                    <a:lnTo>
                      <a:pt x="504" y="197"/>
                    </a:lnTo>
                    <a:lnTo>
                      <a:pt x="442" y="222"/>
                    </a:lnTo>
                    <a:lnTo>
                      <a:pt x="390" y="222"/>
                    </a:lnTo>
                    <a:lnTo>
                      <a:pt x="369" y="260"/>
                    </a:lnTo>
                    <a:lnTo>
                      <a:pt x="304" y="256"/>
                    </a:lnTo>
                    <a:lnTo>
                      <a:pt x="273" y="228"/>
                    </a:lnTo>
                    <a:lnTo>
                      <a:pt x="194" y="222"/>
                    </a:lnTo>
                    <a:lnTo>
                      <a:pt x="101" y="135"/>
                    </a:lnTo>
                    <a:lnTo>
                      <a:pt x="39" y="115"/>
                    </a:lnTo>
                    <a:lnTo>
                      <a:pt x="0" y="73"/>
                    </a:lnTo>
                    <a:lnTo>
                      <a:pt x="10" y="44"/>
                    </a:lnTo>
                    <a:lnTo>
                      <a:pt x="138" y="0"/>
                    </a:lnTo>
                    <a:lnTo>
                      <a:pt x="194" y="4"/>
                    </a:lnTo>
                    <a:lnTo>
                      <a:pt x="279" y="21"/>
                    </a:lnTo>
                    <a:lnTo>
                      <a:pt x="373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1" name="Freeform 293">
                <a:extLst>
                  <a:ext uri="{FF2B5EF4-FFF2-40B4-BE49-F238E27FC236}">
                    <a16:creationId xmlns:a16="http://schemas.microsoft.com/office/drawing/2014/main" id="{BC8E0E4C-6884-6813-04F8-9753FF5A97F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77" y="2451"/>
                <a:ext cx="28" cy="39"/>
              </a:xfrm>
              <a:custGeom>
                <a:avLst/>
                <a:gdLst/>
                <a:ahLst/>
                <a:cxnLst>
                  <a:cxn ang="0">
                    <a:pos x="25" y="17"/>
                  </a:cxn>
                  <a:cxn ang="0">
                    <a:pos x="119" y="0"/>
                  </a:cxn>
                  <a:cxn ang="0">
                    <a:pos x="338" y="4"/>
                  </a:cxn>
                  <a:cxn ang="0">
                    <a:pos x="512" y="76"/>
                  </a:cxn>
                  <a:cxn ang="0">
                    <a:pos x="614" y="110"/>
                  </a:cxn>
                  <a:cxn ang="0">
                    <a:pos x="643" y="181"/>
                  </a:cxn>
                  <a:cxn ang="0">
                    <a:pos x="805" y="193"/>
                  </a:cxn>
                  <a:cxn ang="0">
                    <a:pos x="825" y="227"/>
                  </a:cxn>
                  <a:cxn ang="0">
                    <a:pos x="728" y="244"/>
                  </a:cxn>
                  <a:cxn ang="0">
                    <a:pos x="796" y="294"/>
                  </a:cxn>
                  <a:cxn ang="0">
                    <a:pos x="977" y="336"/>
                  </a:cxn>
                  <a:cxn ang="0">
                    <a:pos x="1076" y="404"/>
                  </a:cxn>
                  <a:cxn ang="0">
                    <a:pos x="1080" y="462"/>
                  </a:cxn>
                  <a:cxn ang="0">
                    <a:pos x="1012" y="547"/>
                  </a:cxn>
                  <a:cxn ang="0">
                    <a:pos x="940" y="522"/>
                  </a:cxn>
                  <a:cxn ang="0">
                    <a:pos x="706" y="483"/>
                  </a:cxn>
                  <a:cxn ang="0">
                    <a:pos x="551" y="522"/>
                  </a:cxn>
                  <a:cxn ang="0">
                    <a:pos x="525" y="556"/>
                  </a:cxn>
                  <a:cxn ang="0">
                    <a:pos x="406" y="589"/>
                  </a:cxn>
                  <a:cxn ang="0">
                    <a:pos x="369" y="509"/>
                  </a:cxn>
                  <a:cxn ang="0">
                    <a:pos x="292" y="517"/>
                  </a:cxn>
                  <a:cxn ang="0">
                    <a:pos x="233" y="584"/>
                  </a:cxn>
                  <a:cxn ang="0">
                    <a:pos x="174" y="673"/>
                  </a:cxn>
                  <a:cxn ang="0">
                    <a:pos x="110" y="745"/>
                  </a:cxn>
                  <a:cxn ang="0">
                    <a:pos x="85" y="733"/>
                  </a:cxn>
                  <a:cxn ang="0">
                    <a:pos x="42" y="694"/>
                  </a:cxn>
                  <a:cxn ang="0">
                    <a:pos x="25" y="619"/>
                  </a:cxn>
                  <a:cxn ang="0">
                    <a:pos x="42" y="531"/>
                  </a:cxn>
                  <a:cxn ang="0">
                    <a:pos x="0" y="458"/>
                  </a:cxn>
                  <a:cxn ang="0">
                    <a:pos x="8" y="417"/>
                  </a:cxn>
                  <a:cxn ang="0">
                    <a:pos x="46" y="290"/>
                  </a:cxn>
                  <a:cxn ang="0">
                    <a:pos x="77" y="235"/>
                  </a:cxn>
                  <a:cxn ang="0">
                    <a:pos x="59" y="127"/>
                  </a:cxn>
                  <a:cxn ang="0">
                    <a:pos x="12" y="38"/>
                  </a:cxn>
                </a:cxnLst>
                <a:rect l="0" t="0" r="r" b="b"/>
                <a:pathLst>
                  <a:path w="1080" h="745">
                    <a:moveTo>
                      <a:pt x="17" y="29"/>
                    </a:moveTo>
                    <a:lnTo>
                      <a:pt x="25" y="17"/>
                    </a:lnTo>
                    <a:lnTo>
                      <a:pt x="51" y="0"/>
                    </a:lnTo>
                    <a:lnTo>
                      <a:pt x="119" y="0"/>
                    </a:lnTo>
                    <a:lnTo>
                      <a:pt x="183" y="9"/>
                    </a:lnTo>
                    <a:lnTo>
                      <a:pt x="338" y="4"/>
                    </a:lnTo>
                    <a:lnTo>
                      <a:pt x="423" y="29"/>
                    </a:lnTo>
                    <a:lnTo>
                      <a:pt x="512" y="76"/>
                    </a:lnTo>
                    <a:lnTo>
                      <a:pt x="589" y="84"/>
                    </a:lnTo>
                    <a:lnTo>
                      <a:pt x="614" y="110"/>
                    </a:lnTo>
                    <a:lnTo>
                      <a:pt x="632" y="169"/>
                    </a:lnTo>
                    <a:lnTo>
                      <a:pt x="643" y="181"/>
                    </a:lnTo>
                    <a:lnTo>
                      <a:pt x="699" y="193"/>
                    </a:lnTo>
                    <a:lnTo>
                      <a:pt x="805" y="193"/>
                    </a:lnTo>
                    <a:lnTo>
                      <a:pt x="822" y="203"/>
                    </a:lnTo>
                    <a:lnTo>
                      <a:pt x="825" y="227"/>
                    </a:lnTo>
                    <a:lnTo>
                      <a:pt x="779" y="244"/>
                    </a:lnTo>
                    <a:lnTo>
                      <a:pt x="728" y="244"/>
                    </a:lnTo>
                    <a:lnTo>
                      <a:pt x="723" y="269"/>
                    </a:lnTo>
                    <a:lnTo>
                      <a:pt x="796" y="294"/>
                    </a:lnTo>
                    <a:lnTo>
                      <a:pt x="944" y="298"/>
                    </a:lnTo>
                    <a:lnTo>
                      <a:pt x="977" y="336"/>
                    </a:lnTo>
                    <a:lnTo>
                      <a:pt x="1038" y="387"/>
                    </a:lnTo>
                    <a:lnTo>
                      <a:pt x="1076" y="404"/>
                    </a:lnTo>
                    <a:lnTo>
                      <a:pt x="1080" y="417"/>
                    </a:lnTo>
                    <a:lnTo>
                      <a:pt x="1080" y="462"/>
                    </a:lnTo>
                    <a:lnTo>
                      <a:pt x="1055" y="509"/>
                    </a:lnTo>
                    <a:lnTo>
                      <a:pt x="1012" y="547"/>
                    </a:lnTo>
                    <a:lnTo>
                      <a:pt x="969" y="547"/>
                    </a:lnTo>
                    <a:lnTo>
                      <a:pt x="940" y="522"/>
                    </a:lnTo>
                    <a:lnTo>
                      <a:pt x="872" y="496"/>
                    </a:lnTo>
                    <a:lnTo>
                      <a:pt x="706" y="483"/>
                    </a:lnTo>
                    <a:lnTo>
                      <a:pt x="589" y="500"/>
                    </a:lnTo>
                    <a:lnTo>
                      <a:pt x="551" y="522"/>
                    </a:lnTo>
                    <a:lnTo>
                      <a:pt x="538" y="547"/>
                    </a:lnTo>
                    <a:lnTo>
                      <a:pt x="525" y="556"/>
                    </a:lnTo>
                    <a:lnTo>
                      <a:pt x="474" y="576"/>
                    </a:lnTo>
                    <a:lnTo>
                      <a:pt x="406" y="589"/>
                    </a:lnTo>
                    <a:lnTo>
                      <a:pt x="369" y="522"/>
                    </a:lnTo>
                    <a:lnTo>
                      <a:pt x="369" y="509"/>
                    </a:lnTo>
                    <a:lnTo>
                      <a:pt x="322" y="504"/>
                    </a:lnTo>
                    <a:lnTo>
                      <a:pt x="292" y="517"/>
                    </a:lnTo>
                    <a:lnTo>
                      <a:pt x="271" y="534"/>
                    </a:lnTo>
                    <a:lnTo>
                      <a:pt x="233" y="584"/>
                    </a:lnTo>
                    <a:lnTo>
                      <a:pt x="191" y="656"/>
                    </a:lnTo>
                    <a:lnTo>
                      <a:pt x="174" y="673"/>
                    </a:lnTo>
                    <a:lnTo>
                      <a:pt x="170" y="690"/>
                    </a:lnTo>
                    <a:lnTo>
                      <a:pt x="110" y="745"/>
                    </a:lnTo>
                    <a:lnTo>
                      <a:pt x="88" y="745"/>
                    </a:lnTo>
                    <a:lnTo>
                      <a:pt x="85" y="733"/>
                    </a:lnTo>
                    <a:lnTo>
                      <a:pt x="46" y="702"/>
                    </a:lnTo>
                    <a:lnTo>
                      <a:pt x="42" y="694"/>
                    </a:lnTo>
                    <a:lnTo>
                      <a:pt x="42" y="640"/>
                    </a:lnTo>
                    <a:lnTo>
                      <a:pt x="25" y="619"/>
                    </a:lnTo>
                    <a:lnTo>
                      <a:pt x="34" y="606"/>
                    </a:lnTo>
                    <a:lnTo>
                      <a:pt x="42" y="531"/>
                    </a:lnTo>
                    <a:lnTo>
                      <a:pt x="34" y="496"/>
                    </a:lnTo>
                    <a:lnTo>
                      <a:pt x="0" y="458"/>
                    </a:lnTo>
                    <a:lnTo>
                      <a:pt x="0" y="434"/>
                    </a:lnTo>
                    <a:lnTo>
                      <a:pt x="8" y="417"/>
                    </a:lnTo>
                    <a:lnTo>
                      <a:pt x="51" y="384"/>
                    </a:lnTo>
                    <a:lnTo>
                      <a:pt x="46" y="290"/>
                    </a:lnTo>
                    <a:lnTo>
                      <a:pt x="68" y="269"/>
                    </a:lnTo>
                    <a:lnTo>
                      <a:pt x="77" y="235"/>
                    </a:lnTo>
                    <a:lnTo>
                      <a:pt x="51" y="206"/>
                    </a:lnTo>
                    <a:lnTo>
                      <a:pt x="59" y="127"/>
                    </a:lnTo>
                    <a:lnTo>
                      <a:pt x="46" y="80"/>
                    </a:lnTo>
                    <a:lnTo>
                      <a:pt x="12" y="38"/>
                    </a:lnTo>
                    <a:lnTo>
                      <a:pt x="17" y="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2" name="Freeform 294">
                <a:extLst>
                  <a:ext uri="{FF2B5EF4-FFF2-40B4-BE49-F238E27FC236}">
                    <a16:creationId xmlns:a16="http://schemas.microsoft.com/office/drawing/2014/main" id="{48868338-302D-FFFC-2C67-E40DFB8A023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61" y="2475"/>
                <a:ext cx="2" cy="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1" y="4"/>
                  </a:cxn>
                  <a:cxn ang="0">
                    <a:pos x="0" y="28"/>
                  </a:cxn>
                  <a:cxn ang="0">
                    <a:pos x="4" y="48"/>
                  </a:cxn>
                  <a:cxn ang="0">
                    <a:pos x="24" y="53"/>
                  </a:cxn>
                  <a:cxn ang="0">
                    <a:pos x="52" y="34"/>
                  </a:cxn>
                  <a:cxn ang="0">
                    <a:pos x="56" y="22"/>
                  </a:cxn>
                  <a:cxn ang="0">
                    <a:pos x="18" y="0"/>
                  </a:cxn>
                </a:cxnLst>
                <a:rect l="0" t="0" r="r" b="b"/>
                <a:pathLst>
                  <a:path w="56" h="53">
                    <a:moveTo>
                      <a:pt x="18" y="0"/>
                    </a:moveTo>
                    <a:lnTo>
                      <a:pt x="11" y="4"/>
                    </a:lnTo>
                    <a:lnTo>
                      <a:pt x="0" y="28"/>
                    </a:lnTo>
                    <a:lnTo>
                      <a:pt x="4" y="48"/>
                    </a:lnTo>
                    <a:lnTo>
                      <a:pt x="24" y="53"/>
                    </a:lnTo>
                    <a:lnTo>
                      <a:pt x="52" y="34"/>
                    </a:lnTo>
                    <a:lnTo>
                      <a:pt x="56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3" name="Freeform 295">
                <a:extLst>
                  <a:ext uri="{FF2B5EF4-FFF2-40B4-BE49-F238E27FC236}">
                    <a16:creationId xmlns:a16="http://schemas.microsoft.com/office/drawing/2014/main" id="{5E57452A-611D-E790-5673-706DA6799F8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78" y="2506"/>
                <a:ext cx="2" cy="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2" y="7"/>
                  </a:cxn>
                  <a:cxn ang="0">
                    <a:pos x="66" y="41"/>
                  </a:cxn>
                  <a:cxn ang="0">
                    <a:pos x="111" y="138"/>
                  </a:cxn>
                  <a:cxn ang="0">
                    <a:pos x="105" y="145"/>
                  </a:cxn>
                  <a:cxn ang="0">
                    <a:pos x="66" y="152"/>
                  </a:cxn>
                  <a:cxn ang="0">
                    <a:pos x="49" y="138"/>
                  </a:cxn>
                  <a:cxn ang="0">
                    <a:pos x="7" y="47"/>
                  </a:cxn>
                  <a:cxn ang="0">
                    <a:pos x="0" y="23"/>
                  </a:cxn>
                  <a:cxn ang="0">
                    <a:pos x="4" y="0"/>
                  </a:cxn>
                </a:cxnLst>
                <a:rect l="0" t="0" r="r" b="b"/>
                <a:pathLst>
                  <a:path w="111" h="152">
                    <a:moveTo>
                      <a:pt x="4" y="0"/>
                    </a:moveTo>
                    <a:lnTo>
                      <a:pt x="32" y="7"/>
                    </a:lnTo>
                    <a:lnTo>
                      <a:pt x="66" y="41"/>
                    </a:lnTo>
                    <a:lnTo>
                      <a:pt x="111" y="138"/>
                    </a:lnTo>
                    <a:lnTo>
                      <a:pt x="105" y="145"/>
                    </a:lnTo>
                    <a:lnTo>
                      <a:pt x="66" y="152"/>
                    </a:lnTo>
                    <a:lnTo>
                      <a:pt x="49" y="138"/>
                    </a:lnTo>
                    <a:lnTo>
                      <a:pt x="7" y="47"/>
                    </a:ln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4" name="Freeform 296">
                <a:extLst>
                  <a:ext uri="{FF2B5EF4-FFF2-40B4-BE49-F238E27FC236}">
                    <a16:creationId xmlns:a16="http://schemas.microsoft.com/office/drawing/2014/main" id="{BD747F50-D449-FE7C-8F9C-6EA9D4CE4BC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96" y="2564"/>
                <a:ext cx="2" cy="4"/>
              </a:xfrm>
              <a:custGeom>
                <a:avLst/>
                <a:gdLst/>
                <a:ahLst/>
                <a:cxnLst>
                  <a:cxn ang="0">
                    <a:pos x="86" y="0"/>
                  </a:cxn>
                  <a:cxn ang="0">
                    <a:pos x="51" y="11"/>
                  </a:cxn>
                  <a:cxn ang="0">
                    <a:pos x="0" y="52"/>
                  </a:cxn>
                  <a:cxn ang="0">
                    <a:pos x="14" y="63"/>
                  </a:cxn>
                  <a:cxn ang="0">
                    <a:pos x="62" y="31"/>
                  </a:cxn>
                  <a:cxn ang="0">
                    <a:pos x="86" y="0"/>
                  </a:cxn>
                </a:cxnLst>
                <a:rect l="0" t="0" r="r" b="b"/>
                <a:pathLst>
                  <a:path w="86" h="63">
                    <a:moveTo>
                      <a:pt x="86" y="0"/>
                    </a:moveTo>
                    <a:lnTo>
                      <a:pt x="51" y="11"/>
                    </a:lnTo>
                    <a:lnTo>
                      <a:pt x="0" y="52"/>
                    </a:lnTo>
                    <a:lnTo>
                      <a:pt x="14" y="63"/>
                    </a:lnTo>
                    <a:lnTo>
                      <a:pt x="62" y="31"/>
                    </a:lnTo>
                    <a:lnTo>
                      <a:pt x="8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5" name="Freeform 297">
                <a:extLst>
                  <a:ext uri="{FF2B5EF4-FFF2-40B4-BE49-F238E27FC236}">
                    <a16:creationId xmlns:a16="http://schemas.microsoft.com/office/drawing/2014/main" id="{75B7642B-6021-CAEB-24CF-F7B31531D18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91" y="2575"/>
                <a:ext cx="7" cy="12"/>
              </a:xfrm>
              <a:custGeom>
                <a:avLst/>
                <a:gdLst/>
                <a:ahLst/>
                <a:cxnLst>
                  <a:cxn ang="0">
                    <a:pos x="287" y="26"/>
                  </a:cxn>
                  <a:cxn ang="0">
                    <a:pos x="267" y="48"/>
                  </a:cxn>
                  <a:cxn ang="0">
                    <a:pos x="259" y="106"/>
                  </a:cxn>
                  <a:cxn ang="0">
                    <a:pos x="267" y="144"/>
                  </a:cxn>
                  <a:cxn ang="0">
                    <a:pos x="276" y="153"/>
                  </a:cxn>
                  <a:cxn ang="0">
                    <a:pos x="270" y="204"/>
                  </a:cxn>
                  <a:cxn ang="0">
                    <a:pos x="233" y="232"/>
                  </a:cxn>
                  <a:cxn ang="0">
                    <a:pos x="173" y="245"/>
                  </a:cxn>
                  <a:cxn ang="0">
                    <a:pos x="3" y="245"/>
                  </a:cxn>
                  <a:cxn ang="0">
                    <a:pos x="0" y="232"/>
                  </a:cxn>
                  <a:cxn ang="0">
                    <a:pos x="102" y="194"/>
                  </a:cxn>
                  <a:cxn ang="0">
                    <a:pos x="118" y="156"/>
                  </a:cxn>
                  <a:cxn ang="0">
                    <a:pos x="128" y="85"/>
                  </a:cxn>
                  <a:cxn ang="0">
                    <a:pos x="123" y="72"/>
                  </a:cxn>
                  <a:cxn ang="0">
                    <a:pos x="111" y="65"/>
                  </a:cxn>
                  <a:cxn ang="0">
                    <a:pos x="77" y="60"/>
                  </a:cxn>
                  <a:cxn ang="0">
                    <a:pos x="72" y="34"/>
                  </a:cxn>
                  <a:cxn ang="0">
                    <a:pos x="85" y="34"/>
                  </a:cxn>
                  <a:cxn ang="0">
                    <a:pos x="111" y="23"/>
                  </a:cxn>
                  <a:cxn ang="0">
                    <a:pos x="207" y="18"/>
                  </a:cxn>
                  <a:cxn ang="0">
                    <a:pos x="276" y="0"/>
                  </a:cxn>
                  <a:cxn ang="0">
                    <a:pos x="287" y="0"/>
                  </a:cxn>
                  <a:cxn ang="0">
                    <a:pos x="287" y="26"/>
                  </a:cxn>
                </a:cxnLst>
                <a:rect l="0" t="0" r="r" b="b"/>
                <a:pathLst>
                  <a:path w="287" h="245">
                    <a:moveTo>
                      <a:pt x="287" y="26"/>
                    </a:moveTo>
                    <a:lnTo>
                      <a:pt x="267" y="48"/>
                    </a:lnTo>
                    <a:lnTo>
                      <a:pt x="259" y="106"/>
                    </a:lnTo>
                    <a:lnTo>
                      <a:pt x="267" y="144"/>
                    </a:lnTo>
                    <a:lnTo>
                      <a:pt x="276" y="153"/>
                    </a:lnTo>
                    <a:lnTo>
                      <a:pt x="270" y="204"/>
                    </a:lnTo>
                    <a:lnTo>
                      <a:pt x="233" y="232"/>
                    </a:lnTo>
                    <a:lnTo>
                      <a:pt x="173" y="245"/>
                    </a:lnTo>
                    <a:lnTo>
                      <a:pt x="3" y="245"/>
                    </a:lnTo>
                    <a:lnTo>
                      <a:pt x="0" y="232"/>
                    </a:lnTo>
                    <a:lnTo>
                      <a:pt x="102" y="194"/>
                    </a:lnTo>
                    <a:lnTo>
                      <a:pt x="118" y="156"/>
                    </a:lnTo>
                    <a:lnTo>
                      <a:pt x="128" y="85"/>
                    </a:lnTo>
                    <a:lnTo>
                      <a:pt x="123" y="72"/>
                    </a:lnTo>
                    <a:lnTo>
                      <a:pt x="111" y="65"/>
                    </a:lnTo>
                    <a:lnTo>
                      <a:pt x="77" y="60"/>
                    </a:lnTo>
                    <a:lnTo>
                      <a:pt x="72" y="34"/>
                    </a:lnTo>
                    <a:lnTo>
                      <a:pt x="85" y="34"/>
                    </a:lnTo>
                    <a:lnTo>
                      <a:pt x="111" y="23"/>
                    </a:lnTo>
                    <a:lnTo>
                      <a:pt x="207" y="18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87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6" name="Freeform 298">
                <a:extLst>
                  <a:ext uri="{FF2B5EF4-FFF2-40B4-BE49-F238E27FC236}">
                    <a16:creationId xmlns:a16="http://schemas.microsoft.com/office/drawing/2014/main" id="{43B3AAB9-FB20-9A74-4E50-D868E708D71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62" y="2456"/>
                <a:ext cx="2" cy="2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9" y="0"/>
                  </a:cxn>
                  <a:cxn ang="0">
                    <a:pos x="68" y="20"/>
                  </a:cxn>
                  <a:cxn ang="0">
                    <a:pos x="63" y="42"/>
                  </a:cxn>
                  <a:cxn ang="0">
                    <a:pos x="14" y="42"/>
                  </a:cxn>
                  <a:cxn ang="0">
                    <a:pos x="5" y="34"/>
                  </a:cxn>
                  <a:cxn ang="0">
                    <a:pos x="0" y="20"/>
                  </a:cxn>
                  <a:cxn ang="0">
                    <a:pos x="5" y="9"/>
                  </a:cxn>
                  <a:cxn ang="0">
                    <a:pos x="17" y="9"/>
                  </a:cxn>
                  <a:cxn ang="0">
                    <a:pos x="26" y="0"/>
                  </a:cxn>
                </a:cxnLst>
                <a:rect l="0" t="0" r="r" b="b"/>
                <a:pathLst>
                  <a:path w="68" h="42">
                    <a:moveTo>
                      <a:pt x="26" y="0"/>
                    </a:moveTo>
                    <a:lnTo>
                      <a:pt x="39" y="0"/>
                    </a:lnTo>
                    <a:lnTo>
                      <a:pt x="68" y="20"/>
                    </a:lnTo>
                    <a:lnTo>
                      <a:pt x="63" y="42"/>
                    </a:lnTo>
                    <a:lnTo>
                      <a:pt x="14" y="42"/>
                    </a:lnTo>
                    <a:lnTo>
                      <a:pt x="5" y="34"/>
                    </a:lnTo>
                    <a:lnTo>
                      <a:pt x="0" y="20"/>
                    </a:lnTo>
                    <a:lnTo>
                      <a:pt x="5" y="9"/>
                    </a:lnTo>
                    <a:lnTo>
                      <a:pt x="17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97" name="Group 299">
                <a:extLst>
                  <a:ext uri="{FF2B5EF4-FFF2-40B4-BE49-F238E27FC236}">
                    <a16:creationId xmlns:a16="http://schemas.microsoft.com/office/drawing/2014/main" id="{0B9552B5-DC69-6D5C-B9DD-655FED62E0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57" y="2458"/>
                <a:ext cx="21" cy="33"/>
                <a:chOff x="1694" y="2257"/>
                <a:chExt cx="18" cy="28"/>
              </a:xfrm>
              <a:grpFill/>
            </p:grpSpPr>
            <p:sp>
              <p:nvSpPr>
                <p:cNvPr id="110" name="Freeform 300">
                  <a:extLst>
                    <a:ext uri="{FF2B5EF4-FFF2-40B4-BE49-F238E27FC236}">
                      <a16:creationId xmlns:a16="http://schemas.microsoft.com/office/drawing/2014/main" id="{E1F855A8-9817-5D45-B288-EC272699D4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01" y="2270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9" y="8"/>
                    </a:cxn>
                    <a:cxn ang="0">
                      <a:pos x="138" y="32"/>
                    </a:cxn>
                    <a:cxn ang="0">
                      <a:pos x="147" y="83"/>
                    </a:cxn>
                    <a:cxn ang="0">
                      <a:pos x="105" y="62"/>
                    </a:cxn>
                    <a:cxn ang="0">
                      <a:pos x="29" y="56"/>
                    </a:cxn>
                    <a:cxn ang="0">
                      <a:pos x="0" y="14"/>
                    </a:cxn>
                    <a:cxn ang="0">
                      <a:pos x="32" y="0"/>
                    </a:cxn>
                    <a:cxn ang="0">
                      <a:pos x="89" y="8"/>
                    </a:cxn>
                  </a:cxnLst>
                  <a:rect l="0" t="0" r="r" b="b"/>
                  <a:pathLst>
                    <a:path w="147" h="83">
                      <a:moveTo>
                        <a:pt x="89" y="8"/>
                      </a:moveTo>
                      <a:lnTo>
                        <a:pt x="138" y="32"/>
                      </a:lnTo>
                      <a:lnTo>
                        <a:pt x="147" y="83"/>
                      </a:lnTo>
                      <a:lnTo>
                        <a:pt x="105" y="62"/>
                      </a:lnTo>
                      <a:lnTo>
                        <a:pt x="29" y="56"/>
                      </a:lnTo>
                      <a:lnTo>
                        <a:pt x="0" y="14"/>
                      </a:lnTo>
                      <a:lnTo>
                        <a:pt x="32" y="0"/>
                      </a:lnTo>
                      <a:lnTo>
                        <a:pt x="8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111" name="Freeform 301">
                  <a:extLst>
                    <a:ext uri="{FF2B5EF4-FFF2-40B4-BE49-F238E27FC236}">
                      <a16:creationId xmlns:a16="http://schemas.microsoft.com/office/drawing/2014/main" id="{E2A85E39-CE14-C12E-5AA4-A16268BF39E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694" y="2257"/>
                  <a:ext cx="18" cy="28"/>
                </a:xfrm>
                <a:custGeom>
                  <a:avLst/>
                  <a:gdLst/>
                  <a:ahLst/>
                  <a:cxnLst>
                    <a:cxn ang="0">
                      <a:pos x="826" y="627"/>
                    </a:cxn>
                    <a:cxn ang="0">
                      <a:pos x="835" y="614"/>
                    </a:cxn>
                    <a:cxn ang="0">
                      <a:pos x="843" y="539"/>
                    </a:cxn>
                    <a:cxn ang="0">
                      <a:pos x="835" y="504"/>
                    </a:cxn>
                    <a:cxn ang="0">
                      <a:pos x="801" y="466"/>
                    </a:cxn>
                    <a:cxn ang="0">
                      <a:pos x="801" y="442"/>
                    </a:cxn>
                    <a:cxn ang="0">
                      <a:pos x="809" y="425"/>
                    </a:cxn>
                    <a:cxn ang="0">
                      <a:pos x="852" y="392"/>
                    </a:cxn>
                    <a:cxn ang="0">
                      <a:pos x="847" y="298"/>
                    </a:cxn>
                    <a:cxn ang="0">
                      <a:pos x="868" y="277"/>
                    </a:cxn>
                    <a:cxn ang="0">
                      <a:pos x="877" y="243"/>
                    </a:cxn>
                    <a:cxn ang="0">
                      <a:pos x="852" y="214"/>
                    </a:cxn>
                    <a:cxn ang="0">
                      <a:pos x="860" y="135"/>
                    </a:cxn>
                    <a:cxn ang="0">
                      <a:pos x="847" y="88"/>
                    </a:cxn>
                    <a:cxn ang="0">
                      <a:pos x="813" y="46"/>
                    </a:cxn>
                    <a:cxn ang="0">
                      <a:pos x="818" y="37"/>
                    </a:cxn>
                    <a:cxn ang="0">
                      <a:pos x="809" y="37"/>
                    </a:cxn>
                    <a:cxn ang="0">
                      <a:pos x="775" y="63"/>
                    </a:cxn>
                    <a:cxn ang="0">
                      <a:pos x="639" y="67"/>
                    </a:cxn>
                    <a:cxn ang="0">
                      <a:pos x="606" y="59"/>
                    </a:cxn>
                    <a:cxn ang="0">
                      <a:pos x="564" y="29"/>
                    </a:cxn>
                    <a:cxn ang="0">
                      <a:pos x="513" y="8"/>
                    </a:cxn>
                    <a:cxn ang="0">
                      <a:pos x="445" y="0"/>
                    </a:cxn>
                    <a:cxn ang="0">
                      <a:pos x="356" y="17"/>
                    </a:cxn>
                    <a:cxn ang="0">
                      <a:pos x="317" y="37"/>
                    </a:cxn>
                    <a:cxn ang="0">
                      <a:pos x="300" y="63"/>
                    </a:cxn>
                    <a:cxn ang="0">
                      <a:pos x="305" y="101"/>
                    </a:cxn>
                    <a:cxn ang="0">
                      <a:pos x="326" y="109"/>
                    </a:cxn>
                    <a:cxn ang="0">
                      <a:pos x="445" y="109"/>
                    </a:cxn>
                    <a:cxn ang="0">
                      <a:pos x="492" y="135"/>
                    </a:cxn>
                    <a:cxn ang="0">
                      <a:pos x="504" y="172"/>
                    </a:cxn>
                    <a:cxn ang="0">
                      <a:pos x="504" y="298"/>
                    </a:cxn>
                    <a:cxn ang="0">
                      <a:pos x="513" y="327"/>
                    </a:cxn>
                    <a:cxn ang="0">
                      <a:pos x="584" y="387"/>
                    </a:cxn>
                    <a:cxn ang="0">
                      <a:pos x="631" y="412"/>
                    </a:cxn>
                    <a:cxn ang="0">
                      <a:pos x="635" y="442"/>
                    </a:cxn>
                    <a:cxn ang="0">
                      <a:pos x="618" y="459"/>
                    </a:cxn>
                    <a:cxn ang="0">
                      <a:pos x="581" y="459"/>
                    </a:cxn>
                    <a:cxn ang="0">
                      <a:pos x="516" y="476"/>
                    </a:cxn>
                    <a:cxn ang="0">
                      <a:pos x="377" y="479"/>
                    </a:cxn>
                    <a:cxn ang="0">
                      <a:pos x="262" y="466"/>
                    </a:cxn>
                    <a:cxn ang="0">
                      <a:pos x="186" y="445"/>
                    </a:cxn>
                    <a:cxn ang="0">
                      <a:pos x="8" y="445"/>
                    </a:cxn>
                    <a:cxn ang="0">
                      <a:pos x="0" y="459"/>
                    </a:cxn>
                    <a:cxn ang="0">
                      <a:pos x="0" y="491"/>
                    </a:cxn>
                    <a:cxn ang="0">
                      <a:pos x="42" y="550"/>
                    </a:cxn>
                    <a:cxn ang="0">
                      <a:pos x="131" y="589"/>
                    </a:cxn>
                    <a:cxn ang="0">
                      <a:pos x="164" y="623"/>
                    </a:cxn>
                    <a:cxn ang="0">
                      <a:pos x="186" y="614"/>
                    </a:cxn>
                    <a:cxn ang="0">
                      <a:pos x="181" y="584"/>
                    </a:cxn>
                    <a:cxn ang="0">
                      <a:pos x="198" y="567"/>
                    </a:cxn>
                    <a:cxn ang="0">
                      <a:pos x="224" y="555"/>
                    </a:cxn>
                    <a:cxn ang="0">
                      <a:pos x="249" y="555"/>
                    </a:cxn>
                    <a:cxn ang="0">
                      <a:pos x="339" y="559"/>
                    </a:cxn>
                    <a:cxn ang="0">
                      <a:pos x="504" y="601"/>
                    </a:cxn>
                    <a:cxn ang="0">
                      <a:pos x="547" y="597"/>
                    </a:cxn>
                    <a:cxn ang="0">
                      <a:pos x="648" y="567"/>
                    </a:cxn>
                    <a:cxn ang="0">
                      <a:pos x="690" y="567"/>
                    </a:cxn>
                    <a:cxn ang="0">
                      <a:pos x="729" y="575"/>
                    </a:cxn>
                    <a:cxn ang="0">
                      <a:pos x="758" y="592"/>
                    </a:cxn>
                    <a:cxn ang="0">
                      <a:pos x="787" y="601"/>
                    </a:cxn>
                    <a:cxn ang="0">
                      <a:pos x="821" y="617"/>
                    </a:cxn>
                    <a:cxn ang="0">
                      <a:pos x="826" y="627"/>
                    </a:cxn>
                  </a:cxnLst>
                  <a:rect l="0" t="0" r="r" b="b"/>
                  <a:pathLst>
                    <a:path w="877" h="627">
                      <a:moveTo>
                        <a:pt x="826" y="627"/>
                      </a:moveTo>
                      <a:lnTo>
                        <a:pt x="835" y="614"/>
                      </a:lnTo>
                      <a:lnTo>
                        <a:pt x="843" y="539"/>
                      </a:lnTo>
                      <a:lnTo>
                        <a:pt x="835" y="504"/>
                      </a:lnTo>
                      <a:lnTo>
                        <a:pt x="801" y="466"/>
                      </a:lnTo>
                      <a:lnTo>
                        <a:pt x="801" y="442"/>
                      </a:lnTo>
                      <a:lnTo>
                        <a:pt x="809" y="425"/>
                      </a:lnTo>
                      <a:lnTo>
                        <a:pt x="852" y="392"/>
                      </a:lnTo>
                      <a:lnTo>
                        <a:pt x="847" y="298"/>
                      </a:lnTo>
                      <a:lnTo>
                        <a:pt x="868" y="277"/>
                      </a:lnTo>
                      <a:lnTo>
                        <a:pt x="877" y="243"/>
                      </a:lnTo>
                      <a:lnTo>
                        <a:pt x="852" y="214"/>
                      </a:lnTo>
                      <a:lnTo>
                        <a:pt x="860" y="135"/>
                      </a:lnTo>
                      <a:lnTo>
                        <a:pt x="847" y="88"/>
                      </a:lnTo>
                      <a:lnTo>
                        <a:pt x="813" y="46"/>
                      </a:lnTo>
                      <a:lnTo>
                        <a:pt x="818" y="37"/>
                      </a:lnTo>
                      <a:lnTo>
                        <a:pt x="809" y="37"/>
                      </a:lnTo>
                      <a:lnTo>
                        <a:pt x="775" y="63"/>
                      </a:lnTo>
                      <a:lnTo>
                        <a:pt x="639" y="67"/>
                      </a:lnTo>
                      <a:lnTo>
                        <a:pt x="606" y="59"/>
                      </a:lnTo>
                      <a:lnTo>
                        <a:pt x="564" y="29"/>
                      </a:lnTo>
                      <a:lnTo>
                        <a:pt x="513" y="8"/>
                      </a:lnTo>
                      <a:lnTo>
                        <a:pt x="445" y="0"/>
                      </a:lnTo>
                      <a:lnTo>
                        <a:pt x="356" y="17"/>
                      </a:lnTo>
                      <a:lnTo>
                        <a:pt x="317" y="37"/>
                      </a:lnTo>
                      <a:lnTo>
                        <a:pt x="300" y="63"/>
                      </a:lnTo>
                      <a:lnTo>
                        <a:pt x="305" y="101"/>
                      </a:lnTo>
                      <a:lnTo>
                        <a:pt x="326" y="109"/>
                      </a:lnTo>
                      <a:lnTo>
                        <a:pt x="445" y="109"/>
                      </a:lnTo>
                      <a:lnTo>
                        <a:pt x="492" y="135"/>
                      </a:lnTo>
                      <a:lnTo>
                        <a:pt x="504" y="172"/>
                      </a:lnTo>
                      <a:lnTo>
                        <a:pt x="504" y="298"/>
                      </a:lnTo>
                      <a:lnTo>
                        <a:pt x="513" y="327"/>
                      </a:lnTo>
                      <a:lnTo>
                        <a:pt x="584" y="387"/>
                      </a:lnTo>
                      <a:lnTo>
                        <a:pt x="631" y="412"/>
                      </a:lnTo>
                      <a:lnTo>
                        <a:pt x="635" y="442"/>
                      </a:lnTo>
                      <a:lnTo>
                        <a:pt x="618" y="459"/>
                      </a:lnTo>
                      <a:lnTo>
                        <a:pt x="581" y="459"/>
                      </a:lnTo>
                      <a:lnTo>
                        <a:pt x="516" y="476"/>
                      </a:lnTo>
                      <a:lnTo>
                        <a:pt x="377" y="479"/>
                      </a:lnTo>
                      <a:lnTo>
                        <a:pt x="262" y="466"/>
                      </a:lnTo>
                      <a:lnTo>
                        <a:pt x="186" y="445"/>
                      </a:lnTo>
                      <a:lnTo>
                        <a:pt x="8" y="445"/>
                      </a:lnTo>
                      <a:lnTo>
                        <a:pt x="0" y="459"/>
                      </a:lnTo>
                      <a:lnTo>
                        <a:pt x="0" y="491"/>
                      </a:lnTo>
                      <a:lnTo>
                        <a:pt x="42" y="550"/>
                      </a:lnTo>
                      <a:lnTo>
                        <a:pt x="131" y="589"/>
                      </a:lnTo>
                      <a:lnTo>
                        <a:pt x="164" y="623"/>
                      </a:lnTo>
                      <a:lnTo>
                        <a:pt x="186" y="614"/>
                      </a:lnTo>
                      <a:lnTo>
                        <a:pt x="181" y="584"/>
                      </a:lnTo>
                      <a:lnTo>
                        <a:pt x="198" y="567"/>
                      </a:lnTo>
                      <a:lnTo>
                        <a:pt x="224" y="555"/>
                      </a:lnTo>
                      <a:lnTo>
                        <a:pt x="249" y="555"/>
                      </a:lnTo>
                      <a:lnTo>
                        <a:pt x="339" y="559"/>
                      </a:lnTo>
                      <a:lnTo>
                        <a:pt x="504" y="601"/>
                      </a:lnTo>
                      <a:lnTo>
                        <a:pt x="547" y="597"/>
                      </a:lnTo>
                      <a:lnTo>
                        <a:pt x="648" y="567"/>
                      </a:lnTo>
                      <a:lnTo>
                        <a:pt x="690" y="567"/>
                      </a:lnTo>
                      <a:lnTo>
                        <a:pt x="729" y="575"/>
                      </a:lnTo>
                      <a:lnTo>
                        <a:pt x="758" y="592"/>
                      </a:lnTo>
                      <a:lnTo>
                        <a:pt x="787" y="601"/>
                      </a:lnTo>
                      <a:lnTo>
                        <a:pt x="821" y="617"/>
                      </a:lnTo>
                      <a:lnTo>
                        <a:pt x="826" y="62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98" name="Freeform 302">
                <a:extLst>
                  <a:ext uri="{FF2B5EF4-FFF2-40B4-BE49-F238E27FC236}">
                    <a16:creationId xmlns:a16="http://schemas.microsoft.com/office/drawing/2014/main" id="{34E89290-5417-CC6B-63C5-02A556DBA1C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14" y="2465"/>
                <a:ext cx="12" cy="10"/>
              </a:xfrm>
              <a:custGeom>
                <a:avLst/>
                <a:gdLst/>
                <a:ahLst/>
                <a:cxnLst>
                  <a:cxn ang="0">
                    <a:pos x="442" y="20"/>
                  </a:cxn>
                  <a:cxn ang="0">
                    <a:pos x="462" y="54"/>
                  </a:cxn>
                  <a:cxn ang="0">
                    <a:pos x="471" y="99"/>
                  </a:cxn>
                  <a:cxn ang="0">
                    <a:pos x="425" y="141"/>
                  </a:cxn>
                  <a:cxn ang="0">
                    <a:pos x="393" y="159"/>
                  </a:cxn>
                  <a:cxn ang="0">
                    <a:pos x="292" y="180"/>
                  </a:cxn>
                  <a:cxn ang="0">
                    <a:pos x="224" y="180"/>
                  </a:cxn>
                  <a:cxn ang="0">
                    <a:pos x="156" y="172"/>
                  </a:cxn>
                  <a:cxn ang="0">
                    <a:pos x="51" y="176"/>
                  </a:cxn>
                  <a:cxn ang="0">
                    <a:pos x="42" y="172"/>
                  </a:cxn>
                  <a:cxn ang="0">
                    <a:pos x="30" y="113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30" y="0"/>
                  </a:cxn>
                  <a:cxn ang="0">
                    <a:pos x="385" y="0"/>
                  </a:cxn>
                  <a:cxn ang="0">
                    <a:pos x="416" y="3"/>
                  </a:cxn>
                  <a:cxn ang="0">
                    <a:pos x="437" y="11"/>
                  </a:cxn>
                  <a:cxn ang="0">
                    <a:pos x="442" y="20"/>
                  </a:cxn>
                </a:cxnLst>
                <a:rect l="0" t="0" r="r" b="b"/>
                <a:pathLst>
                  <a:path w="471" h="180">
                    <a:moveTo>
                      <a:pt x="442" y="20"/>
                    </a:moveTo>
                    <a:lnTo>
                      <a:pt x="462" y="54"/>
                    </a:lnTo>
                    <a:lnTo>
                      <a:pt x="471" y="99"/>
                    </a:lnTo>
                    <a:lnTo>
                      <a:pt x="425" y="141"/>
                    </a:lnTo>
                    <a:lnTo>
                      <a:pt x="393" y="159"/>
                    </a:lnTo>
                    <a:lnTo>
                      <a:pt x="292" y="180"/>
                    </a:lnTo>
                    <a:lnTo>
                      <a:pt x="224" y="180"/>
                    </a:lnTo>
                    <a:lnTo>
                      <a:pt x="156" y="172"/>
                    </a:lnTo>
                    <a:lnTo>
                      <a:pt x="51" y="176"/>
                    </a:lnTo>
                    <a:lnTo>
                      <a:pt x="42" y="172"/>
                    </a:lnTo>
                    <a:lnTo>
                      <a:pt x="30" y="113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30" y="0"/>
                    </a:lnTo>
                    <a:lnTo>
                      <a:pt x="385" y="0"/>
                    </a:lnTo>
                    <a:lnTo>
                      <a:pt x="416" y="3"/>
                    </a:lnTo>
                    <a:lnTo>
                      <a:pt x="437" y="11"/>
                    </a:lnTo>
                    <a:lnTo>
                      <a:pt x="442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9" name="Freeform 303">
                <a:extLst>
                  <a:ext uri="{FF2B5EF4-FFF2-40B4-BE49-F238E27FC236}">
                    <a16:creationId xmlns:a16="http://schemas.microsoft.com/office/drawing/2014/main" id="{1A6364AA-44A0-81E4-B2CF-87D6C5C291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6" y="2534"/>
                <a:ext cx="0" cy="3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7"/>
                  </a:cxn>
                  <a:cxn ang="0">
                    <a:pos x="0" y="76"/>
                  </a:cxn>
                  <a:cxn ang="0">
                    <a:pos x="14" y="59"/>
                  </a:cxn>
                  <a:cxn ang="0">
                    <a:pos x="14" y="0"/>
                  </a:cxn>
                </a:cxnLst>
                <a:rect l="0" t="0" r="r" b="b"/>
                <a:pathLst>
                  <a:path w="14" h="76">
                    <a:moveTo>
                      <a:pt x="14" y="0"/>
                    </a:moveTo>
                    <a:lnTo>
                      <a:pt x="0" y="7"/>
                    </a:lnTo>
                    <a:lnTo>
                      <a:pt x="0" y="76"/>
                    </a:lnTo>
                    <a:lnTo>
                      <a:pt x="14" y="59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0" name="Freeform 304">
                <a:extLst>
                  <a:ext uri="{FF2B5EF4-FFF2-40B4-BE49-F238E27FC236}">
                    <a16:creationId xmlns:a16="http://schemas.microsoft.com/office/drawing/2014/main" id="{4E85C0ED-0479-B128-8CD1-612FFB98206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66" y="2484"/>
                <a:ext cx="4" cy="8"/>
              </a:xfrm>
              <a:custGeom>
                <a:avLst/>
                <a:gdLst/>
                <a:ahLst/>
                <a:cxnLst>
                  <a:cxn ang="0">
                    <a:pos x="122" y="0"/>
                  </a:cxn>
                  <a:cxn ang="0">
                    <a:pos x="98" y="4"/>
                  </a:cxn>
                  <a:cxn ang="0">
                    <a:pos x="81" y="52"/>
                  </a:cxn>
                  <a:cxn ang="0">
                    <a:pos x="17" y="45"/>
                  </a:cxn>
                  <a:cxn ang="0">
                    <a:pos x="0" y="104"/>
                  </a:cxn>
                  <a:cxn ang="0">
                    <a:pos x="8" y="160"/>
                  </a:cxn>
                  <a:cxn ang="0">
                    <a:pos x="53" y="163"/>
                  </a:cxn>
                  <a:cxn ang="0">
                    <a:pos x="70" y="104"/>
                  </a:cxn>
                  <a:cxn ang="0">
                    <a:pos x="83" y="93"/>
                  </a:cxn>
                  <a:cxn ang="0">
                    <a:pos x="132" y="91"/>
                  </a:cxn>
                  <a:cxn ang="0">
                    <a:pos x="173" y="74"/>
                  </a:cxn>
                  <a:cxn ang="0">
                    <a:pos x="166" y="52"/>
                  </a:cxn>
                  <a:cxn ang="0">
                    <a:pos x="135" y="38"/>
                  </a:cxn>
                  <a:cxn ang="0">
                    <a:pos x="122" y="0"/>
                  </a:cxn>
                </a:cxnLst>
                <a:rect l="0" t="0" r="r" b="b"/>
                <a:pathLst>
                  <a:path w="173" h="163">
                    <a:moveTo>
                      <a:pt x="122" y="0"/>
                    </a:moveTo>
                    <a:lnTo>
                      <a:pt x="98" y="4"/>
                    </a:lnTo>
                    <a:lnTo>
                      <a:pt x="81" y="52"/>
                    </a:lnTo>
                    <a:lnTo>
                      <a:pt x="17" y="45"/>
                    </a:lnTo>
                    <a:lnTo>
                      <a:pt x="0" y="104"/>
                    </a:lnTo>
                    <a:lnTo>
                      <a:pt x="8" y="160"/>
                    </a:lnTo>
                    <a:lnTo>
                      <a:pt x="53" y="163"/>
                    </a:lnTo>
                    <a:lnTo>
                      <a:pt x="70" y="104"/>
                    </a:lnTo>
                    <a:lnTo>
                      <a:pt x="83" y="93"/>
                    </a:lnTo>
                    <a:lnTo>
                      <a:pt x="132" y="91"/>
                    </a:lnTo>
                    <a:lnTo>
                      <a:pt x="173" y="74"/>
                    </a:lnTo>
                    <a:lnTo>
                      <a:pt x="166" y="52"/>
                    </a:lnTo>
                    <a:lnTo>
                      <a:pt x="135" y="38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1" name="Freeform 305">
                <a:extLst>
                  <a:ext uri="{FF2B5EF4-FFF2-40B4-BE49-F238E27FC236}">
                    <a16:creationId xmlns:a16="http://schemas.microsoft.com/office/drawing/2014/main" id="{E0723B00-A28D-DE75-EF7B-E053D5942E2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32" y="2463"/>
                <a:ext cx="0" cy="1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21"/>
                  </a:cxn>
                  <a:cxn ang="0">
                    <a:pos x="3" y="39"/>
                  </a:cxn>
                  <a:cxn ang="0">
                    <a:pos x="28" y="32"/>
                  </a:cxn>
                  <a:cxn ang="0">
                    <a:pos x="28" y="0"/>
                  </a:cxn>
                </a:cxnLst>
                <a:rect l="0" t="0" r="r" b="b"/>
                <a:pathLst>
                  <a:path w="28" h="39">
                    <a:moveTo>
                      <a:pt x="28" y="0"/>
                    </a:moveTo>
                    <a:lnTo>
                      <a:pt x="0" y="21"/>
                    </a:lnTo>
                    <a:lnTo>
                      <a:pt x="3" y="39"/>
                    </a:lnTo>
                    <a:lnTo>
                      <a:pt x="28" y="3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2" name="Freeform 306">
                <a:extLst>
                  <a:ext uri="{FF2B5EF4-FFF2-40B4-BE49-F238E27FC236}">
                    <a16:creationId xmlns:a16="http://schemas.microsoft.com/office/drawing/2014/main" id="{7EC2ED9B-FE9A-94C8-7D68-FA67BAD8853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34" y="2472"/>
                <a:ext cx="2" cy="3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0" y="17"/>
                  </a:cxn>
                  <a:cxn ang="0">
                    <a:pos x="6" y="34"/>
                  </a:cxn>
                  <a:cxn ang="0">
                    <a:pos x="42" y="0"/>
                  </a:cxn>
                  <a:cxn ang="0">
                    <a:pos x="6" y="8"/>
                  </a:cxn>
                </a:cxnLst>
                <a:rect l="0" t="0" r="r" b="b"/>
                <a:pathLst>
                  <a:path w="42" h="34">
                    <a:moveTo>
                      <a:pt x="6" y="8"/>
                    </a:moveTo>
                    <a:lnTo>
                      <a:pt x="0" y="17"/>
                    </a:lnTo>
                    <a:lnTo>
                      <a:pt x="6" y="34"/>
                    </a:lnTo>
                    <a:lnTo>
                      <a:pt x="42" y="0"/>
                    </a:lnTo>
                    <a:lnTo>
                      <a:pt x="6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3" name="Freeform 307">
                <a:extLst>
                  <a:ext uri="{FF2B5EF4-FFF2-40B4-BE49-F238E27FC236}">
                    <a16:creationId xmlns:a16="http://schemas.microsoft.com/office/drawing/2014/main" id="{E04EF215-F3C2-2A16-F975-BE87D532CD6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72" y="2497"/>
                <a:ext cx="2" cy="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4" y="124"/>
                  </a:cxn>
                  <a:cxn ang="0">
                    <a:pos x="42" y="124"/>
                  </a:cxn>
                  <a:cxn ang="0">
                    <a:pos x="52" y="90"/>
                  </a:cxn>
                  <a:cxn ang="0">
                    <a:pos x="49" y="20"/>
                  </a:cxn>
                  <a:cxn ang="0">
                    <a:pos x="18" y="0"/>
                  </a:cxn>
                </a:cxnLst>
                <a:rect l="0" t="0" r="r" b="b"/>
                <a:pathLst>
                  <a:path w="52" h="124">
                    <a:moveTo>
                      <a:pt x="18" y="0"/>
                    </a:moveTo>
                    <a:lnTo>
                      <a:pt x="0" y="0"/>
                    </a:lnTo>
                    <a:lnTo>
                      <a:pt x="0" y="86"/>
                    </a:lnTo>
                    <a:lnTo>
                      <a:pt x="14" y="124"/>
                    </a:lnTo>
                    <a:lnTo>
                      <a:pt x="42" y="124"/>
                    </a:lnTo>
                    <a:lnTo>
                      <a:pt x="52" y="90"/>
                    </a:lnTo>
                    <a:lnTo>
                      <a:pt x="49" y="2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4" name="Freeform 308">
                <a:extLst>
                  <a:ext uri="{FF2B5EF4-FFF2-40B4-BE49-F238E27FC236}">
                    <a16:creationId xmlns:a16="http://schemas.microsoft.com/office/drawing/2014/main" id="{EB5E5974-3971-1393-614A-539A7127125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6" y="2552"/>
                <a:ext cx="1" cy="4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17" y="14"/>
                  </a:cxn>
                  <a:cxn ang="0">
                    <a:pos x="0" y="62"/>
                  </a:cxn>
                  <a:cxn ang="0">
                    <a:pos x="38" y="41"/>
                  </a:cxn>
                  <a:cxn ang="0">
                    <a:pos x="49" y="0"/>
                  </a:cxn>
                </a:cxnLst>
                <a:rect l="0" t="0" r="r" b="b"/>
                <a:pathLst>
                  <a:path w="49" h="62">
                    <a:moveTo>
                      <a:pt x="49" y="0"/>
                    </a:moveTo>
                    <a:lnTo>
                      <a:pt x="17" y="14"/>
                    </a:lnTo>
                    <a:lnTo>
                      <a:pt x="0" y="62"/>
                    </a:lnTo>
                    <a:lnTo>
                      <a:pt x="38" y="41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5" name="Freeform 309">
                <a:extLst>
                  <a:ext uri="{FF2B5EF4-FFF2-40B4-BE49-F238E27FC236}">
                    <a16:creationId xmlns:a16="http://schemas.microsoft.com/office/drawing/2014/main" id="{2FDB62FD-8DDD-E2C4-C58C-89AF37809A8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560" y="2423"/>
                <a:ext cx="87" cy="58"/>
              </a:xfrm>
              <a:custGeom>
                <a:avLst/>
                <a:gdLst/>
                <a:ahLst/>
                <a:cxnLst>
                  <a:cxn ang="0">
                    <a:pos x="2488" y="571"/>
                  </a:cxn>
                  <a:cxn ang="0">
                    <a:pos x="2639" y="644"/>
                  </a:cxn>
                  <a:cxn ang="0">
                    <a:pos x="2750" y="689"/>
                  </a:cxn>
                  <a:cxn ang="0">
                    <a:pos x="2869" y="689"/>
                  </a:cxn>
                  <a:cxn ang="0">
                    <a:pos x="2865" y="787"/>
                  </a:cxn>
                  <a:cxn ang="0">
                    <a:pos x="2916" y="820"/>
                  </a:cxn>
                  <a:cxn ang="0">
                    <a:pos x="3170" y="871"/>
                  </a:cxn>
                  <a:cxn ang="0">
                    <a:pos x="3309" y="951"/>
                  </a:cxn>
                  <a:cxn ang="0">
                    <a:pos x="3137" y="1073"/>
                  </a:cxn>
                  <a:cxn ang="0">
                    <a:pos x="2908" y="1111"/>
                  </a:cxn>
                  <a:cxn ang="0">
                    <a:pos x="2531" y="1086"/>
                  </a:cxn>
                  <a:cxn ang="0">
                    <a:pos x="2269" y="1123"/>
                  </a:cxn>
                  <a:cxn ang="0">
                    <a:pos x="2255" y="1069"/>
                  </a:cxn>
                  <a:cxn ang="0">
                    <a:pos x="2449" y="951"/>
                  </a:cxn>
                  <a:cxn ang="0">
                    <a:pos x="2416" y="880"/>
                  </a:cxn>
                  <a:cxn ang="0">
                    <a:pos x="2107" y="803"/>
                  </a:cxn>
                  <a:cxn ang="0">
                    <a:pos x="1989" y="660"/>
                  </a:cxn>
                  <a:cxn ang="0">
                    <a:pos x="1832" y="547"/>
                  </a:cxn>
                  <a:cxn ang="0">
                    <a:pos x="1675" y="534"/>
                  </a:cxn>
                  <a:cxn ang="0">
                    <a:pos x="1405" y="412"/>
                  </a:cxn>
                  <a:cxn ang="0">
                    <a:pos x="1184" y="366"/>
                  </a:cxn>
                  <a:cxn ang="0">
                    <a:pos x="1091" y="383"/>
                  </a:cxn>
                  <a:cxn ang="0">
                    <a:pos x="955" y="353"/>
                  </a:cxn>
                  <a:cxn ang="0">
                    <a:pos x="870" y="293"/>
                  </a:cxn>
                  <a:cxn ang="0">
                    <a:pos x="990" y="231"/>
                  </a:cxn>
                  <a:cxn ang="0">
                    <a:pos x="929" y="189"/>
                  </a:cxn>
                  <a:cxn ang="0">
                    <a:pos x="604" y="205"/>
                  </a:cxn>
                  <a:cxn ang="0">
                    <a:pos x="451" y="325"/>
                  </a:cxn>
                  <a:cxn ang="0">
                    <a:pos x="281" y="403"/>
                  </a:cxn>
                  <a:cxn ang="0">
                    <a:pos x="129" y="482"/>
                  </a:cxn>
                  <a:cxn ang="0">
                    <a:pos x="99" y="449"/>
                  </a:cxn>
                  <a:cxn ang="0">
                    <a:pos x="78" y="396"/>
                  </a:cxn>
                  <a:cxn ang="0">
                    <a:pos x="147" y="366"/>
                  </a:cxn>
                  <a:cxn ang="0">
                    <a:pos x="238" y="176"/>
                  </a:cxn>
                  <a:cxn ang="0">
                    <a:pos x="454" y="79"/>
                  </a:cxn>
                  <a:cxn ang="0">
                    <a:pos x="1003" y="0"/>
                  </a:cxn>
                  <a:cxn ang="0">
                    <a:pos x="1295" y="20"/>
                  </a:cxn>
                  <a:cxn ang="0">
                    <a:pos x="1490" y="62"/>
                  </a:cxn>
                  <a:cxn ang="0">
                    <a:pos x="1637" y="189"/>
                  </a:cxn>
                  <a:cxn ang="0">
                    <a:pos x="1879" y="251"/>
                  </a:cxn>
                  <a:cxn ang="0">
                    <a:pos x="1985" y="293"/>
                  </a:cxn>
                  <a:cxn ang="0">
                    <a:pos x="1989" y="325"/>
                  </a:cxn>
                  <a:cxn ang="0">
                    <a:pos x="2167" y="429"/>
                  </a:cxn>
                  <a:cxn ang="0">
                    <a:pos x="2394" y="508"/>
                  </a:cxn>
                </a:cxnLst>
                <a:rect l="0" t="0" r="r" b="b"/>
                <a:pathLst>
                  <a:path w="3347" h="1123">
                    <a:moveTo>
                      <a:pt x="2394" y="508"/>
                    </a:moveTo>
                    <a:lnTo>
                      <a:pt x="2399" y="517"/>
                    </a:lnTo>
                    <a:lnTo>
                      <a:pt x="2488" y="571"/>
                    </a:lnTo>
                    <a:lnTo>
                      <a:pt x="2559" y="627"/>
                    </a:lnTo>
                    <a:lnTo>
                      <a:pt x="2605" y="644"/>
                    </a:lnTo>
                    <a:lnTo>
                      <a:pt x="2639" y="644"/>
                    </a:lnTo>
                    <a:lnTo>
                      <a:pt x="2665" y="652"/>
                    </a:lnTo>
                    <a:lnTo>
                      <a:pt x="2687" y="669"/>
                    </a:lnTo>
                    <a:lnTo>
                      <a:pt x="2750" y="689"/>
                    </a:lnTo>
                    <a:lnTo>
                      <a:pt x="2793" y="689"/>
                    </a:lnTo>
                    <a:lnTo>
                      <a:pt x="2835" y="680"/>
                    </a:lnTo>
                    <a:lnTo>
                      <a:pt x="2869" y="689"/>
                    </a:lnTo>
                    <a:lnTo>
                      <a:pt x="2886" y="719"/>
                    </a:lnTo>
                    <a:lnTo>
                      <a:pt x="2886" y="744"/>
                    </a:lnTo>
                    <a:lnTo>
                      <a:pt x="2865" y="787"/>
                    </a:lnTo>
                    <a:lnTo>
                      <a:pt x="2865" y="803"/>
                    </a:lnTo>
                    <a:lnTo>
                      <a:pt x="2874" y="811"/>
                    </a:lnTo>
                    <a:lnTo>
                      <a:pt x="2916" y="820"/>
                    </a:lnTo>
                    <a:lnTo>
                      <a:pt x="3094" y="816"/>
                    </a:lnTo>
                    <a:lnTo>
                      <a:pt x="3128" y="828"/>
                    </a:lnTo>
                    <a:lnTo>
                      <a:pt x="3170" y="871"/>
                    </a:lnTo>
                    <a:lnTo>
                      <a:pt x="3182" y="891"/>
                    </a:lnTo>
                    <a:lnTo>
                      <a:pt x="3259" y="947"/>
                    </a:lnTo>
                    <a:lnTo>
                      <a:pt x="3309" y="951"/>
                    </a:lnTo>
                    <a:lnTo>
                      <a:pt x="3343" y="964"/>
                    </a:lnTo>
                    <a:lnTo>
                      <a:pt x="3347" y="1002"/>
                    </a:lnTo>
                    <a:lnTo>
                      <a:pt x="3137" y="1073"/>
                    </a:lnTo>
                    <a:lnTo>
                      <a:pt x="3072" y="1103"/>
                    </a:lnTo>
                    <a:lnTo>
                      <a:pt x="2996" y="1115"/>
                    </a:lnTo>
                    <a:lnTo>
                      <a:pt x="2908" y="1111"/>
                    </a:lnTo>
                    <a:lnTo>
                      <a:pt x="2852" y="1094"/>
                    </a:lnTo>
                    <a:lnTo>
                      <a:pt x="2793" y="1090"/>
                    </a:lnTo>
                    <a:lnTo>
                      <a:pt x="2531" y="1086"/>
                    </a:lnTo>
                    <a:lnTo>
                      <a:pt x="2394" y="1103"/>
                    </a:lnTo>
                    <a:lnTo>
                      <a:pt x="2314" y="1123"/>
                    </a:lnTo>
                    <a:lnTo>
                      <a:pt x="2269" y="1123"/>
                    </a:lnTo>
                    <a:lnTo>
                      <a:pt x="2243" y="1115"/>
                    </a:lnTo>
                    <a:lnTo>
                      <a:pt x="2235" y="1094"/>
                    </a:lnTo>
                    <a:lnTo>
                      <a:pt x="2255" y="1069"/>
                    </a:lnTo>
                    <a:lnTo>
                      <a:pt x="2314" y="1019"/>
                    </a:lnTo>
                    <a:lnTo>
                      <a:pt x="2373" y="985"/>
                    </a:lnTo>
                    <a:lnTo>
                      <a:pt x="2449" y="951"/>
                    </a:lnTo>
                    <a:lnTo>
                      <a:pt x="2457" y="917"/>
                    </a:lnTo>
                    <a:lnTo>
                      <a:pt x="2454" y="900"/>
                    </a:lnTo>
                    <a:lnTo>
                      <a:pt x="2416" y="880"/>
                    </a:lnTo>
                    <a:lnTo>
                      <a:pt x="2319" y="849"/>
                    </a:lnTo>
                    <a:lnTo>
                      <a:pt x="2141" y="837"/>
                    </a:lnTo>
                    <a:lnTo>
                      <a:pt x="2107" y="803"/>
                    </a:lnTo>
                    <a:lnTo>
                      <a:pt x="2056" y="770"/>
                    </a:lnTo>
                    <a:lnTo>
                      <a:pt x="2019" y="727"/>
                    </a:lnTo>
                    <a:lnTo>
                      <a:pt x="1989" y="660"/>
                    </a:lnTo>
                    <a:lnTo>
                      <a:pt x="1977" y="606"/>
                    </a:lnTo>
                    <a:lnTo>
                      <a:pt x="1938" y="560"/>
                    </a:lnTo>
                    <a:lnTo>
                      <a:pt x="1832" y="547"/>
                    </a:lnTo>
                    <a:lnTo>
                      <a:pt x="1734" y="551"/>
                    </a:lnTo>
                    <a:lnTo>
                      <a:pt x="1700" y="547"/>
                    </a:lnTo>
                    <a:lnTo>
                      <a:pt x="1675" y="534"/>
                    </a:lnTo>
                    <a:lnTo>
                      <a:pt x="1564" y="513"/>
                    </a:lnTo>
                    <a:lnTo>
                      <a:pt x="1473" y="472"/>
                    </a:lnTo>
                    <a:lnTo>
                      <a:pt x="1405" y="412"/>
                    </a:lnTo>
                    <a:lnTo>
                      <a:pt x="1354" y="387"/>
                    </a:lnTo>
                    <a:lnTo>
                      <a:pt x="1222" y="383"/>
                    </a:lnTo>
                    <a:lnTo>
                      <a:pt x="1184" y="366"/>
                    </a:lnTo>
                    <a:lnTo>
                      <a:pt x="1159" y="366"/>
                    </a:lnTo>
                    <a:lnTo>
                      <a:pt x="1129" y="378"/>
                    </a:lnTo>
                    <a:lnTo>
                      <a:pt x="1091" y="383"/>
                    </a:lnTo>
                    <a:lnTo>
                      <a:pt x="1049" y="370"/>
                    </a:lnTo>
                    <a:lnTo>
                      <a:pt x="1037" y="358"/>
                    </a:lnTo>
                    <a:lnTo>
                      <a:pt x="955" y="353"/>
                    </a:lnTo>
                    <a:lnTo>
                      <a:pt x="904" y="341"/>
                    </a:lnTo>
                    <a:lnTo>
                      <a:pt x="887" y="327"/>
                    </a:lnTo>
                    <a:lnTo>
                      <a:pt x="870" y="293"/>
                    </a:lnTo>
                    <a:lnTo>
                      <a:pt x="870" y="276"/>
                    </a:lnTo>
                    <a:lnTo>
                      <a:pt x="972" y="251"/>
                    </a:lnTo>
                    <a:lnTo>
                      <a:pt x="990" y="231"/>
                    </a:lnTo>
                    <a:lnTo>
                      <a:pt x="981" y="209"/>
                    </a:lnTo>
                    <a:lnTo>
                      <a:pt x="943" y="201"/>
                    </a:lnTo>
                    <a:lnTo>
                      <a:pt x="929" y="189"/>
                    </a:lnTo>
                    <a:lnTo>
                      <a:pt x="718" y="167"/>
                    </a:lnTo>
                    <a:lnTo>
                      <a:pt x="658" y="172"/>
                    </a:lnTo>
                    <a:lnTo>
                      <a:pt x="604" y="205"/>
                    </a:lnTo>
                    <a:lnTo>
                      <a:pt x="557" y="251"/>
                    </a:lnTo>
                    <a:lnTo>
                      <a:pt x="519" y="302"/>
                    </a:lnTo>
                    <a:lnTo>
                      <a:pt x="451" y="325"/>
                    </a:lnTo>
                    <a:lnTo>
                      <a:pt x="370" y="332"/>
                    </a:lnTo>
                    <a:lnTo>
                      <a:pt x="323" y="349"/>
                    </a:lnTo>
                    <a:lnTo>
                      <a:pt x="281" y="403"/>
                    </a:lnTo>
                    <a:lnTo>
                      <a:pt x="230" y="412"/>
                    </a:lnTo>
                    <a:lnTo>
                      <a:pt x="213" y="420"/>
                    </a:lnTo>
                    <a:lnTo>
                      <a:pt x="129" y="482"/>
                    </a:lnTo>
                    <a:lnTo>
                      <a:pt x="120" y="482"/>
                    </a:lnTo>
                    <a:lnTo>
                      <a:pt x="117" y="466"/>
                    </a:lnTo>
                    <a:lnTo>
                      <a:pt x="99" y="449"/>
                    </a:lnTo>
                    <a:lnTo>
                      <a:pt x="0" y="455"/>
                    </a:lnTo>
                    <a:lnTo>
                      <a:pt x="0" y="441"/>
                    </a:lnTo>
                    <a:lnTo>
                      <a:pt x="78" y="396"/>
                    </a:lnTo>
                    <a:lnTo>
                      <a:pt x="133" y="390"/>
                    </a:lnTo>
                    <a:lnTo>
                      <a:pt x="141" y="383"/>
                    </a:lnTo>
                    <a:lnTo>
                      <a:pt x="147" y="366"/>
                    </a:lnTo>
                    <a:lnTo>
                      <a:pt x="147" y="257"/>
                    </a:lnTo>
                    <a:lnTo>
                      <a:pt x="163" y="226"/>
                    </a:lnTo>
                    <a:lnTo>
                      <a:pt x="238" y="176"/>
                    </a:lnTo>
                    <a:lnTo>
                      <a:pt x="337" y="130"/>
                    </a:lnTo>
                    <a:lnTo>
                      <a:pt x="358" y="125"/>
                    </a:lnTo>
                    <a:lnTo>
                      <a:pt x="454" y="79"/>
                    </a:lnTo>
                    <a:lnTo>
                      <a:pt x="675" y="29"/>
                    </a:lnTo>
                    <a:lnTo>
                      <a:pt x="752" y="3"/>
                    </a:lnTo>
                    <a:lnTo>
                      <a:pt x="1003" y="0"/>
                    </a:lnTo>
                    <a:lnTo>
                      <a:pt x="1112" y="20"/>
                    </a:lnTo>
                    <a:lnTo>
                      <a:pt x="1227" y="25"/>
                    </a:lnTo>
                    <a:lnTo>
                      <a:pt x="1295" y="20"/>
                    </a:lnTo>
                    <a:lnTo>
                      <a:pt x="1336" y="54"/>
                    </a:lnTo>
                    <a:lnTo>
                      <a:pt x="1366" y="67"/>
                    </a:lnTo>
                    <a:lnTo>
                      <a:pt x="1490" y="62"/>
                    </a:lnTo>
                    <a:lnTo>
                      <a:pt x="1524" y="79"/>
                    </a:lnTo>
                    <a:lnTo>
                      <a:pt x="1612" y="150"/>
                    </a:lnTo>
                    <a:lnTo>
                      <a:pt x="1637" y="189"/>
                    </a:lnTo>
                    <a:lnTo>
                      <a:pt x="1700" y="240"/>
                    </a:lnTo>
                    <a:lnTo>
                      <a:pt x="1751" y="257"/>
                    </a:lnTo>
                    <a:lnTo>
                      <a:pt x="1879" y="251"/>
                    </a:lnTo>
                    <a:lnTo>
                      <a:pt x="1913" y="273"/>
                    </a:lnTo>
                    <a:lnTo>
                      <a:pt x="1968" y="273"/>
                    </a:lnTo>
                    <a:lnTo>
                      <a:pt x="1985" y="293"/>
                    </a:lnTo>
                    <a:lnTo>
                      <a:pt x="1968" y="293"/>
                    </a:lnTo>
                    <a:lnTo>
                      <a:pt x="1964" y="311"/>
                    </a:lnTo>
                    <a:lnTo>
                      <a:pt x="1989" y="325"/>
                    </a:lnTo>
                    <a:lnTo>
                      <a:pt x="2056" y="335"/>
                    </a:lnTo>
                    <a:lnTo>
                      <a:pt x="2099" y="358"/>
                    </a:lnTo>
                    <a:lnTo>
                      <a:pt x="2167" y="429"/>
                    </a:lnTo>
                    <a:lnTo>
                      <a:pt x="2269" y="458"/>
                    </a:lnTo>
                    <a:lnTo>
                      <a:pt x="2344" y="496"/>
                    </a:lnTo>
                    <a:lnTo>
                      <a:pt x="2394" y="5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6" name="Freeform 310">
                <a:extLst>
                  <a:ext uri="{FF2B5EF4-FFF2-40B4-BE49-F238E27FC236}">
                    <a16:creationId xmlns:a16="http://schemas.microsoft.com/office/drawing/2014/main" id="{DE22B144-EE5A-3026-D8ED-53490CDB1BB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574" y="2453"/>
                <a:ext cx="4" cy="8"/>
              </a:xfrm>
              <a:custGeom>
                <a:avLst/>
                <a:gdLst/>
                <a:ahLst/>
                <a:cxnLst>
                  <a:cxn ang="0">
                    <a:pos x="128" y="5"/>
                  </a:cxn>
                  <a:cxn ang="0">
                    <a:pos x="136" y="42"/>
                  </a:cxn>
                  <a:cxn ang="0">
                    <a:pos x="153" y="64"/>
                  </a:cxn>
                  <a:cxn ang="0">
                    <a:pos x="165" y="128"/>
                  </a:cxn>
                  <a:cxn ang="0">
                    <a:pos x="77" y="156"/>
                  </a:cxn>
                  <a:cxn ang="0">
                    <a:pos x="38" y="156"/>
                  </a:cxn>
                  <a:cxn ang="0">
                    <a:pos x="22" y="144"/>
                  </a:cxn>
                  <a:cxn ang="0">
                    <a:pos x="8" y="131"/>
                  </a:cxn>
                  <a:cxn ang="0">
                    <a:pos x="0" y="98"/>
                  </a:cxn>
                  <a:cxn ang="0">
                    <a:pos x="51" y="123"/>
                  </a:cxn>
                  <a:cxn ang="0">
                    <a:pos x="63" y="89"/>
                  </a:cxn>
                  <a:cxn ang="0">
                    <a:pos x="51" y="68"/>
                  </a:cxn>
                  <a:cxn ang="0">
                    <a:pos x="47" y="42"/>
                  </a:cxn>
                  <a:cxn ang="0">
                    <a:pos x="51" y="9"/>
                  </a:cxn>
                  <a:cxn ang="0">
                    <a:pos x="89" y="0"/>
                  </a:cxn>
                  <a:cxn ang="0">
                    <a:pos x="114" y="5"/>
                  </a:cxn>
                  <a:cxn ang="0">
                    <a:pos x="128" y="14"/>
                  </a:cxn>
                  <a:cxn ang="0">
                    <a:pos x="128" y="5"/>
                  </a:cxn>
                </a:cxnLst>
                <a:rect l="0" t="0" r="r" b="b"/>
                <a:pathLst>
                  <a:path w="165" h="156">
                    <a:moveTo>
                      <a:pt x="128" y="5"/>
                    </a:moveTo>
                    <a:lnTo>
                      <a:pt x="136" y="42"/>
                    </a:lnTo>
                    <a:lnTo>
                      <a:pt x="153" y="64"/>
                    </a:lnTo>
                    <a:lnTo>
                      <a:pt x="165" y="128"/>
                    </a:lnTo>
                    <a:lnTo>
                      <a:pt x="77" y="156"/>
                    </a:lnTo>
                    <a:lnTo>
                      <a:pt x="38" y="156"/>
                    </a:lnTo>
                    <a:lnTo>
                      <a:pt x="22" y="144"/>
                    </a:lnTo>
                    <a:lnTo>
                      <a:pt x="8" y="131"/>
                    </a:lnTo>
                    <a:lnTo>
                      <a:pt x="0" y="98"/>
                    </a:lnTo>
                    <a:lnTo>
                      <a:pt x="51" y="123"/>
                    </a:lnTo>
                    <a:lnTo>
                      <a:pt x="63" y="89"/>
                    </a:lnTo>
                    <a:lnTo>
                      <a:pt x="51" y="68"/>
                    </a:lnTo>
                    <a:lnTo>
                      <a:pt x="47" y="42"/>
                    </a:lnTo>
                    <a:lnTo>
                      <a:pt x="51" y="9"/>
                    </a:lnTo>
                    <a:lnTo>
                      <a:pt x="89" y="0"/>
                    </a:lnTo>
                    <a:lnTo>
                      <a:pt x="114" y="5"/>
                    </a:lnTo>
                    <a:lnTo>
                      <a:pt x="128" y="14"/>
                    </a:lnTo>
                    <a:lnTo>
                      <a:pt x="128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7" name="Freeform 311">
                <a:extLst>
                  <a:ext uri="{FF2B5EF4-FFF2-40B4-BE49-F238E27FC236}">
                    <a16:creationId xmlns:a16="http://schemas.microsoft.com/office/drawing/2014/main" id="{F97CD4FC-AFD7-B7C5-FDE9-3696B5ABEA8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606" y="2430"/>
                <a:ext cx="8" cy="10"/>
              </a:xfrm>
              <a:custGeom>
                <a:avLst/>
                <a:gdLst/>
                <a:ahLst/>
                <a:cxnLst>
                  <a:cxn ang="0">
                    <a:pos x="211" y="85"/>
                  </a:cxn>
                  <a:cxn ang="0">
                    <a:pos x="283" y="127"/>
                  </a:cxn>
                  <a:cxn ang="0">
                    <a:pos x="308" y="156"/>
                  </a:cxn>
                  <a:cxn ang="0">
                    <a:pos x="317" y="201"/>
                  </a:cxn>
                  <a:cxn ang="0">
                    <a:pos x="266" y="198"/>
                  </a:cxn>
                  <a:cxn ang="0">
                    <a:pos x="208" y="156"/>
                  </a:cxn>
                  <a:cxn ang="0">
                    <a:pos x="169" y="97"/>
                  </a:cxn>
                  <a:cxn ang="0">
                    <a:pos x="135" y="68"/>
                  </a:cxn>
                  <a:cxn ang="0">
                    <a:pos x="59" y="59"/>
                  </a:cxn>
                  <a:cxn ang="0">
                    <a:pos x="38" y="50"/>
                  </a:cxn>
                  <a:cxn ang="0">
                    <a:pos x="8" y="29"/>
                  </a:cxn>
                  <a:cxn ang="0">
                    <a:pos x="0" y="17"/>
                  </a:cxn>
                  <a:cxn ang="0">
                    <a:pos x="0" y="0"/>
                  </a:cxn>
                  <a:cxn ang="0">
                    <a:pos x="85" y="4"/>
                  </a:cxn>
                  <a:cxn ang="0">
                    <a:pos x="211" y="85"/>
                  </a:cxn>
                </a:cxnLst>
                <a:rect l="0" t="0" r="r" b="b"/>
                <a:pathLst>
                  <a:path w="317" h="201">
                    <a:moveTo>
                      <a:pt x="211" y="85"/>
                    </a:moveTo>
                    <a:lnTo>
                      <a:pt x="283" y="127"/>
                    </a:lnTo>
                    <a:lnTo>
                      <a:pt x="308" y="156"/>
                    </a:lnTo>
                    <a:lnTo>
                      <a:pt x="317" y="201"/>
                    </a:lnTo>
                    <a:lnTo>
                      <a:pt x="266" y="198"/>
                    </a:lnTo>
                    <a:lnTo>
                      <a:pt x="208" y="156"/>
                    </a:lnTo>
                    <a:lnTo>
                      <a:pt x="169" y="97"/>
                    </a:lnTo>
                    <a:lnTo>
                      <a:pt x="135" y="68"/>
                    </a:lnTo>
                    <a:lnTo>
                      <a:pt x="59" y="59"/>
                    </a:lnTo>
                    <a:lnTo>
                      <a:pt x="38" y="50"/>
                    </a:lnTo>
                    <a:lnTo>
                      <a:pt x="8" y="29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85" y="4"/>
                    </a:lnTo>
                    <a:lnTo>
                      <a:pt x="211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8" name="Freeform 312">
                <a:extLst>
                  <a:ext uri="{FF2B5EF4-FFF2-40B4-BE49-F238E27FC236}">
                    <a16:creationId xmlns:a16="http://schemas.microsoft.com/office/drawing/2014/main" id="{1466643C-3A71-D948-C582-A43292A69EF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53" y="2472"/>
                <a:ext cx="0" cy="4"/>
              </a:xfrm>
              <a:custGeom>
                <a:avLst/>
                <a:gdLst/>
                <a:ahLst/>
                <a:cxnLst>
                  <a:cxn ang="0">
                    <a:pos x="34" y="2"/>
                  </a:cxn>
                  <a:cxn ang="0">
                    <a:pos x="0" y="0"/>
                  </a:cxn>
                  <a:cxn ang="0">
                    <a:pos x="11" y="30"/>
                  </a:cxn>
                  <a:cxn ang="0">
                    <a:pos x="31" y="47"/>
                  </a:cxn>
                  <a:cxn ang="0">
                    <a:pos x="46" y="42"/>
                  </a:cxn>
                  <a:cxn ang="0">
                    <a:pos x="46" y="10"/>
                  </a:cxn>
                  <a:cxn ang="0">
                    <a:pos x="34" y="2"/>
                  </a:cxn>
                </a:cxnLst>
                <a:rect l="0" t="0" r="r" b="b"/>
                <a:pathLst>
                  <a:path w="46" h="47">
                    <a:moveTo>
                      <a:pt x="34" y="2"/>
                    </a:moveTo>
                    <a:lnTo>
                      <a:pt x="0" y="0"/>
                    </a:lnTo>
                    <a:lnTo>
                      <a:pt x="11" y="30"/>
                    </a:lnTo>
                    <a:lnTo>
                      <a:pt x="31" y="47"/>
                    </a:lnTo>
                    <a:lnTo>
                      <a:pt x="46" y="42"/>
                    </a:lnTo>
                    <a:lnTo>
                      <a:pt x="46" y="10"/>
                    </a:lnTo>
                    <a:lnTo>
                      <a:pt x="34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9" name="Freeform 313">
                <a:extLst>
                  <a:ext uri="{FF2B5EF4-FFF2-40B4-BE49-F238E27FC236}">
                    <a16:creationId xmlns:a16="http://schemas.microsoft.com/office/drawing/2014/main" id="{9A3F1B03-AC99-02BE-E78F-1445ED4A634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2784" y="2522"/>
                <a:ext cx="1" cy="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97"/>
                  </a:cxn>
                  <a:cxn ang="0">
                    <a:pos x="25" y="103"/>
                  </a:cxn>
                  <a:cxn ang="0">
                    <a:pos x="45" y="94"/>
                  </a:cxn>
                  <a:cxn ang="0">
                    <a:pos x="45" y="62"/>
                  </a:cxn>
                  <a:cxn ang="0">
                    <a:pos x="39" y="20"/>
                  </a:cxn>
                  <a:cxn ang="0">
                    <a:pos x="25" y="0"/>
                  </a:cxn>
                </a:cxnLst>
                <a:rect l="0" t="0" r="r" b="b"/>
                <a:pathLst>
                  <a:path w="45" h="103">
                    <a:moveTo>
                      <a:pt x="25" y="0"/>
                    </a:moveTo>
                    <a:lnTo>
                      <a:pt x="0" y="97"/>
                    </a:lnTo>
                    <a:lnTo>
                      <a:pt x="25" y="103"/>
                    </a:lnTo>
                    <a:lnTo>
                      <a:pt x="45" y="94"/>
                    </a:lnTo>
                    <a:lnTo>
                      <a:pt x="45" y="62"/>
                    </a:lnTo>
                    <a:lnTo>
                      <a:pt x="39" y="2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209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Trade Gothic LT Std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Nima Maghame</dc:creator>
  <cp:lastModifiedBy>Nima Maghame</cp:lastModifiedBy>
  <cp:revision>1</cp:revision>
  <dcterms:created xsi:type="dcterms:W3CDTF">2025-12-06T06:41:45Z</dcterms:created>
  <dcterms:modified xsi:type="dcterms:W3CDTF">2025-12-06T06:42:36Z</dcterms:modified>
</cp:coreProperties>
</file>